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47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58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92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75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75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322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174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75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47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47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65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47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47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47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147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1472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75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25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604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913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49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75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25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47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913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947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47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58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92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75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75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22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174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58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92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548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68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75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65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58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92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75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58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92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75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58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92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75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583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92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750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25623" y="3170392"/>
              <a:ext cx="58155" cy="167167"/>
            </a:xfrm>
            <a:custGeom>
              <a:avLst/>
              <a:pathLst>
                <a:path w="58155" h="167167">
                  <a:moveTo>
                    <a:pt x="58155" y="0"/>
                  </a:moveTo>
                  <a:lnTo>
                    <a:pt x="52217" y="105"/>
                  </a:lnTo>
                  <a:lnTo>
                    <a:pt x="46286" y="421"/>
                  </a:lnTo>
                  <a:lnTo>
                    <a:pt x="40370" y="948"/>
                  </a:lnTo>
                  <a:lnTo>
                    <a:pt x="34476" y="1685"/>
                  </a:lnTo>
                  <a:lnTo>
                    <a:pt x="28612" y="2631"/>
                  </a:lnTo>
                  <a:lnTo>
                    <a:pt x="22786" y="3784"/>
                  </a:lnTo>
                  <a:lnTo>
                    <a:pt x="17004" y="5144"/>
                  </a:lnTo>
                  <a:lnTo>
                    <a:pt x="11274" y="6708"/>
                  </a:lnTo>
                  <a:lnTo>
                    <a:pt x="5604" y="8475"/>
                  </a:lnTo>
                  <a:lnTo>
                    <a:pt x="0" y="10442"/>
                  </a:lnTo>
                  <a:lnTo>
                    <a:pt x="5815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5623" y="3180834"/>
              <a:ext cx="58155" cy="156725"/>
            </a:xfrm>
            <a:custGeom>
              <a:avLst/>
              <a:pathLst>
                <a:path w="58155" h="156725">
                  <a:moveTo>
                    <a:pt x="0" y="0"/>
                  </a:moveTo>
                  <a:lnTo>
                    <a:pt x="58155" y="15672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816629" y="3170418"/>
              <a:ext cx="334315" cy="334306"/>
            </a:xfrm>
            <a:custGeom>
              <a:avLst/>
              <a:pathLst>
                <a:path w="334315" h="334306">
                  <a:moveTo>
                    <a:pt x="108994" y="10416"/>
                  </a:moveTo>
                  <a:lnTo>
                    <a:pt x="104070" y="12332"/>
                  </a:lnTo>
                  <a:lnTo>
                    <a:pt x="99209" y="14402"/>
                  </a:lnTo>
                  <a:lnTo>
                    <a:pt x="94417" y="16626"/>
                  </a:lnTo>
                  <a:lnTo>
                    <a:pt x="89697" y="18999"/>
                  </a:lnTo>
                  <a:lnTo>
                    <a:pt x="85054" y="21521"/>
                  </a:lnTo>
                  <a:lnTo>
                    <a:pt x="80493" y="24188"/>
                  </a:lnTo>
                  <a:lnTo>
                    <a:pt x="76019" y="26997"/>
                  </a:lnTo>
                  <a:lnTo>
                    <a:pt x="71636" y="29947"/>
                  </a:lnTo>
                  <a:lnTo>
                    <a:pt x="67348" y="33034"/>
                  </a:lnTo>
                  <a:lnTo>
                    <a:pt x="63160" y="36255"/>
                  </a:lnTo>
                  <a:lnTo>
                    <a:pt x="59076" y="39606"/>
                  </a:lnTo>
                  <a:lnTo>
                    <a:pt x="55100" y="43085"/>
                  </a:lnTo>
                  <a:lnTo>
                    <a:pt x="51236" y="46688"/>
                  </a:lnTo>
                  <a:lnTo>
                    <a:pt x="47487" y="50411"/>
                  </a:lnTo>
                  <a:lnTo>
                    <a:pt x="43858" y="54251"/>
                  </a:lnTo>
                  <a:lnTo>
                    <a:pt x="40353" y="58203"/>
                  </a:lnTo>
                  <a:lnTo>
                    <a:pt x="36973" y="62264"/>
                  </a:lnTo>
                  <a:lnTo>
                    <a:pt x="33724" y="66430"/>
                  </a:lnTo>
                  <a:lnTo>
                    <a:pt x="30608" y="70697"/>
                  </a:lnTo>
                  <a:lnTo>
                    <a:pt x="27629" y="75060"/>
                  </a:lnTo>
                  <a:lnTo>
                    <a:pt x="24789" y="79515"/>
                  </a:lnTo>
                  <a:lnTo>
                    <a:pt x="22091" y="84057"/>
                  </a:lnTo>
                  <a:lnTo>
                    <a:pt x="19538" y="88683"/>
                  </a:lnTo>
                  <a:lnTo>
                    <a:pt x="17132" y="93386"/>
                  </a:lnTo>
                  <a:lnTo>
                    <a:pt x="14876" y="98164"/>
                  </a:lnTo>
                  <a:lnTo>
                    <a:pt x="12773" y="103010"/>
                  </a:lnTo>
                  <a:lnTo>
                    <a:pt x="10823" y="107921"/>
                  </a:lnTo>
                  <a:lnTo>
                    <a:pt x="9030" y="112890"/>
                  </a:lnTo>
                  <a:lnTo>
                    <a:pt x="7395" y="117914"/>
                  </a:lnTo>
                  <a:lnTo>
                    <a:pt x="5919" y="122987"/>
                  </a:lnTo>
                  <a:lnTo>
                    <a:pt x="4604" y="128104"/>
                  </a:lnTo>
                  <a:lnTo>
                    <a:pt x="3452" y="133260"/>
                  </a:lnTo>
                  <a:lnTo>
                    <a:pt x="2463" y="138450"/>
                  </a:lnTo>
                  <a:lnTo>
                    <a:pt x="1638" y="143668"/>
                  </a:lnTo>
                  <a:lnTo>
                    <a:pt x="979" y="148910"/>
                  </a:lnTo>
                  <a:lnTo>
                    <a:pt x="486" y="154170"/>
                  </a:lnTo>
                  <a:lnTo>
                    <a:pt x="159" y="159443"/>
                  </a:lnTo>
                  <a:lnTo>
                    <a:pt x="0" y="164724"/>
                  </a:lnTo>
                  <a:lnTo>
                    <a:pt x="7" y="170008"/>
                  </a:lnTo>
                  <a:lnTo>
                    <a:pt x="181" y="175288"/>
                  </a:lnTo>
                  <a:lnTo>
                    <a:pt x="521" y="180560"/>
                  </a:lnTo>
                  <a:lnTo>
                    <a:pt x="1029" y="185819"/>
                  </a:lnTo>
                  <a:lnTo>
                    <a:pt x="1702" y="191059"/>
                  </a:lnTo>
                  <a:lnTo>
                    <a:pt x="2540" y="196275"/>
                  </a:lnTo>
                  <a:lnTo>
                    <a:pt x="3543" y="201463"/>
                  </a:lnTo>
                  <a:lnTo>
                    <a:pt x="4710" y="206615"/>
                  </a:lnTo>
                  <a:lnTo>
                    <a:pt x="6038" y="211729"/>
                  </a:lnTo>
                  <a:lnTo>
                    <a:pt x="7528" y="216798"/>
                  </a:lnTo>
                  <a:lnTo>
                    <a:pt x="9176" y="221817"/>
                  </a:lnTo>
                  <a:lnTo>
                    <a:pt x="10983" y="226782"/>
                  </a:lnTo>
                  <a:lnTo>
                    <a:pt x="12946" y="231687"/>
                  </a:lnTo>
                  <a:lnTo>
                    <a:pt x="15062" y="236528"/>
                  </a:lnTo>
                  <a:lnTo>
                    <a:pt x="17331" y="241299"/>
                  </a:lnTo>
                  <a:lnTo>
                    <a:pt x="19749" y="245996"/>
                  </a:lnTo>
                  <a:lnTo>
                    <a:pt x="22315" y="250615"/>
                  </a:lnTo>
                  <a:lnTo>
                    <a:pt x="25025" y="255150"/>
                  </a:lnTo>
                  <a:lnTo>
                    <a:pt x="27877" y="259597"/>
                  </a:lnTo>
                  <a:lnTo>
                    <a:pt x="30868" y="263952"/>
                  </a:lnTo>
                  <a:lnTo>
                    <a:pt x="33996" y="268210"/>
                  </a:lnTo>
                  <a:lnTo>
                    <a:pt x="37256" y="272368"/>
                  </a:lnTo>
                  <a:lnTo>
                    <a:pt x="40646" y="276420"/>
                  </a:lnTo>
                  <a:lnTo>
                    <a:pt x="44163" y="280363"/>
                  </a:lnTo>
                  <a:lnTo>
                    <a:pt x="47802" y="284193"/>
                  </a:lnTo>
                  <a:lnTo>
                    <a:pt x="51560" y="287906"/>
                  </a:lnTo>
                  <a:lnTo>
                    <a:pt x="55434" y="291498"/>
                  </a:lnTo>
                  <a:lnTo>
                    <a:pt x="59420" y="294966"/>
                  </a:lnTo>
                  <a:lnTo>
                    <a:pt x="63513" y="298307"/>
                  </a:lnTo>
                  <a:lnTo>
                    <a:pt x="67710" y="301516"/>
                  </a:lnTo>
                  <a:lnTo>
                    <a:pt x="72006" y="304591"/>
                  </a:lnTo>
                  <a:lnTo>
                    <a:pt x="76397" y="307529"/>
                  </a:lnTo>
                  <a:lnTo>
                    <a:pt x="80878" y="310327"/>
                  </a:lnTo>
                  <a:lnTo>
                    <a:pt x="85446" y="312982"/>
                  </a:lnTo>
                  <a:lnTo>
                    <a:pt x="90096" y="315491"/>
                  </a:lnTo>
                  <a:lnTo>
                    <a:pt x="94822" y="317852"/>
                  </a:lnTo>
                  <a:lnTo>
                    <a:pt x="99621" y="320062"/>
                  </a:lnTo>
                  <a:lnTo>
                    <a:pt x="104487" y="322120"/>
                  </a:lnTo>
                  <a:lnTo>
                    <a:pt x="109415" y="324022"/>
                  </a:lnTo>
                  <a:lnTo>
                    <a:pt x="114402" y="325768"/>
                  </a:lnTo>
                  <a:lnTo>
                    <a:pt x="119441" y="327356"/>
                  </a:lnTo>
                  <a:lnTo>
                    <a:pt x="124527" y="328784"/>
                  </a:lnTo>
                  <a:lnTo>
                    <a:pt x="129657" y="330050"/>
                  </a:lnTo>
                  <a:lnTo>
                    <a:pt x="134823" y="331153"/>
                  </a:lnTo>
                  <a:lnTo>
                    <a:pt x="140022" y="332093"/>
                  </a:lnTo>
                  <a:lnTo>
                    <a:pt x="145249" y="332868"/>
                  </a:lnTo>
                  <a:lnTo>
                    <a:pt x="150497" y="333477"/>
                  </a:lnTo>
                  <a:lnTo>
                    <a:pt x="155761" y="333920"/>
                  </a:lnTo>
                  <a:lnTo>
                    <a:pt x="161037" y="334197"/>
                  </a:lnTo>
                  <a:lnTo>
                    <a:pt x="166319" y="334306"/>
                  </a:lnTo>
                  <a:lnTo>
                    <a:pt x="171602" y="334249"/>
                  </a:lnTo>
                  <a:lnTo>
                    <a:pt x="176881" y="334025"/>
                  </a:lnTo>
                  <a:lnTo>
                    <a:pt x="182149" y="333634"/>
                  </a:lnTo>
                  <a:lnTo>
                    <a:pt x="187403" y="333077"/>
                  </a:lnTo>
                  <a:lnTo>
                    <a:pt x="192637" y="332354"/>
                  </a:lnTo>
                  <a:lnTo>
                    <a:pt x="197845" y="331466"/>
                  </a:lnTo>
                  <a:lnTo>
                    <a:pt x="203022" y="330414"/>
                  </a:lnTo>
                  <a:lnTo>
                    <a:pt x="208164" y="329199"/>
                  </a:lnTo>
                  <a:lnTo>
                    <a:pt x="213264" y="327822"/>
                  </a:lnTo>
                  <a:lnTo>
                    <a:pt x="218319" y="326285"/>
                  </a:lnTo>
                  <a:lnTo>
                    <a:pt x="223322" y="324588"/>
                  </a:lnTo>
                  <a:lnTo>
                    <a:pt x="228270" y="322734"/>
                  </a:lnTo>
                  <a:lnTo>
                    <a:pt x="233156" y="320725"/>
                  </a:lnTo>
                  <a:lnTo>
                    <a:pt x="237976" y="318563"/>
                  </a:lnTo>
                  <a:lnTo>
                    <a:pt x="242726" y="316249"/>
                  </a:lnTo>
                  <a:lnTo>
                    <a:pt x="247400" y="313786"/>
                  </a:lnTo>
                  <a:lnTo>
                    <a:pt x="251994" y="311177"/>
                  </a:lnTo>
                  <a:lnTo>
                    <a:pt x="256503" y="308424"/>
                  </a:lnTo>
                  <a:lnTo>
                    <a:pt x="260923" y="305530"/>
                  </a:lnTo>
                  <a:lnTo>
                    <a:pt x="265250" y="302497"/>
                  </a:lnTo>
                  <a:lnTo>
                    <a:pt x="269478" y="299330"/>
                  </a:lnTo>
                  <a:lnTo>
                    <a:pt x="273604" y="296030"/>
                  </a:lnTo>
                  <a:lnTo>
                    <a:pt x="277624" y="292602"/>
                  </a:lnTo>
                  <a:lnTo>
                    <a:pt x="281533" y="289048"/>
                  </a:lnTo>
                  <a:lnTo>
                    <a:pt x="285329" y="285372"/>
                  </a:lnTo>
                  <a:lnTo>
                    <a:pt x="289006" y="281579"/>
                  </a:lnTo>
                  <a:lnTo>
                    <a:pt x="292561" y="277671"/>
                  </a:lnTo>
                  <a:lnTo>
                    <a:pt x="295991" y="273653"/>
                  </a:lnTo>
                  <a:lnTo>
                    <a:pt x="299293" y="269528"/>
                  </a:lnTo>
                  <a:lnTo>
                    <a:pt x="302462" y="265301"/>
                  </a:lnTo>
                  <a:lnTo>
                    <a:pt x="305497" y="260976"/>
                  </a:lnTo>
                  <a:lnTo>
                    <a:pt x="308393" y="256557"/>
                  </a:lnTo>
                  <a:lnTo>
                    <a:pt x="311148" y="252049"/>
                  </a:lnTo>
                  <a:lnTo>
                    <a:pt x="313759" y="247457"/>
                  </a:lnTo>
                  <a:lnTo>
                    <a:pt x="316224" y="242784"/>
                  </a:lnTo>
                  <a:lnTo>
                    <a:pt x="318540" y="238035"/>
                  </a:lnTo>
                  <a:lnTo>
                    <a:pt x="320704" y="233216"/>
                  </a:lnTo>
                  <a:lnTo>
                    <a:pt x="322716" y="228330"/>
                  </a:lnTo>
                  <a:lnTo>
                    <a:pt x="324572" y="223384"/>
                  </a:lnTo>
                  <a:lnTo>
                    <a:pt x="326270" y="218381"/>
                  </a:lnTo>
                  <a:lnTo>
                    <a:pt x="327810" y="213327"/>
                  </a:lnTo>
                  <a:lnTo>
                    <a:pt x="329189" y="208227"/>
                  </a:lnTo>
                  <a:lnTo>
                    <a:pt x="330407" y="203086"/>
                  </a:lnTo>
                  <a:lnTo>
                    <a:pt x="331461" y="197909"/>
                  </a:lnTo>
                  <a:lnTo>
                    <a:pt x="332351" y="192701"/>
                  </a:lnTo>
                  <a:lnTo>
                    <a:pt x="333076" y="187468"/>
                  </a:lnTo>
                  <a:lnTo>
                    <a:pt x="333636" y="182215"/>
                  </a:lnTo>
                  <a:lnTo>
                    <a:pt x="334029" y="176946"/>
                  </a:lnTo>
                  <a:lnTo>
                    <a:pt x="334256" y="171668"/>
                  </a:lnTo>
                  <a:lnTo>
                    <a:pt x="334315" y="166385"/>
                  </a:lnTo>
                  <a:lnTo>
                    <a:pt x="334208" y="161103"/>
                  </a:lnTo>
                  <a:lnTo>
                    <a:pt x="333934" y="155826"/>
                  </a:lnTo>
                  <a:lnTo>
                    <a:pt x="333493" y="150562"/>
                  </a:lnTo>
                  <a:lnTo>
                    <a:pt x="332886" y="145313"/>
                  </a:lnTo>
                  <a:lnTo>
                    <a:pt x="332113" y="140087"/>
                  </a:lnTo>
                  <a:lnTo>
                    <a:pt x="331176" y="134888"/>
                  </a:lnTo>
                  <a:lnTo>
                    <a:pt x="330075" y="129720"/>
                  </a:lnTo>
                  <a:lnTo>
                    <a:pt x="328811" y="124591"/>
                  </a:lnTo>
                  <a:lnTo>
                    <a:pt x="327386" y="119503"/>
                  </a:lnTo>
                  <a:lnTo>
                    <a:pt x="325800" y="114463"/>
                  </a:lnTo>
                  <a:lnTo>
                    <a:pt x="324056" y="109476"/>
                  </a:lnTo>
                  <a:lnTo>
                    <a:pt x="322156" y="104547"/>
                  </a:lnTo>
                  <a:lnTo>
                    <a:pt x="320100" y="99680"/>
                  </a:lnTo>
                  <a:lnTo>
                    <a:pt x="317892" y="94880"/>
                  </a:lnTo>
                  <a:lnTo>
                    <a:pt x="315533" y="90153"/>
                  </a:lnTo>
                  <a:lnTo>
                    <a:pt x="313026" y="85502"/>
                  </a:lnTo>
                  <a:lnTo>
                    <a:pt x="310374" y="80933"/>
                  </a:lnTo>
                  <a:lnTo>
                    <a:pt x="307578" y="76450"/>
                  </a:lnTo>
                  <a:lnTo>
                    <a:pt x="304642" y="72058"/>
                  </a:lnTo>
                  <a:lnTo>
                    <a:pt x="301568" y="67761"/>
                  </a:lnTo>
                  <a:lnTo>
                    <a:pt x="298361" y="63563"/>
                  </a:lnTo>
                  <a:lnTo>
                    <a:pt x="295022" y="59468"/>
                  </a:lnTo>
                  <a:lnTo>
                    <a:pt x="291556" y="55481"/>
                  </a:lnTo>
                  <a:lnTo>
                    <a:pt x="287965" y="51605"/>
                  </a:lnTo>
                  <a:lnTo>
                    <a:pt x="284254" y="47845"/>
                  </a:lnTo>
                  <a:lnTo>
                    <a:pt x="280426" y="44204"/>
                  </a:lnTo>
                  <a:lnTo>
                    <a:pt x="276484" y="40686"/>
                  </a:lnTo>
                  <a:lnTo>
                    <a:pt x="272433" y="37294"/>
                  </a:lnTo>
                  <a:lnTo>
                    <a:pt x="268278" y="34032"/>
                  </a:lnTo>
                  <a:lnTo>
                    <a:pt x="264021" y="30903"/>
                  </a:lnTo>
                  <a:lnTo>
                    <a:pt x="259667" y="27910"/>
                  </a:lnTo>
                  <a:lnTo>
                    <a:pt x="255221" y="25056"/>
                  </a:lnTo>
                  <a:lnTo>
                    <a:pt x="250687" y="22343"/>
                  </a:lnTo>
                  <a:lnTo>
                    <a:pt x="246070" y="19776"/>
                  </a:lnTo>
                  <a:lnTo>
                    <a:pt x="241374" y="17356"/>
                  </a:lnTo>
                  <a:lnTo>
                    <a:pt x="236603" y="15085"/>
                  </a:lnTo>
                  <a:lnTo>
                    <a:pt x="231764" y="12966"/>
                  </a:lnTo>
                  <a:lnTo>
                    <a:pt x="226859" y="11001"/>
                  </a:lnTo>
                  <a:lnTo>
                    <a:pt x="221895" y="9192"/>
                  </a:lnTo>
                  <a:lnTo>
                    <a:pt x="216877" y="7541"/>
                  </a:lnTo>
                  <a:lnTo>
                    <a:pt x="211809" y="6049"/>
                  </a:lnTo>
                  <a:lnTo>
                    <a:pt x="206696" y="4719"/>
                  </a:lnTo>
                  <a:lnTo>
                    <a:pt x="201543" y="3550"/>
                  </a:lnTo>
                  <a:lnTo>
                    <a:pt x="196357" y="2545"/>
                  </a:lnTo>
                  <a:lnTo>
                    <a:pt x="191141" y="1704"/>
                  </a:lnTo>
                  <a:lnTo>
                    <a:pt x="185901" y="1029"/>
                  </a:lnTo>
                  <a:lnTo>
                    <a:pt x="180642" y="519"/>
                  </a:lnTo>
                  <a:lnTo>
                    <a:pt x="175370" y="176"/>
                  </a:lnTo>
                  <a:lnTo>
                    <a:pt x="170090" y="0"/>
                  </a:lnTo>
                  <a:lnTo>
                    <a:pt x="167149" y="167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83779" y="3170392"/>
              <a:ext cx="2940" cy="167167"/>
            </a:xfrm>
            <a:custGeom>
              <a:avLst/>
              <a:pathLst>
                <a:path w="2940" h="167167">
                  <a:moveTo>
                    <a:pt x="2940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51854" y="2633064"/>
              <a:ext cx="167157" cy="203053"/>
            </a:xfrm>
            <a:custGeom>
              <a:avLst/>
              <a:pathLst>
                <a:path w="167157" h="203053">
                  <a:moveTo>
                    <a:pt x="167157" y="0"/>
                  </a:moveTo>
                  <a:lnTo>
                    <a:pt x="161726" y="88"/>
                  </a:lnTo>
                  <a:lnTo>
                    <a:pt x="156301" y="352"/>
                  </a:lnTo>
                  <a:lnTo>
                    <a:pt x="150887" y="793"/>
                  </a:lnTo>
                  <a:lnTo>
                    <a:pt x="145490" y="1410"/>
                  </a:lnTo>
                  <a:lnTo>
                    <a:pt x="140117" y="2201"/>
                  </a:lnTo>
                  <a:lnTo>
                    <a:pt x="134771" y="3166"/>
                  </a:lnTo>
                  <a:lnTo>
                    <a:pt x="129460" y="4305"/>
                  </a:lnTo>
                  <a:lnTo>
                    <a:pt x="124189" y="5616"/>
                  </a:lnTo>
                  <a:lnTo>
                    <a:pt x="118963" y="7097"/>
                  </a:lnTo>
                  <a:lnTo>
                    <a:pt x="113789" y="8747"/>
                  </a:lnTo>
                  <a:lnTo>
                    <a:pt x="108670" y="10565"/>
                  </a:lnTo>
                  <a:lnTo>
                    <a:pt x="103613" y="12547"/>
                  </a:lnTo>
                  <a:lnTo>
                    <a:pt x="98623" y="14693"/>
                  </a:lnTo>
                  <a:lnTo>
                    <a:pt x="93706" y="17000"/>
                  </a:lnTo>
                  <a:lnTo>
                    <a:pt x="88866" y="19466"/>
                  </a:lnTo>
                  <a:lnTo>
                    <a:pt x="84109" y="22087"/>
                  </a:lnTo>
                  <a:lnTo>
                    <a:pt x="79440" y="24862"/>
                  </a:lnTo>
                  <a:lnTo>
                    <a:pt x="74863" y="27787"/>
                  </a:lnTo>
                  <a:lnTo>
                    <a:pt x="70383" y="30859"/>
                  </a:lnTo>
                  <a:lnTo>
                    <a:pt x="66006" y="34075"/>
                  </a:lnTo>
                  <a:lnTo>
                    <a:pt x="61735" y="37431"/>
                  </a:lnTo>
                  <a:lnTo>
                    <a:pt x="57576" y="40925"/>
                  </a:lnTo>
                  <a:lnTo>
                    <a:pt x="53533" y="44551"/>
                  </a:lnTo>
                  <a:lnTo>
                    <a:pt x="49609" y="48308"/>
                  </a:lnTo>
                  <a:lnTo>
                    <a:pt x="45810" y="52189"/>
                  </a:lnTo>
                  <a:lnTo>
                    <a:pt x="42138" y="56192"/>
                  </a:lnTo>
                  <a:lnTo>
                    <a:pt x="38599" y="60312"/>
                  </a:lnTo>
                  <a:lnTo>
                    <a:pt x="35195" y="64545"/>
                  </a:lnTo>
                  <a:lnTo>
                    <a:pt x="31931" y="68887"/>
                  </a:lnTo>
                  <a:lnTo>
                    <a:pt x="28810" y="73332"/>
                  </a:lnTo>
                  <a:lnTo>
                    <a:pt x="25834" y="77876"/>
                  </a:lnTo>
                  <a:lnTo>
                    <a:pt x="23008" y="82514"/>
                  </a:lnTo>
                  <a:lnTo>
                    <a:pt x="20334" y="87242"/>
                  </a:lnTo>
                  <a:lnTo>
                    <a:pt x="17815" y="92054"/>
                  </a:lnTo>
                  <a:lnTo>
                    <a:pt x="15453" y="96946"/>
                  </a:lnTo>
                  <a:lnTo>
                    <a:pt x="13252" y="101911"/>
                  </a:lnTo>
                  <a:lnTo>
                    <a:pt x="11213" y="106946"/>
                  </a:lnTo>
                  <a:lnTo>
                    <a:pt x="9339" y="112044"/>
                  </a:lnTo>
                  <a:lnTo>
                    <a:pt x="7631" y="117200"/>
                  </a:lnTo>
                  <a:lnTo>
                    <a:pt x="6092" y="122409"/>
                  </a:lnTo>
                  <a:lnTo>
                    <a:pt x="4723" y="127666"/>
                  </a:lnTo>
                  <a:lnTo>
                    <a:pt x="3526" y="132964"/>
                  </a:lnTo>
                  <a:lnTo>
                    <a:pt x="2501" y="138298"/>
                  </a:lnTo>
                  <a:lnTo>
                    <a:pt x="1650" y="143662"/>
                  </a:lnTo>
                  <a:lnTo>
                    <a:pt x="974" y="149052"/>
                  </a:lnTo>
                  <a:lnTo>
                    <a:pt x="473" y="154460"/>
                  </a:lnTo>
                  <a:lnTo>
                    <a:pt x="148" y="159882"/>
                  </a:lnTo>
                  <a:lnTo>
                    <a:pt x="0" y="165312"/>
                  </a:lnTo>
                  <a:lnTo>
                    <a:pt x="27" y="170743"/>
                  </a:lnTo>
                  <a:lnTo>
                    <a:pt x="232" y="176171"/>
                  </a:lnTo>
                  <a:lnTo>
                    <a:pt x="613" y="181589"/>
                  </a:lnTo>
                  <a:lnTo>
                    <a:pt x="1169" y="186993"/>
                  </a:lnTo>
                  <a:lnTo>
                    <a:pt x="1901" y="192375"/>
                  </a:lnTo>
                  <a:lnTo>
                    <a:pt x="2807" y="197730"/>
                  </a:lnTo>
                  <a:lnTo>
                    <a:pt x="3887" y="203053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5741" y="2800231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5741" y="2649220"/>
              <a:ext cx="330424" cy="318174"/>
            </a:xfrm>
            <a:custGeom>
              <a:avLst/>
              <a:pathLst>
                <a:path w="330424" h="318174">
                  <a:moveTo>
                    <a:pt x="0" y="186897"/>
                  </a:moveTo>
                  <a:lnTo>
                    <a:pt x="1217" y="192048"/>
                  </a:lnTo>
                  <a:lnTo>
                    <a:pt x="2598" y="197158"/>
                  </a:lnTo>
                  <a:lnTo>
                    <a:pt x="4139" y="202221"/>
                  </a:lnTo>
                  <a:lnTo>
                    <a:pt x="5840" y="207233"/>
                  </a:lnTo>
                  <a:lnTo>
                    <a:pt x="7699" y="212188"/>
                  </a:lnTo>
                  <a:lnTo>
                    <a:pt x="9713" y="217082"/>
                  </a:lnTo>
                  <a:lnTo>
                    <a:pt x="11882" y="221910"/>
                  </a:lnTo>
                  <a:lnTo>
                    <a:pt x="14202" y="226667"/>
                  </a:lnTo>
                  <a:lnTo>
                    <a:pt x="16672" y="231348"/>
                  </a:lnTo>
                  <a:lnTo>
                    <a:pt x="19289" y="235949"/>
                  </a:lnTo>
                  <a:lnTo>
                    <a:pt x="22050" y="240464"/>
                  </a:lnTo>
                  <a:lnTo>
                    <a:pt x="24952" y="244890"/>
                  </a:lnTo>
                  <a:lnTo>
                    <a:pt x="27994" y="249222"/>
                  </a:lnTo>
                  <a:lnTo>
                    <a:pt x="31171" y="253455"/>
                  </a:lnTo>
                  <a:lnTo>
                    <a:pt x="34480" y="257585"/>
                  </a:lnTo>
                  <a:lnTo>
                    <a:pt x="37918" y="261609"/>
                  </a:lnTo>
                  <a:lnTo>
                    <a:pt x="41482" y="265522"/>
                  </a:lnTo>
                  <a:lnTo>
                    <a:pt x="45168" y="269320"/>
                  </a:lnTo>
                  <a:lnTo>
                    <a:pt x="48973" y="272999"/>
                  </a:lnTo>
                  <a:lnTo>
                    <a:pt x="52892" y="276557"/>
                  </a:lnTo>
                  <a:lnTo>
                    <a:pt x="56922" y="279988"/>
                  </a:lnTo>
                  <a:lnTo>
                    <a:pt x="61058" y="283290"/>
                  </a:lnTo>
                  <a:lnTo>
                    <a:pt x="65297" y="286459"/>
                  </a:lnTo>
                  <a:lnTo>
                    <a:pt x="69634" y="289493"/>
                  </a:lnTo>
                  <a:lnTo>
                    <a:pt x="74065" y="292388"/>
                  </a:lnTo>
                  <a:lnTo>
                    <a:pt x="78585" y="295141"/>
                  </a:lnTo>
                  <a:lnTo>
                    <a:pt x="83190" y="297749"/>
                  </a:lnTo>
                  <a:lnTo>
                    <a:pt x="87875" y="300211"/>
                  </a:lnTo>
                  <a:lnTo>
                    <a:pt x="92636" y="302523"/>
                  </a:lnTo>
                  <a:lnTo>
                    <a:pt x="97468" y="304683"/>
                  </a:lnTo>
                  <a:lnTo>
                    <a:pt x="102366" y="306689"/>
                  </a:lnTo>
                  <a:lnTo>
                    <a:pt x="107325" y="308539"/>
                  </a:lnTo>
                  <a:lnTo>
                    <a:pt x="112340" y="310231"/>
                  </a:lnTo>
                  <a:lnTo>
                    <a:pt x="117406" y="311764"/>
                  </a:lnTo>
                  <a:lnTo>
                    <a:pt x="122517" y="313135"/>
                  </a:lnTo>
                  <a:lnTo>
                    <a:pt x="127670" y="314344"/>
                  </a:lnTo>
                  <a:lnTo>
                    <a:pt x="132859" y="315389"/>
                  </a:lnTo>
                  <a:lnTo>
                    <a:pt x="138078" y="316269"/>
                  </a:lnTo>
                  <a:lnTo>
                    <a:pt x="143322" y="316984"/>
                  </a:lnTo>
                  <a:lnTo>
                    <a:pt x="148586" y="317532"/>
                  </a:lnTo>
                  <a:lnTo>
                    <a:pt x="153865" y="317914"/>
                  </a:lnTo>
                  <a:lnTo>
                    <a:pt x="159153" y="318128"/>
                  </a:lnTo>
                  <a:lnTo>
                    <a:pt x="164446" y="318174"/>
                  </a:lnTo>
                  <a:lnTo>
                    <a:pt x="169737" y="318053"/>
                  </a:lnTo>
                  <a:lnTo>
                    <a:pt x="175022" y="317765"/>
                  </a:lnTo>
                  <a:lnTo>
                    <a:pt x="180295" y="317309"/>
                  </a:lnTo>
                  <a:lnTo>
                    <a:pt x="185551" y="316687"/>
                  </a:lnTo>
                  <a:lnTo>
                    <a:pt x="190784" y="315898"/>
                  </a:lnTo>
                  <a:lnTo>
                    <a:pt x="195990" y="314945"/>
                  </a:lnTo>
                  <a:lnTo>
                    <a:pt x="201164" y="313827"/>
                  </a:lnTo>
                  <a:lnTo>
                    <a:pt x="206299" y="312545"/>
                  </a:lnTo>
                  <a:lnTo>
                    <a:pt x="211391" y="311102"/>
                  </a:lnTo>
                  <a:lnTo>
                    <a:pt x="216435" y="309499"/>
                  </a:lnTo>
                  <a:lnTo>
                    <a:pt x="221426" y="307736"/>
                  </a:lnTo>
                  <a:lnTo>
                    <a:pt x="226358" y="305817"/>
                  </a:lnTo>
                  <a:lnTo>
                    <a:pt x="231227" y="303742"/>
                  </a:lnTo>
                  <a:lnTo>
                    <a:pt x="236028" y="301514"/>
                  </a:lnTo>
                  <a:lnTo>
                    <a:pt x="240756" y="299135"/>
                  </a:lnTo>
                  <a:lnTo>
                    <a:pt x="245406" y="296608"/>
                  </a:lnTo>
                  <a:lnTo>
                    <a:pt x="249974" y="293935"/>
                  </a:lnTo>
                  <a:lnTo>
                    <a:pt x="254455" y="291118"/>
                  </a:lnTo>
                  <a:lnTo>
                    <a:pt x="258845" y="288162"/>
                  </a:lnTo>
                  <a:lnTo>
                    <a:pt x="263139" y="285067"/>
                  </a:lnTo>
                  <a:lnTo>
                    <a:pt x="267332" y="281838"/>
                  </a:lnTo>
                  <a:lnTo>
                    <a:pt x="271422" y="278479"/>
                  </a:lnTo>
                  <a:lnTo>
                    <a:pt x="275403" y="274991"/>
                  </a:lnTo>
                  <a:lnTo>
                    <a:pt x="279272" y="271379"/>
                  </a:lnTo>
                  <a:lnTo>
                    <a:pt x="283024" y="267646"/>
                  </a:lnTo>
                  <a:lnTo>
                    <a:pt x="286656" y="263797"/>
                  </a:lnTo>
                  <a:lnTo>
                    <a:pt x="290165" y="259834"/>
                  </a:lnTo>
                  <a:lnTo>
                    <a:pt x="293546" y="255763"/>
                  </a:lnTo>
                  <a:lnTo>
                    <a:pt x="296797" y="251586"/>
                  </a:lnTo>
                  <a:lnTo>
                    <a:pt x="299914" y="247309"/>
                  </a:lnTo>
                  <a:lnTo>
                    <a:pt x="302894" y="242935"/>
                  </a:lnTo>
                  <a:lnTo>
                    <a:pt x="305734" y="238468"/>
                  </a:lnTo>
                  <a:lnTo>
                    <a:pt x="308431" y="233915"/>
                  </a:lnTo>
                  <a:lnTo>
                    <a:pt x="310983" y="229278"/>
                  </a:lnTo>
                  <a:lnTo>
                    <a:pt x="313387" y="224562"/>
                  </a:lnTo>
                  <a:lnTo>
                    <a:pt x="315640" y="219773"/>
                  </a:lnTo>
                  <a:lnTo>
                    <a:pt x="317740" y="214915"/>
                  </a:lnTo>
                  <a:lnTo>
                    <a:pt x="319686" y="209993"/>
                  </a:lnTo>
                  <a:lnTo>
                    <a:pt x="321475" y="205012"/>
                  </a:lnTo>
                  <a:lnTo>
                    <a:pt x="323105" y="199976"/>
                  </a:lnTo>
                  <a:lnTo>
                    <a:pt x="324575" y="194892"/>
                  </a:lnTo>
                  <a:lnTo>
                    <a:pt x="325883" y="189764"/>
                  </a:lnTo>
                  <a:lnTo>
                    <a:pt x="327028" y="184596"/>
                  </a:lnTo>
                  <a:lnTo>
                    <a:pt x="328010" y="179395"/>
                  </a:lnTo>
                  <a:lnTo>
                    <a:pt x="328826" y="174166"/>
                  </a:lnTo>
                  <a:lnTo>
                    <a:pt x="329476" y="168913"/>
                  </a:lnTo>
                  <a:lnTo>
                    <a:pt x="329959" y="163643"/>
                  </a:lnTo>
                  <a:lnTo>
                    <a:pt x="330275" y="158360"/>
                  </a:lnTo>
                  <a:lnTo>
                    <a:pt x="330424" y="153069"/>
                  </a:lnTo>
                  <a:lnTo>
                    <a:pt x="330406" y="147776"/>
                  </a:lnTo>
                  <a:lnTo>
                    <a:pt x="330220" y="142487"/>
                  </a:lnTo>
                  <a:lnTo>
                    <a:pt x="329866" y="137206"/>
                  </a:lnTo>
                  <a:lnTo>
                    <a:pt x="329346" y="131939"/>
                  </a:lnTo>
                  <a:lnTo>
                    <a:pt x="328659" y="126691"/>
                  </a:lnTo>
                  <a:lnTo>
                    <a:pt x="327806" y="121468"/>
                  </a:lnTo>
                  <a:lnTo>
                    <a:pt x="326788" y="116274"/>
                  </a:lnTo>
                  <a:lnTo>
                    <a:pt x="325606" y="111115"/>
                  </a:lnTo>
                  <a:lnTo>
                    <a:pt x="324262" y="105996"/>
                  </a:lnTo>
                  <a:lnTo>
                    <a:pt x="322756" y="100922"/>
                  </a:lnTo>
                  <a:lnTo>
                    <a:pt x="321091" y="95898"/>
                  </a:lnTo>
                  <a:lnTo>
                    <a:pt x="319267" y="90930"/>
                  </a:lnTo>
                  <a:lnTo>
                    <a:pt x="317287" y="86021"/>
                  </a:lnTo>
                  <a:lnTo>
                    <a:pt x="315152" y="81178"/>
                  </a:lnTo>
                  <a:lnTo>
                    <a:pt x="312865" y="76405"/>
                  </a:lnTo>
                  <a:lnTo>
                    <a:pt x="310429" y="71707"/>
                  </a:lnTo>
                  <a:lnTo>
                    <a:pt x="307844" y="67088"/>
                  </a:lnTo>
                  <a:lnTo>
                    <a:pt x="305115" y="62553"/>
                  </a:lnTo>
                  <a:lnTo>
                    <a:pt x="302244" y="58107"/>
                  </a:lnTo>
                  <a:lnTo>
                    <a:pt x="299233" y="53754"/>
                  </a:lnTo>
                  <a:lnTo>
                    <a:pt x="296086" y="49499"/>
                  </a:lnTo>
                  <a:lnTo>
                    <a:pt x="292806" y="45345"/>
                  </a:lnTo>
                  <a:lnTo>
                    <a:pt x="289396" y="41297"/>
                  </a:lnTo>
                  <a:lnTo>
                    <a:pt x="285860" y="37359"/>
                  </a:lnTo>
                  <a:lnTo>
                    <a:pt x="282200" y="33536"/>
                  </a:lnTo>
                  <a:lnTo>
                    <a:pt x="278422" y="29829"/>
                  </a:lnTo>
                  <a:lnTo>
                    <a:pt x="274528" y="26245"/>
                  </a:lnTo>
                  <a:lnTo>
                    <a:pt x="270522" y="22785"/>
                  </a:lnTo>
                  <a:lnTo>
                    <a:pt x="266409" y="19454"/>
                  </a:lnTo>
                  <a:lnTo>
                    <a:pt x="262193" y="16255"/>
                  </a:lnTo>
                  <a:lnTo>
                    <a:pt x="257877" y="13191"/>
                  </a:lnTo>
                  <a:lnTo>
                    <a:pt x="253467" y="10265"/>
                  </a:lnTo>
                  <a:lnTo>
                    <a:pt x="248966" y="7480"/>
                  </a:lnTo>
                  <a:lnTo>
                    <a:pt x="244380" y="4839"/>
                  </a:lnTo>
                  <a:lnTo>
                    <a:pt x="239712" y="2345"/>
                  </a:lnTo>
                  <a:lnTo>
                    <a:pt x="234967" y="0"/>
                  </a:lnTo>
                  <a:lnTo>
                    <a:pt x="163270" y="1510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919011" y="2633064"/>
              <a:ext cx="71697" cy="167167"/>
            </a:xfrm>
            <a:custGeom>
              <a:avLst/>
              <a:pathLst>
                <a:path w="71697" h="167167">
                  <a:moveTo>
                    <a:pt x="71697" y="16156"/>
                  </a:moveTo>
                  <a:lnTo>
                    <a:pt x="66507" y="13799"/>
                  </a:lnTo>
                  <a:lnTo>
                    <a:pt x="61240" y="11621"/>
                  </a:lnTo>
                  <a:lnTo>
                    <a:pt x="55902" y="9624"/>
                  </a:lnTo>
                  <a:lnTo>
                    <a:pt x="50498" y="7809"/>
                  </a:lnTo>
                  <a:lnTo>
                    <a:pt x="45036" y="6180"/>
                  </a:lnTo>
                  <a:lnTo>
                    <a:pt x="39522" y="4739"/>
                  </a:lnTo>
                  <a:lnTo>
                    <a:pt x="33962" y="3486"/>
                  </a:lnTo>
                  <a:lnTo>
                    <a:pt x="28362" y="2423"/>
                  </a:lnTo>
                  <a:lnTo>
                    <a:pt x="22729" y="1552"/>
                  </a:lnTo>
                  <a:lnTo>
                    <a:pt x="17070" y="873"/>
                  </a:lnTo>
                  <a:lnTo>
                    <a:pt x="11391" y="388"/>
                  </a:lnTo>
                  <a:lnTo>
                    <a:pt x="5698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7839" y="2126963"/>
              <a:ext cx="70633" cy="167167"/>
            </a:xfrm>
            <a:custGeom>
              <a:avLst/>
              <a:pathLst>
                <a:path w="70633" h="167167">
                  <a:moveTo>
                    <a:pt x="70633" y="0"/>
                  </a:moveTo>
                  <a:lnTo>
                    <a:pt x="64557" y="110"/>
                  </a:lnTo>
                  <a:lnTo>
                    <a:pt x="58489" y="441"/>
                  </a:lnTo>
                  <a:lnTo>
                    <a:pt x="52438" y="993"/>
                  </a:lnTo>
                  <a:lnTo>
                    <a:pt x="46410" y="1764"/>
                  </a:lnTo>
                  <a:lnTo>
                    <a:pt x="40415" y="2753"/>
                  </a:lnTo>
                  <a:lnTo>
                    <a:pt x="34459" y="3960"/>
                  </a:lnTo>
                  <a:lnTo>
                    <a:pt x="28551" y="5383"/>
                  </a:lnTo>
                  <a:lnTo>
                    <a:pt x="22699" y="7019"/>
                  </a:lnTo>
                  <a:lnTo>
                    <a:pt x="16910" y="8867"/>
                  </a:lnTo>
                  <a:lnTo>
                    <a:pt x="11192" y="10924"/>
                  </a:lnTo>
                  <a:lnTo>
                    <a:pt x="5553" y="13188"/>
                  </a:lnTo>
                  <a:lnTo>
                    <a:pt x="0" y="15655"/>
                  </a:lnTo>
                  <a:lnTo>
                    <a:pt x="7063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7839" y="2142619"/>
              <a:ext cx="70633" cy="151512"/>
            </a:xfrm>
            <a:custGeom>
              <a:avLst/>
              <a:pathLst>
                <a:path w="70633" h="151512">
                  <a:moveTo>
                    <a:pt x="0" y="0"/>
                  </a:moveTo>
                  <a:lnTo>
                    <a:pt x="70633" y="1515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561310" y="2142619"/>
              <a:ext cx="167161" cy="278215"/>
            </a:xfrm>
            <a:custGeom>
              <a:avLst/>
              <a:pathLst>
                <a:path w="167161" h="278215">
                  <a:moveTo>
                    <a:pt x="96528" y="0"/>
                  </a:moveTo>
                  <a:lnTo>
                    <a:pt x="91690" y="2350"/>
                  </a:lnTo>
                  <a:lnTo>
                    <a:pt x="86931" y="4855"/>
                  </a:lnTo>
                  <a:lnTo>
                    <a:pt x="82255" y="7512"/>
                  </a:lnTo>
                  <a:lnTo>
                    <a:pt x="77667" y="10317"/>
                  </a:lnTo>
                  <a:lnTo>
                    <a:pt x="73172" y="13269"/>
                  </a:lnTo>
                  <a:lnTo>
                    <a:pt x="68773" y="16364"/>
                  </a:lnTo>
                  <a:lnTo>
                    <a:pt x="64477" y="19599"/>
                  </a:lnTo>
                  <a:lnTo>
                    <a:pt x="60287" y="22970"/>
                  </a:lnTo>
                  <a:lnTo>
                    <a:pt x="56207" y="26474"/>
                  </a:lnTo>
                  <a:lnTo>
                    <a:pt x="52243" y="30108"/>
                  </a:lnTo>
                  <a:lnTo>
                    <a:pt x="48397" y="33868"/>
                  </a:lnTo>
                  <a:lnTo>
                    <a:pt x="44674" y="37749"/>
                  </a:lnTo>
                  <a:lnTo>
                    <a:pt x="41078" y="41748"/>
                  </a:lnTo>
                  <a:lnTo>
                    <a:pt x="37612" y="45860"/>
                  </a:lnTo>
                  <a:lnTo>
                    <a:pt x="34281" y="50082"/>
                  </a:lnTo>
                  <a:lnTo>
                    <a:pt x="31087" y="54409"/>
                  </a:lnTo>
                  <a:lnTo>
                    <a:pt x="28034" y="58837"/>
                  </a:lnTo>
                  <a:lnTo>
                    <a:pt x="25125" y="63360"/>
                  </a:lnTo>
                  <a:lnTo>
                    <a:pt x="22363" y="67974"/>
                  </a:lnTo>
                  <a:lnTo>
                    <a:pt x="19751" y="72675"/>
                  </a:lnTo>
                  <a:lnTo>
                    <a:pt x="17291" y="77458"/>
                  </a:lnTo>
                  <a:lnTo>
                    <a:pt x="14986" y="82317"/>
                  </a:lnTo>
                  <a:lnTo>
                    <a:pt x="12839" y="87248"/>
                  </a:lnTo>
                  <a:lnTo>
                    <a:pt x="10852" y="92245"/>
                  </a:lnTo>
                  <a:lnTo>
                    <a:pt x="9026" y="97304"/>
                  </a:lnTo>
                  <a:lnTo>
                    <a:pt x="7365" y="102419"/>
                  </a:lnTo>
                  <a:lnTo>
                    <a:pt x="5868" y="107585"/>
                  </a:lnTo>
                  <a:lnTo>
                    <a:pt x="4539" y="112796"/>
                  </a:lnTo>
                  <a:lnTo>
                    <a:pt x="3377" y="118047"/>
                  </a:lnTo>
                  <a:lnTo>
                    <a:pt x="2386" y="123333"/>
                  </a:lnTo>
                  <a:lnTo>
                    <a:pt x="1564" y="128648"/>
                  </a:lnTo>
                  <a:lnTo>
                    <a:pt x="915" y="133986"/>
                  </a:lnTo>
                  <a:lnTo>
                    <a:pt x="437" y="139343"/>
                  </a:lnTo>
                  <a:lnTo>
                    <a:pt x="132" y="144712"/>
                  </a:lnTo>
                  <a:lnTo>
                    <a:pt x="0" y="150089"/>
                  </a:lnTo>
                  <a:lnTo>
                    <a:pt x="40" y="155467"/>
                  </a:lnTo>
                  <a:lnTo>
                    <a:pt x="254" y="160840"/>
                  </a:lnTo>
                  <a:lnTo>
                    <a:pt x="640" y="166205"/>
                  </a:lnTo>
                  <a:lnTo>
                    <a:pt x="1199" y="171553"/>
                  </a:lnTo>
                  <a:lnTo>
                    <a:pt x="1930" y="176882"/>
                  </a:lnTo>
                  <a:lnTo>
                    <a:pt x="2831" y="182184"/>
                  </a:lnTo>
                  <a:lnTo>
                    <a:pt x="3903" y="187454"/>
                  </a:lnTo>
                  <a:lnTo>
                    <a:pt x="5144" y="192687"/>
                  </a:lnTo>
                  <a:lnTo>
                    <a:pt x="6552" y="197877"/>
                  </a:lnTo>
                  <a:lnTo>
                    <a:pt x="8127" y="203019"/>
                  </a:lnTo>
                  <a:lnTo>
                    <a:pt x="9866" y="208108"/>
                  </a:lnTo>
                  <a:lnTo>
                    <a:pt x="11768" y="213139"/>
                  </a:lnTo>
                  <a:lnTo>
                    <a:pt x="13831" y="218106"/>
                  </a:lnTo>
                  <a:lnTo>
                    <a:pt x="16052" y="223003"/>
                  </a:lnTo>
                  <a:lnTo>
                    <a:pt x="18430" y="227827"/>
                  </a:lnTo>
                  <a:lnTo>
                    <a:pt x="20962" y="232572"/>
                  </a:lnTo>
                  <a:lnTo>
                    <a:pt x="23645" y="237233"/>
                  </a:lnTo>
                  <a:lnTo>
                    <a:pt x="26477" y="241805"/>
                  </a:lnTo>
                  <a:lnTo>
                    <a:pt x="29454" y="246284"/>
                  </a:lnTo>
                  <a:lnTo>
                    <a:pt x="32574" y="250664"/>
                  </a:lnTo>
                  <a:lnTo>
                    <a:pt x="35833" y="254942"/>
                  </a:lnTo>
                  <a:lnTo>
                    <a:pt x="39228" y="259113"/>
                  </a:lnTo>
                  <a:lnTo>
                    <a:pt x="42755" y="263173"/>
                  </a:lnTo>
                  <a:lnTo>
                    <a:pt x="46412" y="267117"/>
                  </a:lnTo>
                  <a:lnTo>
                    <a:pt x="50193" y="270941"/>
                  </a:lnTo>
                  <a:lnTo>
                    <a:pt x="54095" y="274642"/>
                  </a:lnTo>
                  <a:lnTo>
                    <a:pt x="58114" y="278215"/>
                  </a:lnTo>
                  <a:lnTo>
                    <a:pt x="167161" y="1515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19425" y="2126963"/>
              <a:ext cx="276204" cy="334326"/>
            </a:xfrm>
            <a:custGeom>
              <a:avLst/>
              <a:pathLst>
                <a:path w="276204" h="334326">
                  <a:moveTo>
                    <a:pt x="0" y="293871"/>
                  </a:moveTo>
                  <a:lnTo>
                    <a:pt x="4088" y="297277"/>
                  </a:lnTo>
                  <a:lnTo>
                    <a:pt x="8283" y="300552"/>
                  </a:lnTo>
                  <a:lnTo>
                    <a:pt x="12580" y="303692"/>
                  </a:lnTo>
                  <a:lnTo>
                    <a:pt x="16974" y="306694"/>
                  </a:lnTo>
                  <a:lnTo>
                    <a:pt x="21462" y="309554"/>
                  </a:lnTo>
                  <a:lnTo>
                    <a:pt x="26039" y="312270"/>
                  </a:lnTo>
                  <a:lnTo>
                    <a:pt x="30700" y="314838"/>
                  </a:lnTo>
                  <a:lnTo>
                    <a:pt x="35440" y="317257"/>
                  </a:lnTo>
                  <a:lnTo>
                    <a:pt x="40255" y="319524"/>
                  </a:lnTo>
                  <a:lnTo>
                    <a:pt x="45139" y="321637"/>
                  </a:lnTo>
                  <a:lnTo>
                    <a:pt x="50089" y="323593"/>
                  </a:lnTo>
                  <a:lnTo>
                    <a:pt x="55098" y="325390"/>
                  </a:lnTo>
                  <a:lnTo>
                    <a:pt x="60162" y="327027"/>
                  </a:lnTo>
                  <a:lnTo>
                    <a:pt x="65275" y="328502"/>
                  </a:lnTo>
                  <a:lnTo>
                    <a:pt x="70433" y="329814"/>
                  </a:lnTo>
                  <a:lnTo>
                    <a:pt x="75630" y="330960"/>
                  </a:lnTo>
                  <a:lnTo>
                    <a:pt x="80860" y="331941"/>
                  </a:lnTo>
                  <a:lnTo>
                    <a:pt x="86119" y="332755"/>
                  </a:lnTo>
                  <a:lnTo>
                    <a:pt x="91402" y="333401"/>
                  </a:lnTo>
                  <a:lnTo>
                    <a:pt x="96702" y="333878"/>
                  </a:lnTo>
                  <a:lnTo>
                    <a:pt x="102015" y="334186"/>
                  </a:lnTo>
                  <a:lnTo>
                    <a:pt x="107335" y="334326"/>
                  </a:lnTo>
                  <a:lnTo>
                    <a:pt x="112657" y="334295"/>
                  </a:lnTo>
                  <a:lnTo>
                    <a:pt x="117975" y="334096"/>
                  </a:lnTo>
                  <a:lnTo>
                    <a:pt x="123284" y="333727"/>
                  </a:lnTo>
                  <a:lnTo>
                    <a:pt x="128579" y="333189"/>
                  </a:lnTo>
                  <a:lnTo>
                    <a:pt x="133853" y="332483"/>
                  </a:lnTo>
                  <a:lnTo>
                    <a:pt x="139103" y="331610"/>
                  </a:lnTo>
                  <a:lnTo>
                    <a:pt x="144322" y="330570"/>
                  </a:lnTo>
                  <a:lnTo>
                    <a:pt x="149506" y="329364"/>
                  </a:lnTo>
                  <a:lnTo>
                    <a:pt x="154648" y="327994"/>
                  </a:lnTo>
                  <a:lnTo>
                    <a:pt x="159744" y="326461"/>
                  </a:lnTo>
                  <a:lnTo>
                    <a:pt x="164789" y="324767"/>
                  </a:lnTo>
                  <a:lnTo>
                    <a:pt x="169778" y="322912"/>
                  </a:lnTo>
                  <a:lnTo>
                    <a:pt x="174704" y="320900"/>
                  </a:lnTo>
                  <a:lnTo>
                    <a:pt x="179565" y="318732"/>
                  </a:lnTo>
                  <a:lnTo>
                    <a:pt x="184353" y="316411"/>
                  </a:lnTo>
                  <a:lnTo>
                    <a:pt x="189066" y="313938"/>
                  </a:lnTo>
                  <a:lnTo>
                    <a:pt x="193697" y="311317"/>
                  </a:lnTo>
                  <a:lnTo>
                    <a:pt x="198243" y="308549"/>
                  </a:lnTo>
                  <a:lnTo>
                    <a:pt x="202698" y="305638"/>
                  </a:lnTo>
                  <a:lnTo>
                    <a:pt x="207058" y="302587"/>
                  </a:lnTo>
                  <a:lnTo>
                    <a:pt x="211319" y="299398"/>
                  </a:lnTo>
                  <a:lnTo>
                    <a:pt x="215476" y="296076"/>
                  </a:lnTo>
                  <a:lnTo>
                    <a:pt x="219526" y="292623"/>
                  </a:lnTo>
                  <a:lnTo>
                    <a:pt x="223463" y="289042"/>
                  </a:lnTo>
                  <a:lnTo>
                    <a:pt x="227285" y="285339"/>
                  </a:lnTo>
                  <a:lnTo>
                    <a:pt x="230986" y="281515"/>
                  </a:lnTo>
                  <a:lnTo>
                    <a:pt x="234564" y="277576"/>
                  </a:lnTo>
                  <a:lnTo>
                    <a:pt x="238015" y="273524"/>
                  </a:lnTo>
                  <a:lnTo>
                    <a:pt x="241335" y="269365"/>
                  </a:lnTo>
                  <a:lnTo>
                    <a:pt x="244521" y="265102"/>
                  </a:lnTo>
                  <a:lnTo>
                    <a:pt x="247570" y="260740"/>
                  </a:lnTo>
                  <a:lnTo>
                    <a:pt x="250479" y="256284"/>
                  </a:lnTo>
                  <a:lnTo>
                    <a:pt x="253244" y="251736"/>
                  </a:lnTo>
                  <a:lnTo>
                    <a:pt x="255863" y="247104"/>
                  </a:lnTo>
                  <a:lnTo>
                    <a:pt x="258333" y="242390"/>
                  </a:lnTo>
                  <a:lnTo>
                    <a:pt x="260651" y="237600"/>
                  </a:lnTo>
                  <a:lnTo>
                    <a:pt x="262817" y="232738"/>
                  </a:lnTo>
                  <a:lnTo>
                    <a:pt x="264826" y="227810"/>
                  </a:lnTo>
                  <a:lnTo>
                    <a:pt x="266677" y="222821"/>
                  </a:lnTo>
                  <a:lnTo>
                    <a:pt x="268369" y="217775"/>
                  </a:lnTo>
                  <a:lnTo>
                    <a:pt x="269899" y="212678"/>
                  </a:lnTo>
                  <a:lnTo>
                    <a:pt x="271266" y="207535"/>
                  </a:lnTo>
                  <a:lnTo>
                    <a:pt x="272469" y="202351"/>
                  </a:lnTo>
                  <a:lnTo>
                    <a:pt x="273506" y="197131"/>
                  </a:lnTo>
                  <a:lnTo>
                    <a:pt x="274377" y="191881"/>
                  </a:lnTo>
                  <a:lnTo>
                    <a:pt x="275079" y="186605"/>
                  </a:lnTo>
                  <a:lnTo>
                    <a:pt x="275614" y="181311"/>
                  </a:lnTo>
                  <a:lnTo>
                    <a:pt x="275980" y="176001"/>
                  </a:lnTo>
                  <a:lnTo>
                    <a:pt x="276176" y="170683"/>
                  </a:lnTo>
                  <a:lnTo>
                    <a:pt x="276204" y="165361"/>
                  </a:lnTo>
                  <a:lnTo>
                    <a:pt x="276062" y="160041"/>
                  </a:lnTo>
                  <a:lnTo>
                    <a:pt x="275750" y="154729"/>
                  </a:lnTo>
                  <a:lnTo>
                    <a:pt x="275270" y="149429"/>
                  </a:lnTo>
                  <a:lnTo>
                    <a:pt x="274621" y="144147"/>
                  </a:lnTo>
                  <a:lnTo>
                    <a:pt x="273804" y="138888"/>
                  </a:lnTo>
                  <a:lnTo>
                    <a:pt x="272820" y="133658"/>
                  </a:lnTo>
                  <a:lnTo>
                    <a:pt x="271671" y="128461"/>
                  </a:lnTo>
                  <a:lnTo>
                    <a:pt x="270356" y="123305"/>
                  </a:lnTo>
                  <a:lnTo>
                    <a:pt x="268878" y="118192"/>
                  </a:lnTo>
                  <a:lnTo>
                    <a:pt x="267239" y="113129"/>
                  </a:lnTo>
                  <a:lnTo>
                    <a:pt x="265438" y="108121"/>
                  </a:lnTo>
                  <a:lnTo>
                    <a:pt x="263480" y="103173"/>
                  </a:lnTo>
                  <a:lnTo>
                    <a:pt x="261364" y="98289"/>
                  </a:lnTo>
                  <a:lnTo>
                    <a:pt x="259095" y="93476"/>
                  </a:lnTo>
                  <a:lnTo>
                    <a:pt x="256673" y="88737"/>
                  </a:lnTo>
                  <a:lnTo>
                    <a:pt x="254102" y="84078"/>
                  </a:lnTo>
                  <a:lnTo>
                    <a:pt x="251383" y="79502"/>
                  </a:lnTo>
                  <a:lnTo>
                    <a:pt x="248521" y="75016"/>
                  </a:lnTo>
                  <a:lnTo>
                    <a:pt x="245517" y="70623"/>
                  </a:lnTo>
                  <a:lnTo>
                    <a:pt x="242374" y="66328"/>
                  </a:lnTo>
                  <a:lnTo>
                    <a:pt x="239097" y="62135"/>
                  </a:lnTo>
                  <a:lnTo>
                    <a:pt x="235688" y="58049"/>
                  </a:lnTo>
                  <a:lnTo>
                    <a:pt x="232150" y="54073"/>
                  </a:lnTo>
                  <a:lnTo>
                    <a:pt x="228488" y="50211"/>
                  </a:lnTo>
                  <a:lnTo>
                    <a:pt x="224705" y="46469"/>
                  </a:lnTo>
                  <a:lnTo>
                    <a:pt x="220804" y="42848"/>
                  </a:lnTo>
                  <a:lnTo>
                    <a:pt x="216790" y="39354"/>
                  </a:lnTo>
                  <a:lnTo>
                    <a:pt x="212667" y="35989"/>
                  </a:lnTo>
                  <a:lnTo>
                    <a:pt x="208439" y="32757"/>
                  </a:lnTo>
                  <a:lnTo>
                    <a:pt x="204110" y="29661"/>
                  </a:lnTo>
                  <a:lnTo>
                    <a:pt x="199685" y="26705"/>
                  </a:lnTo>
                  <a:lnTo>
                    <a:pt x="195168" y="23891"/>
                  </a:lnTo>
                  <a:lnTo>
                    <a:pt x="190564" y="21222"/>
                  </a:lnTo>
                  <a:lnTo>
                    <a:pt x="185877" y="18702"/>
                  </a:lnTo>
                  <a:lnTo>
                    <a:pt x="181112" y="16331"/>
                  </a:lnTo>
                  <a:lnTo>
                    <a:pt x="176274" y="14114"/>
                  </a:lnTo>
                  <a:lnTo>
                    <a:pt x="171368" y="12051"/>
                  </a:lnTo>
                  <a:lnTo>
                    <a:pt x="166399" y="10146"/>
                  </a:lnTo>
                  <a:lnTo>
                    <a:pt x="161372" y="8400"/>
                  </a:lnTo>
                  <a:lnTo>
                    <a:pt x="156292" y="6815"/>
                  </a:lnTo>
                  <a:lnTo>
                    <a:pt x="151164" y="5392"/>
                  </a:lnTo>
                  <a:lnTo>
                    <a:pt x="145993" y="4134"/>
                  </a:lnTo>
                  <a:lnTo>
                    <a:pt x="140784" y="3040"/>
                  </a:lnTo>
                  <a:lnTo>
                    <a:pt x="135544" y="2113"/>
                  </a:lnTo>
                  <a:lnTo>
                    <a:pt x="130277" y="1353"/>
                  </a:lnTo>
                  <a:lnTo>
                    <a:pt x="124988" y="761"/>
                  </a:lnTo>
                  <a:lnTo>
                    <a:pt x="119683" y="338"/>
                  </a:lnTo>
                  <a:lnTo>
                    <a:pt x="114367" y="84"/>
                  </a:lnTo>
                  <a:lnTo>
                    <a:pt x="109046" y="0"/>
                  </a:lnTo>
                  <a:lnTo>
                    <a:pt x="10904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84768" y="1681503"/>
              <a:ext cx="38466" cy="167167"/>
            </a:xfrm>
            <a:custGeom>
              <a:avLst/>
              <a:pathLst>
                <a:path w="38466" h="167167">
                  <a:moveTo>
                    <a:pt x="38466" y="0"/>
                  </a:moveTo>
                  <a:lnTo>
                    <a:pt x="31999" y="125"/>
                  </a:lnTo>
                  <a:lnTo>
                    <a:pt x="25541" y="500"/>
                  </a:lnTo>
                  <a:lnTo>
                    <a:pt x="19102" y="1125"/>
                  </a:lnTo>
                  <a:lnTo>
                    <a:pt x="12693" y="1998"/>
                  </a:lnTo>
                  <a:lnTo>
                    <a:pt x="6322" y="3119"/>
                  </a:lnTo>
                  <a:lnTo>
                    <a:pt x="0" y="4485"/>
                  </a:lnTo>
                  <a:lnTo>
                    <a:pt x="3846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256070" y="1685989"/>
              <a:ext cx="334327" cy="329842"/>
            </a:xfrm>
            <a:custGeom>
              <a:avLst/>
              <a:pathLst>
                <a:path w="334327" h="329842">
                  <a:moveTo>
                    <a:pt x="128697" y="0"/>
                  </a:moveTo>
                  <a:lnTo>
                    <a:pt x="123556" y="1301"/>
                  </a:lnTo>
                  <a:lnTo>
                    <a:pt x="118460" y="2766"/>
                  </a:lnTo>
                  <a:lnTo>
                    <a:pt x="113412" y="4391"/>
                  </a:lnTo>
                  <a:lnTo>
                    <a:pt x="108419" y="6175"/>
                  </a:lnTo>
                  <a:lnTo>
                    <a:pt x="103484" y="8117"/>
                  </a:lnTo>
                  <a:lnTo>
                    <a:pt x="98614" y="10215"/>
                  </a:lnTo>
                  <a:lnTo>
                    <a:pt x="93813" y="12466"/>
                  </a:lnTo>
                  <a:lnTo>
                    <a:pt x="89085" y="14868"/>
                  </a:lnTo>
                  <a:lnTo>
                    <a:pt x="84436" y="17419"/>
                  </a:lnTo>
                  <a:lnTo>
                    <a:pt x="79870" y="20116"/>
                  </a:lnTo>
                  <a:lnTo>
                    <a:pt x="75392" y="22956"/>
                  </a:lnTo>
                  <a:lnTo>
                    <a:pt x="71007" y="25937"/>
                  </a:lnTo>
                  <a:lnTo>
                    <a:pt x="66718" y="29056"/>
                  </a:lnTo>
                  <a:lnTo>
                    <a:pt x="62530" y="32309"/>
                  </a:lnTo>
                  <a:lnTo>
                    <a:pt x="58448" y="35693"/>
                  </a:lnTo>
                  <a:lnTo>
                    <a:pt x="54475" y="39205"/>
                  </a:lnTo>
                  <a:lnTo>
                    <a:pt x="50615" y="42842"/>
                  </a:lnTo>
                  <a:lnTo>
                    <a:pt x="46873" y="46599"/>
                  </a:lnTo>
                  <a:lnTo>
                    <a:pt x="43252" y="50472"/>
                  </a:lnTo>
                  <a:lnTo>
                    <a:pt x="39755" y="54459"/>
                  </a:lnTo>
                  <a:lnTo>
                    <a:pt x="36387" y="58555"/>
                  </a:lnTo>
                  <a:lnTo>
                    <a:pt x="33150" y="62755"/>
                  </a:lnTo>
                  <a:lnTo>
                    <a:pt x="30048" y="67056"/>
                  </a:lnTo>
                  <a:lnTo>
                    <a:pt x="27084" y="71453"/>
                  </a:lnTo>
                  <a:lnTo>
                    <a:pt x="24261" y="75942"/>
                  </a:lnTo>
                  <a:lnTo>
                    <a:pt x="21581" y="80518"/>
                  </a:lnTo>
                  <a:lnTo>
                    <a:pt x="19049" y="85177"/>
                  </a:lnTo>
                  <a:lnTo>
                    <a:pt x="16665" y="89914"/>
                  </a:lnTo>
                  <a:lnTo>
                    <a:pt x="14433" y="94724"/>
                  </a:lnTo>
                  <a:lnTo>
                    <a:pt x="12354" y="99602"/>
                  </a:lnTo>
                  <a:lnTo>
                    <a:pt x="10431" y="104544"/>
                  </a:lnTo>
                  <a:lnTo>
                    <a:pt x="8666" y="109544"/>
                  </a:lnTo>
                  <a:lnTo>
                    <a:pt x="7061" y="114598"/>
                  </a:lnTo>
                  <a:lnTo>
                    <a:pt x="5616" y="119701"/>
                  </a:lnTo>
                  <a:lnTo>
                    <a:pt x="4334" y="124846"/>
                  </a:lnTo>
                  <a:lnTo>
                    <a:pt x="3216" y="130030"/>
                  </a:lnTo>
                  <a:lnTo>
                    <a:pt x="2263" y="135246"/>
                  </a:lnTo>
                  <a:lnTo>
                    <a:pt x="1476" y="140490"/>
                  </a:lnTo>
                  <a:lnTo>
                    <a:pt x="855" y="145757"/>
                  </a:lnTo>
                  <a:lnTo>
                    <a:pt x="402" y="151040"/>
                  </a:lnTo>
                  <a:lnTo>
                    <a:pt x="117" y="156335"/>
                  </a:lnTo>
                  <a:lnTo>
                    <a:pt x="0" y="161637"/>
                  </a:lnTo>
                  <a:lnTo>
                    <a:pt x="50" y="166939"/>
                  </a:lnTo>
                  <a:lnTo>
                    <a:pt x="270" y="172237"/>
                  </a:lnTo>
                  <a:lnTo>
                    <a:pt x="657" y="177526"/>
                  </a:lnTo>
                  <a:lnTo>
                    <a:pt x="1211" y="182800"/>
                  </a:lnTo>
                  <a:lnTo>
                    <a:pt x="1933" y="188053"/>
                  </a:lnTo>
                  <a:lnTo>
                    <a:pt x="2821" y="193281"/>
                  </a:lnTo>
                  <a:lnTo>
                    <a:pt x="3874" y="198478"/>
                  </a:lnTo>
                  <a:lnTo>
                    <a:pt x="5092" y="203640"/>
                  </a:lnTo>
                  <a:lnTo>
                    <a:pt x="6472" y="208759"/>
                  </a:lnTo>
                  <a:lnTo>
                    <a:pt x="8015" y="213833"/>
                  </a:lnTo>
                  <a:lnTo>
                    <a:pt x="9717" y="218855"/>
                  </a:lnTo>
                  <a:lnTo>
                    <a:pt x="11578" y="223821"/>
                  </a:lnTo>
                  <a:lnTo>
                    <a:pt x="13595" y="228725"/>
                  </a:lnTo>
                  <a:lnTo>
                    <a:pt x="15768" y="233562"/>
                  </a:lnTo>
                  <a:lnTo>
                    <a:pt x="18092" y="238328"/>
                  </a:lnTo>
                  <a:lnTo>
                    <a:pt x="20566" y="243019"/>
                  </a:lnTo>
                  <a:lnTo>
                    <a:pt x="23188" y="247628"/>
                  </a:lnTo>
                  <a:lnTo>
                    <a:pt x="25955" y="252152"/>
                  </a:lnTo>
                  <a:lnTo>
                    <a:pt x="28864" y="256585"/>
                  </a:lnTo>
                  <a:lnTo>
                    <a:pt x="31912" y="260925"/>
                  </a:lnTo>
                  <a:lnTo>
                    <a:pt x="35096" y="265165"/>
                  </a:lnTo>
                  <a:lnTo>
                    <a:pt x="38413" y="269303"/>
                  </a:lnTo>
                  <a:lnTo>
                    <a:pt x="41859" y="273333"/>
                  </a:lnTo>
                  <a:lnTo>
                    <a:pt x="45432" y="277251"/>
                  </a:lnTo>
                  <a:lnTo>
                    <a:pt x="49127" y="281055"/>
                  </a:lnTo>
                  <a:lnTo>
                    <a:pt x="52941" y="284739"/>
                  </a:lnTo>
                  <a:lnTo>
                    <a:pt x="56870" y="288300"/>
                  </a:lnTo>
                  <a:lnTo>
                    <a:pt x="60910" y="291735"/>
                  </a:lnTo>
                  <a:lnTo>
                    <a:pt x="65056" y="295041"/>
                  </a:lnTo>
                  <a:lnTo>
                    <a:pt x="69306" y="298213"/>
                  </a:lnTo>
                  <a:lnTo>
                    <a:pt x="73654" y="301248"/>
                  </a:lnTo>
                  <a:lnTo>
                    <a:pt x="78096" y="304144"/>
                  </a:lnTo>
                  <a:lnTo>
                    <a:pt x="82628" y="306898"/>
                  </a:lnTo>
                  <a:lnTo>
                    <a:pt x="87244" y="309507"/>
                  </a:lnTo>
                  <a:lnTo>
                    <a:pt x="91941" y="311968"/>
                  </a:lnTo>
                  <a:lnTo>
                    <a:pt x="96714" y="314279"/>
                  </a:lnTo>
                  <a:lnTo>
                    <a:pt x="101558" y="316437"/>
                  </a:lnTo>
                  <a:lnTo>
                    <a:pt x="106468" y="318440"/>
                  </a:lnTo>
                  <a:lnTo>
                    <a:pt x="111439" y="320287"/>
                  </a:lnTo>
                  <a:lnTo>
                    <a:pt x="116466" y="321975"/>
                  </a:lnTo>
                  <a:lnTo>
                    <a:pt x="121544" y="323503"/>
                  </a:lnTo>
                  <a:lnTo>
                    <a:pt x="126667" y="324869"/>
                  </a:lnTo>
                  <a:lnTo>
                    <a:pt x="131832" y="326072"/>
                  </a:lnTo>
                  <a:lnTo>
                    <a:pt x="137032" y="327110"/>
                  </a:lnTo>
                  <a:lnTo>
                    <a:pt x="142263" y="327983"/>
                  </a:lnTo>
                  <a:lnTo>
                    <a:pt x="147518" y="328690"/>
                  </a:lnTo>
                  <a:lnTo>
                    <a:pt x="152793" y="329230"/>
                  </a:lnTo>
                  <a:lnTo>
                    <a:pt x="158083" y="329602"/>
                  </a:lnTo>
                  <a:lnTo>
                    <a:pt x="163382" y="329806"/>
                  </a:lnTo>
                  <a:lnTo>
                    <a:pt x="168685" y="329842"/>
                  </a:lnTo>
                  <a:lnTo>
                    <a:pt x="173986" y="329709"/>
                  </a:lnTo>
                  <a:lnTo>
                    <a:pt x="179280" y="329409"/>
                  </a:lnTo>
                  <a:lnTo>
                    <a:pt x="184562" y="328941"/>
                  </a:lnTo>
                  <a:lnTo>
                    <a:pt x="189827" y="328305"/>
                  </a:lnTo>
                  <a:lnTo>
                    <a:pt x="195069" y="327503"/>
                  </a:lnTo>
                  <a:lnTo>
                    <a:pt x="200282" y="326535"/>
                  </a:lnTo>
                  <a:lnTo>
                    <a:pt x="205463" y="325402"/>
                  </a:lnTo>
                  <a:lnTo>
                    <a:pt x="210604" y="324105"/>
                  </a:lnTo>
                  <a:lnTo>
                    <a:pt x="215703" y="322646"/>
                  </a:lnTo>
                  <a:lnTo>
                    <a:pt x="220752" y="321026"/>
                  </a:lnTo>
                  <a:lnTo>
                    <a:pt x="225747" y="319247"/>
                  </a:lnTo>
                  <a:lnTo>
                    <a:pt x="230684" y="317310"/>
                  </a:lnTo>
                  <a:lnTo>
                    <a:pt x="235556" y="315218"/>
                  </a:lnTo>
                  <a:lnTo>
                    <a:pt x="240360" y="312972"/>
                  </a:lnTo>
                  <a:lnTo>
                    <a:pt x="245090" y="310574"/>
                  </a:lnTo>
                  <a:lnTo>
                    <a:pt x="249741" y="308028"/>
                  </a:lnTo>
                  <a:lnTo>
                    <a:pt x="254310" y="305336"/>
                  </a:lnTo>
                  <a:lnTo>
                    <a:pt x="258791" y="302500"/>
                  </a:lnTo>
                  <a:lnTo>
                    <a:pt x="263179" y="299524"/>
                  </a:lnTo>
                  <a:lnTo>
                    <a:pt x="267471" y="296410"/>
                  </a:lnTo>
                  <a:lnTo>
                    <a:pt x="271662" y="293161"/>
                  </a:lnTo>
                  <a:lnTo>
                    <a:pt x="275748" y="289781"/>
                  </a:lnTo>
                  <a:lnTo>
                    <a:pt x="279725" y="286273"/>
                  </a:lnTo>
                  <a:lnTo>
                    <a:pt x="283588" y="282640"/>
                  </a:lnTo>
                  <a:lnTo>
                    <a:pt x="287335" y="278887"/>
                  </a:lnTo>
                  <a:lnTo>
                    <a:pt x="290960" y="275017"/>
                  </a:lnTo>
                  <a:lnTo>
                    <a:pt x="294461" y="271034"/>
                  </a:lnTo>
                  <a:lnTo>
                    <a:pt x="297833" y="266942"/>
                  </a:lnTo>
                  <a:lnTo>
                    <a:pt x="301075" y="262745"/>
                  </a:lnTo>
                  <a:lnTo>
                    <a:pt x="304181" y="258448"/>
                  </a:lnTo>
                  <a:lnTo>
                    <a:pt x="307149" y="254053"/>
                  </a:lnTo>
                  <a:lnTo>
                    <a:pt x="309977" y="249568"/>
                  </a:lnTo>
                  <a:lnTo>
                    <a:pt x="312661" y="244994"/>
                  </a:lnTo>
                  <a:lnTo>
                    <a:pt x="315199" y="240338"/>
                  </a:lnTo>
                  <a:lnTo>
                    <a:pt x="317587" y="235604"/>
                  </a:lnTo>
                  <a:lnTo>
                    <a:pt x="319825" y="230796"/>
                  </a:lnTo>
                  <a:lnTo>
                    <a:pt x="321908" y="225919"/>
                  </a:lnTo>
                  <a:lnTo>
                    <a:pt x="323836" y="220980"/>
                  </a:lnTo>
                  <a:lnTo>
                    <a:pt x="325606" y="215981"/>
                  </a:lnTo>
                  <a:lnTo>
                    <a:pt x="327217" y="210929"/>
                  </a:lnTo>
                  <a:lnTo>
                    <a:pt x="328667" y="205828"/>
                  </a:lnTo>
                  <a:lnTo>
                    <a:pt x="329954" y="200684"/>
                  </a:lnTo>
                  <a:lnTo>
                    <a:pt x="331078" y="195501"/>
                  </a:lnTo>
                  <a:lnTo>
                    <a:pt x="332036" y="190286"/>
                  </a:lnTo>
                  <a:lnTo>
                    <a:pt x="332829" y="185043"/>
                  </a:lnTo>
                  <a:lnTo>
                    <a:pt x="333455" y="179777"/>
                  </a:lnTo>
                  <a:lnTo>
                    <a:pt x="333913" y="174494"/>
                  </a:lnTo>
                  <a:lnTo>
                    <a:pt x="334204" y="169199"/>
                  </a:lnTo>
                  <a:lnTo>
                    <a:pt x="334327" y="163898"/>
                  </a:lnTo>
                  <a:lnTo>
                    <a:pt x="334281" y="158595"/>
                  </a:lnTo>
                  <a:lnTo>
                    <a:pt x="334068" y="153297"/>
                  </a:lnTo>
                  <a:lnTo>
                    <a:pt x="333686" y="148008"/>
                  </a:lnTo>
                  <a:lnTo>
                    <a:pt x="333137" y="142733"/>
                  </a:lnTo>
                  <a:lnTo>
                    <a:pt x="332421" y="137479"/>
                  </a:lnTo>
                  <a:lnTo>
                    <a:pt x="331538" y="132250"/>
                  </a:lnTo>
                  <a:lnTo>
                    <a:pt x="330490" y="127052"/>
                  </a:lnTo>
                  <a:lnTo>
                    <a:pt x="329278" y="121890"/>
                  </a:lnTo>
                  <a:lnTo>
                    <a:pt x="327903" y="116768"/>
                  </a:lnTo>
                  <a:lnTo>
                    <a:pt x="326365" y="111693"/>
                  </a:lnTo>
                  <a:lnTo>
                    <a:pt x="324668" y="106669"/>
                  </a:lnTo>
                  <a:lnTo>
                    <a:pt x="322812" y="101702"/>
                  </a:lnTo>
                  <a:lnTo>
                    <a:pt x="320800" y="96796"/>
                  </a:lnTo>
                  <a:lnTo>
                    <a:pt x="318633" y="91956"/>
                  </a:lnTo>
                  <a:lnTo>
                    <a:pt x="316313" y="87187"/>
                  </a:lnTo>
                  <a:lnTo>
                    <a:pt x="313844" y="82495"/>
                  </a:lnTo>
                  <a:lnTo>
                    <a:pt x="311227" y="77883"/>
                  </a:lnTo>
                  <a:lnTo>
                    <a:pt x="308465" y="73356"/>
                  </a:lnTo>
                  <a:lnTo>
                    <a:pt x="305560" y="68919"/>
                  </a:lnTo>
                  <a:lnTo>
                    <a:pt x="302517" y="64577"/>
                  </a:lnTo>
                  <a:lnTo>
                    <a:pt x="299337" y="60333"/>
                  </a:lnTo>
                  <a:lnTo>
                    <a:pt x="296024" y="56192"/>
                  </a:lnTo>
                  <a:lnTo>
                    <a:pt x="292582" y="52159"/>
                  </a:lnTo>
                  <a:lnTo>
                    <a:pt x="289014" y="48236"/>
                  </a:lnTo>
                  <a:lnTo>
                    <a:pt x="285322" y="44429"/>
                  </a:lnTo>
                  <a:lnTo>
                    <a:pt x="281512" y="40741"/>
                  </a:lnTo>
                  <a:lnTo>
                    <a:pt x="277587" y="37175"/>
                  </a:lnTo>
                  <a:lnTo>
                    <a:pt x="273551" y="33736"/>
                  </a:lnTo>
                  <a:lnTo>
                    <a:pt x="269407" y="30427"/>
                  </a:lnTo>
                  <a:lnTo>
                    <a:pt x="265161" y="27250"/>
                  </a:lnTo>
                  <a:lnTo>
                    <a:pt x="260816" y="24210"/>
                  </a:lnTo>
                  <a:lnTo>
                    <a:pt x="256377" y="21310"/>
                  </a:lnTo>
                  <a:lnTo>
                    <a:pt x="251848" y="18551"/>
                  </a:lnTo>
                  <a:lnTo>
                    <a:pt x="167164" y="1626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423235" y="1681503"/>
              <a:ext cx="84684" cy="167167"/>
            </a:xfrm>
            <a:custGeom>
              <a:avLst/>
              <a:pathLst>
                <a:path w="84684" h="167167">
                  <a:moveTo>
                    <a:pt x="84684" y="23037"/>
                  </a:moveTo>
                  <a:lnTo>
                    <a:pt x="79528" y="20129"/>
                  </a:lnTo>
                  <a:lnTo>
                    <a:pt x="74272" y="17405"/>
                  </a:lnTo>
                  <a:lnTo>
                    <a:pt x="68923" y="14869"/>
                  </a:lnTo>
                  <a:lnTo>
                    <a:pt x="63487" y="12524"/>
                  </a:lnTo>
                  <a:lnTo>
                    <a:pt x="57972" y="10373"/>
                  </a:lnTo>
                  <a:lnTo>
                    <a:pt x="52384" y="8419"/>
                  </a:lnTo>
                  <a:lnTo>
                    <a:pt x="46730" y="6664"/>
                  </a:lnTo>
                  <a:lnTo>
                    <a:pt x="41018" y="5110"/>
                  </a:lnTo>
                  <a:lnTo>
                    <a:pt x="35254" y="3759"/>
                  </a:lnTo>
                  <a:lnTo>
                    <a:pt x="29446" y="2613"/>
                  </a:lnTo>
                  <a:lnTo>
                    <a:pt x="23601" y="1674"/>
                  </a:lnTo>
                  <a:lnTo>
                    <a:pt x="17727" y="942"/>
                  </a:lnTo>
                  <a:lnTo>
                    <a:pt x="11830" y="419"/>
                  </a:lnTo>
                  <a:lnTo>
                    <a:pt x="5918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853880" y="1322571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1" y="334"/>
                  </a:lnTo>
                  <a:lnTo>
                    <a:pt x="151321" y="751"/>
                  </a:lnTo>
                  <a:lnTo>
                    <a:pt x="146066" y="1335"/>
                  </a:lnTo>
                  <a:lnTo>
                    <a:pt x="140833" y="2085"/>
                  </a:lnTo>
                  <a:lnTo>
                    <a:pt x="135626" y="3000"/>
                  </a:lnTo>
                  <a:lnTo>
                    <a:pt x="130451" y="4079"/>
                  </a:lnTo>
                  <a:lnTo>
                    <a:pt x="125312" y="5322"/>
                  </a:lnTo>
                  <a:lnTo>
                    <a:pt x="120215" y="6726"/>
                  </a:lnTo>
                  <a:lnTo>
                    <a:pt x="115165" y="8290"/>
                  </a:lnTo>
                  <a:lnTo>
                    <a:pt x="110168" y="10014"/>
                  </a:lnTo>
                  <a:lnTo>
                    <a:pt x="105227" y="11895"/>
                  </a:lnTo>
                  <a:lnTo>
                    <a:pt x="100348" y="13931"/>
                  </a:lnTo>
                  <a:lnTo>
                    <a:pt x="95536" y="16120"/>
                  </a:lnTo>
                  <a:lnTo>
                    <a:pt x="90795" y="18460"/>
                  </a:lnTo>
                  <a:lnTo>
                    <a:pt x="86131" y="20949"/>
                  </a:lnTo>
                  <a:lnTo>
                    <a:pt x="81548" y="23584"/>
                  </a:lnTo>
                  <a:lnTo>
                    <a:pt x="77051" y="26363"/>
                  </a:lnTo>
                  <a:lnTo>
                    <a:pt x="72643" y="29283"/>
                  </a:lnTo>
                  <a:lnTo>
                    <a:pt x="68331" y="32341"/>
                  </a:lnTo>
                  <a:lnTo>
                    <a:pt x="64117" y="35533"/>
                  </a:lnTo>
                  <a:lnTo>
                    <a:pt x="60006" y="38857"/>
                  </a:lnTo>
                  <a:lnTo>
                    <a:pt x="56002" y="42310"/>
                  </a:lnTo>
                  <a:lnTo>
                    <a:pt x="52109" y="45887"/>
                  </a:lnTo>
                  <a:lnTo>
                    <a:pt x="48332" y="49586"/>
                  </a:lnTo>
                  <a:lnTo>
                    <a:pt x="44673" y="53402"/>
                  </a:lnTo>
                  <a:lnTo>
                    <a:pt x="41137" y="57332"/>
                  </a:lnTo>
                  <a:lnTo>
                    <a:pt x="37727" y="61372"/>
                  </a:lnTo>
                  <a:lnTo>
                    <a:pt x="34446" y="65517"/>
                  </a:lnTo>
                  <a:lnTo>
                    <a:pt x="31298" y="69765"/>
                  </a:lnTo>
                  <a:lnTo>
                    <a:pt x="28286" y="74109"/>
                  </a:lnTo>
                  <a:lnTo>
                    <a:pt x="25413" y="78547"/>
                  </a:lnTo>
                  <a:lnTo>
                    <a:pt x="22682" y="83074"/>
                  </a:lnTo>
                  <a:lnTo>
                    <a:pt x="20095" y="87684"/>
                  </a:lnTo>
                  <a:lnTo>
                    <a:pt x="17655" y="92374"/>
                  </a:lnTo>
                  <a:lnTo>
                    <a:pt x="15365" y="97139"/>
                  </a:lnTo>
                  <a:lnTo>
                    <a:pt x="13226" y="101974"/>
                  </a:lnTo>
                  <a:lnTo>
                    <a:pt x="11242" y="106874"/>
                  </a:lnTo>
                  <a:lnTo>
                    <a:pt x="9413" y="111834"/>
                  </a:lnTo>
                  <a:lnTo>
                    <a:pt x="7743" y="116850"/>
                  </a:lnTo>
                  <a:lnTo>
                    <a:pt x="6231" y="121916"/>
                  </a:lnTo>
                  <a:lnTo>
                    <a:pt x="4881" y="127028"/>
                  </a:lnTo>
                  <a:lnTo>
                    <a:pt x="3693" y="132179"/>
                  </a:lnTo>
                  <a:lnTo>
                    <a:pt x="2668" y="137365"/>
                  </a:lnTo>
                  <a:lnTo>
                    <a:pt x="1808" y="142582"/>
                  </a:lnTo>
                  <a:lnTo>
                    <a:pt x="1113" y="147823"/>
                  </a:lnTo>
                  <a:lnTo>
                    <a:pt x="585" y="153083"/>
                  </a:lnTo>
                  <a:lnTo>
                    <a:pt x="223" y="158357"/>
                  </a:lnTo>
                  <a:lnTo>
                    <a:pt x="27" y="163640"/>
                  </a:lnTo>
                  <a:lnTo>
                    <a:pt x="0" y="168927"/>
                  </a:lnTo>
                  <a:lnTo>
                    <a:pt x="139" y="174212"/>
                  </a:lnTo>
                  <a:lnTo>
                    <a:pt x="445" y="179489"/>
                  </a:lnTo>
                  <a:lnTo>
                    <a:pt x="918" y="184755"/>
                  </a:lnTo>
                  <a:lnTo>
                    <a:pt x="1557" y="190003"/>
                  </a:lnTo>
                  <a:lnTo>
                    <a:pt x="2362" y="195228"/>
                  </a:lnTo>
                  <a:lnTo>
                    <a:pt x="3332" y="200425"/>
                  </a:lnTo>
                  <a:lnTo>
                    <a:pt x="4466" y="205589"/>
                  </a:lnTo>
                  <a:lnTo>
                    <a:pt x="5762" y="210714"/>
                  </a:lnTo>
                  <a:lnTo>
                    <a:pt x="7220" y="215796"/>
                  </a:lnTo>
                  <a:lnTo>
                    <a:pt x="8837" y="220829"/>
                  </a:lnTo>
                  <a:lnTo>
                    <a:pt x="10613" y="225808"/>
                  </a:lnTo>
                  <a:lnTo>
                    <a:pt x="12546" y="230729"/>
                  </a:lnTo>
                  <a:lnTo>
                    <a:pt x="14633" y="235586"/>
                  </a:lnTo>
                  <a:lnTo>
                    <a:pt x="16873" y="240375"/>
                  </a:lnTo>
                  <a:lnTo>
                    <a:pt x="19263" y="245091"/>
                  </a:lnTo>
                  <a:lnTo>
                    <a:pt x="21801" y="249728"/>
                  </a:lnTo>
                  <a:lnTo>
                    <a:pt x="24484" y="254283"/>
                  </a:lnTo>
                  <a:lnTo>
                    <a:pt x="27310" y="258751"/>
                  </a:lnTo>
                  <a:lnTo>
                    <a:pt x="30276" y="263128"/>
                  </a:lnTo>
                  <a:lnTo>
                    <a:pt x="33379" y="267408"/>
                  </a:lnTo>
                  <a:lnTo>
                    <a:pt x="36616" y="271588"/>
                  </a:lnTo>
                  <a:lnTo>
                    <a:pt x="39983" y="275664"/>
                  </a:lnTo>
                  <a:lnTo>
                    <a:pt x="43477" y="279631"/>
                  </a:lnTo>
                  <a:lnTo>
                    <a:pt x="47096" y="283486"/>
                  </a:lnTo>
                  <a:lnTo>
                    <a:pt x="50834" y="287224"/>
                  </a:lnTo>
                  <a:lnTo>
                    <a:pt x="54688" y="290842"/>
                  </a:lnTo>
                  <a:lnTo>
                    <a:pt x="58655" y="294337"/>
                  </a:lnTo>
                  <a:lnTo>
                    <a:pt x="62731" y="297704"/>
                  </a:lnTo>
                  <a:lnTo>
                    <a:pt x="66911" y="300941"/>
                  </a:lnTo>
                  <a:lnTo>
                    <a:pt x="71191" y="304044"/>
                  </a:lnTo>
                  <a:lnTo>
                    <a:pt x="75567" y="307010"/>
                  </a:lnTo>
                  <a:lnTo>
                    <a:pt x="80035" y="309836"/>
                  </a:lnTo>
                  <a:lnTo>
                    <a:pt x="84590" y="312520"/>
                  </a:lnTo>
                  <a:lnTo>
                    <a:pt x="89227" y="315058"/>
                  </a:lnTo>
                  <a:lnTo>
                    <a:pt x="93943" y="317448"/>
                  </a:lnTo>
                  <a:lnTo>
                    <a:pt x="98732" y="319688"/>
                  </a:lnTo>
                  <a:lnTo>
                    <a:pt x="103589" y="321776"/>
                  </a:lnTo>
                  <a:lnTo>
                    <a:pt x="108509" y="323709"/>
                  </a:lnTo>
                  <a:lnTo>
                    <a:pt x="113489" y="325485"/>
                  </a:lnTo>
                  <a:lnTo>
                    <a:pt x="118522" y="327103"/>
                  </a:lnTo>
                  <a:lnTo>
                    <a:pt x="123604" y="328561"/>
                  </a:lnTo>
                  <a:lnTo>
                    <a:pt x="128729" y="329857"/>
                  </a:lnTo>
                  <a:lnTo>
                    <a:pt x="133892" y="330991"/>
                  </a:lnTo>
                  <a:lnTo>
                    <a:pt x="139089" y="331961"/>
                  </a:lnTo>
                  <a:lnTo>
                    <a:pt x="144314" y="332766"/>
                  </a:lnTo>
                  <a:lnTo>
                    <a:pt x="149562" y="333406"/>
                  </a:lnTo>
                  <a:lnTo>
                    <a:pt x="154828" y="333879"/>
                  </a:lnTo>
                  <a:lnTo>
                    <a:pt x="160106" y="334186"/>
                  </a:lnTo>
                  <a:lnTo>
                    <a:pt x="165390" y="334325"/>
                  </a:lnTo>
                  <a:lnTo>
                    <a:pt x="170677" y="334297"/>
                  </a:lnTo>
                  <a:lnTo>
                    <a:pt x="175960" y="334102"/>
                  </a:lnTo>
                  <a:lnTo>
                    <a:pt x="181234" y="333741"/>
                  </a:lnTo>
                  <a:lnTo>
                    <a:pt x="186495" y="333212"/>
                  </a:lnTo>
                  <a:lnTo>
                    <a:pt x="191736" y="332518"/>
                  </a:lnTo>
                  <a:lnTo>
                    <a:pt x="196952" y="331658"/>
                  </a:lnTo>
                  <a:lnTo>
                    <a:pt x="202138" y="330633"/>
                  </a:lnTo>
                  <a:lnTo>
                    <a:pt x="207290" y="329446"/>
                  </a:lnTo>
                  <a:lnTo>
                    <a:pt x="212401" y="328095"/>
                  </a:lnTo>
                  <a:lnTo>
                    <a:pt x="217467" y="326584"/>
                  </a:lnTo>
                  <a:lnTo>
                    <a:pt x="222483" y="324914"/>
                  </a:lnTo>
                  <a:lnTo>
                    <a:pt x="227444" y="323085"/>
                  </a:lnTo>
                  <a:lnTo>
                    <a:pt x="232344" y="321101"/>
                  </a:lnTo>
                  <a:lnTo>
                    <a:pt x="237179" y="318963"/>
                  </a:lnTo>
                  <a:lnTo>
                    <a:pt x="241944" y="316673"/>
                  </a:lnTo>
                  <a:lnTo>
                    <a:pt x="246634" y="314233"/>
                  </a:lnTo>
                  <a:lnTo>
                    <a:pt x="251245" y="311647"/>
                  </a:lnTo>
                  <a:lnTo>
                    <a:pt x="255771" y="308915"/>
                  </a:lnTo>
                  <a:lnTo>
                    <a:pt x="260209" y="306042"/>
                  </a:lnTo>
                  <a:lnTo>
                    <a:pt x="264554" y="303031"/>
                  </a:lnTo>
                  <a:lnTo>
                    <a:pt x="268801" y="299883"/>
                  </a:lnTo>
                  <a:lnTo>
                    <a:pt x="272947" y="296602"/>
                  </a:lnTo>
                  <a:lnTo>
                    <a:pt x="276987" y="293192"/>
                  </a:lnTo>
                  <a:lnTo>
                    <a:pt x="280917" y="289656"/>
                  </a:lnTo>
                  <a:lnTo>
                    <a:pt x="284734" y="285998"/>
                  </a:lnTo>
                  <a:lnTo>
                    <a:pt x="288433" y="282221"/>
                  </a:lnTo>
                  <a:lnTo>
                    <a:pt x="292010" y="278328"/>
                  </a:lnTo>
                  <a:lnTo>
                    <a:pt x="295463" y="274325"/>
                  </a:lnTo>
                  <a:lnTo>
                    <a:pt x="298787" y="270214"/>
                  </a:lnTo>
                  <a:lnTo>
                    <a:pt x="301980" y="266000"/>
                  </a:lnTo>
                  <a:lnTo>
                    <a:pt x="305037" y="261687"/>
                  </a:lnTo>
                  <a:lnTo>
                    <a:pt x="307957" y="257280"/>
                  </a:lnTo>
                  <a:lnTo>
                    <a:pt x="310736" y="252783"/>
                  </a:lnTo>
                  <a:lnTo>
                    <a:pt x="313372" y="248200"/>
                  </a:lnTo>
                  <a:lnTo>
                    <a:pt x="315861" y="243536"/>
                  </a:lnTo>
                  <a:lnTo>
                    <a:pt x="318202" y="238796"/>
                  </a:lnTo>
                  <a:lnTo>
                    <a:pt x="320391" y="233984"/>
                  </a:lnTo>
                  <a:lnTo>
                    <a:pt x="322427" y="229105"/>
                  </a:lnTo>
                  <a:lnTo>
                    <a:pt x="324308" y="224164"/>
                  </a:lnTo>
                  <a:lnTo>
                    <a:pt x="326032" y="219166"/>
                  </a:lnTo>
                  <a:lnTo>
                    <a:pt x="327597" y="214116"/>
                  </a:lnTo>
                  <a:lnTo>
                    <a:pt x="329001" y="209020"/>
                  </a:lnTo>
                  <a:lnTo>
                    <a:pt x="330244" y="203881"/>
                  </a:lnTo>
                  <a:lnTo>
                    <a:pt x="331323" y="198706"/>
                  </a:lnTo>
                  <a:lnTo>
                    <a:pt x="332238" y="193499"/>
                  </a:lnTo>
                  <a:lnTo>
                    <a:pt x="332988" y="188266"/>
                  </a:lnTo>
                  <a:lnTo>
                    <a:pt x="333573" y="183011"/>
                  </a:lnTo>
                  <a:lnTo>
                    <a:pt x="333990" y="177741"/>
                  </a:lnTo>
                  <a:lnTo>
                    <a:pt x="334241" y="172460"/>
                  </a:lnTo>
                  <a:lnTo>
                    <a:pt x="334325" y="167174"/>
                  </a:lnTo>
                  <a:lnTo>
                    <a:pt x="334242" y="161888"/>
                  </a:lnTo>
                  <a:lnTo>
                    <a:pt x="333991" y="156608"/>
                  </a:lnTo>
                  <a:lnTo>
                    <a:pt x="333574" y="151337"/>
                  </a:lnTo>
                  <a:lnTo>
                    <a:pt x="332990" y="146083"/>
                  </a:lnTo>
                  <a:lnTo>
                    <a:pt x="332241" y="140850"/>
                  </a:lnTo>
                  <a:lnTo>
                    <a:pt x="331326" y="135643"/>
                  </a:lnTo>
                  <a:lnTo>
                    <a:pt x="330247" y="130467"/>
                  </a:lnTo>
                  <a:lnTo>
                    <a:pt x="329005" y="125329"/>
                  </a:lnTo>
                  <a:lnTo>
                    <a:pt x="327601" y="120232"/>
                  </a:lnTo>
                  <a:lnTo>
                    <a:pt x="326037" y="115182"/>
                  </a:lnTo>
                  <a:lnTo>
                    <a:pt x="324313" y="110184"/>
                  </a:lnTo>
                  <a:lnTo>
                    <a:pt x="322433" y="105243"/>
                  </a:lnTo>
                  <a:lnTo>
                    <a:pt x="320397" y="100364"/>
                  </a:lnTo>
                  <a:lnTo>
                    <a:pt x="318208" y="95552"/>
                  </a:lnTo>
                  <a:lnTo>
                    <a:pt x="315868" y="90811"/>
                  </a:lnTo>
                  <a:lnTo>
                    <a:pt x="313379" y="86147"/>
                  </a:lnTo>
                  <a:lnTo>
                    <a:pt x="310744" y="81564"/>
                  </a:lnTo>
                  <a:lnTo>
                    <a:pt x="307965" y="77066"/>
                  </a:lnTo>
                  <a:lnTo>
                    <a:pt x="305046" y="72659"/>
                  </a:lnTo>
                  <a:lnTo>
                    <a:pt x="301988" y="68346"/>
                  </a:lnTo>
                  <a:lnTo>
                    <a:pt x="298796" y="64132"/>
                  </a:lnTo>
                  <a:lnTo>
                    <a:pt x="295472" y="60021"/>
                  </a:lnTo>
                  <a:lnTo>
                    <a:pt x="292020" y="56017"/>
                  </a:lnTo>
                  <a:lnTo>
                    <a:pt x="288443" y="52124"/>
                  </a:lnTo>
                  <a:lnTo>
                    <a:pt x="284744" y="48346"/>
                  </a:lnTo>
                  <a:lnTo>
                    <a:pt x="280928" y="44688"/>
                  </a:lnTo>
                  <a:lnTo>
                    <a:pt x="276999" y="41151"/>
                  </a:lnTo>
                  <a:lnTo>
                    <a:pt x="272959" y="37741"/>
                  </a:lnTo>
                  <a:lnTo>
                    <a:pt x="268813" y="34460"/>
                  </a:lnTo>
                  <a:lnTo>
                    <a:pt x="264566" y="31312"/>
                  </a:lnTo>
                  <a:lnTo>
                    <a:pt x="260222" y="28300"/>
                  </a:lnTo>
                  <a:lnTo>
                    <a:pt x="255784" y="25426"/>
                  </a:lnTo>
                  <a:lnTo>
                    <a:pt x="251257" y="22695"/>
                  </a:lnTo>
                  <a:lnTo>
                    <a:pt x="246647" y="20108"/>
                  </a:lnTo>
                  <a:lnTo>
                    <a:pt x="241957" y="17668"/>
                  </a:lnTo>
                  <a:lnTo>
                    <a:pt x="237192" y="15377"/>
                  </a:lnTo>
                  <a:lnTo>
                    <a:pt x="232358" y="13239"/>
                  </a:lnTo>
                  <a:lnTo>
                    <a:pt x="227458" y="11254"/>
                  </a:lnTo>
                  <a:lnTo>
                    <a:pt x="222497" y="9425"/>
                  </a:lnTo>
                  <a:lnTo>
                    <a:pt x="217482" y="7754"/>
                  </a:lnTo>
                  <a:lnTo>
                    <a:pt x="212416" y="6243"/>
                  </a:lnTo>
                  <a:lnTo>
                    <a:pt x="207304" y="4892"/>
                  </a:lnTo>
                  <a:lnTo>
                    <a:pt x="202153" y="3704"/>
                  </a:lnTo>
                  <a:lnTo>
                    <a:pt x="196967" y="2679"/>
                  </a:lnTo>
                  <a:lnTo>
                    <a:pt x="191750" y="1818"/>
                  </a:lnTo>
                  <a:lnTo>
                    <a:pt x="186510" y="1123"/>
                  </a:lnTo>
                  <a:lnTo>
                    <a:pt x="181249" y="594"/>
                  </a:lnTo>
                  <a:lnTo>
                    <a:pt x="175975" y="23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804"/>
              <a:ext cx="8817" cy="166934"/>
            </a:xfrm>
            <a:custGeom>
              <a:avLst/>
              <a:pathLst>
                <a:path w="8817" h="166934">
                  <a:moveTo>
                    <a:pt x="8817" y="0"/>
                  </a:moveTo>
                  <a:lnTo>
                    <a:pt x="0" y="1669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71"/>
              <a:ext cx="8817" cy="167167"/>
            </a:xfrm>
            <a:custGeom>
              <a:avLst/>
              <a:pathLst>
                <a:path w="8817" h="167167">
                  <a:moveTo>
                    <a:pt x="8817" y="23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378099" y="1071028"/>
              <a:ext cx="334326" cy="334324"/>
            </a:xfrm>
            <a:custGeom>
              <a:avLst/>
              <a:pathLst>
                <a:path w="334326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4" y="334"/>
                  </a:lnTo>
                  <a:lnTo>
                    <a:pt x="151324" y="751"/>
                  </a:lnTo>
                  <a:lnTo>
                    <a:pt x="146071" y="1335"/>
                  </a:lnTo>
                  <a:lnTo>
                    <a:pt x="140839" y="2084"/>
                  </a:lnTo>
                  <a:lnTo>
                    <a:pt x="135633" y="2999"/>
                  </a:lnTo>
                  <a:lnTo>
                    <a:pt x="130459" y="4078"/>
                  </a:lnTo>
                  <a:lnTo>
                    <a:pt x="125321" y="5319"/>
                  </a:lnTo>
                  <a:lnTo>
                    <a:pt x="120225" y="6723"/>
                  </a:lnTo>
                  <a:lnTo>
                    <a:pt x="115176" y="8287"/>
                  </a:lnTo>
                  <a:lnTo>
                    <a:pt x="110179" y="10010"/>
                  </a:lnTo>
                  <a:lnTo>
                    <a:pt x="105239" y="11890"/>
                  </a:lnTo>
                  <a:lnTo>
                    <a:pt x="100361" y="13925"/>
                  </a:lnTo>
                  <a:lnTo>
                    <a:pt x="95550" y="16113"/>
                  </a:lnTo>
                  <a:lnTo>
                    <a:pt x="90810" y="18453"/>
                  </a:lnTo>
                  <a:lnTo>
                    <a:pt x="86147" y="20941"/>
                  </a:lnTo>
                  <a:lnTo>
                    <a:pt x="81564" y="23575"/>
                  </a:lnTo>
                  <a:lnTo>
                    <a:pt x="77067" y="26353"/>
                  </a:lnTo>
                  <a:lnTo>
                    <a:pt x="72661" y="29271"/>
                  </a:lnTo>
                  <a:lnTo>
                    <a:pt x="68348" y="32328"/>
                  </a:lnTo>
                  <a:lnTo>
                    <a:pt x="64135" y="35519"/>
                  </a:lnTo>
                  <a:lnTo>
                    <a:pt x="60024" y="38842"/>
                  </a:lnTo>
                  <a:lnTo>
                    <a:pt x="56021" y="42293"/>
                  </a:lnTo>
                  <a:lnTo>
                    <a:pt x="52129" y="45869"/>
                  </a:lnTo>
                  <a:lnTo>
                    <a:pt x="48351" y="49566"/>
                  </a:lnTo>
                  <a:lnTo>
                    <a:pt x="44693" y="53381"/>
                  </a:lnTo>
                  <a:lnTo>
                    <a:pt x="41157" y="57310"/>
                  </a:lnTo>
                  <a:lnTo>
                    <a:pt x="37747" y="61348"/>
                  </a:lnTo>
                  <a:lnTo>
                    <a:pt x="34466" y="65493"/>
                  </a:lnTo>
                  <a:lnTo>
                    <a:pt x="31318" y="69738"/>
                  </a:lnTo>
                  <a:lnTo>
                    <a:pt x="28305" y="74082"/>
                  </a:lnTo>
                  <a:lnTo>
                    <a:pt x="25432" y="78518"/>
                  </a:lnTo>
                  <a:lnTo>
                    <a:pt x="22700" y="83043"/>
                  </a:lnTo>
                  <a:lnTo>
                    <a:pt x="20113" y="87652"/>
                  </a:lnTo>
                  <a:lnTo>
                    <a:pt x="17673" y="92341"/>
                  </a:lnTo>
                  <a:lnTo>
                    <a:pt x="15382" y="97104"/>
                  </a:lnTo>
                  <a:lnTo>
                    <a:pt x="13242" y="101937"/>
                  </a:lnTo>
                  <a:lnTo>
                    <a:pt x="11257" y="106836"/>
                  </a:lnTo>
                  <a:lnTo>
                    <a:pt x="9428" y="111795"/>
                  </a:lnTo>
                  <a:lnTo>
                    <a:pt x="7756" y="116809"/>
                  </a:lnTo>
                  <a:lnTo>
                    <a:pt x="6244" y="121874"/>
                  </a:lnTo>
                  <a:lnTo>
                    <a:pt x="4892" y="126984"/>
                  </a:lnTo>
                  <a:lnTo>
                    <a:pt x="3703" y="132134"/>
                  </a:lnTo>
                  <a:lnTo>
                    <a:pt x="2677" y="137319"/>
                  </a:lnTo>
                  <a:lnTo>
                    <a:pt x="1816" y="142534"/>
                  </a:lnTo>
                  <a:lnTo>
                    <a:pt x="1120" y="147774"/>
                  </a:lnTo>
                  <a:lnTo>
                    <a:pt x="589" y="153032"/>
                  </a:lnTo>
                  <a:lnTo>
                    <a:pt x="226" y="158306"/>
                  </a:lnTo>
                  <a:lnTo>
                    <a:pt x="29" y="163588"/>
                  </a:lnTo>
                  <a:lnTo>
                    <a:pt x="0" y="168873"/>
                  </a:lnTo>
                  <a:lnTo>
                    <a:pt x="137" y="174157"/>
                  </a:lnTo>
                  <a:lnTo>
                    <a:pt x="441" y="179434"/>
                  </a:lnTo>
                  <a:lnTo>
                    <a:pt x="913" y="184698"/>
                  </a:lnTo>
                  <a:lnTo>
                    <a:pt x="1550" y="189945"/>
                  </a:lnTo>
                  <a:lnTo>
                    <a:pt x="2353" y="195170"/>
                  </a:lnTo>
                  <a:lnTo>
                    <a:pt x="3321" y="200366"/>
                  </a:lnTo>
                  <a:lnTo>
                    <a:pt x="4452" y="205529"/>
                  </a:lnTo>
                  <a:lnTo>
                    <a:pt x="5746" y="210654"/>
                  </a:lnTo>
                  <a:lnTo>
                    <a:pt x="7202" y="215735"/>
                  </a:lnTo>
                  <a:lnTo>
                    <a:pt x="8817" y="220768"/>
                  </a:lnTo>
                  <a:lnTo>
                    <a:pt x="10591" y="225747"/>
                  </a:lnTo>
                  <a:lnTo>
                    <a:pt x="12521" y="230668"/>
                  </a:lnTo>
                  <a:lnTo>
                    <a:pt x="14606" y="235525"/>
                  </a:lnTo>
                  <a:lnTo>
                    <a:pt x="16843" y="240313"/>
                  </a:lnTo>
                  <a:lnTo>
                    <a:pt x="19231" y="245029"/>
                  </a:lnTo>
                  <a:lnTo>
                    <a:pt x="21767" y="249667"/>
                  </a:lnTo>
                  <a:lnTo>
                    <a:pt x="24447" y="254222"/>
                  </a:lnTo>
                  <a:lnTo>
                    <a:pt x="27271" y="258690"/>
                  </a:lnTo>
                  <a:lnTo>
                    <a:pt x="30234" y="263067"/>
                  </a:lnTo>
                  <a:lnTo>
                    <a:pt x="33335" y="267348"/>
                  </a:lnTo>
                  <a:lnTo>
                    <a:pt x="36569" y="271529"/>
                  </a:lnTo>
                  <a:lnTo>
                    <a:pt x="39933" y="275605"/>
                  </a:lnTo>
                  <a:lnTo>
                    <a:pt x="43425" y="279573"/>
                  </a:lnTo>
                  <a:lnTo>
                    <a:pt x="47041" y="283429"/>
                  </a:lnTo>
                  <a:lnTo>
                    <a:pt x="50776" y="287168"/>
                  </a:lnTo>
                  <a:lnTo>
                    <a:pt x="54628" y="290787"/>
                  </a:lnTo>
                  <a:lnTo>
                    <a:pt x="58593" y="294283"/>
                  </a:lnTo>
                  <a:lnTo>
                    <a:pt x="62666" y="297652"/>
                  </a:lnTo>
                  <a:lnTo>
                    <a:pt x="66843" y="300890"/>
                  </a:lnTo>
                  <a:lnTo>
                    <a:pt x="71121" y="303995"/>
                  </a:lnTo>
                  <a:lnTo>
                    <a:pt x="75495" y="306963"/>
                  </a:lnTo>
                  <a:lnTo>
                    <a:pt x="79960" y="309791"/>
                  </a:lnTo>
                  <a:lnTo>
                    <a:pt x="84513" y="312476"/>
                  </a:lnTo>
                  <a:lnTo>
                    <a:pt x="89148" y="315016"/>
                  </a:lnTo>
                  <a:lnTo>
                    <a:pt x="93861" y="317409"/>
                  </a:lnTo>
                  <a:lnTo>
                    <a:pt x="98648" y="319651"/>
                  </a:lnTo>
                  <a:lnTo>
                    <a:pt x="103503" y="321740"/>
                  </a:lnTo>
                  <a:lnTo>
                    <a:pt x="108422" y="323676"/>
                  </a:lnTo>
                  <a:lnTo>
                    <a:pt x="113399" y="325454"/>
                  </a:lnTo>
                  <a:lnTo>
                    <a:pt x="118430" y="327075"/>
                  </a:lnTo>
                  <a:lnTo>
                    <a:pt x="123510" y="328535"/>
                  </a:lnTo>
                  <a:lnTo>
                    <a:pt x="128633" y="329835"/>
                  </a:lnTo>
                  <a:lnTo>
                    <a:pt x="133795" y="330971"/>
                  </a:lnTo>
                  <a:lnTo>
                    <a:pt x="138991" y="331944"/>
                  </a:lnTo>
                  <a:lnTo>
                    <a:pt x="144214" y="332752"/>
                  </a:lnTo>
                  <a:lnTo>
                    <a:pt x="149460" y="333395"/>
                  </a:lnTo>
                  <a:lnTo>
                    <a:pt x="154725" y="333871"/>
                  </a:lnTo>
                  <a:lnTo>
                    <a:pt x="160001" y="334181"/>
                  </a:lnTo>
                  <a:lnTo>
                    <a:pt x="165285" y="334324"/>
                  </a:lnTo>
                  <a:lnTo>
                    <a:pt x="170570" y="334300"/>
                  </a:lnTo>
                  <a:lnTo>
                    <a:pt x="175853" y="334108"/>
                  </a:lnTo>
                  <a:lnTo>
                    <a:pt x="181126" y="333750"/>
                  </a:lnTo>
                  <a:lnTo>
                    <a:pt x="186385" y="333225"/>
                  </a:lnTo>
                  <a:lnTo>
                    <a:pt x="191626" y="332534"/>
                  </a:lnTo>
                  <a:lnTo>
                    <a:pt x="196842" y="331678"/>
                  </a:lnTo>
                  <a:lnTo>
                    <a:pt x="202028" y="330657"/>
                  </a:lnTo>
                  <a:lnTo>
                    <a:pt x="207179" y="329473"/>
                  </a:lnTo>
                  <a:lnTo>
                    <a:pt x="212290" y="328127"/>
                  </a:lnTo>
                  <a:lnTo>
                    <a:pt x="217356" y="326619"/>
                  </a:lnTo>
                  <a:lnTo>
                    <a:pt x="222372" y="324953"/>
                  </a:lnTo>
                  <a:lnTo>
                    <a:pt x="227333" y="323128"/>
                  </a:lnTo>
                  <a:lnTo>
                    <a:pt x="232234" y="321148"/>
                  </a:lnTo>
                  <a:lnTo>
                    <a:pt x="237069" y="319014"/>
                  </a:lnTo>
                  <a:lnTo>
                    <a:pt x="241835" y="316727"/>
                  </a:lnTo>
                  <a:lnTo>
                    <a:pt x="246526" y="314292"/>
                  </a:lnTo>
                  <a:lnTo>
                    <a:pt x="251138" y="311709"/>
                  </a:lnTo>
                  <a:lnTo>
                    <a:pt x="255665" y="308982"/>
                  </a:lnTo>
                  <a:lnTo>
                    <a:pt x="260104" y="306113"/>
                  </a:lnTo>
                  <a:lnTo>
                    <a:pt x="264451" y="303105"/>
                  </a:lnTo>
                  <a:lnTo>
                    <a:pt x="268700" y="299961"/>
                  </a:lnTo>
                  <a:lnTo>
                    <a:pt x="272847" y="296684"/>
                  </a:lnTo>
                  <a:lnTo>
                    <a:pt x="276889" y="293278"/>
                  </a:lnTo>
                  <a:lnTo>
                    <a:pt x="280821" y="289746"/>
                  </a:lnTo>
                  <a:lnTo>
                    <a:pt x="284640" y="286091"/>
                  </a:lnTo>
                  <a:lnTo>
                    <a:pt x="288341" y="282318"/>
                  </a:lnTo>
                  <a:lnTo>
                    <a:pt x="291921" y="278429"/>
                  </a:lnTo>
                  <a:lnTo>
                    <a:pt x="295376" y="274429"/>
                  </a:lnTo>
                  <a:lnTo>
                    <a:pt x="298703" y="270322"/>
                  </a:lnTo>
                  <a:lnTo>
                    <a:pt x="301898" y="266112"/>
                  </a:lnTo>
                  <a:lnTo>
                    <a:pt x="304959" y="261802"/>
                  </a:lnTo>
                  <a:lnTo>
                    <a:pt x="307882" y="257399"/>
                  </a:lnTo>
                  <a:lnTo>
                    <a:pt x="310664" y="252905"/>
                  </a:lnTo>
                  <a:lnTo>
                    <a:pt x="313303" y="248325"/>
                  </a:lnTo>
                  <a:lnTo>
                    <a:pt x="315796" y="243664"/>
                  </a:lnTo>
                  <a:lnTo>
                    <a:pt x="318140" y="238926"/>
                  </a:lnTo>
                  <a:lnTo>
                    <a:pt x="320333" y="234117"/>
                  </a:lnTo>
                  <a:lnTo>
                    <a:pt x="322373" y="229241"/>
                  </a:lnTo>
                  <a:lnTo>
                    <a:pt x="324258" y="224303"/>
                  </a:lnTo>
                  <a:lnTo>
                    <a:pt x="325986" y="219308"/>
                  </a:lnTo>
                  <a:lnTo>
                    <a:pt x="327555" y="214261"/>
                  </a:lnTo>
                  <a:lnTo>
                    <a:pt x="328964" y="209166"/>
                  </a:lnTo>
                  <a:lnTo>
                    <a:pt x="330211" y="204030"/>
                  </a:lnTo>
                  <a:lnTo>
                    <a:pt x="331295" y="198856"/>
                  </a:lnTo>
                  <a:lnTo>
                    <a:pt x="332214" y="193651"/>
                  </a:lnTo>
                  <a:lnTo>
                    <a:pt x="332969" y="188420"/>
                  </a:lnTo>
                  <a:lnTo>
                    <a:pt x="333558" y="183167"/>
                  </a:lnTo>
                  <a:lnTo>
                    <a:pt x="333981" y="177899"/>
                  </a:lnTo>
                  <a:lnTo>
                    <a:pt x="334237" y="172619"/>
                  </a:lnTo>
                  <a:lnTo>
                    <a:pt x="334326" y="167334"/>
                  </a:lnTo>
                  <a:lnTo>
                    <a:pt x="334247" y="162049"/>
                  </a:lnTo>
                  <a:lnTo>
                    <a:pt x="334002" y="156769"/>
                  </a:lnTo>
                  <a:lnTo>
                    <a:pt x="333590" y="151500"/>
                  </a:lnTo>
                  <a:lnTo>
                    <a:pt x="333011" y="146246"/>
                  </a:lnTo>
                  <a:lnTo>
                    <a:pt x="332267" y="141013"/>
                  </a:lnTo>
                  <a:lnTo>
                    <a:pt x="331358" y="135806"/>
                  </a:lnTo>
                  <a:lnTo>
                    <a:pt x="330284" y="130631"/>
                  </a:lnTo>
                  <a:lnTo>
                    <a:pt x="329047" y="125492"/>
                  </a:lnTo>
                  <a:lnTo>
                    <a:pt x="327649" y="120394"/>
                  </a:lnTo>
                  <a:lnTo>
                    <a:pt x="326090" y="115344"/>
                  </a:lnTo>
                  <a:lnTo>
                    <a:pt x="324372" y="110345"/>
                  </a:lnTo>
                  <a:lnTo>
                    <a:pt x="322497" y="105403"/>
                  </a:lnTo>
                  <a:lnTo>
                    <a:pt x="320467" y="100523"/>
                  </a:lnTo>
                  <a:lnTo>
                    <a:pt x="318283" y="95710"/>
                  </a:lnTo>
                  <a:lnTo>
                    <a:pt x="315949" y="90968"/>
                  </a:lnTo>
                  <a:lnTo>
                    <a:pt x="313465" y="86302"/>
                  </a:lnTo>
                  <a:lnTo>
                    <a:pt x="310836" y="81717"/>
                  </a:lnTo>
                  <a:lnTo>
                    <a:pt x="308062" y="77217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48246"/>
              <a:ext cx="140904" cy="89949"/>
            </a:xfrm>
            <a:custGeom>
              <a:avLst/>
              <a:pathLst>
                <a:path w="140904" h="89949">
                  <a:moveTo>
                    <a:pt x="140904" y="0"/>
                  </a:moveTo>
                  <a:lnTo>
                    <a:pt x="0" y="899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46764"/>
              <a:ext cx="140904" cy="91431"/>
            </a:xfrm>
            <a:custGeom>
              <a:avLst/>
              <a:pathLst>
                <a:path w="140904" h="91431">
                  <a:moveTo>
                    <a:pt x="140904" y="1482"/>
                  </a:moveTo>
                  <a:lnTo>
                    <a:pt x="139946" y="0"/>
                  </a:lnTo>
                  <a:lnTo>
                    <a:pt x="0" y="914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071028"/>
              <a:ext cx="139946" cy="167167"/>
            </a:xfrm>
            <a:custGeom>
              <a:avLst/>
              <a:pathLst>
                <a:path w="139946" h="167167">
                  <a:moveTo>
                    <a:pt x="139946" y="75735"/>
                  </a:moveTo>
                  <a:lnTo>
                    <a:pt x="136847" y="71158"/>
                  </a:lnTo>
                  <a:lnTo>
                    <a:pt x="133598" y="66686"/>
                  </a:lnTo>
                  <a:lnTo>
                    <a:pt x="130202" y="62323"/>
                  </a:lnTo>
                  <a:lnTo>
                    <a:pt x="126665" y="58076"/>
                  </a:lnTo>
                  <a:lnTo>
                    <a:pt x="122989" y="53948"/>
                  </a:lnTo>
                  <a:lnTo>
                    <a:pt x="119178" y="49943"/>
                  </a:lnTo>
                  <a:lnTo>
                    <a:pt x="115237" y="46067"/>
                  </a:lnTo>
                  <a:lnTo>
                    <a:pt x="111170" y="42323"/>
                  </a:lnTo>
                  <a:lnTo>
                    <a:pt x="106981" y="38715"/>
                  </a:lnTo>
                  <a:lnTo>
                    <a:pt x="102676" y="35248"/>
                  </a:lnTo>
                  <a:lnTo>
                    <a:pt x="98258" y="31926"/>
                  </a:lnTo>
                  <a:lnTo>
                    <a:pt x="93733" y="28751"/>
                  </a:lnTo>
                  <a:lnTo>
                    <a:pt x="89105" y="25727"/>
                  </a:lnTo>
                  <a:lnTo>
                    <a:pt x="84380" y="22859"/>
                  </a:lnTo>
                  <a:lnTo>
                    <a:pt x="79562" y="20148"/>
                  </a:lnTo>
                  <a:lnTo>
                    <a:pt x="74658" y="17597"/>
                  </a:lnTo>
                  <a:lnTo>
                    <a:pt x="69672" y="15211"/>
                  </a:lnTo>
                  <a:lnTo>
                    <a:pt x="64610" y="12990"/>
                  </a:lnTo>
                  <a:lnTo>
                    <a:pt x="59477" y="10938"/>
                  </a:lnTo>
                  <a:lnTo>
                    <a:pt x="54279" y="9057"/>
                  </a:lnTo>
                  <a:lnTo>
                    <a:pt x="49021" y="7349"/>
                  </a:lnTo>
                  <a:lnTo>
                    <a:pt x="43710" y="5815"/>
                  </a:lnTo>
                  <a:lnTo>
                    <a:pt x="38352" y="4458"/>
                  </a:lnTo>
                  <a:lnTo>
                    <a:pt x="32951" y="3279"/>
                  </a:lnTo>
                  <a:lnTo>
                    <a:pt x="27514" y="2279"/>
                  </a:lnTo>
                  <a:lnTo>
                    <a:pt x="22048" y="1460"/>
                  </a:lnTo>
                  <a:lnTo>
                    <a:pt x="16557" y="821"/>
                  </a:lnTo>
                  <a:lnTo>
                    <a:pt x="11048" y="365"/>
                  </a:lnTo>
                  <a:lnTo>
                    <a:pt x="5527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09247" y="941493"/>
              <a:ext cx="114296" cy="167167"/>
            </a:xfrm>
            <a:custGeom>
              <a:avLst/>
              <a:pathLst>
                <a:path w="114296" h="167167">
                  <a:moveTo>
                    <a:pt x="114296" y="0"/>
                  </a:moveTo>
                  <a:lnTo>
                    <a:pt x="108577" y="97"/>
                  </a:lnTo>
                  <a:lnTo>
                    <a:pt x="102864" y="391"/>
                  </a:lnTo>
                  <a:lnTo>
                    <a:pt x="97165" y="880"/>
                  </a:lnTo>
                  <a:lnTo>
                    <a:pt x="91485" y="1563"/>
                  </a:lnTo>
                  <a:lnTo>
                    <a:pt x="85833" y="2441"/>
                  </a:lnTo>
                  <a:lnTo>
                    <a:pt x="80213" y="3511"/>
                  </a:lnTo>
                  <a:lnTo>
                    <a:pt x="74634" y="4773"/>
                  </a:lnTo>
                  <a:lnTo>
                    <a:pt x="69101" y="6225"/>
                  </a:lnTo>
                  <a:lnTo>
                    <a:pt x="63621" y="7865"/>
                  </a:lnTo>
                  <a:lnTo>
                    <a:pt x="58200" y="9693"/>
                  </a:lnTo>
                  <a:lnTo>
                    <a:pt x="52845" y="11704"/>
                  </a:lnTo>
                  <a:lnTo>
                    <a:pt x="47562" y="13897"/>
                  </a:lnTo>
                  <a:lnTo>
                    <a:pt x="42357" y="16270"/>
                  </a:lnTo>
                  <a:lnTo>
                    <a:pt x="37237" y="18820"/>
                  </a:lnTo>
                  <a:lnTo>
                    <a:pt x="32206" y="21543"/>
                  </a:lnTo>
                  <a:lnTo>
                    <a:pt x="27272" y="24437"/>
                  </a:lnTo>
                  <a:lnTo>
                    <a:pt x="22440" y="27498"/>
                  </a:lnTo>
                  <a:lnTo>
                    <a:pt x="17715" y="30723"/>
                  </a:lnTo>
                  <a:lnTo>
                    <a:pt x="13103" y="34107"/>
                  </a:lnTo>
                  <a:lnTo>
                    <a:pt x="8610" y="37647"/>
                  </a:lnTo>
                  <a:lnTo>
                    <a:pt x="4240" y="41339"/>
                  </a:lnTo>
                  <a:lnTo>
                    <a:pt x="0" y="45178"/>
                  </a:lnTo>
                  <a:lnTo>
                    <a:pt x="11429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09247" y="986672"/>
              <a:ext cx="114296" cy="121988"/>
            </a:xfrm>
            <a:custGeom>
              <a:avLst/>
              <a:pathLst>
                <a:path w="114296" h="121988">
                  <a:moveTo>
                    <a:pt x="0" y="0"/>
                  </a:moveTo>
                  <a:lnTo>
                    <a:pt x="114296" y="1219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56380" y="971847"/>
              <a:ext cx="334326" cy="303974"/>
            </a:xfrm>
            <a:custGeom>
              <a:avLst/>
              <a:pathLst>
                <a:path w="334326" h="303974">
                  <a:moveTo>
                    <a:pt x="52866" y="14825"/>
                  </a:moveTo>
                  <a:lnTo>
                    <a:pt x="49054" y="18512"/>
                  </a:lnTo>
                  <a:lnTo>
                    <a:pt x="45360" y="22319"/>
                  </a:lnTo>
                  <a:lnTo>
                    <a:pt x="41789" y="26240"/>
                  </a:lnTo>
                  <a:lnTo>
                    <a:pt x="38344" y="30274"/>
                  </a:lnTo>
                  <a:lnTo>
                    <a:pt x="35029" y="34414"/>
                  </a:lnTo>
                  <a:lnTo>
                    <a:pt x="31847" y="38657"/>
                  </a:lnTo>
                  <a:lnTo>
                    <a:pt x="28801" y="43000"/>
                  </a:lnTo>
                  <a:lnTo>
                    <a:pt x="25894" y="47436"/>
                  </a:lnTo>
                  <a:lnTo>
                    <a:pt x="23130" y="51963"/>
                  </a:lnTo>
                  <a:lnTo>
                    <a:pt x="20511" y="56575"/>
                  </a:lnTo>
                  <a:lnTo>
                    <a:pt x="18039" y="61268"/>
                  </a:lnTo>
                  <a:lnTo>
                    <a:pt x="15717" y="66037"/>
                  </a:lnTo>
                  <a:lnTo>
                    <a:pt x="13548" y="70877"/>
                  </a:lnTo>
                  <a:lnTo>
                    <a:pt x="11534" y="75784"/>
                  </a:lnTo>
                  <a:lnTo>
                    <a:pt x="9676" y="80752"/>
                  </a:lnTo>
                  <a:lnTo>
                    <a:pt x="7977" y="85777"/>
                  </a:lnTo>
                  <a:lnTo>
                    <a:pt x="6438" y="90852"/>
                  </a:lnTo>
                  <a:lnTo>
                    <a:pt x="5060" y="95975"/>
                  </a:lnTo>
                  <a:lnTo>
                    <a:pt x="3846" y="101138"/>
                  </a:lnTo>
                  <a:lnTo>
                    <a:pt x="2797" y="106337"/>
                  </a:lnTo>
                  <a:lnTo>
                    <a:pt x="1913" y="111567"/>
                  </a:lnTo>
                  <a:lnTo>
                    <a:pt x="1195" y="116822"/>
                  </a:lnTo>
                  <a:lnTo>
                    <a:pt x="644" y="122097"/>
                  </a:lnTo>
                  <a:lnTo>
                    <a:pt x="261" y="127388"/>
                  </a:lnTo>
                  <a:lnTo>
                    <a:pt x="46" y="132687"/>
                  </a:lnTo>
                  <a:lnTo>
                    <a:pt x="0" y="137991"/>
                  </a:lnTo>
                  <a:lnTo>
                    <a:pt x="121" y="143294"/>
                  </a:lnTo>
                  <a:lnTo>
                    <a:pt x="411" y="148590"/>
                  </a:lnTo>
                  <a:lnTo>
                    <a:pt x="868" y="153874"/>
                  </a:lnTo>
                  <a:lnTo>
                    <a:pt x="1493" y="159141"/>
                  </a:lnTo>
                  <a:lnTo>
                    <a:pt x="2285" y="164386"/>
                  </a:lnTo>
                  <a:lnTo>
                    <a:pt x="3243" y="169603"/>
                  </a:lnTo>
                  <a:lnTo>
                    <a:pt x="4365" y="174787"/>
                  </a:lnTo>
                  <a:lnTo>
                    <a:pt x="5652" y="179932"/>
                  </a:lnTo>
                  <a:lnTo>
                    <a:pt x="7101" y="185035"/>
                  </a:lnTo>
                  <a:lnTo>
                    <a:pt x="8712" y="190088"/>
                  </a:lnTo>
                  <a:lnTo>
                    <a:pt x="10482" y="195088"/>
                  </a:lnTo>
                  <a:lnTo>
                    <a:pt x="12409" y="200030"/>
                  </a:lnTo>
                  <a:lnTo>
                    <a:pt x="14493" y="204907"/>
                  </a:lnTo>
                  <a:lnTo>
                    <a:pt x="16730" y="209717"/>
                  </a:lnTo>
                  <a:lnTo>
                    <a:pt x="19118" y="214452"/>
                  </a:lnTo>
                  <a:lnTo>
                    <a:pt x="21656" y="219110"/>
                  </a:lnTo>
                  <a:lnTo>
                    <a:pt x="24340" y="223685"/>
                  </a:lnTo>
                  <a:lnTo>
                    <a:pt x="27168" y="228172"/>
                  </a:lnTo>
                  <a:lnTo>
                    <a:pt x="30137" y="232567"/>
                  </a:lnTo>
                  <a:lnTo>
                    <a:pt x="33244" y="236866"/>
                  </a:lnTo>
                  <a:lnTo>
                    <a:pt x="36485" y="241064"/>
                  </a:lnTo>
                  <a:lnTo>
                    <a:pt x="39858" y="245158"/>
                  </a:lnTo>
                  <a:lnTo>
                    <a:pt x="43360" y="249142"/>
                  </a:lnTo>
                  <a:lnTo>
                    <a:pt x="46986" y="253013"/>
                  </a:lnTo>
                  <a:lnTo>
                    <a:pt x="50733" y="256767"/>
                  </a:lnTo>
                  <a:lnTo>
                    <a:pt x="54597" y="260401"/>
                  </a:lnTo>
                  <a:lnTo>
                    <a:pt x="58574" y="263909"/>
                  </a:lnTo>
                  <a:lnTo>
                    <a:pt x="62661" y="267290"/>
                  </a:lnTo>
                  <a:lnTo>
                    <a:pt x="66853" y="270540"/>
                  </a:lnTo>
                  <a:lnTo>
                    <a:pt x="71146" y="273655"/>
                  </a:lnTo>
                  <a:lnTo>
                    <a:pt x="75536" y="276632"/>
                  </a:lnTo>
                  <a:lnTo>
                    <a:pt x="80017" y="279469"/>
                  </a:lnTo>
                  <a:lnTo>
                    <a:pt x="84587" y="282162"/>
                  </a:lnTo>
                  <a:lnTo>
                    <a:pt x="89240" y="284708"/>
                  </a:lnTo>
                  <a:lnTo>
                    <a:pt x="93971" y="287106"/>
                  </a:lnTo>
                  <a:lnTo>
                    <a:pt x="98776" y="289352"/>
                  </a:lnTo>
                  <a:lnTo>
                    <a:pt x="103650" y="291445"/>
                  </a:lnTo>
                  <a:lnTo>
                    <a:pt x="108587" y="293382"/>
                  </a:lnTo>
                  <a:lnTo>
                    <a:pt x="113584" y="295162"/>
                  </a:lnTo>
                  <a:lnTo>
                    <a:pt x="118634" y="296782"/>
                  </a:lnTo>
                  <a:lnTo>
                    <a:pt x="123734" y="298241"/>
                  </a:lnTo>
                  <a:lnTo>
                    <a:pt x="128877" y="299537"/>
                  </a:lnTo>
                  <a:lnTo>
                    <a:pt x="134059" y="300670"/>
                  </a:lnTo>
                  <a:lnTo>
                    <a:pt x="139274" y="301638"/>
                  </a:lnTo>
                  <a:lnTo>
                    <a:pt x="144517" y="302440"/>
                  </a:lnTo>
                  <a:lnTo>
                    <a:pt x="149783" y="303075"/>
                  </a:lnTo>
                  <a:lnTo>
                    <a:pt x="155066" y="303542"/>
                  </a:lnTo>
                  <a:lnTo>
                    <a:pt x="160362" y="303842"/>
                  </a:lnTo>
                  <a:lnTo>
                    <a:pt x="165664" y="303974"/>
                  </a:lnTo>
                  <a:lnTo>
                    <a:pt x="170968" y="303937"/>
                  </a:lnTo>
                  <a:lnTo>
                    <a:pt x="176268" y="303732"/>
                  </a:lnTo>
                  <a:lnTo>
                    <a:pt x="181559" y="303360"/>
                  </a:lnTo>
                  <a:lnTo>
                    <a:pt x="186835" y="302819"/>
                  </a:lnTo>
                  <a:lnTo>
                    <a:pt x="192092" y="302111"/>
                  </a:lnTo>
                  <a:lnTo>
                    <a:pt x="197324" y="301237"/>
                  </a:lnTo>
                  <a:lnTo>
                    <a:pt x="202525" y="300198"/>
                  </a:lnTo>
                  <a:lnTo>
                    <a:pt x="207690" y="298993"/>
                  </a:lnTo>
                  <a:lnTo>
                    <a:pt x="212815" y="297626"/>
                  </a:lnTo>
                  <a:lnTo>
                    <a:pt x="217894" y="296097"/>
                  </a:lnTo>
                  <a:lnTo>
                    <a:pt x="222922" y="294407"/>
                  </a:lnTo>
                  <a:lnTo>
                    <a:pt x="227893" y="292559"/>
                  </a:lnTo>
                  <a:lnTo>
                    <a:pt x="232804" y="290554"/>
                  </a:lnTo>
                  <a:lnTo>
                    <a:pt x="237648" y="288394"/>
                  </a:lnTo>
                  <a:lnTo>
                    <a:pt x="242422" y="286082"/>
                  </a:lnTo>
                  <a:lnTo>
                    <a:pt x="247119" y="283619"/>
                  </a:lnTo>
                  <a:lnTo>
                    <a:pt x="251736" y="281008"/>
                  </a:lnTo>
                  <a:lnTo>
                    <a:pt x="256268" y="278253"/>
                  </a:lnTo>
                  <a:lnTo>
                    <a:pt x="260711" y="275355"/>
                  </a:lnTo>
                  <a:lnTo>
                    <a:pt x="265059" y="272317"/>
                  </a:lnTo>
                  <a:lnTo>
                    <a:pt x="269308" y="269143"/>
                  </a:lnTo>
                  <a:lnTo>
                    <a:pt x="273455" y="265836"/>
                  </a:lnTo>
                  <a:lnTo>
                    <a:pt x="277495" y="262399"/>
                  </a:lnTo>
                  <a:lnTo>
                    <a:pt x="281424" y="258835"/>
                  </a:lnTo>
                  <a:lnTo>
                    <a:pt x="285237" y="255149"/>
                  </a:lnTo>
                  <a:lnTo>
                    <a:pt x="288932" y="251344"/>
                  </a:lnTo>
                  <a:lnTo>
                    <a:pt x="292504" y="247423"/>
                  </a:lnTo>
                  <a:lnTo>
                    <a:pt x="295950" y="243391"/>
                  </a:lnTo>
                  <a:lnTo>
                    <a:pt x="299266" y="239251"/>
                  </a:lnTo>
                  <a:lnTo>
                    <a:pt x="302450" y="235009"/>
                  </a:lnTo>
                  <a:lnTo>
                    <a:pt x="305497" y="230667"/>
                  </a:lnTo>
                  <a:lnTo>
                    <a:pt x="308405" y="226231"/>
                  </a:lnTo>
                  <a:lnTo>
                    <a:pt x="311171" y="221706"/>
                  </a:lnTo>
                  <a:lnTo>
                    <a:pt x="313791" y="217094"/>
                  </a:lnTo>
                  <a:lnTo>
                    <a:pt x="316264" y="212402"/>
                  </a:lnTo>
                  <a:lnTo>
                    <a:pt x="318587" y="207634"/>
                  </a:lnTo>
                  <a:lnTo>
                    <a:pt x="320758" y="202794"/>
                  </a:lnTo>
                  <a:lnTo>
                    <a:pt x="322774" y="197888"/>
                  </a:lnTo>
                  <a:lnTo>
                    <a:pt x="324633" y="192921"/>
                  </a:lnTo>
                  <a:lnTo>
                    <a:pt x="326334" y="187897"/>
                  </a:lnTo>
                  <a:lnTo>
                    <a:pt x="327874" y="182821"/>
                  </a:lnTo>
                  <a:lnTo>
                    <a:pt x="329253" y="177699"/>
                  </a:lnTo>
                  <a:lnTo>
                    <a:pt x="330469" y="172537"/>
                  </a:lnTo>
                  <a:lnTo>
                    <a:pt x="331520" y="167338"/>
                  </a:lnTo>
                  <a:lnTo>
                    <a:pt x="332405" y="162108"/>
                  </a:lnTo>
                  <a:lnTo>
                    <a:pt x="333125" y="156853"/>
                  </a:lnTo>
                  <a:lnTo>
                    <a:pt x="333677" y="151578"/>
                  </a:lnTo>
                  <a:lnTo>
                    <a:pt x="334062" y="146288"/>
                  </a:lnTo>
                  <a:lnTo>
                    <a:pt x="334278" y="140988"/>
                  </a:lnTo>
                  <a:lnTo>
                    <a:pt x="334326" y="135684"/>
                  </a:lnTo>
                  <a:lnTo>
                    <a:pt x="334206" y="130382"/>
                  </a:lnTo>
                  <a:lnTo>
                    <a:pt x="333918" y="125085"/>
                  </a:lnTo>
                  <a:lnTo>
                    <a:pt x="333462" y="119801"/>
                  </a:lnTo>
                  <a:lnTo>
                    <a:pt x="332839" y="114534"/>
                  </a:lnTo>
                  <a:lnTo>
                    <a:pt x="332049" y="109289"/>
                  </a:lnTo>
                  <a:lnTo>
                    <a:pt x="331093" y="104072"/>
                  </a:lnTo>
                  <a:lnTo>
                    <a:pt x="329971" y="98888"/>
                  </a:lnTo>
                  <a:lnTo>
                    <a:pt x="328686" y="93742"/>
                  </a:lnTo>
                  <a:lnTo>
                    <a:pt x="327238" y="88639"/>
                  </a:lnTo>
                  <a:lnTo>
                    <a:pt x="325630" y="83585"/>
                  </a:lnTo>
                  <a:lnTo>
                    <a:pt x="323861" y="78584"/>
                  </a:lnTo>
                  <a:lnTo>
                    <a:pt x="321935" y="73642"/>
                  </a:lnTo>
                  <a:lnTo>
                    <a:pt x="319853" y="68764"/>
                  </a:lnTo>
                  <a:lnTo>
                    <a:pt x="317617" y="63954"/>
                  </a:lnTo>
                  <a:lnTo>
                    <a:pt x="315230" y="59218"/>
                  </a:lnTo>
                  <a:lnTo>
                    <a:pt x="312694" y="54559"/>
                  </a:lnTo>
                  <a:lnTo>
                    <a:pt x="310011" y="49984"/>
                  </a:lnTo>
                  <a:lnTo>
                    <a:pt x="307184" y="45496"/>
                  </a:lnTo>
                  <a:lnTo>
                    <a:pt x="304217" y="41099"/>
                  </a:lnTo>
                  <a:lnTo>
                    <a:pt x="301111" y="36800"/>
                  </a:lnTo>
                  <a:lnTo>
                    <a:pt x="297871" y="32600"/>
                  </a:lnTo>
                  <a:lnTo>
                    <a:pt x="294499" y="28506"/>
                  </a:lnTo>
                  <a:lnTo>
                    <a:pt x="290999" y="24521"/>
                  </a:lnTo>
                  <a:lnTo>
                    <a:pt x="287374" y="20649"/>
                  </a:lnTo>
                  <a:lnTo>
                    <a:pt x="283628" y="16893"/>
                  </a:lnTo>
                  <a:lnTo>
                    <a:pt x="279765" y="13259"/>
                  </a:lnTo>
                  <a:lnTo>
                    <a:pt x="275789" y="9749"/>
                  </a:lnTo>
                  <a:lnTo>
                    <a:pt x="271703" y="6367"/>
                  </a:lnTo>
                  <a:lnTo>
                    <a:pt x="267512" y="3116"/>
                  </a:lnTo>
                  <a:lnTo>
                    <a:pt x="263220" y="0"/>
                  </a:lnTo>
                  <a:lnTo>
                    <a:pt x="167163" y="1368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5023544" y="941493"/>
              <a:ext cx="96057" cy="167167"/>
            </a:xfrm>
            <a:custGeom>
              <a:avLst/>
              <a:pathLst>
                <a:path w="96057" h="167167">
                  <a:moveTo>
                    <a:pt x="96057" y="30353"/>
                  </a:moveTo>
                  <a:lnTo>
                    <a:pt x="91349" y="27166"/>
                  </a:lnTo>
                  <a:lnTo>
                    <a:pt x="86536" y="24141"/>
                  </a:lnTo>
                  <a:lnTo>
                    <a:pt x="81623" y="21282"/>
                  </a:lnTo>
                  <a:lnTo>
                    <a:pt x="76616" y="18591"/>
                  </a:lnTo>
                  <a:lnTo>
                    <a:pt x="71520" y="16072"/>
                  </a:lnTo>
                  <a:lnTo>
                    <a:pt x="66341" y="13727"/>
                  </a:lnTo>
                  <a:lnTo>
                    <a:pt x="61086" y="11560"/>
                  </a:lnTo>
                  <a:lnTo>
                    <a:pt x="55760" y="9573"/>
                  </a:lnTo>
                  <a:lnTo>
                    <a:pt x="50369" y="7768"/>
                  </a:lnTo>
                  <a:lnTo>
                    <a:pt x="44920" y="6148"/>
                  </a:lnTo>
                  <a:lnTo>
                    <a:pt x="39419" y="4714"/>
                  </a:lnTo>
                  <a:lnTo>
                    <a:pt x="33873" y="3467"/>
                  </a:lnTo>
                  <a:lnTo>
                    <a:pt x="28287" y="2410"/>
                  </a:lnTo>
                  <a:lnTo>
                    <a:pt x="22669" y="1544"/>
                  </a:lnTo>
                  <a:lnTo>
                    <a:pt x="17025" y="869"/>
                  </a:lnTo>
                  <a:lnTo>
                    <a:pt x="11361" y="386"/>
                  </a:lnTo>
                  <a:lnTo>
                    <a:pt x="568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19058" y="941493"/>
              <a:ext cx="167157" cy="203053"/>
            </a:xfrm>
            <a:custGeom>
              <a:avLst/>
              <a:pathLst>
                <a:path w="167157" h="203053">
                  <a:moveTo>
                    <a:pt x="167157" y="0"/>
                  </a:moveTo>
                  <a:lnTo>
                    <a:pt x="161726" y="88"/>
                  </a:lnTo>
                  <a:lnTo>
                    <a:pt x="156301" y="352"/>
                  </a:lnTo>
                  <a:lnTo>
                    <a:pt x="150887" y="793"/>
                  </a:lnTo>
                  <a:lnTo>
                    <a:pt x="145490" y="1410"/>
                  </a:lnTo>
                  <a:lnTo>
                    <a:pt x="140117" y="2201"/>
                  </a:lnTo>
                  <a:lnTo>
                    <a:pt x="134771" y="3166"/>
                  </a:lnTo>
                  <a:lnTo>
                    <a:pt x="129460" y="4305"/>
                  </a:lnTo>
                  <a:lnTo>
                    <a:pt x="124189" y="5616"/>
                  </a:lnTo>
                  <a:lnTo>
                    <a:pt x="118963" y="7097"/>
                  </a:lnTo>
                  <a:lnTo>
                    <a:pt x="113789" y="8747"/>
                  </a:lnTo>
                  <a:lnTo>
                    <a:pt x="108670" y="10565"/>
                  </a:lnTo>
                  <a:lnTo>
                    <a:pt x="103613" y="12547"/>
                  </a:lnTo>
                  <a:lnTo>
                    <a:pt x="98623" y="14693"/>
                  </a:lnTo>
                  <a:lnTo>
                    <a:pt x="93706" y="17000"/>
                  </a:lnTo>
                  <a:lnTo>
                    <a:pt x="88866" y="19466"/>
                  </a:lnTo>
                  <a:lnTo>
                    <a:pt x="84109" y="22087"/>
                  </a:lnTo>
                  <a:lnTo>
                    <a:pt x="79440" y="24862"/>
                  </a:lnTo>
                  <a:lnTo>
                    <a:pt x="74863" y="27787"/>
                  </a:lnTo>
                  <a:lnTo>
                    <a:pt x="70383" y="30859"/>
                  </a:lnTo>
                  <a:lnTo>
                    <a:pt x="66006" y="34075"/>
                  </a:lnTo>
                  <a:lnTo>
                    <a:pt x="61735" y="37431"/>
                  </a:lnTo>
                  <a:lnTo>
                    <a:pt x="57576" y="40925"/>
                  </a:lnTo>
                  <a:lnTo>
                    <a:pt x="53533" y="44551"/>
                  </a:lnTo>
                  <a:lnTo>
                    <a:pt x="49609" y="48308"/>
                  </a:lnTo>
                  <a:lnTo>
                    <a:pt x="45810" y="52189"/>
                  </a:lnTo>
                  <a:lnTo>
                    <a:pt x="42138" y="56192"/>
                  </a:lnTo>
                  <a:lnTo>
                    <a:pt x="38599" y="60312"/>
                  </a:lnTo>
                  <a:lnTo>
                    <a:pt x="35195" y="64545"/>
                  </a:lnTo>
                  <a:lnTo>
                    <a:pt x="31931" y="68887"/>
                  </a:lnTo>
                  <a:lnTo>
                    <a:pt x="28810" y="73332"/>
                  </a:lnTo>
                  <a:lnTo>
                    <a:pt x="25834" y="77876"/>
                  </a:lnTo>
                  <a:lnTo>
                    <a:pt x="23008" y="82514"/>
                  </a:lnTo>
                  <a:lnTo>
                    <a:pt x="20334" y="87242"/>
                  </a:lnTo>
                  <a:lnTo>
                    <a:pt x="17815" y="92054"/>
                  </a:lnTo>
                  <a:lnTo>
                    <a:pt x="15453" y="96946"/>
                  </a:lnTo>
                  <a:lnTo>
                    <a:pt x="13252" y="101911"/>
                  </a:lnTo>
                  <a:lnTo>
                    <a:pt x="11213" y="106946"/>
                  </a:lnTo>
                  <a:lnTo>
                    <a:pt x="9339" y="112044"/>
                  </a:lnTo>
                  <a:lnTo>
                    <a:pt x="7631" y="117200"/>
                  </a:lnTo>
                  <a:lnTo>
                    <a:pt x="6092" y="122409"/>
                  </a:lnTo>
                  <a:lnTo>
                    <a:pt x="4723" y="127666"/>
                  </a:lnTo>
                  <a:lnTo>
                    <a:pt x="3526" y="132964"/>
                  </a:lnTo>
                  <a:lnTo>
                    <a:pt x="2501" y="138298"/>
                  </a:lnTo>
                  <a:lnTo>
                    <a:pt x="1650" y="143662"/>
                  </a:lnTo>
                  <a:lnTo>
                    <a:pt x="974" y="149052"/>
                  </a:lnTo>
                  <a:lnTo>
                    <a:pt x="473" y="154460"/>
                  </a:lnTo>
                  <a:lnTo>
                    <a:pt x="148" y="159882"/>
                  </a:lnTo>
                  <a:lnTo>
                    <a:pt x="0" y="165312"/>
                  </a:lnTo>
                  <a:lnTo>
                    <a:pt x="27" y="170743"/>
                  </a:lnTo>
                  <a:lnTo>
                    <a:pt x="232" y="176171"/>
                  </a:lnTo>
                  <a:lnTo>
                    <a:pt x="613" y="181589"/>
                  </a:lnTo>
                  <a:lnTo>
                    <a:pt x="1169" y="186993"/>
                  </a:lnTo>
                  <a:lnTo>
                    <a:pt x="1901" y="192375"/>
                  </a:lnTo>
                  <a:lnTo>
                    <a:pt x="2807" y="197730"/>
                  </a:lnTo>
                  <a:lnTo>
                    <a:pt x="3887" y="203053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22945" y="1108660"/>
              <a:ext cx="163270" cy="35886"/>
            </a:xfrm>
            <a:custGeom>
              <a:avLst/>
              <a:pathLst>
                <a:path w="163270" h="35886">
                  <a:moveTo>
                    <a:pt x="0" y="35886"/>
                  </a:moveTo>
                  <a:lnTo>
                    <a:pt x="16327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22945" y="1108660"/>
              <a:ext cx="163270" cy="152969"/>
            </a:xfrm>
            <a:custGeom>
              <a:avLst/>
              <a:pathLst>
                <a:path w="163270" h="152969">
                  <a:moveTo>
                    <a:pt x="0" y="35886"/>
                  </a:moveTo>
                  <a:lnTo>
                    <a:pt x="1295" y="41342"/>
                  </a:lnTo>
                  <a:lnTo>
                    <a:pt x="2773" y="46751"/>
                  </a:lnTo>
                  <a:lnTo>
                    <a:pt x="4431" y="52108"/>
                  </a:lnTo>
                  <a:lnTo>
                    <a:pt x="6268" y="57407"/>
                  </a:lnTo>
                  <a:lnTo>
                    <a:pt x="8282" y="62640"/>
                  </a:lnTo>
                  <a:lnTo>
                    <a:pt x="10470" y="67803"/>
                  </a:lnTo>
                  <a:lnTo>
                    <a:pt x="12830" y="72890"/>
                  </a:lnTo>
                  <a:lnTo>
                    <a:pt x="15360" y="77895"/>
                  </a:lnTo>
                  <a:lnTo>
                    <a:pt x="18056" y="82812"/>
                  </a:lnTo>
                  <a:lnTo>
                    <a:pt x="20915" y="87636"/>
                  </a:lnTo>
                  <a:lnTo>
                    <a:pt x="23935" y="92361"/>
                  </a:lnTo>
                  <a:lnTo>
                    <a:pt x="27111" y="96983"/>
                  </a:lnTo>
                  <a:lnTo>
                    <a:pt x="30440" y="101495"/>
                  </a:lnTo>
                  <a:lnTo>
                    <a:pt x="33919" y="105893"/>
                  </a:lnTo>
                  <a:lnTo>
                    <a:pt x="37544" y="110172"/>
                  </a:lnTo>
                  <a:lnTo>
                    <a:pt x="41310" y="114327"/>
                  </a:lnTo>
                  <a:lnTo>
                    <a:pt x="45213" y="118353"/>
                  </a:lnTo>
                  <a:lnTo>
                    <a:pt x="49249" y="122246"/>
                  </a:lnTo>
                  <a:lnTo>
                    <a:pt x="53413" y="126002"/>
                  </a:lnTo>
                  <a:lnTo>
                    <a:pt x="57701" y="129616"/>
                  </a:lnTo>
                  <a:lnTo>
                    <a:pt x="62108" y="133083"/>
                  </a:lnTo>
                  <a:lnTo>
                    <a:pt x="66629" y="136402"/>
                  </a:lnTo>
                  <a:lnTo>
                    <a:pt x="71258" y="139566"/>
                  </a:lnTo>
                  <a:lnTo>
                    <a:pt x="75991" y="142574"/>
                  </a:lnTo>
                  <a:lnTo>
                    <a:pt x="80822" y="145421"/>
                  </a:lnTo>
                  <a:lnTo>
                    <a:pt x="85746" y="148104"/>
                  </a:lnTo>
                  <a:lnTo>
                    <a:pt x="90757" y="150621"/>
                  </a:lnTo>
                  <a:lnTo>
                    <a:pt x="95850" y="152969"/>
                  </a:lnTo>
                  <a:lnTo>
                    <a:pt x="16327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418796" y="941493"/>
              <a:ext cx="234568" cy="334334"/>
            </a:xfrm>
            <a:custGeom>
              <a:avLst/>
              <a:pathLst>
                <a:path w="234568" h="334334">
                  <a:moveTo>
                    <a:pt x="0" y="320136"/>
                  </a:moveTo>
                  <a:lnTo>
                    <a:pt x="4890" y="322200"/>
                  </a:lnTo>
                  <a:lnTo>
                    <a:pt x="9844" y="324107"/>
                  </a:lnTo>
                  <a:lnTo>
                    <a:pt x="14856" y="325856"/>
                  </a:lnTo>
                  <a:lnTo>
                    <a:pt x="19921" y="327445"/>
                  </a:lnTo>
                  <a:lnTo>
                    <a:pt x="25034" y="328872"/>
                  </a:lnTo>
                  <a:lnTo>
                    <a:pt x="30190" y="330136"/>
                  </a:lnTo>
                  <a:lnTo>
                    <a:pt x="35383" y="331236"/>
                  </a:lnTo>
                  <a:lnTo>
                    <a:pt x="40609" y="332170"/>
                  </a:lnTo>
                  <a:lnTo>
                    <a:pt x="45861" y="332939"/>
                  </a:lnTo>
                  <a:lnTo>
                    <a:pt x="51136" y="333539"/>
                  </a:lnTo>
                  <a:lnTo>
                    <a:pt x="56426" y="333973"/>
                  </a:lnTo>
                  <a:lnTo>
                    <a:pt x="61728" y="334237"/>
                  </a:lnTo>
                  <a:lnTo>
                    <a:pt x="67036" y="334334"/>
                  </a:lnTo>
                  <a:lnTo>
                    <a:pt x="72344" y="334262"/>
                  </a:lnTo>
                  <a:lnTo>
                    <a:pt x="77647" y="334021"/>
                  </a:lnTo>
                  <a:lnTo>
                    <a:pt x="82939" y="333612"/>
                  </a:lnTo>
                  <a:lnTo>
                    <a:pt x="88216" y="333036"/>
                  </a:lnTo>
                  <a:lnTo>
                    <a:pt x="93472" y="332292"/>
                  </a:lnTo>
                  <a:lnTo>
                    <a:pt x="98702" y="331381"/>
                  </a:lnTo>
                  <a:lnTo>
                    <a:pt x="103900" y="330305"/>
                  </a:lnTo>
                  <a:lnTo>
                    <a:pt x="109062" y="329065"/>
                  </a:lnTo>
                  <a:lnTo>
                    <a:pt x="114181" y="327661"/>
                  </a:lnTo>
                  <a:lnTo>
                    <a:pt x="119253" y="326095"/>
                  </a:lnTo>
                  <a:lnTo>
                    <a:pt x="124273" y="324369"/>
                  </a:lnTo>
                  <a:lnTo>
                    <a:pt x="129236" y="322485"/>
                  </a:lnTo>
                  <a:lnTo>
                    <a:pt x="134136" y="320444"/>
                  </a:lnTo>
                  <a:lnTo>
                    <a:pt x="138969" y="318248"/>
                  </a:lnTo>
                  <a:lnTo>
                    <a:pt x="143730" y="315900"/>
                  </a:lnTo>
                  <a:lnTo>
                    <a:pt x="148414" y="313402"/>
                  </a:lnTo>
                  <a:lnTo>
                    <a:pt x="153017" y="310757"/>
                  </a:lnTo>
                  <a:lnTo>
                    <a:pt x="157533" y="307966"/>
                  </a:lnTo>
                  <a:lnTo>
                    <a:pt x="161958" y="305034"/>
                  </a:lnTo>
                  <a:lnTo>
                    <a:pt x="166287" y="301963"/>
                  </a:lnTo>
                  <a:lnTo>
                    <a:pt x="170518" y="298756"/>
                  </a:lnTo>
                  <a:lnTo>
                    <a:pt x="174644" y="295416"/>
                  </a:lnTo>
                  <a:lnTo>
                    <a:pt x="178662" y="291947"/>
                  </a:lnTo>
                  <a:lnTo>
                    <a:pt x="182567" y="288352"/>
                  </a:lnTo>
                  <a:lnTo>
                    <a:pt x="186357" y="284635"/>
                  </a:lnTo>
                  <a:lnTo>
                    <a:pt x="190027" y="280799"/>
                  </a:lnTo>
                  <a:lnTo>
                    <a:pt x="193573" y="276849"/>
                  </a:lnTo>
                  <a:lnTo>
                    <a:pt x="196992" y="272788"/>
                  </a:lnTo>
                  <a:lnTo>
                    <a:pt x="200280" y="268621"/>
                  </a:lnTo>
                  <a:lnTo>
                    <a:pt x="203435" y="264351"/>
                  </a:lnTo>
                  <a:lnTo>
                    <a:pt x="206452" y="259983"/>
                  </a:lnTo>
                  <a:lnTo>
                    <a:pt x="209329" y="255522"/>
                  </a:lnTo>
                  <a:lnTo>
                    <a:pt x="212062" y="250972"/>
                  </a:lnTo>
                  <a:lnTo>
                    <a:pt x="214650" y="246337"/>
                  </a:lnTo>
                  <a:lnTo>
                    <a:pt x="217090" y="241622"/>
                  </a:lnTo>
                  <a:lnTo>
                    <a:pt x="219378" y="236833"/>
                  </a:lnTo>
                  <a:lnTo>
                    <a:pt x="221514" y="231973"/>
                  </a:lnTo>
                  <a:lnTo>
                    <a:pt x="223494" y="227047"/>
                  </a:lnTo>
                  <a:lnTo>
                    <a:pt x="225316" y="222062"/>
                  </a:lnTo>
                  <a:lnTo>
                    <a:pt x="226980" y="217020"/>
                  </a:lnTo>
                  <a:lnTo>
                    <a:pt x="228482" y="211929"/>
                  </a:lnTo>
                  <a:lnTo>
                    <a:pt x="229822" y="206793"/>
                  </a:lnTo>
                  <a:lnTo>
                    <a:pt x="230998" y="201616"/>
                  </a:lnTo>
                  <a:lnTo>
                    <a:pt x="232010" y="196405"/>
                  </a:lnTo>
                  <a:lnTo>
                    <a:pt x="232855" y="191164"/>
                  </a:lnTo>
                  <a:lnTo>
                    <a:pt x="233534" y="185899"/>
                  </a:lnTo>
                  <a:lnTo>
                    <a:pt x="234045" y="180616"/>
                  </a:lnTo>
                  <a:lnTo>
                    <a:pt x="234388" y="175318"/>
                  </a:lnTo>
                  <a:lnTo>
                    <a:pt x="234562" y="170013"/>
                  </a:lnTo>
                  <a:lnTo>
                    <a:pt x="234568" y="164704"/>
                  </a:lnTo>
                  <a:lnTo>
                    <a:pt x="234406" y="159398"/>
                  </a:lnTo>
                  <a:lnTo>
                    <a:pt x="234075" y="154100"/>
                  </a:lnTo>
                  <a:lnTo>
                    <a:pt x="233576" y="148815"/>
                  </a:lnTo>
                  <a:lnTo>
                    <a:pt x="232910" y="143549"/>
                  </a:lnTo>
                  <a:lnTo>
                    <a:pt x="232076" y="138306"/>
                  </a:lnTo>
                  <a:lnTo>
                    <a:pt x="231077" y="133093"/>
                  </a:lnTo>
                  <a:lnTo>
                    <a:pt x="229913" y="127914"/>
                  </a:lnTo>
                  <a:lnTo>
                    <a:pt x="228584" y="122774"/>
                  </a:lnTo>
                  <a:lnTo>
                    <a:pt x="227094" y="117679"/>
                  </a:lnTo>
                  <a:lnTo>
                    <a:pt x="225442" y="112635"/>
                  </a:lnTo>
                  <a:lnTo>
                    <a:pt x="223631" y="107645"/>
                  </a:lnTo>
                  <a:lnTo>
                    <a:pt x="221662" y="102715"/>
                  </a:lnTo>
                  <a:lnTo>
                    <a:pt x="219538" y="97850"/>
                  </a:lnTo>
                  <a:lnTo>
                    <a:pt x="217260" y="93055"/>
                  </a:lnTo>
                  <a:lnTo>
                    <a:pt x="214832" y="88335"/>
                  </a:lnTo>
                  <a:lnTo>
                    <a:pt x="212254" y="83694"/>
                  </a:lnTo>
                  <a:lnTo>
                    <a:pt x="209531" y="79137"/>
                  </a:lnTo>
                  <a:lnTo>
                    <a:pt x="206664" y="74669"/>
                  </a:lnTo>
                  <a:lnTo>
                    <a:pt x="203657" y="70295"/>
                  </a:lnTo>
                  <a:lnTo>
                    <a:pt x="200513" y="66018"/>
                  </a:lnTo>
                  <a:lnTo>
                    <a:pt x="197234" y="61843"/>
                  </a:lnTo>
                  <a:lnTo>
                    <a:pt x="193824" y="57775"/>
                  </a:lnTo>
                  <a:lnTo>
                    <a:pt x="190287" y="53816"/>
                  </a:lnTo>
                  <a:lnTo>
                    <a:pt x="186626" y="49972"/>
                  </a:lnTo>
                  <a:lnTo>
                    <a:pt x="182845" y="46246"/>
                  </a:lnTo>
                  <a:lnTo>
                    <a:pt x="178947" y="42642"/>
                  </a:lnTo>
                  <a:lnTo>
                    <a:pt x="174937" y="39164"/>
                  </a:lnTo>
                  <a:lnTo>
                    <a:pt x="170819" y="35815"/>
                  </a:lnTo>
                  <a:lnTo>
                    <a:pt x="166596" y="32598"/>
                  </a:lnTo>
                  <a:lnTo>
                    <a:pt x="162274" y="29517"/>
                  </a:lnTo>
                  <a:lnTo>
                    <a:pt x="157855" y="26574"/>
                  </a:lnTo>
                  <a:lnTo>
                    <a:pt x="153346" y="23774"/>
                  </a:lnTo>
                  <a:lnTo>
                    <a:pt x="148749" y="21118"/>
                  </a:lnTo>
                  <a:lnTo>
                    <a:pt x="144071" y="18609"/>
                  </a:lnTo>
                  <a:lnTo>
                    <a:pt x="139316" y="16250"/>
                  </a:lnTo>
                  <a:lnTo>
                    <a:pt x="134488" y="14044"/>
                  </a:lnTo>
                  <a:lnTo>
                    <a:pt x="129592" y="11991"/>
                  </a:lnTo>
                  <a:lnTo>
                    <a:pt x="124634" y="10096"/>
                  </a:lnTo>
                  <a:lnTo>
                    <a:pt x="119618" y="8358"/>
                  </a:lnTo>
                  <a:lnTo>
                    <a:pt x="114549" y="6781"/>
                  </a:lnTo>
                  <a:lnTo>
                    <a:pt x="109433" y="5365"/>
                  </a:lnTo>
                  <a:lnTo>
                    <a:pt x="104274" y="4113"/>
                  </a:lnTo>
                  <a:lnTo>
                    <a:pt x="99079" y="3025"/>
                  </a:lnTo>
                  <a:lnTo>
                    <a:pt x="93851" y="2102"/>
                  </a:lnTo>
                  <a:lnTo>
                    <a:pt x="88597" y="1346"/>
                  </a:lnTo>
                  <a:lnTo>
                    <a:pt x="83321" y="758"/>
                  </a:lnTo>
                  <a:lnTo>
                    <a:pt x="78029" y="337"/>
                  </a:lnTo>
                  <a:lnTo>
                    <a:pt x="72727" y="84"/>
                  </a:lnTo>
                  <a:lnTo>
                    <a:pt x="67419" y="0"/>
                  </a:lnTo>
                  <a:lnTo>
                    <a:pt x="6741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797347" y="1071028"/>
              <a:ext cx="210182" cy="334331"/>
            </a:xfrm>
            <a:custGeom>
              <a:avLst/>
              <a:pathLst>
                <a:path w="210182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3" y="759"/>
                  </a:lnTo>
                  <a:lnTo>
                    <a:pt x="145951" y="1350"/>
                  </a:lnTo>
                  <a:lnTo>
                    <a:pt x="140690" y="2107"/>
                  </a:lnTo>
                  <a:lnTo>
                    <a:pt x="135457" y="3032"/>
                  </a:lnTo>
                  <a:lnTo>
                    <a:pt x="130255" y="4122"/>
                  </a:lnTo>
                  <a:lnTo>
                    <a:pt x="125091" y="5378"/>
                  </a:lnTo>
                  <a:lnTo>
                    <a:pt x="119969" y="6797"/>
                  </a:lnTo>
                  <a:lnTo>
                    <a:pt x="114895" y="8378"/>
                  </a:lnTo>
                  <a:lnTo>
                    <a:pt x="109874" y="10119"/>
                  </a:lnTo>
                  <a:lnTo>
                    <a:pt x="104911" y="12019"/>
                  </a:lnTo>
                  <a:lnTo>
                    <a:pt x="100010" y="14076"/>
                  </a:lnTo>
                  <a:lnTo>
                    <a:pt x="95178" y="16288"/>
                  </a:lnTo>
                  <a:lnTo>
                    <a:pt x="90418" y="18652"/>
                  </a:lnTo>
                  <a:lnTo>
                    <a:pt x="85736" y="21166"/>
                  </a:lnTo>
                  <a:lnTo>
                    <a:pt x="81136" y="23828"/>
                  </a:lnTo>
                  <a:lnTo>
                    <a:pt x="76623" y="26635"/>
                  </a:lnTo>
                  <a:lnTo>
                    <a:pt x="72201" y="29584"/>
                  </a:lnTo>
                  <a:lnTo>
                    <a:pt x="67875" y="32672"/>
                  </a:lnTo>
                  <a:lnTo>
                    <a:pt x="63650" y="35896"/>
                  </a:lnTo>
                  <a:lnTo>
                    <a:pt x="59530" y="39252"/>
                  </a:lnTo>
                  <a:lnTo>
                    <a:pt x="55518" y="42738"/>
                  </a:lnTo>
                  <a:lnTo>
                    <a:pt x="51619" y="46350"/>
                  </a:lnTo>
                  <a:lnTo>
                    <a:pt x="47837" y="50083"/>
                  </a:lnTo>
                  <a:lnTo>
                    <a:pt x="44175" y="53935"/>
                  </a:lnTo>
                  <a:lnTo>
                    <a:pt x="40638" y="57902"/>
                  </a:lnTo>
                  <a:lnTo>
                    <a:pt x="37228" y="61979"/>
                  </a:lnTo>
                  <a:lnTo>
                    <a:pt x="33950" y="66162"/>
                  </a:lnTo>
                  <a:lnTo>
                    <a:pt x="30807" y="70447"/>
                  </a:lnTo>
                  <a:lnTo>
                    <a:pt x="27801" y="74830"/>
                  </a:lnTo>
                  <a:lnTo>
                    <a:pt x="24936" y="79307"/>
                  </a:lnTo>
                  <a:lnTo>
                    <a:pt x="22215" y="83872"/>
                  </a:lnTo>
                  <a:lnTo>
                    <a:pt x="19641" y="88522"/>
                  </a:lnTo>
                  <a:lnTo>
                    <a:pt x="17215" y="93250"/>
                  </a:lnTo>
                  <a:lnTo>
                    <a:pt x="14941" y="98054"/>
                  </a:lnTo>
                  <a:lnTo>
                    <a:pt x="12821" y="102928"/>
                  </a:lnTo>
                  <a:lnTo>
                    <a:pt x="10857" y="107866"/>
                  </a:lnTo>
                  <a:lnTo>
                    <a:pt x="9051" y="112864"/>
                  </a:lnTo>
                  <a:lnTo>
                    <a:pt x="7405" y="117918"/>
                  </a:lnTo>
                  <a:lnTo>
                    <a:pt x="5920" y="123021"/>
                  </a:lnTo>
                  <a:lnTo>
                    <a:pt x="4598" y="128168"/>
                  </a:lnTo>
                  <a:lnTo>
                    <a:pt x="3441" y="133355"/>
                  </a:lnTo>
                  <a:lnTo>
                    <a:pt x="2449" y="138577"/>
                  </a:lnTo>
                  <a:lnTo>
                    <a:pt x="1623" y="143827"/>
                  </a:lnTo>
                  <a:lnTo>
                    <a:pt x="965" y="149100"/>
                  </a:lnTo>
                  <a:lnTo>
                    <a:pt x="474" y="154392"/>
                  </a:lnTo>
                  <a:lnTo>
                    <a:pt x="153" y="159697"/>
                  </a:lnTo>
                  <a:lnTo>
                    <a:pt x="0" y="165010"/>
                  </a:lnTo>
                  <a:lnTo>
                    <a:pt x="15" y="170324"/>
                  </a:lnTo>
                  <a:lnTo>
                    <a:pt x="200" y="175636"/>
                  </a:lnTo>
                  <a:lnTo>
                    <a:pt x="554" y="180939"/>
                  </a:lnTo>
                  <a:lnTo>
                    <a:pt x="1076" y="186228"/>
                  </a:lnTo>
                  <a:lnTo>
                    <a:pt x="1766" y="191497"/>
                  </a:lnTo>
                  <a:lnTo>
                    <a:pt x="2623" y="196742"/>
                  </a:lnTo>
                  <a:lnTo>
                    <a:pt x="3646" y="201958"/>
                  </a:lnTo>
                  <a:lnTo>
                    <a:pt x="4835" y="207138"/>
                  </a:lnTo>
                  <a:lnTo>
                    <a:pt x="6187" y="212277"/>
                  </a:lnTo>
                  <a:lnTo>
                    <a:pt x="7702" y="217371"/>
                  </a:lnTo>
                  <a:lnTo>
                    <a:pt x="9379" y="222415"/>
                  </a:lnTo>
                  <a:lnTo>
                    <a:pt x="11215" y="227402"/>
                  </a:lnTo>
                  <a:lnTo>
                    <a:pt x="13209" y="232329"/>
                  </a:lnTo>
                  <a:lnTo>
                    <a:pt x="15358" y="237189"/>
                  </a:lnTo>
                  <a:lnTo>
                    <a:pt x="17660" y="241979"/>
                  </a:lnTo>
                  <a:lnTo>
                    <a:pt x="20114" y="246694"/>
                  </a:lnTo>
                  <a:lnTo>
                    <a:pt x="22716" y="251328"/>
                  </a:lnTo>
                  <a:lnTo>
                    <a:pt x="25465" y="255876"/>
                  </a:lnTo>
                  <a:lnTo>
                    <a:pt x="28356" y="260336"/>
                  </a:lnTo>
                  <a:lnTo>
                    <a:pt x="31388" y="264701"/>
                  </a:lnTo>
                  <a:lnTo>
                    <a:pt x="34557" y="268967"/>
                  </a:lnTo>
                  <a:lnTo>
                    <a:pt x="37860" y="273131"/>
                  </a:lnTo>
                  <a:lnTo>
                    <a:pt x="41294" y="277187"/>
                  </a:lnTo>
                  <a:lnTo>
                    <a:pt x="44855" y="281132"/>
                  </a:lnTo>
                  <a:lnTo>
                    <a:pt x="48539" y="284962"/>
                  </a:lnTo>
                  <a:lnTo>
                    <a:pt x="52344" y="288673"/>
                  </a:lnTo>
                  <a:lnTo>
                    <a:pt x="56264" y="292262"/>
                  </a:lnTo>
                  <a:lnTo>
                    <a:pt x="60297" y="295723"/>
                  </a:lnTo>
                  <a:lnTo>
                    <a:pt x="64438" y="299055"/>
                  </a:lnTo>
                  <a:lnTo>
                    <a:pt x="68682" y="302254"/>
                  </a:lnTo>
                  <a:lnTo>
                    <a:pt x="73026" y="305316"/>
                  </a:lnTo>
                  <a:lnTo>
                    <a:pt x="77465" y="308238"/>
                  </a:lnTo>
                  <a:lnTo>
                    <a:pt x="81995" y="311018"/>
                  </a:lnTo>
                  <a:lnTo>
                    <a:pt x="86611" y="313652"/>
                  </a:lnTo>
                  <a:lnTo>
                    <a:pt x="91308" y="316138"/>
                  </a:lnTo>
                  <a:lnTo>
                    <a:pt x="96082" y="318474"/>
                  </a:lnTo>
                  <a:lnTo>
                    <a:pt x="100927" y="320657"/>
                  </a:lnTo>
                  <a:lnTo>
                    <a:pt x="105840" y="322684"/>
                  </a:lnTo>
                  <a:lnTo>
                    <a:pt x="110815" y="324555"/>
                  </a:lnTo>
                  <a:lnTo>
                    <a:pt x="115846" y="326266"/>
                  </a:lnTo>
                  <a:lnTo>
                    <a:pt x="120930" y="327817"/>
                  </a:lnTo>
                  <a:lnTo>
                    <a:pt x="126060" y="329205"/>
                  </a:lnTo>
                  <a:lnTo>
                    <a:pt x="131232" y="330429"/>
                  </a:lnTo>
                  <a:lnTo>
                    <a:pt x="136440" y="331489"/>
                  </a:lnTo>
                  <a:lnTo>
                    <a:pt x="141679" y="332382"/>
                  </a:lnTo>
                  <a:lnTo>
                    <a:pt x="146943" y="333108"/>
                  </a:lnTo>
                  <a:lnTo>
                    <a:pt x="152229" y="333667"/>
                  </a:lnTo>
                  <a:lnTo>
                    <a:pt x="157529" y="334057"/>
                  </a:lnTo>
                  <a:lnTo>
                    <a:pt x="162839" y="334279"/>
                  </a:lnTo>
                  <a:lnTo>
                    <a:pt x="168153" y="334331"/>
                  </a:lnTo>
                  <a:lnTo>
                    <a:pt x="173467" y="334215"/>
                  </a:lnTo>
                  <a:lnTo>
                    <a:pt x="178774" y="333930"/>
                  </a:lnTo>
                  <a:lnTo>
                    <a:pt x="184069" y="333476"/>
                  </a:lnTo>
                  <a:lnTo>
                    <a:pt x="189347" y="332855"/>
                  </a:lnTo>
                  <a:lnTo>
                    <a:pt x="194603" y="332065"/>
                  </a:lnTo>
                  <a:lnTo>
                    <a:pt x="199831" y="331109"/>
                  </a:lnTo>
                  <a:lnTo>
                    <a:pt x="205026" y="329988"/>
                  </a:lnTo>
                  <a:lnTo>
                    <a:pt x="210182" y="32870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238196"/>
              <a:ext cx="43029" cy="161534"/>
            </a:xfrm>
            <a:custGeom>
              <a:avLst/>
              <a:pathLst>
                <a:path w="43029" h="161534">
                  <a:moveTo>
                    <a:pt x="43029" y="1615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238196"/>
              <a:ext cx="43029" cy="161534"/>
            </a:xfrm>
            <a:custGeom>
              <a:avLst/>
              <a:pathLst>
                <a:path w="43029" h="161534">
                  <a:moveTo>
                    <a:pt x="43029" y="1615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238196"/>
              <a:ext cx="43029" cy="161534"/>
            </a:xfrm>
            <a:custGeom>
              <a:avLst/>
              <a:pathLst>
                <a:path w="43029" h="161534">
                  <a:moveTo>
                    <a:pt x="43029" y="1615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238196"/>
              <a:ext cx="43029" cy="161534"/>
            </a:xfrm>
            <a:custGeom>
              <a:avLst/>
              <a:pathLst>
                <a:path w="43029" h="161534">
                  <a:moveTo>
                    <a:pt x="43029" y="1615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43029" cy="161534"/>
            </a:xfrm>
            <a:custGeom>
              <a:avLst/>
              <a:pathLst>
                <a:path w="43029" h="161534">
                  <a:moveTo>
                    <a:pt x="43029" y="1615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43029" cy="161534"/>
            </a:xfrm>
            <a:custGeom>
              <a:avLst/>
              <a:pathLst>
                <a:path w="43029" h="161534">
                  <a:moveTo>
                    <a:pt x="43029" y="1615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43029" cy="161534"/>
            </a:xfrm>
            <a:custGeom>
              <a:avLst/>
              <a:pathLst>
                <a:path w="43029" h="161534">
                  <a:moveTo>
                    <a:pt x="43029" y="1615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43029" cy="161534"/>
            </a:xfrm>
            <a:custGeom>
              <a:avLst/>
              <a:pathLst>
                <a:path w="43029" h="161534">
                  <a:moveTo>
                    <a:pt x="43029" y="1615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43029" cy="161534"/>
            </a:xfrm>
            <a:custGeom>
              <a:avLst/>
              <a:pathLst>
                <a:path w="43029" h="161534">
                  <a:moveTo>
                    <a:pt x="43029" y="1615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43029" cy="161534"/>
            </a:xfrm>
            <a:custGeom>
              <a:avLst/>
              <a:pathLst>
                <a:path w="43029" h="161534">
                  <a:moveTo>
                    <a:pt x="43029" y="1615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43029" cy="161534"/>
            </a:xfrm>
            <a:custGeom>
              <a:avLst/>
              <a:pathLst>
                <a:path w="43029" h="161534">
                  <a:moveTo>
                    <a:pt x="43029" y="1615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43029" cy="161534"/>
            </a:xfrm>
            <a:custGeom>
              <a:avLst/>
              <a:pathLst>
                <a:path w="43029" h="161534">
                  <a:moveTo>
                    <a:pt x="43029" y="1615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43029" cy="161534"/>
            </a:xfrm>
            <a:custGeom>
              <a:avLst/>
              <a:pathLst>
                <a:path w="43029" h="161534">
                  <a:moveTo>
                    <a:pt x="43029" y="1615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43029" cy="161534"/>
            </a:xfrm>
            <a:custGeom>
              <a:avLst/>
              <a:pathLst>
                <a:path w="43029" h="161534">
                  <a:moveTo>
                    <a:pt x="43029" y="1615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43029" cy="161534"/>
            </a:xfrm>
            <a:custGeom>
              <a:avLst/>
              <a:pathLst>
                <a:path w="43029" h="161534">
                  <a:moveTo>
                    <a:pt x="43029" y="1615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43029" cy="161534"/>
            </a:xfrm>
            <a:custGeom>
              <a:avLst/>
              <a:pathLst>
                <a:path w="43029" h="161534">
                  <a:moveTo>
                    <a:pt x="43029" y="1615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43029" cy="161534"/>
            </a:xfrm>
            <a:custGeom>
              <a:avLst/>
              <a:pathLst>
                <a:path w="43029" h="161534">
                  <a:moveTo>
                    <a:pt x="43029" y="16153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072154"/>
              <a:ext cx="167162" cy="327576"/>
            </a:xfrm>
            <a:custGeom>
              <a:avLst/>
              <a:pathLst>
                <a:path w="167162" h="327576">
                  <a:moveTo>
                    <a:pt x="43029" y="327576"/>
                  </a:moveTo>
                  <a:lnTo>
                    <a:pt x="48140" y="326127"/>
                  </a:lnTo>
                  <a:lnTo>
                    <a:pt x="53203" y="324517"/>
                  </a:lnTo>
                  <a:lnTo>
                    <a:pt x="58212" y="322746"/>
                  </a:lnTo>
                  <a:lnTo>
                    <a:pt x="63163" y="320817"/>
                  </a:lnTo>
                  <a:lnTo>
                    <a:pt x="68049" y="318731"/>
                  </a:lnTo>
                  <a:lnTo>
                    <a:pt x="72867" y="316492"/>
                  </a:lnTo>
                  <a:lnTo>
                    <a:pt x="77611" y="314100"/>
                  </a:lnTo>
                  <a:lnTo>
                    <a:pt x="82277" y="311559"/>
                  </a:lnTo>
                  <a:lnTo>
                    <a:pt x="86860" y="308871"/>
                  </a:lnTo>
                  <a:lnTo>
                    <a:pt x="91355" y="306039"/>
                  </a:lnTo>
                  <a:lnTo>
                    <a:pt x="95758" y="303065"/>
                  </a:lnTo>
                  <a:lnTo>
                    <a:pt x="100064" y="299952"/>
                  </a:lnTo>
                  <a:lnTo>
                    <a:pt x="104269" y="296705"/>
                  </a:lnTo>
                  <a:lnTo>
                    <a:pt x="108368" y="293326"/>
                  </a:lnTo>
                  <a:lnTo>
                    <a:pt x="112358" y="289818"/>
                  </a:lnTo>
                  <a:lnTo>
                    <a:pt x="116235" y="286184"/>
                  </a:lnTo>
                  <a:lnTo>
                    <a:pt x="119994" y="282430"/>
                  </a:lnTo>
                  <a:lnTo>
                    <a:pt x="123632" y="278558"/>
                  </a:lnTo>
                  <a:lnTo>
                    <a:pt x="127145" y="274572"/>
                  </a:lnTo>
                  <a:lnTo>
                    <a:pt x="130530" y="270477"/>
                  </a:lnTo>
                  <a:lnTo>
                    <a:pt x="133783" y="266276"/>
                  </a:lnTo>
                  <a:lnTo>
                    <a:pt x="136900" y="261974"/>
                  </a:lnTo>
                  <a:lnTo>
                    <a:pt x="139880" y="257575"/>
                  </a:lnTo>
                  <a:lnTo>
                    <a:pt x="142718" y="253084"/>
                  </a:lnTo>
                  <a:lnTo>
                    <a:pt x="145412" y="248505"/>
                  </a:lnTo>
                  <a:lnTo>
                    <a:pt x="147959" y="243842"/>
                  </a:lnTo>
                  <a:lnTo>
                    <a:pt x="150357" y="239101"/>
                  </a:lnTo>
                  <a:lnTo>
                    <a:pt x="152602" y="234286"/>
                  </a:lnTo>
                  <a:lnTo>
                    <a:pt x="154694" y="229402"/>
                  </a:lnTo>
                  <a:lnTo>
                    <a:pt x="156629" y="224454"/>
                  </a:lnTo>
                  <a:lnTo>
                    <a:pt x="158407" y="219447"/>
                  </a:lnTo>
                  <a:lnTo>
                    <a:pt x="160024" y="214386"/>
                  </a:lnTo>
                  <a:lnTo>
                    <a:pt x="161479" y="209277"/>
                  </a:lnTo>
                  <a:lnTo>
                    <a:pt x="162772" y="204123"/>
                  </a:lnTo>
                  <a:lnTo>
                    <a:pt x="163899" y="198932"/>
                  </a:lnTo>
                  <a:lnTo>
                    <a:pt x="164862" y="193707"/>
                  </a:lnTo>
                  <a:lnTo>
                    <a:pt x="165658" y="188454"/>
                  </a:lnTo>
                  <a:lnTo>
                    <a:pt x="166286" y="183178"/>
                  </a:lnTo>
                  <a:lnTo>
                    <a:pt x="166747" y="177885"/>
                  </a:lnTo>
                  <a:lnTo>
                    <a:pt x="167039" y="172580"/>
                  </a:lnTo>
                  <a:lnTo>
                    <a:pt x="167162" y="167269"/>
                  </a:lnTo>
                  <a:lnTo>
                    <a:pt x="167117" y="161956"/>
                  </a:lnTo>
                  <a:lnTo>
                    <a:pt x="166903" y="156647"/>
                  </a:lnTo>
                  <a:lnTo>
                    <a:pt x="166520" y="151348"/>
                  </a:lnTo>
                  <a:lnTo>
                    <a:pt x="165969" y="146064"/>
                  </a:lnTo>
                  <a:lnTo>
                    <a:pt x="165250" y="140800"/>
                  </a:lnTo>
                  <a:lnTo>
                    <a:pt x="164365" y="135561"/>
                  </a:lnTo>
                  <a:lnTo>
                    <a:pt x="163313" y="130353"/>
                  </a:lnTo>
                  <a:lnTo>
                    <a:pt x="162096" y="125181"/>
                  </a:lnTo>
                  <a:lnTo>
                    <a:pt x="160716" y="120051"/>
                  </a:lnTo>
                  <a:lnTo>
                    <a:pt x="159173" y="114967"/>
                  </a:lnTo>
                  <a:lnTo>
                    <a:pt x="157470" y="109934"/>
                  </a:lnTo>
                  <a:lnTo>
                    <a:pt x="155607" y="104959"/>
                  </a:lnTo>
                  <a:lnTo>
                    <a:pt x="153588" y="100045"/>
                  </a:lnTo>
                  <a:lnTo>
                    <a:pt x="151413" y="95197"/>
                  </a:lnTo>
                  <a:lnTo>
                    <a:pt x="149085" y="90421"/>
                  </a:lnTo>
                  <a:lnTo>
                    <a:pt x="146607" y="85722"/>
                  </a:lnTo>
                  <a:lnTo>
                    <a:pt x="143980" y="81103"/>
                  </a:lnTo>
                  <a:lnTo>
                    <a:pt x="141208" y="76571"/>
                  </a:lnTo>
                  <a:lnTo>
                    <a:pt x="138294" y="72129"/>
                  </a:lnTo>
                  <a:lnTo>
                    <a:pt x="135240" y="67781"/>
                  </a:lnTo>
                  <a:lnTo>
                    <a:pt x="132049" y="63533"/>
                  </a:lnTo>
                  <a:lnTo>
                    <a:pt x="128725" y="59389"/>
                  </a:lnTo>
                  <a:lnTo>
                    <a:pt x="125270" y="55352"/>
                  </a:lnTo>
                  <a:lnTo>
                    <a:pt x="121690" y="51427"/>
                  </a:lnTo>
                  <a:lnTo>
                    <a:pt x="117986" y="47618"/>
                  </a:lnTo>
                  <a:lnTo>
                    <a:pt x="114163" y="43928"/>
                  </a:lnTo>
                  <a:lnTo>
                    <a:pt x="110225" y="40362"/>
                  </a:lnTo>
                  <a:lnTo>
                    <a:pt x="106175" y="36923"/>
                  </a:lnTo>
                  <a:lnTo>
                    <a:pt x="102018" y="33614"/>
                  </a:lnTo>
                  <a:lnTo>
                    <a:pt x="97759" y="30439"/>
                  </a:lnTo>
                  <a:lnTo>
                    <a:pt x="93400" y="27401"/>
                  </a:lnTo>
                  <a:lnTo>
                    <a:pt x="88947" y="24503"/>
                  </a:lnTo>
                  <a:lnTo>
                    <a:pt x="84404" y="21748"/>
                  </a:lnTo>
                  <a:lnTo>
                    <a:pt x="79776" y="19138"/>
                  </a:lnTo>
                  <a:lnTo>
                    <a:pt x="75068" y="16677"/>
                  </a:lnTo>
                  <a:lnTo>
                    <a:pt x="70283" y="14367"/>
                  </a:lnTo>
                  <a:lnTo>
                    <a:pt x="65428" y="12210"/>
                  </a:lnTo>
                  <a:lnTo>
                    <a:pt x="60506" y="10209"/>
                  </a:lnTo>
                  <a:lnTo>
                    <a:pt x="55524" y="8365"/>
                  </a:lnTo>
                  <a:lnTo>
                    <a:pt x="50485" y="6680"/>
                  </a:lnTo>
                  <a:lnTo>
                    <a:pt x="45395" y="5156"/>
                  </a:lnTo>
                  <a:lnTo>
                    <a:pt x="40260" y="3795"/>
                  </a:lnTo>
                  <a:lnTo>
                    <a:pt x="35083" y="2597"/>
                  </a:lnTo>
                  <a:lnTo>
                    <a:pt x="29872" y="1565"/>
                  </a:lnTo>
                  <a:lnTo>
                    <a:pt x="24630" y="699"/>
                  </a:lnTo>
                  <a:lnTo>
                    <a:pt x="19363" y="0"/>
                  </a:lnTo>
                  <a:lnTo>
                    <a:pt x="0" y="166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071028"/>
              <a:ext cx="19363" cy="167167"/>
            </a:xfrm>
            <a:custGeom>
              <a:avLst/>
              <a:pathLst>
                <a:path w="19363" h="167167">
                  <a:moveTo>
                    <a:pt x="19363" y="1125"/>
                  </a:moveTo>
                  <a:lnTo>
                    <a:pt x="9698" y="28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45039" y="1322571"/>
              <a:ext cx="143681" cy="167167"/>
            </a:xfrm>
            <a:custGeom>
              <a:avLst/>
              <a:pathLst>
                <a:path w="143681" h="167167">
                  <a:moveTo>
                    <a:pt x="143681" y="0"/>
                  </a:moveTo>
                  <a:lnTo>
                    <a:pt x="138104" y="93"/>
                  </a:lnTo>
                  <a:lnTo>
                    <a:pt x="132534" y="372"/>
                  </a:lnTo>
                  <a:lnTo>
                    <a:pt x="126976" y="836"/>
                  </a:lnTo>
                  <a:lnTo>
                    <a:pt x="121437" y="1486"/>
                  </a:lnTo>
                  <a:lnTo>
                    <a:pt x="115922" y="2320"/>
                  </a:lnTo>
                  <a:lnTo>
                    <a:pt x="110439" y="3338"/>
                  </a:lnTo>
                  <a:lnTo>
                    <a:pt x="104992" y="4538"/>
                  </a:lnTo>
                  <a:lnTo>
                    <a:pt x="99589" y="5919"/>
                  </a:lnTo>
                  <a:lnTo>
                    <a:pt x="94234" y="7480"/>
                  </a:lnTo>
                  <a:lnTo>
                    <a:pt x="88935" y="9218"/>
                  </a:lnTo>
                  <a:lnTo>
                    <a:pt x="83697" y="11132"/>
                  </a:lnTo>
                  <a:lnTo>
                    <a:pt x="78525" y="13220"/>
                  </a:lnTo>
                  <a:lnTo>
                    <a:pt x="73426" y="15479"/>
                  </a:lnTo>
                  <a:lnTo>
                    <a:pt x="68405" y="17907"/>
                  </a:lnTo>
                  <a:lnTo>
                    <a:pt x="63468" y="20501"/>
                  </a:lnTo>
                  <a:lnTo>
                    <a:pt x="58620" y="23259"/>
                  </a:lnTo>
                  <a:lnTo>
                    <a:pt x="53867" y="26176"/>
                  </a:lnTo>
                  <a:lnTo>
                    <a:pt x="49213" y="29251"/>
                  </a:lnTo>
                  <a:lnTo>
                    <a:pt x="44665" y="32479"/>
                  </a:lnTo>
                  <a:lnTo>
                    <a:pt x="40228" y="35857"/>
                  </a:lnTo>
                  <a:lnTo>
                    <a:pt x="35905" y="39381"/>
                  </a:lnTo>
                  <a:lnTo>
                    <a:pt x="31702" y="43047"/>
                  </a:lnTo>
                  <a:lnTo>
                    <a:pt x="27624" y="46851"/>
                  </a:lnTo>
                  <a:lnTo>
                    <a:pt x="23675" y="50790"/>
                  </a:lnTo>
                  <a:lnTo>
                    <a:pt x="19860" y="54858"/>
                  </a:lnTo>
                  <a:lnTo>
                    <a:pt x="16182" y="59051"/>
                  </a:lnTo>
                  <a:lnTo>
                    <a:pt x="12647" y="63364"/>
                  </a:lnTo>
                  <a:lnTo>
                    <a:pt x="9257" y="67793"/>
                  </a:lnTo>
                  <a:lnTo>
                    <a:pt x="6017" y="72332"/>
                  </a:lnTo>
                  <a:lnTo>
                    <a:pt x="2930" y="76977"/>
                  </a:lnTo>
                  <a:lnTo>
                    <a:pt x="0" y="81723"/>
                  </a:lnTo>
                  <a:lnTo>
                    <a:pt x="14368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45039" y="1404295"/>
              <a:ext cx="143681" cy="85444"/>
            </a:xfrm>
            <a:custGeom>
              <a:avLst/>
              <a:pathLst>
                <a:path w="143681" h="85444">
                  <a:moveTo>
                    <a:pt x="0" y="0"/>
                  </a:moveTo>
                  <a:lnTo>
                    <a:pt x="143681" y="85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45039" y="1404295"/>
              <a:ext cx="143681" cy="85444"/>
            </a:xfrm>
            <a:custGeom>
              <a:avLst/>
              <a:pathLst>
                <a:path w="143681" h="85444">
                  <a:moveTo>
                    <a:pt x="0" y="0"/>
                  </a:moveTo>
                  <a:lnTo>
                    <a:pt x="143681" y="85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45039" y="1404295"/>
              <a:ext cx="143681" cy="85444"/>
            </a:xfrm>
            <a:custGeom>
              <a:avLst/>
              <a:pathLst>
                <a:path w="143681" h="85444">
                  <a:moveTo>
                    <a:pt x="0" y="0"/>
                  </a:moveTo>
                  <a:lnTo>
                    <a:pt x="143681" y="85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45039" y="1404295"/>
              <a:ext cx="143681" cy="85444"/>
            </a:xfrm>
            <a:custGeom>
              <a:avLst/>
              <a:pathLst>
                <a:path w="143681" h="85444">
                  <a:moveTo>
                    <a:pt x="0" y="0"/>
                  </a:moveTo>
                  <a:lnTo>
                    <a:pt x="143681" y="85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45039" y="1404295"/>
              <a:ext cx="143681" cy="85444"/>
            </a:xfrm>
            <a:custGeom>
              <a:avLst/>
              <a:pathLst>
                <a:path w="143681" h="85444">
                  <a:moveTo>
                    <a:pt x="0" y="0"/>
                  </a:moveTo>
                  <a:lnTo>
                    <a:pt x="143681" y="85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45039" y="1404295"/>
              <a:ext cx="143681" cy="85444"/>
            </a:xfrm>
            <a:custGeom>
              <a:avLst/>
              <a:pathLst>
                <a:path w="143681" h="85444">
                  <a:moveTo>
                    <a:pt x="0" y="0"/>
                  </a:moveTo>
                  <a:lnTo>
                    <a:pt x="143681" y="85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45039" y="1404295"/>
              <a:ext cx="143681" cy="85444"/>
            </a:xfrm>
            <a:custGeom>
              <a:avLst/>
              <a:pathLst>
                <a:path w="143681" h="85444">
                  <a:moveTo>
                    <a:pt x="0" y="0"/>
                  </a:moveTo>
                  <a:lnTo>
                    <a:pt x="143681" y="854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45039" y="1404295"/>
              <a:ext cx="143681" cy="85444"/>
            </a:xfrm>
            <a:custGeom>
              <a:avLst/>
              <a:pathLst>
                <a:path w="143681" h="85444">
                  <a:moveTo>
                    <a:pt x="0" y="0"/>
                  </a:moveTo>
                  <a:lnTo>
                    <a:pt x="143681" y="85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45039" y="1404295"/>
              <a:ext cx="143681" cy="85444"/>
            </a:xfrm>
            <a:custGeom>
              <a:avLst/>
              <a:pathLst>
                <a:path w="143681" h="85444">
                  <a:moveTo>
                    <a:pt x="0" y="0"/>
                  </a:moveTo>
                  <a:lnTo>
                    <a:pt x="143681" y="85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45039" y="1404295"/>
              <a:ext cx="143681" cy="85444"/>
            </a:xfrm>
            <a:custGeom>
              <a:avLst/>
              <a:pathLst>
                <a:path w="143681" h="85444">
                  <a:moveTo>
                    <a:pt x="0" y="0"/>
                  </a:moveTo>
                  <a:lnTo>
                    <a:pt x="143681" y="854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45039" y="1404295"/>
              <a:ext cx="143681" cy="85444"/>
            </a:xfrm>
            <a:custGeom>
              <a:avLst/>
              <a:pathLst>
                <a:path w="143681" h="85444">
                  <a:moveTo>
                    <a:pt x="0" y="0"/>
                  </a:moveTo>
                  <a:lnTo>
                    <a:pt x="143681" y="85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45039" y="1404295"/>
              <a:ext cx="143681" cy="85444"/>
            </a:xfrm>
            <a:custGeom>
              <a:avLst/>
              <a:pathLst>
                <a:path w="143681" h="85444">
                  <a:moveTo>
                    <a:pt x="0" y="0"/>
                  </a:moveTo>
                  <a:lnTo>
                    <a:pt x="143681" y="85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45039" y="1404295"/>
              <a:ext cx="143681" cy="85444"/>
            </a:xfrm>
            <a:custGeom>
              <a:avLst/>
              <a:pathLst>
                <a:path w="143681" h="85444">
                  <a:moveTo>
                    <a:pt x="0" y="0"/>
                  </a:moveTo>
                  <a:lnTo>
                    <a:pt x="143681" y="85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45039" y="1404295"/>
              <a:ext cx="143681" cy="85444"/>
            </a:xfrm>
            <a:custGeom>
              <a:avLst/>
              <a:pathLst>
                <a:path w="143681" h="85444">
                  <a:moveTo>
                    <a:pt x="0" y="0"/>
                  </a:moveTo>
                  <a:lnTo>
                    <a:pt x="143681" y="85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45039" y="1404295"/>
              <a:ext cx="143681" cy="85444"/>
            </a:xfrm>
            <a:custGeom>
              <a:avLst/>
              <a:pathLst>
                <a:path w="143681" h="85444">
                  <a:moveTo>
                    <a:pt x="0" y="0"/>
                  </a:moveTo>
                  <a:lnTo>
                    <a:pt x="143681" y="854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45039" y="1404295"/>
              <a:ext cx="143681" cy="85444"/>
            </a:xfrm>
            <a:custGeom>
              <a:avLst/>
              <a:pathLst>
                <a:path w="143681" h="85444">
                  <a:moveTo>
                    <a:pt x="0" y="0"/>
                  </a:moveTo>
                  <a:lnTo>
                    <a:pt x="143681" y="854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21555" y="1358182"/>
              <a:ext cx="334315" cy="298720"/>
            </a:xfrm>
            <a:custGeom>
              <a:avLst/>
              <a:pathLst>
                <a:path w="334315" h="298720">
                  <a:moveTo>
                    <a:pt x="23484" y="46112"/>
                  </a:moveTo>
                  <a:lnTo>
                    <a:pt x="20837" y="50728"/>
                  </a:lnTo>
                  <a:lnTo>
                    <a:pt x="18339" y="55426"/>
                  </a:lnTo>
                  <a:lnTo>
                    <a:pt x="15991" y="60202"/>
                  </a:lnTo>
                  <a:lnTo>
                    <a:pt x="13797" y="65050"/>
                  </a:lnTo>
                  <a:lnTo>
                    <a:pt x="11758" y="69965"/>
                  </a:lnTo>
                  <a:lnTo>
                    <a:pt x="9876" y="74942"/>
                  </a:lnTo>
                  <a:lnTo>
                    <a:pt x="8154" y="79977"/>
                  </a:lnTo>
                  <a:lnTo>
                    <a:pt x="6593" y="85064"/>
                  </a:lnTo>
                  <a:lnTo>
                    <a:pt x="5194" y="90198"/>
                  </a:lnTo>
                  <a:lnTo>
                    <a:pt x="3960" y="95374"/>
                  </a:lnTo>
                  <a:lnTo>
                    <a:pt x="2891" y="100587"/>
                  </a:lnTo>
                  <a:lnTo>
                    <a:pt x="1989" y="105831"/>
                  </a:lnTo>
                  <a:lnTo>
                    <a:pt x="1254" y="111102"/>
                  </a:lnTo>
                  <a:lnTo>
                    <a:pt x="687" y="116393"/>
                  </a:lnTo>
                  <a:lnTo>
                    <a:pt x="289" y="121699"/>
                  </a:lnTo>
                  <a:lnTo>
                    <a:pt x="59" y="127015"/>
                  </a:lnTo>
                  <a:lnTo>
                    <a:pt x="0" y="132336"/>
                  </a:lnTo>
                  <a:lnTo>
                    <a:pt x="109" y="137656"/>
                  </a:lnTo>
                  <a:lnTo>
                    <a:pt x="388" y="142970"/>
                  </a:lnTo>
                  <a:lnTo>
                    <a:pt x="836" y="148273"/>
                  </a:lnTo>
                  <a:lnTo>
                    <a:pt x="1452" y="153558"/>
                  </a:lnTo>
                  <a:lnTo>
                    <a:pt x="2236" y="158821"/>
                  </a:lnTo>
                  <a:lnTo>
                    <a:pt x="3187" y="164057"/>
                  </a:lnTo>
                  <a:lnTo>
                    <a:pt x="4305" y="169259"/>
                  </a:lnTo>
                  <a:lnTo>
                    <a:pt x="5588" y="174424"/>
                  </a:lnTo>
                  <a:lnTo>
                    <a:pt x="7034" y="179545"/>
                  </a:lnTo>
                  <a:lnTo>
                    <a:pt x="8642" y="184617"/>
                  </a:lnTo>
                  <a:lnTo>
                    <a:pt x="10411" y="189635"/>
                  </a:lnTo>
                  <a:lnTo>
                    <a:pt x="12339" y="194595"/>
                  </a:lnTo>
                  <a:lnTo>
                    <a:pt x="14424" y="199491"/>
                  </a:lnTo>
                  <a:lnTo>
                    <a:pt x="16664" y="204318"/>
                  </a:lnTo>
                  <a:lnTo>
                    <a:pt x="19056" y="209071"/>
                  </a:lnTo>
                  <a:lnTo>
                    <a:pt x="21598" y="213746"/>
                  </a:lnTo>
                  <a:lnTo>
                    <a:pt x="24288" y="218337"/>
                  </a:lnTo>
                  <a:lnTo>
                    <a:pt x="27122" y="222841"/>
                  </a:lnTo>
                  <a:lnTo>
                    <a:pt x="30099" y="227252"/>
                  </a:lnTo>
                  <a:lnTo>
                    <a:pt x="33214" y="231566"/>
                  </a:lnTo>
                  <a:lnTo>
                    <a:pt x="36465" y="235779"/>
                  </a:lnTo>
                  <a:lnTo>
                    <a:pt x="39848" y="239886"/>
                  </a:lnTo>
                  <a:lnTo>
                    <a:pt x="43361" y="243883"/>
                  </a:lnTo>
                  <a:lnTo>
                    <a:pt x="46998" y="247767"/>
                  </a:lnTo>
                  <a:lnTo>
                    <a:pt x="50758" y="251532"/>
                  </a:lnTo>
                  <a:lnTo>
                    <a:pt x="54636" y="255177"/>
                  </a:lnTo>
                  <a:lnTo>
                    <a:pt x="58627" y="258696"/>
                  </a:lnTo>
                  <a:lnTo>
                    <a:pt x="62729" y="262086"/>
                  </a:lnTo>
                  <a:lnTo>
                    <a:pt x="66936" y="265344"/>
                  </a:lnTo>
                  <a:lnTo>
                    <a:pt x="71245" y="268466"/>
                  </a:lnTo>
                  <a:lnTo>
                    <a:pt x="75651" y="271449"/>
                  </a:lnTo>
                  <a:lnTo>
                    <a:pt x="80150" y="274291"/>
                  </a:lnTo>
                  <a:lnTo>
                    <a:pt x="84737" y="276988"/>
                  </a:lnTo>
                  <a:lnTo>
                    <a:pt x="89408" y="279538"/>
                  </a:lnTo>
                  <a:lnTo>
                    <a:pt x="94157" y="281938"/>
                  </a:lnTo>
                  <a:lnTo>
                    <a:pt x="98980" y="284186"/>
                  </a:lnTo>
                  <a:lnTo>
                    <a:pt x="103873" y="286278"/>
                  </a:lnTo>
                  <a:lnTo>
                    <a:pt x="108829" y="288215"/>
                  </a:lnTo>
                  <a:lnTo>
                    <a:pt x="113845" y="289992"/>
                  </a:lnTo>
                  <a:lnTo>
                    <a:pt x="118915" y="291609"/>
                  </a:lnTo>
                  <a:lnTo>
                    <a:pt x="124033" y="293063"/>
                  </a:lnTo>
                  <a:lnTo>
                    <a:pt x="129195" y="294354"/>
                  </a:lnTo>
                  <a:lnTo>
                    <a:pt x="134396" y="295480"/>
                  </a:lnTo>
                  <a:lnTo>
                    <a:pt x="139630" y="296440"/>
                  </a:lnTo>
                  <a:lnTo>
                    <a:pt x="144892" y="297233"/>
                  </a:lnTo>
                  <a:lnTo>
                    <a:pt x="150176" y="297858"/>
                  </a:lnTo>
                  <a:lnTo>
                    <a:pt x="155478" y="298314"/>
                  </a:lnTo>
                  <a:lnTo>
                    <a:pt x="160792" y="298602"/>
                  </a:lnTo>
                  <a:lnTo>
                    <a:pt x="166111" y="298720"/>
                  </a:lnTo>
                  <a:lnTo>
                    <a:pt x="171432" y="298669"/>
                  </a:lnTo>
                  <a:lnTo>
                    <a:pt x="176749" y="298449"/>
                  </a:lnTo>
                  <a:lnTo>
                    <a:pt x="182056" y="298059"/>
                  </a:lnTo>
                  <a:lnTo>
                    <a:pt x="187348" y="297501"/>
                  </a:lnTo>
                  <a:lnTo>
                    <a:pt x="192619" y="296774"/>
                  </a:lnTo>
                  <a:lnTo>
                    <a:pt x="197865" y="295880"/>
                  </a:lnTo>
                  <a:lnTo>
                    <a:pt x="203080" y="294820"/>
                  </a:lnTo>
                  <a:lnTo>
                    <a:pt x="208258" y="293594"/>
                  </a:lnTo>
                  <a:lnTo>
                    <a:pt x="213394" y="292204"/>
                  </a:lnTo>
                  <a:lnTo>
                    <a:pt x="218484" y="290651"/>
                  </a:lnTo>
                  <a:lnTo>
                    <a:pt x="223522" y="288937"/>
                  </a:lnTo>
                  <a:lnTo>
                    <a:pt x="228502" y="287064"/>
                  </a:lnTo>
                  <a:lnTo>
                    <a:pt x="233421" y="285033"/>
                  </a:lnTo>
                  <a:lnTo>
                    <a:pt x="238272" y="282847"/>
                  </a:lnTo>
                  <a:lnTo>
                    <a:pt x="243051" y="280507"/>
                  </a:lnTo>
                  <a:lnTo>
                    <a:pt x="247753" y="278016"/>
                  </a:lnTo>
                  <a:lnTo>
                    <a:pt x="252374" y="275377"/>
                  </a:lnTo>
                  <a:lnTo>
                    <a:pt x="256908" y="272592"/>
                  </a:lnTo>
                  <a:lnTo>
                    <a:pt x="261352" y="269664"/>
                  </a:lnTo>
                  <a:lnTo>
                    <a:pt x="265700" y="266596"/>
                  </a:lnTo>
                  <a:lnTo>
                    <a:pt x="269948" y="263392"/>
                  </a:lnTo>
                  <a:lnTo>
                    <a:pt x="274092" y="260054"/>
                  </a:lnTo>
                  <a:lnTo>
                    <a:pt x="278127" y="256585"/>
                  </a:lnTo>
                  <a:lnTo>
                    <a:pt x="282051" y="252990"/>
                  </a:lnTo>
                  <a:lnTo>
                    <a:pt x="285857" y="249272"/>
                  </a:lnTo>
                  <a:lnTo>
                    <a:pt x="289544" y="245435"/>
                  </a:lnTo>
                  <a:lnTo>
                    <a:pt x="293106" y="241482"/>
                  </a:lnTo>
                  <a:lnTo>
                    <a:pt x="296541" y="237418"/>
                  </a:lnTo>
                  <a:lnTo>
                    <a:pt x="299845" y="233247"/>
                  </a:lnTo>
                  <a:lnTo>
                    <a:pt x="303015" y="228972"/>
                  </a:lnTo>
                  <a:lnTo>
                    <a:pt x="306046" y="224599"/>
                  </a:lnTo>
                  <a:lnTo>
                    <a:pt x="308937" y="220132"/>
                  </a:lnTo>
                  <a:lnTo>
                    <a:pt x="311685" y="215574"/>
                  </a:lnTo>
                  <a:lnTo>
                    <a:pt x="314285" y="210932"/>
                  </a:lnTo>
                  <a:lnTo>
                    <a:pt x="316737" y="206209"/>
                  </a:lnTo>
                  <a:lnTo>
                    <a:pt x="319038" y="201411"/>
                  </a:lnTo>
                  <a:lnTo>
                    <a:pt x="321184" y="196542"/>
                  </a:lnTo>
                  <a:lnTo>
                    <a:pt x="323174" y="191607"/>
                  </a:lnTo>
                  <a:lnTo>
                    <a:pt x="325007" y="186611"/>
                  </a:lnTo>
                  <a:lnTo>
                    <a:pt x="326679" y="181559"/>
                  </a:lnTo>
                  <a:lnTo>
                    <a:pt x="328190" y="176457"/>
                  </a:lnTo>
                  <a:lnTo>
                    <a:pt x="329537" y="171309"/>
                  </a:lnTo>
                  <a:lnTo>
                    <a:pt x="330720" y="166121"/>
                  </a:lnTo>
                  <a:lnTo>
                    <a:pt x="331737" y="160898"/>
                  </a:lnTo>
                  <a:lnTo>
                    <a:pt x="332588" y="155645"/>
                  </a:lnTo>
                  <a:lnTo>
                    <a:pt x="333271" y="150368"/>
                  </a:lnTo>
                  <a:lnTo>
                    <a:pt x="333785" y="145072"/>
                  </a:lnTo>
                  <a:lnTo>
                    <a:pt x="334131" y="139762"/>
                  </a:lnTo>
                  <a:lnTo>
                    <a:pt x="334308" y="134443"/>
                  </a:lnTo>
                  <a:lnTo>
                    <a:pt x="334315" y="129122"/>
                  </a:lnTo>
                  <a:lnTo>
                    <a:pt x="334153" y="123803"/>
                  </a:lnTo>
                  <a:lnTo>
                    <a:pt x="333821" y="118492"/>
                  </a:lnTo>
                  <a:lnTo>
                    <a:pt x="333321" y="113195"/>
                  </a:lnTo>
                  <a:lnTo>
                    <a:pt x="332653" y="107916"/>
                  </a:lnTo>
                  <a:lnTo>
                    <a:pt x="331816" y="102660"/>
                  </a:lnTo>
                  <a:lnTo>
                    <a:pt x="330813" y="97435"/>
                  </a:lnTo>
                  <a:lnTo>
                    <a:pt x="329644" y="92243"/>
                  </a:lnTo>
                  <a:lnTo>
                    <a:pt x="328311" y="87092"/>
                  </a:lnTo>
                  <a:lnTo>
                    <a:pt x="326814" y="81986"/>
                  </a:lnTo>
                  <a:lnTo>
                    <a:pt x="325155" y="76929"/>
                  </a:lnTo>
                  <a:lnTo>
                    <a:pt x="323337" y="71929"/>
                  </a:lnTo>
                  <a:lnTo>
                    <a:pt x="321360" y="66988"/>
                  </a:lnTo>
                  <a:lnTo>
                    <a:pt x="319226" y="62113"/>
                  </a:lnTo>
                  <a:lnTo>
                    <a:pt x="316939" y="57309"/>
                  </a:lnTo>
                  <a:lnTo>
                    <a:pt x="314500" y="52579"/>
                  </a:lnTo>
                  <a:lnTo>
                    <a:pt x="311912" y="47930"/>
                  </a:lnTo>
                  <a:lnTo>
                    <a:pt x="309177" y="43365"/>
                  </a:lnTo>
                  <a:lnTo>
                    <a:pt x="306298" y="38890"/>
                  </a:lnTo>
                  <a:lnTo>
                    <a:pt x="303278" y="34509"/>
                  </a:lnTo>
                  <a:lnTo>
                    <a:pt x="300120" y="30226"/>
                  </a:lnTo>
                  <a:lnTo>
                    <a:pt x="296828" y="26045"/>
                  </a:lnTo>
                  <a:lnTo>
                    <a:pt x="293404" y="21972"/>
                  </a:lnTo>
                  <a:lnTo>
                    <a:pt x="289852" y="18010"/>
                  </a:lnTo>
                  <a:lnTo>
                    <a:pt x="286176" y="14162"/>
                  </a:lnTo>
                  <a:lnTo>
                    <a:pt x="282379" y="10434"/>
                  </a:lnTo>
                  <a:lnTo>
                    <a:pt x="278466" y="6828"/>
                  </a:lnTo>
                  <a:lnTo>
                    <a:pt x="274440" y="3349"/>
                  </a:lnTo>
                  <a:lnTo>
                    <a:pt x="270305" y="0"/>
                  </a:lnTo>
                  <a:lnTo>
                    <a:pt x="167165" y="1315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488720" y="1322571"/>
              <a:ext cx="103139" cy="167167"/>
            </a:xfrm>
            <a:custGeom>
              <a:avLst/>
              <a:pathLst>
                <a:path w="103139" h="167167">
                  <a:moveTo>
                    <a:pt x="103139" y="35610"/>
                  </a:moveTo>
                  <a:lnTo>
                    <a:pt x="98710" y="32255"/>
                  </a:lnTo>
                  <a:lnTo>
                    <a:pt x="94171" y="29048"/>
                  </a:lnTo>
                  <a:lnTo>
                    <a:pt x="89528" y="25994"/>
                  </a:lnTo>
                  <a:lnTo>
                    <a:pt x="84786" y="23097"/>
                  </a:lnTo>
                  <a:lnTo>
                    <a:pt x="79950" y="20358"/>
                  </a:lnTo>
                  <a:lnTo>
                    <a:pt x="75026" y="17782"/>
                  </a:lnTo>
                  <a:lnTo>
                    <a:pt x="70019" y="15370"/>
                  </a:lnTo>
                  <a:lnTo>
                    <a:pt x="64935" y="13127"/>
                  </a:lnTo>
                  <a:lnTo>
                    <a:pt x="59779" y="11054"/>
                  </a:lnTo>
                  <a:lnTo>
                    <a:pt x="54557" y="9153"/>
                  </a:lnTo>
                  <a:lnTo>
                    <a:pt x="49274" y="7427"/>
                  </a:lnTo>
                  <a:lnTo>
                    <a:pt x="43937" y="5877"/>
                  </a:lnTo>
                  <a:lnTo>
                    <a:pt x="38552" y="4506"/>
                  </a:lnTo>
                  <a:lnTo>
                    <a:pt x="33124" y="3314"/>
                  </a:lnTo>
                  <a:lnTo>
                    <a:pt x="27659" y="2304"/>
                  </a:lnTo>
                  <a:lnTo>
                    <a:pt x="22164" y="1475"/>
                  </a:lnTo>
                  <a:lnTo>
                    <a:pt x="16644" y="830"/>
                  </a:lnTo>
                  <a:lnTo>
                    <a:pt x="11106" y="369"/>
                  </a:lnTo>
                  <a:lnTo>
                    <a:pt x="5556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992889" y="1681503"/>
              <a:ext cx="93635" cy="167167"/>
            </a:xfrm>
            <a:custGeom>
              <a:avLst/>
              <a:pathLst>
                <a:path w="93635" h="167167">
                  <a:moveTo>
                    <a:pt x="93635" y="0"/>
                  </a:moveTo>
                  <a:lnTo>
                    <a:pt x="87790" y="102"/>
                  </a:lnTo>
                  <a:lnTo>
                    <a:pt x="81952" y="408"/>
                  </a:lnTo>
                  <a:lnTo>
                    <a:pt x="76128" y="919"/>
                  </a:lnTo>
                  <a:lnTo>
                    <a:pt x="70326" y="1633"/>
                  </a:lnTo>
                  <a:lnTo>
                    <a:pt x="64552" y="2549"/>
                  </a:lnTo>
                  <a:lnTo>
                    <a:pt x="58814" y="3666"/>
                  </a:lnTo>
                  <a:lnTo>
                    <a:pt x="53118" y="4984"/>
                  </a:lnTo>
                  <a:lnTo>
                    <a:pt x="47472" y="6500"/>
                  </a:lnTo>
                  <a:lnTo>
                    <a:pt x="41882" y="8212"/>
                  </a:lnTo>
                  <a:lnTo>
                    <a:pt x="36356" y="10119"/>
                  </a:lnTo>
                  <a:lnTo>
                    <a:pt x="30900" y="12218"/>
                  </a:lnTo>
                  <a:lnTo>
                    <a:pt x="25520" y="14506"/>
                  </a:lnTo>
                  <a:lnTo>
                    <a:pt x="20224" y="16981"/>
                  </a:lnTo>
                  <a:lnTo>
                    <a:pt x="15017" y="19640"/>
                  </a:lnTo>
                  <a:lnTo>
                    <a:pt x="9907" y="22479"/>
                  </a:lnTo>
                  <a:lnTo>
                    <a:pt x="4899" y="25496"/>
                  </a:lnTo>
                  <a:lnTo>
                    <a:pt x="0" y="28685"/>
                  </a:lnTo>
                  <a:lnTo>
                    <a:pt x="9363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992889" y="1710188"/>
              <a:ext cx="93635" cy="138482"/>
            </a:xfrm>
            <a:custGeom>
              <a:avLst/>
              <a:pathLst>
                <a:path w="93635" h="138482">
                  <a:moveTo>
                    <a:pt x="0" y="0"/>
                  </a:moveTo>
                  <a:lnTo>
                    <a:pt x="93635" y="13848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992889" y="1710188"/>
              <a:ext cx="93635" cy="138482"/>
            </a:xfrm>
            <a:custGeom>
              <a:avLst/>
              <a:pathLst>
                <a:path w="93635" h="138482">
                  <a:moveTo>
                    <a:pt x="0" y="0"/>
                  </a:moveTo>
                  <a:lnTo>
                    <a:pt x="93635" y="138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992889" y="1710188"/>
              <a:ext cx="93635" cy="138482"/>
            </a:xfrm>
            <a:custGeom>
              <a:avLst/>
              <a:pathLst>
                <a:path w="93635" h="138482">
                  <a:moveTo>
                    <a:pt x="0" y="0"/>
                  </a:moveTo>
                  <a:lnTo>
                    <a:pt x="93635" y="138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992889" y="1710188"/>
              <a:ext cx="93635" cy="138482"/>
            </a:xfrm>
            <a:custGeom>
              <a:avLst/>
              <a:pathLst>
                <a:path w="93635" h="138482">
                  <a:moveTo>
                    <a:pt x="0" y="0"/>
                  </a:moveTo>
                  <a:lnTo>
                    <a:pt x="93635" y="138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992889" y="1710188"/>
              <a:ext cx="93635" cy="138482"/>
            </a:xfrm>
            <a:custGeom>
              <a:avLst/>
              <a:pathLst>
                <a:path w="93635" h="138482">
                  <a:moveTo>
                    <a:pt x="0" y="0"/>
                  </a:moveTo>
                  <a:lnTo>
                    <a:pt x="93635" y="13848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992889" y="1710188"/>
              <a:ext cx="93635" cy="138482"/>
            </a:xfrm>
            <a:custGeom>
              <a:avLst/>
              <a:pathLst>
                <a:path w="93635" h="138482">
                  <a:moveTo>
                    <a:pt x="0" y="0"/>
                  </a:moveTo>
                  <a:lnTo>
                    <a:pt x="93635" y="13848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992889" y="1710188"/>
              <a:ext cx="93635" cy="138482"/>
            </a:xfrm>
            <a:custGeom>
              <a:avLst/>
              <a:pathLst>
                <a:path w="93635" h="138482">
                  <a:moveTo>
                    <a:pt x="0" y="0"/>
                  </a:moveTo>
                  <a:lnTo>
                    <a:pt x="93635" y="1384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92889" y="1710188"/>
              <a:ext cx="93635" cy="138482"/>
            </a:xfrm>
            <a:custGeom>
              <a:avLst/>
              <a:pathLst>
                <a:path w="93635" h="138482">
                  <a:moveTo>
                    <a:pt x="0" y="0"/>
                  </a:moveTo>
                  <a:lnTo>
                    <a:pt x="93635" y="13848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92889" y="1710188"/>
              <a:ext cx="93635" cy="138482"/>
            </a:xfrm>
            <a:custGeom>
              <a:avLst/>
              <a:pathLst>
                <a:path w="93635" h="138482">
                  <a:moveTo>
                    <a:pt x="0" y="0"/>
                  </a:moveTo>
                  <a:lnTo>
                    <a:pt x="93635" y="13848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2889" y="1710188"/>
              <a:ext cx="93635" cy="138482"/>
            </a:xfrm>
            <a:custGeom>
              <a:avLst/>
              <a:pathLst>
                <a:path w="93635" h="138482">
                  <a:moveTo>
                    <a:pt x="0" y="0"/>
                  </a:moveTo>
                  <a:lnTo>
                    <a:pt x="93635" y="138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2889" y="1710188"/>
              <a:ext cx="93635" cy="138482"/>
            </a:xfrm>
            <a:custGeom>
              <a:avLst/>
              <a:pathLst>
                <a:path w="93635" h="138482">
                  <a:moveTo>
                    <a:pt x="0" y="0"/>
                  </a:moveTo>
                  <a:lnTo>
                    <a:pt x="93635" y="138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2889" y="1710188"/>
              <a:ext cx="93635" cy="138482"/>
            </a:xfrm>
            <a:custGeom>
              <a:avLst/>
              <a:pathLst>
                <a:path w="93635" h="138482">
                  <a:moveTo>
                    <a:pt x="0" y="0"/>
                  </a:moveTo>
                  <a:lnTo>
                    <a:pt x="93635" y="138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2889" y="1710188"/>
              <a:ext cx="93635" cy="138482"/>
            </a:xfrm>
            <a:custGeom>
              <a:avLst/>
              <a:pathLst>
                <a:path w="93635" h="138482">
                  <a:moveTo>
                    <a:pt x="0" y="0"/>
                  </a:moveTo>
                  <a:lnTo>
                    <a:pt x="93635" y="13848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2889" y="1710188"/>
              <a:ext cx="93635" cy="138482"/>
            </a:xfrm>
            <a:custGeom>
              <a:avLst/>
              <a:pathLst>
                <a:path w="93635" h="138482">
                  <a:moveTo>
                    <a:pt x="0" y="0"/>
                  </a:moveTo>
                  <a:lnTo>
                    <a:pt x="93635" y="13848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2889" y="1710188"/>
              <a:ext cx="93635" cy="138482"/>
            </a:xfrm>
            <a:custGeom>
              <a:avLst/>
              <a:pathLst>
                <a:path w="93635" h="138482">
                  <a:moveTo>
                    <a:pt x="0" y="0"/>
                  </a:moveTo>
                  <a:lnTo>
                    <a:pt x="93635" y="13848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2889" y="1710188"/>
              <a:ext cx="93635" cy="138482"/>
            </a:xfrm>
            <a:custGeom>
              <a:avLst/>
              <a:pathLst>
                <a:path w="93635" h="138482">
                  <a:moveTo>
                    <a:pt x="0" y="0"/>
                  </a:moveTo>
                  <a:lnTo>
                    <a:pt x="93635" y="1384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19358" y="1681503"/>
              <a:ext cx="334326" cy="334321"/>
            </a:xfrm>
            <a:custGeom>
              <a:avLst/>
              <a:pathLst>
                <a:path w="334326" h="334321">
                  <a:moveTo>
                    <a:pt x="73530" y="28685"/>
                  </a:moveTo>
                  <a:lnTo>
                    <a:pt x="69201" y="31713"/>
                  </a:lnTo>
                  <a:lnTo>
                    <a:pt x="64970" y="34876"/>
                  </a:lnTo>
                  <a:lnTo>
                    <a:pt x="60841" y="38171"/>
                  </a:lnTo>
                  <a:lnTo>
                    <a:pt x="56818" y="41595"/>
                  </a:lnTo>
                  <a:lnTo>
                    <a:pt x="52905" y="45145"/>
                  </a:lnTo>
                  <a:lnTo>
                    <a:pt x="49106" y="48816"/>
                  </a:lnTo>
                  <a:lnTo>
                    <a:pt x="45426" y="52606"/>
                  </a:lnTo>
                  <a:lnTo>
                    <a:pt x="41866" y="56510"/>
                  </a:lnTo>
                  <a:lnTo>
                    <a:pt x="38432" y="60524"/>
                  </a:lnTo>
                  <a:lnTo>
                    <a:pt x="35127" y="64645"/>
                  </a:lnTo>
                  <a:lnTo>
                    <a:pt x="31953" y="68869"/>
                  </a:lnTo>
                  <a:lnTo>
                    <a:pt x="28915" y="73190"/>
                  </a:lnTo>
                  <a:lnTo>
                    <a:pt x="26014" y="77606"/>
                  </a:lnTo>
                  <a:lnTo>
                    <a:pt x="23255" y="82111"/>
                  </a:lnTo>
                  <a:lnTo>
                    <a:pt x="20639" y="86700"/>
                  </a:lnTo>
                  <a:lnTo>
                    <a:pt x="18170" y="91371"/>
                  </a:lnTo>
                  <a:lnTo>
                    <a:pt x="15849" y="96116"/>
                  </a:lnTo>
                  <a:lnTo>
                    <a:pt x="13680" y="100933"/>
                  </a:lnTo>
                  <a:lnTo>
                    <a:pt x="11663" y="105816"/>
                  </a:lnTo>
                  <a:lnTo>
                    <a:pt x="9802" y="110761"/>
                  </a:lnTo>
                  <a:lnTo>
                    <a:pt x="8099" y="115761"/>
                  </a:lnTo>
                  <a:lnTo>
                    <a:pt x="6554" y="120813"/>
                  </a:lnTo>
                  <a:lnTo>
                    <a:pt x="5169" y="125911"/>
                  </a:lnTo>
                  <a:lnTo>
                    <a:pt x="3947" y="131051"/>
                  </a:lnTo>
                  <a:lnTo>
                    <a:pt x="2887" y="136226"/>
                  </a:lnTo>
                  <a:lnTo>
                    <a:pt x="1991" y="141433"/>
                  </a:lnTo>
                  <a:lnTo>
                    <a:pt x="1261" y="146665"/>
                  </a:lnTo>
                  <a:lnTo>
                    <a:pt x="696" y="151917"/>
                  </a:lnTo>
                  <a:lnTo>
                    <a:pt x="297" y="157185"/>
                  </a:lnTo>
                  <a:lnTo>
                    <a:pt x="65" y="162463"/>
                  </a:lnTo>
                  <a:lnTo>
                    <a:pt x="0" y="167745"/>
                  </a:lnTo>
                  <a:lnTo>
                    <a:pt x="101" y="173027"/>
                  </a:lnTo>
                  <a:lnTo>
                    <a:pt x="370" y="178303"/>
                  </a:lnTo>
                  <a:lnTo>
                    <a:pt x="805" y="183568"/>
                  </a:lnTo>
                  <a:lnTo>
                    <a:pt x="1406" y="188817"/>
                  </a:lnTo>
                  <a:lnTo>
                    <a:pt x="2173" y="194044"/>
                  </a:lnTo>
                  <a:lnTo>
                    <a:pt x="3105" y="199244"/>
                  </a:lnTo>
                  <a:lnTo>
                    <a:pt x="4200" y="204412"/>
                  </a:lnTo>
                  <a:lnTo>
                    <a:pt x="5459" y="209542"/>
                  </a:lnTo>
                  <a:lnTo>
                    <a:pt x="6878" y="214631"/>
                  </a:lnTo>
                  <a:lnTo>
                    <a:pt x="8458" y="219672"/>
                  </a:lnTo>
                  <a:lnTo>
                    <a:pt x="10196" y="224661"/>
                  </a:lnTo>
                  <a:lnTo>
                    <a:pt x="12092" y="229592"/>
                  </a:lnTo>
                  <a:lnTo>
                    <a:pt x="14142" y="234461"/>
                  </a:lnTo>
                  <a:lnTo>
                    <a:pt x="16344" y="239263"/>
                  </a:lnTo>
                  <a:lnTo>
                    <a:pt x="18698" y="243992"/>
                  </a:lnTo>
                  <a:lnTo>
                    <a:pt x="21199" y="248645"/>
                  </a:lnTo>
                  <a:lnTo>
                    <a:pt x="23847" y="253217"/>
                  </a:lnTo>
                  <a:lnTo>
                    <a:pt x="26637" y="257703"/>
                  </a:lnTo>
                  <a:lnTo>
                    <a:pt x="29568" y="262098"/>
                  </a:lnTo>
                  <a:lnTo>
                    <a:pt x="32637" y="266398"/>
                  </a:lnTo>
                  <a:lnTo>
                    <a:pt x="35840" y="270600"/>
                  </a:lnTo>
                  <a:lnTo>
                    <a:pt x="39173" y="274698"/>
                  </a:lnTo>
                  <a:lnTo>
                    <a:pt x="42635" y="278688"/>
                  </a:lnTo>
                  <a:lnTo>
                    <a:pt x="46221" y="282568"/>
                  </a:lnTo>
                  <a:lnTo>
                    <a:pt x="49928" y="286332"/>
                  </a:lnTo>
                  <a:lnTo>
                    <a:pt x="53752" y="289977"/>
                  </a:lnTo>
                  <a:lnTo>
                    <a:pt x="57689" y="293499"/>
                  </a:lnTo>
                  <a:lnTo>
                    <a:pt x="61736" y="296895"/>
                  </a:lnTo>
                  <a:lnTo>
                    <a:pt x="65888" y="300162"/>
                  </a:lnTo>
                  <a:lnTo>
                    <a:pt x="70141" y="303296"/>
                  </a:lnTo>
                  <a:lnTo>
                    <a:pt x="74490" y="306294"/>
                  </a:lnTo>
                  <a:lnTo>
                    <a:pt x="78933" y="309152"/>
                  </a:lnTo>
                  <a:lnTo>
                    <a:pt x="83463" y="311870"/>
                  </a:lnTo>
                  <a:lnTo>
                    <a:pt x="88078" y="314442"/>
                  </a:lnTo>
                  <a:lnTo>
                    <a:pt x="92771" y="316868"/>
                  </a:lnTo>
                  <a:lnTo>
                    <a:pt x="97538" y="319144"/>
                  </a:lnTo>
                  <a:lnTo>
                    <a:pt x="102375" y="321268"/>
                  </a:lnTo>
                  <a:lnTo>
                    <a:pt x="107277" y="323238"/>
                  </a:lnTo>
                  <a:lnTo>
                    <a:pt x="112238" y="325053"/>
                  </a:lnTo>
                  <a:lnTo>
                    <a:pt x="117255" y="326709"/>
                  </a:lnTo>
                  <a:lnTo>
                    <a:pt x="122321" y="328207"/>
                  </a:lnTo>
                  <a:lnTo>
                    <a:pt x="127432" y="329544"/>
                  </a:lnTo>
                  <a:lnTo>
                    <a:pt x="132582" y="330718"/>
                  </a:lnTo>
                  <a:lnTo>
                    <a:pt x="137768" y="331729"/>
                  </a:lnTo>
                  <a:lnTo>
                    <a:pt x="142982" y="332576"/>
                  </a:lnTo>
                  <a:lnTo>
                    <a:pt x="148221" y="333257"/>
                  </a:lnTo>
                  <a:lnTo>
                    <a:pt x="153479" y="333773"/>
                  </a:lnTo>
                  <a:lnTo>
                    <a:pt x="158750" y="334122"/>
                  </a:lnTo>
                  <a:lnTo>
                    <a:pt x="164030" y="334305"/>
                  </a:lnTo>
                  <a:lnTo>
                    <a:pt x="169312" y="334321"/>
                  </a:lnTo>
                  <a:lnTo>
                    <a:pt x="174593" y="334169"/>
                  </a:lnTo>
                  <a:lnTo>
                    <a:pt x="179866" y="333851"/>
                  </a:lnTo>
                  <a:lnTo>
                    <a:pt x="185127" y="333367"/>
                  </a:lnTo>
                  <a:lnTo>
                    <a:pt x="190370" y="332716"/>
                  </a:lnTo>
                  <a:lnTo>
                    <a:pt x="195589" y="331900"/>
                  </a:lnTo>
                  <a:lnTo>
                    <a:pt x="200780" y="330920"/>
                  </a:lnTo>
                  <a:lnTo>
                    <a:pt x="205938" y="329776"/>
                  </a:lnTo>
                  <a:lnTo>
                    <a:pt x="211057" y="328470"/>
                  </a:lnTo>
                  <a:lnTo>
                    <a:pt x="216132" y="327002"/>
                  </a:lnTo>
                  <a:lnTo>
                    <a:pt x="221158" y="325375"/>
                  </a:lnTo>
                  <a:lnTo>
                    <a:pt x="226130" y="323590"/>
                  </a:lnTo>
                  <a:lnTo>
                    <a:pt x="231043" y="321649"/>
                  </a:lnTo>
                  <a:lnTo>
                    <a:pt x="235893" y="319553"/>
                  </a:lnTo>
                  <a:lnTo>
                    <a:pt x="240673" y="317306"/>
                  </a:lnTo>
                  <a:lnTo>
                    <a:pt x="245381" y="314908"/>
                  </a:lnTo>
                  <a:lnTo>
                    <a:pt x="250010" y="312363"/>
                  </a:lnTo>
                  <a:lnTo>
                    <a:pt x="254557" y="309672"/>
                  </a:lnTo>
                  <a:lnTo>
                    <a:pt x="259016" y="306840"/>
                  </a:lnTo>
                  <a:lnTo>
                    <a:pt x="263384" y="303868"/>
                  </a:lnTo>
                  <a:lnTo>
                    <a:pt x="267655" y="300759"/>
                  </a:lnTo>
                  <a:lnTo>
                    <a:pt x="271826" y="297517"/>
                  </a:lnTo>
                  <a:lnTo>
                    <a:pt x="275893" y="294145"/>
                  </a:lnTo>
                  <a:lnTo>
                    <a:pt x="279851" y="290646"/>
                  </a:lnTo>
                  <a:lnTo>
                    <a:pt x="283696" y="287024"/>
                  </a:lnTo>
                  <a:lnTo>
                    <a:pt x="287425" y="283282"/>
                  </a:lnTo>
                  <a:lnTo>
                    <a:pt x="291034" y="279424"/>
                  </a:lnTo>
                  <a:lnTo>
                    <a:pt x="294519" y="275454"/>
                  </a:lnTo>
                  <a:lnTo>
                    <a:pt x="297878" y="271376"/>
                  </a:lnTo>
                  <a:lnTo>
                    <a:pt x="301105" y="267193"/>
                  </a:lnTo>
                  <a:lnTo>
                    <a:pt x="304199" y="262911"/>
                  </a:lnTo>
                  <a:lnTo>
                    <a:pt x="307156" y="258533"/>
                  </a:lnTo>
                  <a:lnTo>
                    <a:pt x="309973" y="254064"/>
                  </a:lnTo>
                  <a:lnTo>
                    <a:pt x="312647" y="249508"/>
                  </a:lnTo>
                  <a:lnTo>
                    <a:pt x="315177" y="244870"/>
                  </a:lnTo>
                  <a:lnTo>
                    <a:pt x="317558" y="240155"/>
                  </a:lnTo>
                  <a:lnTo>
                    <a:pt x="319789" y="235366"/>
                  </a:lnTo>
                  <a:lnTo>
                    <a:pt x="321868" y="230509"/>
                  </a:lnTo>
                  <a:lnTo>
                    <a:pt x="323792" y="225589"/>
                  </a:lnTo>
                  <a:lnTo>
                    <a:pt x="325560" y="220611"/>
                  </a:lnTo>
                  <a:lnTo>
                    <a:pt x="327170" y="215579"/>
                  </a:lnTo>
                  <a:lnTo>
                    <a:pt x="328620" y="210499"/>
                  </a:lnTo>
                  <a:lnTo>
                    <a:pt x="329908" y="205376"/>
                  </a:lnTo>
                  <a:lnTo>
                    <a:pt x="331034" y="200215"/>
                  </a:lnTo>
                  <a:lnTo>
                    <a:pt x="331997" y="195020"/>
                  </a:lnTo>
                  <a:lnTo>
                    <a:pt x="332794" y="189798"/>
                  </a:lnTo>
                  <a:lnTo>
                    <a:pt x="333427" y="184553"/>
                  </a:lnTo>
                  <a:lnTo>
                    <a:pt x="333893" y="179291"/>
                  </a:lnTo>
                  <a:lnTo>
                    <a:pt x="334193" y="174016"/>
                  </a:lnTo>
                  <a:lnTo>
                    <a:pt x="334326" y="168735"/>
                  </a:lnTo>
                  <a:lnTo>
                    <a:pt x="334292" y="163452"/>
                  </a:lnTo>
                  <a:lnTo>
                    <a:pt x="334091" y="158173"/>
                  </a:lnTo>
                  <a:lnTo>
                    <a:pt x="333724" y="152903"/>
                  </a:lnTo>
                  <a:lnTo>
                    <a:pt x="333190" y="147647"/>
                  </a:lnTo>
                  <a:lnTo>
                    <a:pt x="332490" y="142411"/>
                  </a:lnTo>
                  <a:lnTo>
                    <a:pt x="331625" y="137200"/>
                  </a:lnTo>
                  <a:lnTo>
                    <a:pt x="330596" y="132018"/>
                  </a:lnTo>
                  <a:lnTo>
                    <a:pt x="329404" y="126871"/>
                  </a:lnTo>
                  <a:lnTo>
                    <a:pt x="328050" y="121765"/>
                  </a:lnTo>
                  <a:lnTo>
                    <a:pt x="326535" y="116704"/>
                  </a:lnTo>
                  <a:lnTo>
                    <a:pt x="324861" y="111693"/>
                  </a:lnTo>
                  <a:lnTo>
                    <a:pt x="323029" y="106738"/>
                  </a:lnTo>
                  <a:lnTo>
                    <a:pt x="321042" y="101843"/>
                  </a:lnTo>
                  <a:lnTo>
                    <a:pt x="318901" y="97014"/>
                  </a:lnTo>
                  <a:lnTo>
                    <a:pt x="316608" y="92254"/>
                  </a:lnTo>
                  <a:lnTo>
                    <a:pt x="314167" y="87570"/>
                  </a:lnTo>
                  <a:lnTo>
                    <a:pt x="311578" y="82964"/>
                  </a:lnTo>
                  <a:lnTo>
                    <a:pt x="308845" y="78443"/>
                  </a:lnTo>
                  <a:lnTo>
                    <a:pt x="305971" y="74011"/>
                  </a:lnTo>
                  <a:lnTo>
                    <a:pt x="302958" y="69671"/>
                  </a:lnTo>
                  <a:lnTo>
                    <a:pt x="299810" y="65429"/>
                  </a:lnTo>
                  <a:lnTo>
                    <a:pt x="296529" y="61289"/>
                  </a:lnTo>
                  <a:lnTo>
                    <a:pt x="293119" y="57254"/>
                  </a:lnTo>
                  <a:lnTo>
                    <a:pt x="289583" y="53329"/>
                  </a:lnTo>
                  <a:lnTo>
                    <a:pt x="285924" y="49517"/>
                  </a:lnTo>
                  <a:lnTo>
                    <a:pt x="282148" y="45824"/>
                  </a:lnTo>
                  <a:lnTo>
                    <a:pt x="278256" y="42251"/>
                  </a:lnTo>
                  <a:lnTo>
                    <a:pt x="274253" y="38803"/>
                  </a:lnTo>
                  <a:lnTo>
                    <a:pt x="270144" y="35483"/>
                  </a:lnTo>
                  <a:lnTo>
                    <a:pt x="265931" y="32295"/>
                  </a:lnTo>
                  <a:lnTo>
                    <a:pt x="261620" y="29242"/>
                  </a:lnTo>
                  <a:lnTo>
                    <a:pt x="257215" y="26326"/>
                  </a:lnTo>
                  <a:lnTo>
                    <a:pt x="252720" y="23551"/>
                  </a:lnTo>
                  <a:lnTo>
                    <a:pt x="248139" y="20919"/>
                  </a:lnTo>
                  <a:lnTo>
                    <a:pt x="243477" y="18434"/>
                  </a:lnTo>
                  <a:lnTo>
                    <a:pt x="238739" y="16097"/>
                  </a:lnTo>
                  <a:lnTo>
                    <a:pt x="233930" y="13911"/>
                  </a:lnTo>
                  <a:lnTo>
                    <a:pt x="229054" y="11878"/>
                  </a:lnTo>
                  <a:lnTo>
                    <a:pt x="224116" y="10000"/>
                  </a:lnTo>
                  <a:lnTo>
                    <a:pt x="219122" y="8278"/>
                  </a:lnTo>
                  <a:lnTo>
                    <a:pt x="214075" y="6716"/>
                  </a:lnTo>
                  <a:lnTo>
                    <a:pt x="208982" y="5314"/>
                  </a:lnTo>
                  <a:lnTo>
                    <a:pt x="203847" y="4073"/>
                  </a:lnTo>
                  <a:lnTo>
                    <a:pt x="198675" y="2996"/>
                  </a:lnTo>
                  <a:lnTo>
                    <a:pt x="193472" y="2082"/>
                  </a:lnTo>
                  <a:lnTo>
                    <a:pt x="188242" y="1333"/>
                  </a:lnTo>
                  <a:lnTo>
                    <a:pt x="182991" y="750"/>
                  </a:lnTo>
                  <a:lnTo>
                    <a:pt x="177725" y="333"/>
                  </a:lnTo>
                  <a:lnTo>
                    <a:pt x="172448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48114" y="2126963"/>
              <a:ext cx="133172" cy="167167"/>
            </a:xfrm>
            <a:custGeom>
              <a:avLst/>
              <a:pathLst>
                <a:path w="133172" h="167167">
                  <a:moveTo>
                    <a:pt x="133172" y="0"/>
                  </a:moveTo>
                  <a:lnTo>
                    <a:pt x="127670" y="90"/>
                  </a:lnTo>
                  <a:lnTo>
                    <a:pt x="122174" y="362"/>
                  </a:lnTo>
                  <a:lnTo>
                    <a:pt x="116690" y="814"/>
                  </a:lnTo>
                  <a:lnTo>
                    <a:pt x="111224" y="1447"/>
                  </a:lnTo>
                  <a:lnTo>
                    <a:pt x="105782" y="2259"/>
                  </a:lnTo>
                  <a:lnTo>
                    <a:pt x="100369" y="3250"/>
                  </a:lnTo>
                  <a:lnTo>
                    <a:pt x="94992" y="4418"/>
                  </a:lnTo>
                  <a:lnTo>
                    <a:pt x="89656" y="5763"/>
                  </a:lnTo>
                  <a:lnTo>
                    <a:pt x="84367" y="7283"/>
                  </a:lnTo>
                  <a:lnTo>
                    <a:pt x="79132" y="8975"/>
                  </a:lnTo>
                  <a:lnTo>
                    <a:pt x="73954" y="10840"/>
                  </a:lnTo>
                  <a:lnTo>
                    <a:pt x="68841" y="12873"/>
                  </a:lnTo>
                  <a:lnTo>
                    <a:pt x="63798" y="15074"/>
                  </a:lnTo>
                  <a:lnTo>
                    <a:pt x="58830" y="17440"/>
                  </a:lnTo>
                  <a:lnTo>
                    <a:pt x="53942" y="19968"/>
                  </a:lnTo>
                  <a:lnTo>
                    <a:pt x="49140" y="22655"/>
                  </a:lnTo>
                  <a:lnTo>
                    <a:pt x="44430" y="25499"/>
                  </a:lnTo>
                  <a:lnTo>
                    <a:pt x="39815" y="28497"/>
                  </a:lnTo>
                  <a:lnTo>
                    <a:pt x="35302" y="31645"/>
                  </a:lnTo>
                  <a:lnTo>
                    <a:pt x="30894" y="34939"/>
                  </a:lnTo>
                  <a:lnTo>
                    <a:pt x="26598" y="38377"/>
                  </a:lnTo>
                  <a:lnTo>
                    <a:pt x="22417" y="41955"/>
                  </a:lnTo>
                  <a:lnTo>
                    <a:pt x="18356" y="45668"/>
                  </a:lnTo>
                  <a:lnTo>
                    <a:pt x="14419" y="49512"/>
                  </a:lnTo>
                  <a:lnTo>
                    <a:pt x="10611" y="53485"/>
                  </a:lnTo>
                  <a:lnTo>
                    <a:pt x="6936" y="57580"/>
                  </a:lnTo>
                  <a:lnTo>
                    <a:pt x="3397" y="61794"/>
                  </a:lnTo>
                  <a:lnTo>
                    <a:pt x="0" y="66123"/>
                  </a:lnTo>
                  <a:lnTo>
                    <a:pt x="13317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48114" y="2193086"/>
              <a:ext cx="133172" cy="101044"/>
            </a:xfrm>
            <a:custGeom>
              <a:avLst/>
              <a:pathLst>
                <a:path w="133172" h="101044">
                  <a:moveTo>
                    <a:pt x="0" y="0"/>
                  </a:moveTo>
                  <a:lnTo>
                    <a:pt x="133172" y="1010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14140" y="2127832"/>
              <a:ext cx="334304" cy="333465"/>
            </a:xfrm>
            <a:custGeom>
              <a:avLst/>
              <a:pathLst>
                <a:path w="334304" h="333465">
                  <a:moveTo>
                    <a:pt x="33974" y="65253"/>
                  </a:moveTo>
                  <a:lnTo>
                    <a:pt x="30840" y="69523"/>
                  </a:lnTo>
                  <a:lnTo>
                    <a:pt x="27843" y="73889"/>
                  </a:lnTo>
                  <a:lnTo>
                    <a:pt x="24986" y="78349"/>
                  </a:lnTo>
                  <a:lnTo>
                    <a:pt x="22271" y="82896"/>
                  </a:lnTo>
                  <a:lnTo>
                    <a:pt x="19702" y="87527"/>
                  </a:lnTo>
                  <a:lnTo>
                    <a:pt x="17280" y="92238"/>
                  </a:lnTo>
                  <a:lnTo>
                    <a:pt x="15009" y="97022"/>
                  </a:lnTo>
                  <a:lnTo>
                    <a:pt x="12891" y="101877"/>
                  </a:lnTo>
                  <a:lnTo>
                    <a:pt x="10928" y="106795"/>
                  </a:lnTo>
                  <a:lnTo>
                    <a:pt x="9121" y="111774"/>
                  </a:lnTo>
                  <a:lnTo>
                    <a:pt x="7474" y="116807"/>
                  </a:lnTo>
                  <a:lnTo>
                    <a:pt x="5986" y="121890"/>
                  </a:lnTo>
                  <a:lnTo>
                    <a:pt x="4660" y="127018"/>
                  </a:lnTo>
                  <a:lnTo>
                    <a:pt x="3497" y="132185"/>
                  </a:lnTo>
                  <a:lnTo>
                    <a:pt x="2499" y="137386"/>
                  </a:lnTo>
                  <a:lnTo>
                    <a:pt x="1666" y="142616"/>
                  </a:lnTo>
                  <a:lnTo>
                    <a:pt x="998" y="147870"/>
                  </a:lnTo>
                  <a:lnTo>
                    <a:pt x="498" y="153143"/>
                  </a:lnTo>
                  <a:lnTo>
                    <a:pt x="165" y="158429"/>
                  </a:lnTo>
                  <a:lnTo>
                    <a:pt x="0" y="163722"/>
                  </a:lnTo>
                  <a:lnTo>
                    <a:pt x="2" y="169018"/>
                  </a:lnTo>
                  <a:lnTo>
                    <a:pt x="172" y="174312"/>
                  </a:lnTo>
                  <a:lnTo>
                    <a:pt x="510" y="179597"/>
                  </a:lnTo>
                  <a:lnTo>
                    <a:pt x="1014" y="184869"/>
                  </a:lnTo>
                  <a:lnTo>
                    <a:pt x="1686" y="190123"/>
                  </a:lnTo>
                  <a:lnTo>
                    <a:pt x="2524" y="195352"/>
                  </a:lnTo>
                  <a:lnTo>
                    <a:pt x="3527" y="200553"/>
                  </a:lnTo>
                  <a:lnTo>
                    <a:pt x="4694" y="205719"/>
                  </a:lnTo>
                  <a:lnTo>
                    <a:pt x="6025" y="210845"/>
                  </a:lnTo>
                  <a:lnTo>
                    <a:pt x="7517" y="215927"/>
                  </a:lnTo>
                  <a:lnTo>
                    <a:pt x="9169" y="220959"/>
                  </a:lnTo>
                  <a:lnTo>
                    <a:pt x="10980" y="225936"/>
                  </a:lnTo>
                  <a:lnTo>
                    <a:pt x="12947" y="230853"/>
                  </a:lnTo>
                  <a:lnTo>
                    <a:pt x="15070" y="235705"/>
                  </a:lnTo>
                  <a:lnTo>
                    <a:pt x="17345" y="240488"/>
                  </a:lnTo>
                  <a:lnTo>
                    <a:pt x="19770" y="245196"/>
                  </a:lnTo>
                  <a:lnTo>
                    <a:pt x="22343" y="249825"/>
                  </a:lnTo>
                  <a:lnTo>
                    <a:pt x="25062" y="254370"/>
                  </a:lnTo>
                  <a:lnTo>
                    <a:pt x="27923" y="258827"/>
                  </a:lnTo>
                  <a:lnTo>
                    <a:pt x="30924" y="263191"/>
                  </a:lnTo>
                  <a:lnTo>
                    <a:pt x="34062" y="267458"/>
                  </a:lnTo>
                  <a:lnTo>
                    <a:pt x="37333" y="271623"/>
                  </a:lnTo>
                  <a:lnTo>
                    <a:pt x="40735" y="275682"/>
                  </a:lnTo>
                  <a:lnTo>
                    <a:pt x="44264" y="279632"/>
                  </a:lnTo>
                  <a:lnTo>
                    <a:pt x="47916" y="283468"/>
                  </a:lnTo>
                  <a:lnTo>
                    <a:pt x="51687" y="287186"/>
                  </a:lnTo>
                  <a:lnTo>
                    <a:pt x="55575" y="290783"/>
                  </a:lnTo>
                  <a:lnTo>
                    <a:pt x="59574" y="294255"/>
                  </a:lnTo>
                  <a:lnTo>
                    <a:pt x="63681" y="297598"/>
                  </a:lnTo>
                  <a:lnTo>
                    <a:pt x="67893" y="300810"/>
                  </a:lnTo>
                  <a:lnTo>
                    <a:pt x="72204" y="303887"/>
                  </a:lnTo>
                  <a:lnTo>
                    <a:pt x="76610" y="306825"/>
                  </a:lnTo>
                  <a:lnTo>
                    <a:pt x="81107" y="309623"/>
                  </a:lnTo>
                  <a:lnTo>
                    <a:pt x="85690" y="312276"/>
                  </a:lnTo>
                  <a:lnTo>
                    <a:pt x="90355" y="314783"/>
                  </a:lnTo>
                  <a:lnTo>
                    <a:pt x="95098" y="317141"/>
                  </a:lnTo>
                  <a:lnTo>
                    <a:pt x="99912" y="319348"/>
                  </a:lnTo>
                  <a:lnTo>
                    <a:pt x="104794" y="321401"/>
                  </a:lnTo>
                  <a:lnTo>
                    <a:pt x="109739" y="323299"/>
                  </a:lnTo>
                  <a:lnTo>
                    <a:pt x="114741" y="325038"/>
                  </a:lnTo>
                  <a:lnTo>
                    <a:pt x="119796" y="326619"/>
                  </a:lnTo>
                  <a:lnTo>
                    <a:pt x="124899" y="328038"/>
                  </a:lnTo>
                  <a:lnTo>
                    <a:pt x="130044" y="329296"/>
                  </a:lnTo>
                  <a:lnTo>
                    <a:pt x="135226" y="330389"/>
                  </a:lnTo>
                  <a:lnTo>
                    <a:pt x="140440" y="331318"/>
                  </a:lnTo>
                  <a:lnTo>
                    <a:pt x="145681" y="332081"/>
                  </a:lnTo>
                  <a:lnTo>
                    <a:pt x="150943" y="332678"/>
                  </a:lnTo>
                  <a:lnTo>
                    <a:pt x="156222" y="333108"/>
                  </a:lnTo>
                  <a:lnTo>
                    <a:pt x="161512" y="333370"/>
                  </a:lnTo>
                  <a:lnTo>
                    <a:pt x="166807" y="333465"/>
                  </a:lnTo>
                  <a:lnTo>
                    <a:pt x="172103" y="333392"/>
                  </a:lnTo>
                  <a:lnTo>
                    <a:pt x="177393" y="333151"/>
                  </a:lnTo>
                  <a:lnTo>
                    <a:pt x="182674" y="332743"/>
                  </a:lnTo>
                  <a:lnTo>
                    <a:pt x="187939" y="332167"/>
                  </a:lnTo>
                  <a:lnTo>
                    <a:pt x="193183" y="331425"/>
                  </a:lnTo>
                  <a:lnTo>
                    <a:pt x="198401" y="330518"/>
                  </a:lnTo>
                  <a:lnTo>
                    <a:pt x="203587" y="329445"/>
                  </a:lnTo>
                  <a:lnTo>
                    <a:pt x="208737" y="328209"/>
                  </a:lnTo>
                  <a:lnTo>
                    <a:pt x="213845" y="326810"/>
                  </a:lnTo>
                  <a:lnTo>
                    <a:pt x="218906" y="325250"/>
                  </a:lnTo>
                  <a:lnTo>
                    <a:pt x="223916" y="323531"/>
                  </a:lnTo>
                  <a:lnTo>
                    <a:pt x="228868" y="321654"/>
                  </a:lnTo>
                  <a:lnTo>
                    <a:pt x="233759" y="319620"/>
                  </a:lnTo>
                  <a:lnTo>
                    <a:pt x="238582" y="317433"/>
                  </a:lnTo>
                  <a:lnTo>
                    <a:pt x="243334" y="315095"/>
                  </a:lnTo>
                  <a:lnTo>
                    <a:pt x="248009" y="312607"/>
                  </a:lnTo>
                  <a:lnTo>
                    <a:pt x="252603" y="309972"/>
                  </a:lnTo>
                  <a:lnTo>
                    <a:pt x="257112" y="307192"/>
                  </a:lnTo>
                  <a:lnTo>
                    <a:pt x="261530" y="304272"/>
                  </a:lnTo>
                  <a:lnTo>
                    <a:pt x="265853" y="301213"/>
                  </a:lnTo>
                  <a:lnTo>
                    <a:pt x="270078" y="298018"/>
                  </a:lnTo>
                  <a:lnTo>
                    <a:pt x="274199" y="294691"/>
                  </a:lnTo>
                  <a:lnTo>
                    <a:pt x="278212" y="291236"/>
                  </a:lnTo>
                  <a:lnTo>
                    <a:pt x="282114" y="287655"/>
                  </a:lnTo>
                  <a:lnTo>
                    <a:pt x="285901" y="283952"/>
                  </a:lnTo>
                  <a:lnTo>
                    <a:pt x="289568" y="280131"/>
                  </a:lnTo>
                  <a:lnTo>
                    <a:pt x="293113" y="276196"/>
                  </a:lnTo>
                  <a:lnTo>
                    <a:pt x="296531" y="272150"/>
                  </a:lnTo>
                  <a:lnTo>
                    <a:pt x="299819" y="267998"/>
                  </a:lnTo>
                  <a:lnTo>
                    <a:pt x="302974" y="263745"/>
                  </a:lnTo>
                  <a:lnTo>
                    <a:pt x="305993" y="259393"/>
                  </a:lnTo>
                  <a:lnTo>
                    <a:pt x="308873" y="254948"/>
                  </a:lnTo>
                  <a:lnTo>
                    <a:pt x="311610" y="250414"/>
                  </a:lnTo>
                  <a:lnTo>
                    <a:pt x="314202" y="245795"/>
                  </a:lnTo>
                  <a:lnTo>
                    <a:pt x="316646" y="241097"/>
                  </a:lnTo>
                  <a:lnTo>
                    <a:pt x="318941" y="236323"/>
                  </a:lnTo>
                  <a:lnTo>
                    <a:pt x="321083" y="231480"/>
                  </a:lnTo>
                  <a:lnTo>
                    <a:pt x="323071" y="226571"/>
                  </a:lnTo>
                  <a:lnTo>
                    <a:pt x="324902" y="221601"/>
                  </a:lnTo>
                  <a:lnTo>
                    <a:pt x="326574" y="216576"/>
                  </a:lnTo>
                  <a:lnTo>
                    <a:pt x="328087" y="211500"/>
                  </a:lnTo>
                  <a:lnTo>
                    <a:pt x="329438" y="206379"/>
                  </a:lnTo>
                  <a:lnTo>
                    <a:pt x="330626" y="201218"/>
                  </a:lnTo>
                  <a:lnTo>
                    <a:pt x="331651" y="196022"/>
                  </a:lnTo>
                  <a:lnTo>
                    <a:pt x="332510" y="190796"/>
                  </a:lnTo>
                  <a:lnTo>
                    <a:pt x="333203" y="185545"/>
                  </a:lnTo>
                  <a:lnTo>
                    <a:pt x="333729" y="180275"/>
                  </a:lnTo>
                  <a:lnTo>
                    <a:pt x="334088" y="174991"/>
                  </a:lnTo>
                  <a:lnTo>
                    <a:pt x="334280" y="169699"/>
                  </a:lnTo>
                  <a:lnTo>
                    <a:pt x="334304" y="164402"/>
                  </a:lnTo>
                  <a:lnTo>
                    <a:pt x="334160" y="159108"/>
                  </a:lnTo>
                  <a:lnTo>
                    <a:pt x="333848" y="153821"/>
                  </a:lnTo>
                  <a:lnTo>
                    <a:pt x="333369" y="148547"/>
                  </a:lnTo>
                  <a:lnTo>
                    <a:pt x="332724" y="143290"/>
                  </a:lnTo>
                  <a:lnTo>
                    <a:pt x="331912" y="138056"/>
                  </a:lnTo>
                  <a:lnTo>
                    <a:pt x="330934" y="132851"/>
                  </a:lnTo>
                  <a:lnTo>
                    <a:pt x="329793" y="127679"/>
                  </a:lnTo>
                  <a:lnTo>
                    <a:pt x="328488" y="122546"/>
                  </a:lnTo>
                  <a:lnTo>
                    <a:pt x="327021" y="117457"/>
                  </a:lnTo>
                  <a:lnTo>
                    <a:pt x="325393" y="112417"/>
                  </a:lnTo>
                  <a:lnTo>
                    <a:pt x="323607" y="107432"/>
                  </a:lnTo>
                  <a:lnTo>
                    <a:pt x="321664" y="102505"/>
                  </a:lnTo>
                  <a:lnTo>
                    <a:pt x="319565" y="97642"/>
                  </a:lnTo>
                  <a:lnTo>
                    <a:pt x="317314" y="92848"/>
                  </a:lnTo>
                  <a:lnTo>
                    <a:pt x="314912" y="88128"/>
                  </a:lnTo>
                  <a:lnTo>
                    <a:pt x="312362" y="83486"/>
                  </a:lnTo>
                  <a:lnTo>
                    <a:pt x="309665" y="78928"/>
                  </a:lnTo>
                  <a:lnTo>
                    <a:pt x="306826" y="74457"/>
                  </a:lnTo>
                  <a:lnTo>
                    <a:pt x="303847" y="70078"/>
                  </a:lnTo>
                  <a:lnTo>
                    <a:pt x="300730" y="65796"/>
                  </a:lnTo>
                  <a:lnTo>
                    <a:pt x="297479" y="61615"/>
                  </a:lnTo>
                  <a:lnTo>
                    <a:pt x="294098" y="57539"/>
                  </a:lnTo>
                  <a:lnTo>
                    <a:pt x="290589" y="53572"/>
                  </a:lnTo>
                  <a:lnTo>
                    <a:pt x="286956" y="49718"/>
                  </a:lnTo>
                  <a:lnTo>
                    <a:pt x="283203" y="45981"/>
                  </a:lnTo>
                  <a:lnTo>
                    <a:pt x="279333" y="42365"/>
                  </a:lnTo>
                  <a:lnTo>
                    <a:pt x="275351" y="38874"/>
                  </a:lnTo>
                  <a:lnTo>
                    <a:pt x="271260" y="35510"/>
                  </a:lnTo>
                  <a:lnTo>
                    <a:pt x="267065" y="32277"/>
                  </a:lnTo>
                  <a:lnTo>
                    <a:pt x="262769" y="29179"/>
                  </a:lnTo>
                  <a:lnTo>
                    <a:pt x="258377" y="26219"/>
                  </a:lnTo>
                  <a:lnTo>
                    <a:pt x="253894" y="23399"/>
                  </a:lnTo>
                  <a:lnTo>
                    <a:pt x="249324" y="20723"/>
                  </a:lnTo>
                  <a:lnTo>
                    <a:pt x="244671" y="18193"/>
                  </a:lnTo>
                  <a:lnTo>
                    <a:pt x="239940" y="15812"/>
                  </a:lnTo>
                  <a:lnTo>
                    <a:pt x="235137" y="13581"/>
                  </a:lnTo>
                  <a:lnTo>
                    <a:pt x="230265" y="11504"/>
                  </a:lnTo>
                  <a:lnTo>
                    <a:pt x="225330" y="9582"/>
                  </a:lnTo>
                  <a:lnTo>
                    <a:pt x="220336" y="7818"/>
                  </a:lnTo>
                  <a:lnTo>
                    <a:pt x="215289" y="6212"/>
                  </a:lnTo>
                  <a:lnTo>
                    <a:pt x="210194" y="4768"/>
                  </a:lnTo>
                  <a:lnTo>
                    <a:pt x="205055" y="3485"/>
                  </a:lnTo>
                  <a:lnTo>
                    <a:pt x="199878" y="2366"/>
                  </a:lnTo>
                  <a:lnTo>
                    <a:pt x="194669" y="1411"/>
                  </a:lnTo>
                  <a:lnTo>
                    <a:pt x="189432" y="622"/>
                  </a:lnTo>
                  <a:lnTo>
                    <a:pt x="184172" y="0"/>
                  </a:lnTo>
                  <a:lnTo>
                    <a:pt x="167147" y="166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81287" y="2126963"/>
              <a:ext cx="17025" cy="167167"/>
            </a:xfrm>
            <a:custGeom>
              <a:avLst/>
              <a:pathLst>
                <a:path w="17025" h="167167">
                  <a:moveTo>
                    <a:pt x="17025" y="869"/>
                  </a:moveTo>
                  <a:lnTo>
                    <a:pt x="8523" y="2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423591" y="2633064"/>
              <a:ext cx="334324" cy="334327"/>
            </a:xfrm>
            <a:custGeom>
              <a:avLst/>
              <a:pathLst>
                <a:path w="334324" h="334327">
                  <a:moveTo>
                    <a:pt x="167156" y="0"/>
                  </a:moveTo>
                  <a:lnTo>
                    <a:pt x="161868" y="83"/>
                  </a:lnTo>
                  <a:lnTo>
                    <a:pt x="156585" y="334"/>
                  </a:lnTo>
                  <a:lnTo>
                    <a:pt x="151313" y="752"/>
                  </a:lnTo>
                  <a:lnTo>
                    <a:pt x="146056" y="1337"/>
                  </a:lnTo>
                  <a:lnTo>
                    <a:pt x="140820" y="2087"/>
                  </a:lnTo>
                  <a:lnTo>
                    <a:pt x="135611" y="3003"/>
                  </a:lnTo>
                  <a:lnTo>
                    <a:pt x="130434" y="4083"/>
                  </a:lnTo>
                  <a:lnTo>
                    <a:pt x="125293" y="5326"/>
                  </a:lnTo>
                  <a:lnTo>
                    <a:pt x="120194" y="6732"/>
                  </a:lnTo>
                  <a:lnTo>
                    <a:pt x="115142" y="8298"/>
                  </a:lnTo>
                  <a:lnTo>
                    <a:pt x="110142" y="10023"/>
                  </a:lnTo>
                  <a:lnTo>
                    <a:pt x="105200" y="11905"/>
                  </a:lnTo>
                  <a:lnTo>
                    <a:pt x="100319" y="13943"/>
                  </a:lnTo>
                  <a:lnTo>
                    <a:pt x="95505" y="16134"/>
                  </a:lnTo>
                  <a:lnTo>
                    <a:pt x="90763" y="18476"/>
                  </a:lnTo>
                  <a:lnTo>
                    <a:pt x="86097" y="20967"/>
                  </a:lnTo>
                  <a:lnTo>
                    <a:pt x="81513" y="23605"/>
                  </a:lnTo>
                  <a:lnTo>
                    <a:pt x="77014" y="26386"/>
                  </a:lnTo>
                  <a:lnTo>
                    <a:pt x="72606" y="29308"/>
                  </a:lnTo>
                  <a:lnTo>
                    <a:pt x="68292" y="32368"/>
                  </a:lnTo>
                  <a:lnTo>
                    <a:pt x="64077" y="35563"/>
                  </a:lnTo>
                  <a:lnTo>
                    <a:pt x="59965" y="38890"/>
                  </a:lnTo>
                  <a:lnTo>
                    <a:pt x="55961" y="42345"/>
                  </a:lnTo>
                  <a:lnTo>
                    <a:pt x="52068" y="45925"/>
                  </a:lnTo>
                  <a:lnTo>
                    <a:pt x="48290" y="49627"/>
                  </a:lnTo>
                  <a:lnTo>
                    <a:pt x="44631" y="53446"/>
                  </a:lnTo>
                  <a:lnTo>
                    <a:pt x="41095" y="57379"/>
                  </a:lnTo>
                  <a:lnTo>
                    <a:pt x="37685" y="61422"/>
                  </a:lnTo>
                  <a:lnTo>
                    <a:pt x="34404" y="65571"/>
                  </a:lnTo>
                  <a:lnTo>
                    <a:pt x="31257" y="69821"/>
                  </a:lnTo>
                  <a:lnTo>
                    <a:pt x="28245" y="74169"/>
                  </a:lnTo>
                  <a:lnTo>
                    <a:pt x="25373" y="78610"/>
                  </a:lnTo>
                  <a:lnTo>
                    <a:pt x="22642" y="83140"/>
                  </a:lnTo>
                  <a:lnTo>
                    <a:pt x="20056" y="87753"/>
                  </a:lnTo>
                  <a:lnTo>
                    <a:pt x="17618" y="92447"/>
                  </a:lnTo>
                  <a:lnTo>
                    <a:pt x="15329" y="97215"/>
                  </a:lnTo>
                  <a:lnTo>
                    <a:pt x="13192" y="102053"/>
                  </a:lnTo>
                  <a:lnTo>
                    <a:pt x="11209" y="106956"/>
                  </a:lnTo>
                  <a:lnTo>
                    <a:pt x="9382" y="111920"/>
                  </a:lnTo>
                  <a:lnTo>
                    <a:pt x="7713" y="116939"/>
                  </a:lnTo>
                  <a:lnTo>
                    <a:pt x="6204" y="122008"/>
                  </a:lnTo>
                  <a:lnTo>
                    <a:pt x="4856" y="127122"/>
                  </a:lnTo>
                  <a:lnTo>
                    <a:pt x="3671" y="132276"/>
                  </a:lnTo>
                  <a:lnTo>
                    <a:pt x="2649" y="137466"/>
                  </a:lnTo>
                  <a:lnTo>
                    <a:pt x="1791" y="142685"/>
                  </a:lnTo>
                  <a:lnTo>
                    <a:pt x="1100" y="147928"/>
                  </a:lnTo>
                  <a:lnTo>
                    <a:pt x="574" y="153191"/>
                  </a:lnTo>
                  <a:lnTo>
                    <a:pt x="215" y="158468"/>
                  </a:lnTo>
                  <a:lnTo>
                    <a:pt x="24" y="163754"/>
                  </a:lnTo>
                  <a:lnTo>
                    <a:pt x="0" y="169043"/>
                  </a:lnTo>
                  <a:lnTo>
                    <a:pt x="143" y="174330"/>
                  </a:lnTo>
                  <a:lnTo>
                    <a:pt x="453" y="179610"/>
                  </a:lnTo>
                  <a:lnTo>
                    <a:pt x="930" y="184877"/>
                  </a:lnTo>
                  <a:lnTo>
                    <a:pt x="1573" y="190127"/>
                  </a:lnTo>
                  <a:lnTo>
                    <a:pt x="2382" y="195354"/>
                  </a:lnTo>
                  <a:lnTo>
                    <a:pt x="3357" y="200552"/>
                  </a:lnTo>
                  <a:lnTo>
                    <a:pt x="4495" y="205717"/>
                  </a:lnTo>
                  <a:lnTo>
                    <a:pt x="5796" y="210844"/>
                  </a:lnTo>
                  <a:lnTo>
                    <a:pt x="7258" y="215926"/>
                  </a:lnTo>
                  <a:lnTo>
                    <a:pt x="8881" y="220960"/>
                  </a:lnTo>
                  <a:lnTo>
                    <a:pt x="10662" y="225941"/>
                  </a:lnTo>
                  <a:lnTo>
                    <a:pt x="12599" y="230862"/>
                  </a:lnTo>
                  <a:lnTo>
                    <a:pt x="14692" y="235719"/>
                  </a:lnTo>
                  <a:lnTo>
                    <a:pt x="16937" y="240508"/>
                  </a:lnTo>
                  <a:lnTo>
                    <a:pt x="19332" y="245224"/>
                  </a:lnTo>
                  <a:lnTo>
                    <a:pt x="21875" y="249861"/>
                  </a:lnTo>
                  <a:lnTo>
                    <a:pt x="24564" y="254416"/>
                  </a:lnTo>
                  <a:lnTo>
                    <a:pt x="27396" y="258883"/>
                  </a:lnTo>
                  <a:lnTo>
                    <a:pt x="30367" y="263259"/>
                  </a:lnTo>
                  <a:lnTo>
                    <a:pt x="33475" y="267538"/>
                  </a:lnTo>
                  <a:lnTo>
                    <a:pt x="36717" y="271717"/>
                  </a:lnTo>
                  <a:lnTo>
                    <a:pt x="40090" y="275791"/>
                  </a:lnTo>
                  <a:lnTo>
                    <a:pt x="43590" y="279756"/>
                  </a:lnTo>
                  <a:lnTo>
                    <a:pt x="47214" y="283609"/>
                  </a:lnTo>
                  <a:lnTo>
                    <a:pt x="50957" y="287345"/>
                  </a:lnTo>
                  <a:lnTo>
                    <a:pt x="54817" y="290961"/>
                  </a:lnTo>
                  <a:lnTo>
                    <a:pt x="58790" y="294453"/>
                  </a:lnTo>
                  <a:lnTo>
                    <a:pt x="62871" y="297817"/>
                  </a:lnTo>
                  <a:lnTo>
                    <a:pt x="67056" y="301051"/>
                  </a:lnTo>
                  <a:lnTo>
                    <a:pt x="71342" y="304150"/>
                  </a:lnTo>
                  <a:lnTo>
                    <a:pt x="75723" y="307113"/>
                  </a:lnTo>
                  <a:lnTo>
                    <a:pt x="80196" y="309935"/>
                  </a:lnTo>
                  <a:lnTo>
                    <a:pt x="84756" y="312615"/>
                  </a:lnTo>
                  <a:lnTo>
                    <a:pt x="89398" y="315149"/>
                  </a:lnTo>
                  <a:lnTo>
                    <a:pt x="94119" y="317535"/>
                  </a:lnTo>
                  <a:lnTo>
                    <a:pt x="98912" y="319770"/>
                  </a:lnTo>
                  <a:lnTo>
                    <a:pt x="103774" y="321852"/>
                  </a:lnTo>
                  <a:lnTo>
                    <a:pt x="108699" y="323780"/>
                  </a:lnTo>
                  <a:lnTo>
                    <a:pt x="113683" y="325551"/>
                  </a:lnTo>
                  <a:lnTo>
                    <a:pt x="118720" y="327163"/>
                  </a:lnTo>
                  <a:lnTo>
                    <a:pt x="123806" y="328616"/>
                  </a:lnTo>
                  <a:lnTo>
                    <a:pt x="128935" y="329906"/>
                  </a:lnTo>
                  <a:lnTo>
                    <a:pt x="134102" y="331034"/>
                  </a:lnTo>
                  <a:lnTo>
                    <a:pt x="139303" y="331998"/>
                  </a:lnTo>
                  <a:lnTo>
                    <a:pt x="144531" y="332796"/>
                  </a:lnTo>
                  <a:lnTo>
                    <a:pt x="149782" y="333429"/>
                  </a:lnTo>
                  <a:lnTo>
                    <a:pt x="155051" y="333895"/>
                  </a:lnTo>
                  <a:lnTo>
                    <a:pt x="160331" y="334195"/>
                  </a:lnTo>
                  <a:lnTo>
                    <a:pt x="165619" y="334327"/>
                  </a:lnTo>
                  <a:lnTo>
                    <a:pt x="170908" y="334292"/>
                  </a:lnTo>
                  <a:lnTo>
                    <a:pt x="176193" y="334090"/>
                  </a:lnTo>
                  <a:lnTo>
                    <a:pt x="181469" y="333721"/>
                  </a:lnTo>
                  <a:lnTo>
                    <a:pt x="186731" y="333184"/>
                  </a:lnTo>
                  <a:lnTo>
                    <a:pt x="191973" y="332482"/>
                  </a:lnTo>
                  <a:lnTo>
                    <a:pt x="197190" y="331614"/>
                  </a:lnTo>
                  <a:lnTo>
                    <a:pt x="202377" y="330582"/>
                  </a:lnTo>
                  <a:lnTo>
                    <a:pt x="207529" y="329386"/>
                  </a:lnTo>
                  <a:lnTo>
                    <a:pt x="212641" y="328027"/>
                  </a:lnTo>
                  <a:lnTo>
                    <a:pt x="217707" y="326508"/>
                  </a:lnTo>
                  <a:lnTo>
                    <a:pt x="222722" y="324829"/>
                  </a:lnTo>
                  <a:lnTo>
                    <a:pt x="227682" y="322992"/>
                  </a:lnTo>
                  <a:lnTo>
                    <a:pt x="232582" y="321000"/>
                  </a:lnTo>
                  <a:lnTo>
                    <a:pt x="237415" y="318853"/>
                  </a:lnTo>
                  <a:lnTo>
                    <a:pt x="242179" y="316554"/>
                  </a:lnTo>
                  <a:lnTo>
                    <a:pt x="246867" y="314106"/>
                  </a:lnTo>
                  <a:lnTo>
                    <a:pt x="251476" y="311511"/>
                  </a:lnTo>
                  <a:lnTo>
                    <a:pt x="256000" y="308771"/>
                  </a:lnTo>
                  <a:lnTo>
                    <a:pt x="260435" y="305890"/>
                  </a:lnTo>
                  <a:lnTo>
                    <a:pt x="264777" y="302870"/>
                  </a:lnTo>
                  <a:lnTo>
                    <a:pt x="269021" y="299713"/>
                  </a:lnTo>
                  <a:lnTo>
                    <a:pt x="273163" y="296425"/>
                  </a:lnTo>
                  <a:lnTo>
                    <a:pt x="277199" y="293006"/>
                  </a:lnTo>
                  <a:lnTo>
                    <a:pt x="281125" y="289462"/>
                  </a:lnTo>
                  <a:lnTo>
                    <a:pt x="284937" y="285796"/>
                  </a:lnTo>
                  <a:lnTo>
                    <a:pt x="288631" y="282010"/>
                  </a:lnTo>
                  <a:lnTo>
                    <a:pt x="292203" y="278110"/>
                  </a:lnTo>
                  <a:lnTo>
                    <a:pt x="295650" y="274099"/>
                  </a:lnTo>
                  <a:lnTo>
                    <a:pt x="298968" y="269980"/>
                  </a:lnTo>
                  <a:lnTo>
                    <a:pt x="302155" y="265759"/>
                  </a:lnTo>
                  <a:lnTo>
                    <a:pt x="305206" y="261439"/>
                  </a:lnTo>
                  <a:lnTo>
                    <a:pt x="308119" y="257024"/>
                  </a:lnTo>
                  <a:lnTo>
                    <a:pt x="310892" y="252520"/>
                  </a:lnTo>
                  <a:lnTo>
                    <a:pt x="313520" y="247930"/>
                  </a:lnTo>
                  <a:lnTo>
                    <a:pt x="316001" y="243260"/>
                  </a:lnTo>
                  <a:lnTo>
                    <a:pt x="318334" y="238513"/>
                  </a:lnTo>
                  <a:lnTo>
                    <a:pt x="320516" y="233695"/>
                  </a:lnTo>
                  <a:lnTo>
                    <a:pt x="322543" y="228810"/>
                  </a:lnTo>
                  <a:lnTo>
                    <a:pt x="324416" y="223863"/>
                  </a:lnTo>
                  <a:lnTo>
                    <a:pt x="326131" y="218860"/>
                  </a:lnTo>
                  <a:lnTo>
                    <a:pt x="327686" y="213805"/>
                  </a:lnTo>
                  <a:lnTo>
                    <a:pt x="329081" y="208703"/>
                  </a:lnTo>
                  <a:lnTo>
                    <a:pt x="330314" y="203560"/>
                  </a:lnTo>
                  <a:lnTo>
                    <a:pt x="331384" y="198380"/>
                  </a:lnTo>
                  <a:lnTo>
                    <a:pt x="332289" y="193169"/>
                  </a:lnTo>
                  <a:lnTo>
                    <a:pt x="333029" y="187932"/>
                  </a:lnTo>
                  <a:lnTo>
                    <a:pt x="333603" y="182674"/>
                  </a:lnTo>
                  <a:lnTo>
                    <a:pt x="334010" y="177401"/>
                  </a:lnTo>
                  <a:lnTo>
                    <a:pt x="334251" y="172118"/>
                  </a:lnTo>
                  <a:lnTo>
                    <a:pt x="334324" y="166829"/>
                  </a:lnTo>
                  <a:lnTo>
                    <a:pt x="334229" y="161541"/>
                  </a:lnTo>
                  <a:lnTo>
                    <a:pt x="333968" y="156258"/>
                  </a:lnTo>
                  <a:lnTo>
                    <a:pt x="333539" y="150987"/>
                  </a:lnTo>
                  <a:lnTo>
                    <a:pt x="332944" y="145731"/>
                  </a:lnTo>
                  <a:lnTo>
                    <a:pt x="332183" y="140497"/>
                  </a:lnTo>
                  <a:lnTo>
                    <a:pt x="331256" y="135290"/>
                  </a:lnTo>
                  <a:lnTo>
                    <a:pt x="330166" y="130115"/>
                  </a:lnTo>
                  <a:lnTo>
                    <a:pt x="328912" y="124976"/>
                  </a:lnTo>
                  <a:lnTo>
                    <a:pt x="327496" y="119880"/>
                  </a:lnTo>
                  <a:lnTo>
                    <a:pt x="325920" y="114832"/>
                  </a:lnTo>
                  <a:lnTo>
                    <a:pt x="324185" y="109835"/>
                  </a:lnTo>
                  <a:lnTo>
                    <a:pt x="322293" y="104896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37961"/>
              <a:ext cx="155136" cy="62270"/>
            </a:xfrm>
            <a:custGeom>
              <a:avLst/>
              <a:pathLst>
                <a:path w="155136" h="62270">
                  <a:moveTo>
                    <a:pt x="155136" y="0"/>
                  </a:moveTo>
                  <a:lnTo>
                    <a:pt x="0" y="6227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7025"/>
              <a:ext cx="155136" cy="163206"/>
            </a:xfrm>
            <a:custGeom>
              <a:avLst/>
              <a:pathLst>
                <a:path w="155136" h="163206">
                  <a:moveTo>
                    <a:pt x="155136" y="100936"/>
                  </a:moveTo>
                  <a:lnTo>
                    <a:pt x="152965" y="95777"/>
                  </a:lnTo>
                  <a:lnTo>
                    <a:pt x="150622" y="90695"/>
                  </a:lnTo>
                  <a:lnTo>
                    <a:pt x="148110" y="85693"/>
                  </a:lnTo>
                  <a:lnTo>
                    <a:pt x="145432" y="80778"/>
                  </a:lnTo>
                  <a:lnTo>
                    <a:pt x="142591" y="75956"/>
                  </a:lnTo>
                  <a:lnTo>
                    <a:pt x="139590" y="71232"/>
                  </a:lnTo>
                  <a:lnTo>
                    <a:pt x="136433" y="66610"/>
                  </a:lnTo>
                  <a:lnTo>
                    <a:pt x="133123" y="62097"/>
                  </a:lnTo>
                  <a:lnTo>
                    <a:pt x="129664" y="57698"/>
                  </a:lnTo>
                  <a:lnTo>
                    <a:pt x="126059" y="53416"/>
                  </a:lnTo>
                  <a:lnTo>
                    <a:pt x="122313" y="49258"/>
                  </a:lnTo>
                  <a:lnTo>
                    <a:pt x="118430" y="45227"/>
                  </a:lnTo>
                  <a:lnTo>
                    <a:pt x="114415" y="41329"/>
                  </a:lnTo>
                  <a:lnTo>
                    <a:pt x="110271" y="37567"/>
                  </a:lnTo>
                  <a:lnTo>
                    <a:pt x="106003" y="33946"/>
                  </a:lnTo>
                  <a:lnTo>
                    <a:pt x="101616" y="30470"/>
                  </a:lnTo>
                  <a:lnTo>
                    <a:pt x="97116" y="27142"/>
                  </a:lnTo>
                  <a:lnTo>
                    <a:pt x="92507" y="23968"/>
                  </a:lnTo>
                  <a:lnTo>
                    <a:pt x="87794" y="20949"/>
                  </a:lnTo>
                  <a:lnTo>
                    <a:pt x="82982" y="18090"/>
                  </a:lnTo>
                  <a:lnTo>
                    <a:pt x="78078" y="15393"/>
                  </a:lnTo>
                  <a:lnTo>
                    <a:pt x="73086" y="12862"/>
                  </a:lnTo>
                  <a:lnTo>
                    <a:pt x="68012" y="10500"/>
                  </a:lnTo>
                  <a:lnTo>
                    <a:pt x="62862" y="8309"/>
                  </a:lnTo>
                  <a:lnTo>
                    <a:pt x="57642" y="6291"/>
                  </a:lnTo>
                  <a:lnTo>
                    <a:pt x="52357" y="4450"/>
                  </a:lnTo>
                  <a:lnTo>
                    <a:pt x="47013" y="2786"/>
                  </a:lnTo>
                  <a:lnTo>
                    <a:pt x="41616" y="1302"/>
                  </a:lnTo>
                  <a:lnTo>
                    <a:pt x="36173" y="0"/>
                  </a:lnTo>
                  <a:lnTo>
                    <a:pt x="0" y="1632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33064"/>
              <a:ext cx="36173" cy="167167"/>
            </a:xfrm>
            <a:custGeom>
              <a:avLst/>
              <a:pathLst>
                <a:path w="36173" h="167167">
                  <a:moveTo>
                    <a:pt x="36173" y="3960"/>
                  </a:moveTo>
                  <a:lnTo>
                    <a:pt x="29021" y="2538"/>
                  </a:lnTo>
                  <a:lnTo>
                    <a:pt x="21814" y="1429"/>
                  </a:lnTo>
                  <a:lnTo>
                    <a:pt x="14566" y="635"/>
                  </a:lnTo>
                  <a:lnTo>
                    <a:pt x="7290" y="15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358820" y="3170392"/>
              <a:ext cx="334326" cy="334321"/>
            </a:xfrm>
            <a:custGeom>
              <a:avLst/>
              <a:pathLst>
                <a:path w="334326" h="334321">
                  <a:moveTo>
                    <a:pt x="167159" y="0"/>
                  </a:moveTo>
                  <a:lnTo>
                    <a:pt x="161877" y="83"/>
                  </a:lnTo>
                  <a:lnTo>
                    <a:pt x="156599" y="333"/>
                  </a:lnTo>
                  <a:lnTo>
                    <a:pt x="151332" y="750"/>
                  </a:lnTo>
                  <a:lnTo>
                    <a:pt x="146081" y="1334"/>
                  </a:lnTo>
                  <a:lnTo>
                    <a:pt x="140851" y="2083"/>
                  </a:lnTo>
                  <a:lnTo>
                    <a:pt x="135647" y="2996"/>
                  </a:lnTo>
                  <a:lnTo>
                    <a:pt x="130475" y="4074"/>
                  </a:lnTo>
                  <a:lnTo>
                    <a:pt x="125340" y="5315"/>
                  </a:lnTo>
                  <a:lnTo>
                    <a:pt x="120246" y="6717"/>
                  </a:lnTo>
                  <a:lnTo>
                    <a:pt x="115199" y="8280"/>
                  </a:lnTo>
                  <a:lnTo>
                    <a:pt x="110204" y="10001"/>
                  </a:lnTo>
                  <a:lnTo>
                    <a:pt x="105265" y="11880"/>
                  </a:lnTo>
                  <a:lnTo>
                    <a:pt x="100389" y="13913"/>
                  </a:lnTo>
                  <a:lnTo>
                    <a:pt x="95579" y="16100"/>
                  </a:lnTo>
                  <a:lnTo>
                    <a:pt x="90841" y="18437"/>
                  </a:lnTo>
                  <a:lnTo>
                    <a:pt x="86179" y="20923"/>
                  </a:lnTo>
                  <a:lnTo>
                    <a:pt x="81598" y="23556"/>
                  </a:lnTo>
                  <a:lnTo>
                    <a:pt x="77103" y="26331"/>
                  </a:lnTo>
                  <a:lnTo>
                    <a:pt x="72697" y="29247"/>
                  </a:lnTo>
                  <a:lnTo>
                    <a:pt x="68386" y="32301"/>
                  </a:lnTo>
                  <a:lnTo>
                    <a:pt x="64173" y="35490"/>
                  </a:lnTo>
                  <a:lnTo>
                    <a:pt x="60063" y="38810"/>
                  </a:lnTo>
                  <a:lnTo>
                    <a:pt x="56061" y="42259"/>
                  </a:lnTo>
                  <a:lnTo>
                    <a:pt x="52169" y="45832"/>
                  </a:lnTo>
                  <a:lnTo>
                    <a:pt x="48392" y="49527"/>
                  </a:lnTo>
                  <a:lnTo>
                    <a:pt x="44734" y="53339"/>
                  </a:lnTo>
                  <a:lnTo>
                    <a:pt x="41198" y="57264"/>
                  </a:lnTo>
                  <a:lnTo>
                    <a:pt x="37787" y="61300"/>
                  </a:lnTo>
                  <a:lnTo>
                    <a:pt x="34507" y="65441"/>
                  </a:lnTo>
                  <a:lnTo>
                    <a:pt x="31358" y="69684"/>
                  </a:lnTo>
                  <a:lnTo>
                    <a:pt x="28345" y="74024"/>
                  </a:lnTo>
                  <a:lnTo>
                    <a:pt x="25471" y="78457"/>
                  </a:lnTo>
                  <a:lnTo>
                    <a:pt x="22739" y="82979"/>
                  </a:lnTo>
                  <a:lnTo>
                    <a:pt x="20150" y="87585"/>
                  </a:lnTo>
                  <a:lnTo>
                    <a:pt x="17709" y="92270"/>
                  </a:lnTo>
                  <a:lnTo>
                    <a:pt x="15417" y="97031"/>
                  </a:lnTo>
                  <a:lnTo>
                    <a:pt x="13276" y="101861"/>
                  </a:lnTo>
                  <a:lnTo>
                    <a:pt x="11289" y="106757"/>
                  </a:lnTo>
                  <a:lnTo>
                    <a:pt x="9458" y="111712"/>
                  </a:lnTo>
                  <a:lnTo>
                    <a:pt x="7784" y="116724"/>
                  </a:lnTo>
                  <a:lnTo>
                    <a:pt x="6270" y="121785"/>
                  </a:lnTo>
                  <a:lnTo>
                    <a:pt x="4916" y="126892"/>
                  </a:lnTo>
                  <a:lnTo>
                    <a:pt x="3724" y="132040"/>
                  </a:lnTo>
                  <a:lnTo>
                    <a:pt x="2696" y="137222"/>
                  </a:lnTo>
                  <a:lnTo>
                    <a:pt x="1832" y="142434"/>
                  </a:lnTo>
                  <a:lnTo>
                    <a:pt x="1133" y="147671"/>
                  </a:lnTo>
                  <a:lnTo>
                    <a:pt x="599" y="152927"/>
                  </a:lnTo>
                  <a:lnTo>
                    <a:pt x="233" y="158198"/>
                  </a:lnTo>
                  <a:lnTo>
                    <a:pt x="33" y="163478"/>
                  </a:lnTo>
                  <a:lnTo>
                    <a:pt x="0" y="168761"/>
                  </a:lnTo>
                  <a:lnTo>
                    <a:pt x="133" y="174043"/>
                  </a:lnTo>
                  <a:lnTo>
                    <a:pt x="434" y="179317"/>
                  </a:lnTo>
                  <a:lnTo>
                    <a:pt x="901" y="184580"/>
                  </a:lnTo>
                  <a:lnTo>
                    <a:pt x="1535" y="189825"/>
                  </a:lnTo>
                  <a:lnTo>
                    <a:pt x="2333" y="195048"/>
                  </a:lnTo>
                  <a:lnTo>
                    <a:pt x="3297" y="200243"/>
                  </a:lnTo>
                  <a:lnTo>
                    <a:pt x="4424" y="205405"/>
                  </a:lnTo>
                  <a:lnTo>
                    <a:pt x="5714" y="210528"/>
                  </a:lnTo>
                  <a:lnTo>
                    <a:pt x="7164" y="215608"/>
                  </a:lnTo>
                  <a:lnTo>
                    <a:pt x="8775" y="220640"/>
                  </a:lnTo>
                  <a:lnTo>
                    <a:pt x="10544" y="225619"/>
                  </a:lnTo>
                  <a:lnTo>
                    <a:pt x="12469" y="230539"/>
                  </a:lnTo>
                  <a:lnTo>
                    <a:pt x="14549" y="235396"/>
                  </a:lnTo>
                  <a:lnTo>
                    <a:pt x="16782" y="240184"/>
                  </a:lnTo>
                  <a:lnTo>
                    <a:pt x="19164" y="244900"/>
                  </a:lnTo>
                  <a:lnTo>
                    <a:pt x="21695" y="249538"/>
                  </a:lnTo>
                  <a:lnTo>
                    <a:pt x="24370" y="254094"/>
                  </a:lnTo>
                  <a:lnTo>
                    <a:pt x="27189" y="258563"/>
                  </a:lnTo>
                  <a:lnTo>
                    <a:pt x="30147" y="262940"/>
                  </a:lnTo>
                  <a:lnTo>
                    <a:pt x="33242" y="267222"/>
                  </a:lnTo>
                  <a:lnTo>
                    <a:pt x="36471" y="271404"/>
                  </a:lnTo>
                  <a:lnTo>
                    <a:pt x="39830" y="275482"/>
                  </a:lnTo>
                  <a:lnTo>
                    <a:pt x="43316" y="279452"/>
                  </a:lnTo>
                  <a:lnTo>
                    <a:pt x="46927" y="283309"/>
                  </a:lnTo>
                  <a:lnTo>
                    <a:pt x="50657" y="287051"/>
                  </a:lnTo>
                  <a:lnTo>
                    <a:pt x="54504" y="290673"/>
                  </a:lnTo>
                  <a:lnTo>
                    <a:pt x="58463" y="294171"/>
                  </a:lnTo>
                  <a:lnTo>
                    <a:pt x="62531" y="297542"/>
                  </a:lnTo>
                  <a:lnTo>
                    <a:pt x="66703" y="300784"/>
                  </a:lnTo>
                  <a:lnTo>
                    <a:pt x="70976" y="303892"/>
                  </a:lnTo>
                  <a:lnTo>
                    <a:pt x="75344" y="306863"/>
                  </a:lnTo>
                  <a:lnTo>
                    <a:pt x="79805" y="309695"/>
                  </a:lnTo>
                  <a:lnTo>
                    <a:pt x="84352" y="312384"/>
                  </a:lnTo>
                  <a:lnTo>
                    <a:pt x="88983" y="314928"/>
                  </a:lnTo>
                  <a:lnTo>
                    <a:pt x="93691" y="317325"/>
                  </a:lnTo>
                  <a:lnTo>
                    <a:pt x="98473" y="319572"/>
                  </a:lnTo>
                  <a:lnTo>
                    <a:pt x="103324" y="321666"/>
                  </a:lnTo>
                  <a:lnTo>
                    <a:pt x="108238" y="323606"/>
                  </a:lnTo>
                  <a:lnTo>
                    <a:pt x="113211" y="325390"/>
                  </a:lnTo>
                  <a:lnTo>
                    <a:pt x="118238" y="327016"/>
                  </a:lnTo>
                  <a:lnTo>
                    <a:pt x="123314" y="328482"/>
                  </a:lnTo>
                  <a:lnTo>
                    <a:pt x="128434" y="329787"/>
                  </a:lnTo>
                  <a:lnTo>
                    <a:pt x="133592" y="330930"/>
                  </a:lnTo>
                  <a:lnTo>
                    <a:pt x="138784" y="331909"/>
                  </a:lnTo>
                  <a:lnTo>
                    <a:pt x="144004" y="332723"/>
                  </a:lnTo>
                  <a:lnTo>
                    <a:pt x="149248" y="333372"/>
                  </a:lnTo>
                  <a:lnTo>
                    <a:pt x="154509" y="333855"/>
                  </a:lnTo>
                  <a:lnTo>
                    <a:pt x="159783" y="334172"/>
                  </a:lnTo>
                  <a:lnTo>
                    <a:pt x="165064" y="334321"/>
                  </a:lnTo>
                  <a:lnTo>
                    <a:pt x="170347" y="334304"/>
                  </a:lnTo>
                  <a:lnTo>
                    <a:pt x="175627" y="334120"/>
                  </a:lnTo>
                  <a:lnTo>
                    <a:pt x="180899" y="333769"/>
                  </a:lnTo>
                  <a:lnTo>
                    <a:pt x="186157" y="333251"/>
                  </a:lnTo>
                  <a:lnTo>
                    <a:pt x="191396" y="332568"/>
                  </a:lnTo>
                  <a:lnTo>
                    <a:pt x="196611" y="331720"/>
                  </a:lnTo>
                  <a:lnTo>
                    <a:pt x="201796" y="330707"/>
                  </a:lnTo>
                  <a:lnTo>
                    <a:pt x="206947" y="329530"/>
                  </a:lnTo>
                  <a:lnTo>
                    <a:pt x="212058" y="328192"/>
                  </a:lnTo>
                  <a:lnTo>
                    <a:pt x="217124" y="326693"/>
                  </a:lnTo>
                  <a:lnTo>
                    <a:pt x="222141" y="325034"/>
                  </a:lnTo>
                  <a:lnTo>
                    <a:pt x="227102" y="323218"/>
                  </a:lnTo>
                  <a:lnTo>
                    <a:pt x="232003" y="321245"/>
                  </a:lnTo>
                  <a:lnTo>
                    <a:pt x="236840" y="319119"/>
                  </a:lnTo>
                  <a:lnTo>
                    <a:pt x="241607" y="316841"/>
                  </a:lnTo>
                  <a:lnTo>
                    <a:pt x="246300" y="314414"/>
                  </a:lnTo>
                  <a:lnTo>
                    <a:pt x="250914" y="311840"/>
                  </a:lnTo>
                  <a:lnTo>
                    <a:pt x="255444" y="309121"/>
                  </a:lnTo>
                  <a:lnTo>
                    <a:pt x="259886" y="306260"/>
                  </a:lnTo>
                  <a:lnTo>
                    <a:pt x="264235" y="303260"/>
                  </a:lnTo>
                  <a:lnTo>
                    <a:pt x="268487" y="300124"/>
                  </a:lnTo>
                  <a:lnTo>
                    <a:pt x="272638" y="296856"/>
                  </a:lnTo>
                  <a:lnTo>
                    <a:pt x="276684" y="293458"/>
                  </a:lnTo>
                  <a:lnTo>
                    <a:pt x="280620" y="289934"/>
                  </a:lnTo>
                  <a:lnTo>
                    <a:pt x="284443" y="286287"/>
                  </a:lnTo>
                  <a:lnTo>
                    <a:pt x="288149" y="282521"/>
                  </a:lnTo>
                  <a:lnTo>
                    <a:pt x="291734" y="278640"/>
                  </a:lnTo>
                  <a:lnTo>
                    <a:pt x="295194" y="274647"/>
                  </a:lnTo>
                  <a:lnTo>
                    <a:pt x="298527" y="270548"/>
                  </a:lnTo>
                  <a:lnTo>
                    <a:pt x="301728" y="266345"/>
                  </a:lnTo>
                  <a:lnTo>
                    <a:pt x="304795" y="262043"/>
                  </a:lnTo>
                  <a:lnTo>
                    <a:pt x="307724" y="257646"/>
                  </a:lnTo>
                  <a:lnTo>
                    <a:pt x="310513" y="253159"/>
                  </a:lnTo>
                  <a:lnTo>
                    <a:pt x="313159" y="248585"/>
                  </a:lnTo>
                  <a:lnTo>
                    <a:pt x="315659" y="243931"/>
                  </a:lnTo>
                  <a:lnTo>
                    <a:pt x="318011" y="239200"/>
                  </a:lnTo>
                  <a:lnTo>
                    <a:pt x="320212" y="234397"/>
                  </a:lnTo>
                  <a:lnTo>
                    <a:pt x="322260" y="229526"/>
                  </a:lnTo>
                  <a:lnTo>
                    <a:pt x="324153" y="224594"/>
                  </a:lnTo>
                  <a:lnTo>
                    <a:pt x="325890" y="219604"/>
                  </a:lnTo>
                  <a:lnTo>
                    <a:pt x="327467" y="214562"/>
                  </a:lnTo>
                  <a:lnTo>
                    <a:pt x="328885" y="209472"/>
                  </a:lnTo>
                  <a:lnTo>
                    <a:pt x="330141" y="204340"/>
                  </a:lnTo>
                  <a:lnTo>
                    <a:pt x="331235" y="199171"/>
                  </a:lnTo>
                  <a:lnTo>
                    <a:pt x="332164" y="193970"/>
                  </a:lnTo>
                  <a:lnTo>
                    <a:pt x="332929" y="188742"/>
                  </a:lnTo>
                  <a:lnTo>
                    <a:pt x="333528" y="183493"/>
                  </a:lnTo>
                  <a:lnTo>
                    <a:pt x="333960" y="178227"/>
                  </a:lnTo>
                  <a:lnTo>
                    <a:pt x="334227" y="172951"/>
                  </a:lnTo>
                  <a:lnTo>
                    <a:pt x="334326" y="167668"/>
                  </a:lnTo>
                  <a:lnTo>
                    <a:pt x="334258" y="162385"/>
                  </a:lnTo>
                  <a:lnTo>
                    <a:pt x="334024" y="157107"/>
                  </a:lnTo>
                  <a:lnTo>
                    <a:pt x="333623" y="151839"/>
                  </a:lnTo>
                  <a:lnTo>
                    <a:pt x="333055" y="146586"/>
                  </a:lnTo>
                  <a:lnTo>
                    <a:pt x="332322" y="141354"/>
                  </a:lnTo>
                  <a:lnTo>
                    <a:pt x="331424" y="136148"/>
                  </a:lnTo>
                  <a:lnTo>
                    <a:pt x="330361" y="130972"/>
                  </a:lnTo>
                  <a:lnTo>
                    <a:pt x="329136" y="125833"/>
                  </a:lnTo>
                  <a:lnTo>
                    <a:pt x="327749" y="120735"/>
                  </a:lnTo>
                  <a:lnTo>
                    <a:pt x="326201" y="115683"/>
                  </a:lnTo>
                  <a:lnTo>
                    <a:pt x="324495" y="110683"/>
                  </a:lnTo>
                  <a:lnTo>
                    <a:pt x="322631" y="105739"/>
                  </a:lnTo>
                  <a:lnTo>
                    <a:pt x="320613" y="100857"/>
                  </a:lnTo>
                  <a:lnTo>
                    <a:pt x="318440" y="96040"/>
                  </a:lnTo>
                  <a:lnTo>
                    <a:pt x="316117" y="91295"/>
                  </a:lnTo>
                  <a:lnTo>
                    <a:pt x="313645" y="86626"/>
                  </a:lnTo>
                  <a:lnTo>
                    <a:pt x="311027" y="82037"/>
                  </a:lnTo>
                  <a:lnTo>
                    <a:pt x="308265" y="77533"/>
                  </a:lnTo>
                  <a:lnTo>
                    <a:pt x="305362" y="73119"/>
                  </a:lnTo>
                  <a:lnTo>
                    <a:pt x="302321" y="68798"/>
                  </a:lnTo>
                  <a:lnTo>
                    <a:pt x="299144" y="64576"/>
                  </a:lnTo>
                  <a:lnTo>
                    <a:pt x="295837" y="60456"/>
                  </a:lnTo>
                  <a:lnTo>
                    <a:pt x="292400" y="56443"/>
                  </a:lnTo>
                  <a:lnTo>
                    <a:pt x="288838" y="52541"/>
                  </a:lnTo>
                  <a:lnTo>
                    <a:pt x="285155" y="48753"/>
                  </a:lnTo>
                  <a:lnTo>
                    <a:pt x="281354" y="45083"/>
                  </a:lnTo>
                  <a:lnTo>
                    <a:pt x="277439" y="41535"/>
                  </a:lnTo>
                  <a:lnTo>
                    <a:pt x="273414" y="38113"/>
                  </a:lnTo>
                  <a:lnTo>
                    <a:pt x="269283" y="34820"/>
                  </a:lnTo>
                  <a:lnTo>
                    <a:pt x="265049" y="31659"/>
                  </a:lnTo>
                  <a:lnTo>
                    <a:pt x="260718" y="28633"/>
                  </a:lnTo>
                  <a:lnTo>
                    <a:pt x="256294" y="25746"/>
                  </a:lnTo>
                  <a:lnTo>
                    <a:pt x="251780" y="22999"/>
                  </a:lnTo>
                  <a:lnTo>
                    <a:pt x="247182" y="20397"/>
                  </a:lnTo>
                  <a:lnTo>
                    <a:pt x="242504" y="17942"/>
                  </a:lnTo>
                  <a:lnTo>
                    <a:pt x="237750" y="15635"/>
                  </a:lnTo>
                  <a:lnTo>
                    <a:pt x="232927" y="13480"/>
                  </a:lnTo>
                  <a:lnTo>
                    <a:pt x="228037" y="11479"/>
                  </a:lnTo>
                  <a:lnTo>
                    <a:pt x="223087" y="9633"/>
                  </a:lnTo>
                  <a:lnTo>
                    <a:pt x="218080" y="7944"/>
                  </a:lnTo>
                  <a:lnTo>
                    <a:pt x="213023" y="6414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6807"/>
              <a:ext cx="45863" cy="160752"/>
            </a:xfrm>
            <a:custGeom>
              <a:avLst/>
              <a:pathLst>
                <a:path w="45863" h="160752">
                  <a:moveTo>
                    <a:pt x="45863" y="0"/>
                  </a:moveTo>
                  <a:lnTo>
                    <a:pt x="0" y="1607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3626"/>
              <a:ext cx="45863" cy="163933"/>
            </a:xfrm>
            <a:custGeom>
              <a:avLst/>
              <a:pathLst>
                <a:path w="45863" h="163933">
                  <a:moveTo>
                    <a:pt x="45863" y="3181"/>
                  </a:moveTo>
                  <a:lnTo>
                    <a:pt x="32720" y="0"/>
                  </a:lnTo>
                  <a:lnTo>
                    <a:pt x="0" y="1639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32720" cy="167167"/>
            </a:xfrm>
            <a:custGeom>
              <a:avLst/>
              <a:pathLst>
                <a:path w="32720" h="167167">
                  <a:moveTo>
                    <a:pt x="32720" y="3233"/>
                  </a:moveTo>
                  <a:lnTo>
                    <a:pt x="26237" y="2071"/>
                  </a:lnTo>
                  <a:lnTo>
                    <a:pt x="19714" y="1166"/>
                  </a:lnTo>
                  <a:lnTo>
                    <a:pt x="13159" y="518"/>
                  </a:lnTo>
                  <a:lnTo>
                    <a:pt x="6584" y="12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423597" y="3707720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60" y="335"/>
                  </a:lnTo>
                  <a:lnTo>
                    <a:pt x="151278" y="755"/>
                  </a:lnTo>
                  <a:lnTo>
                    <a:pt x="146012" y="1341"/>
                  </a:lnTo>
                  <a:lnTo>
                    <a:pt x="140767" y="2095"/>
                  </a:lnTo>
                  <a:lnTo>
                    <a:pt x="135549" y="3014"/>
                  </a:lnTo>
                  <a:lnTo>
                    <a:pt x="130362" y="4098"/>
                  </a:lnTo>
                  <a:lnTo>
                    <a:pt x="125213" y="5346"/>
                  </a:lnTo>
                  <a:lnTo>
                    <a:pt x="120105" y="6756"/>
                  </a:lnTo>
                  <a:lnTo>
                    <a:pt x="115045" y="8327"/>
                  </a:lnTo>
                  <a:lnTo>
                    <a:pt x="110037" y="10059"/>
                  </a:lnTo>
                  <a:lnTo>
                    <a:pt x="105087" y="11948"/>
                  </a:lnTo>
                  <a:lnTo>
                    <a:pt x="100199" y="13992"/>
                  </a:lnTo>
                  <a:lnTo>
                    <a:pt x="95378" y="16191"/>
                  </a:lnTo>
                  <a:lnTo>
                    <a:pt x="90629" y="18542"/>
                  </a:lnTo>
                  <a:lnTo>
                    <a:pt x="85957" y="21042"/>
                  </a:lnTo>
                  <a:lnTo>
                    <a:pt x="81367" y="23688"/>
                  </a:lnTo>
                  <a:lnTo>
                    <a:pt x="76863" y="26479"/>
                  </a:lnTo>
                  <a:lnTo>
                    <a:pt x="72449" y="29411"/>
                  </a:lnTo>
                  <a:lnTo>
                    <a:pt x="68131" y="32482"/>
                  </a:lnTo>
                  <a:lnTo>
                    <a:pt x="63912" y="35687"/>
                  </a:lnTo>
                  <a:lnTo>
                    <a:pt x="59797" y="39025"/>
                  </a:lnTo>
                  <a:lnTo>
                    <a:pt x="55790" y="42492"/>
                  </a:lnTo>
                  <a:lnTo>
                    <a:pt x="51895" y="46084"/>
                  </a:lnTo>
                  <a:lnTo>
                    <a:pt x="48115" y="49797"/>
                  </a:lnTo>
                  <a:lnTo>
                    <a:pt x="44455" y="53629"/>
                  </a:lnTo>
                  <a:lnTo>
                    <a:pt x="40919" y="57574"/>
                  </a:lnTo>
                  <a:lnTo>
                    <a:pt x="37509" y="61630"/>
                  </a:lnTo>
                  <a:lnTo>
                    <a:pt x="34229" y="65792"/>
                  </a:lnTo>
                  <a:lnTo>
                    <a:pt x="31083" y="70055"/>
                  </a:lnTo>
                  <a:lnTo>
                    <a:pt x="28074" y="74416"/>
                  </a:lnTo>
                  <a:lnTo>
                    <a:pt x="25204" y="78871"/>
                  </a:lnTo>
                  <a:lnTo>
                    <a:pt x="22477" y="83414"/>
                  </a:lnTo>
                  <a:lnTo>
                    <a:pt x="19896" y="88041"/>
                  </a:lnTo>
                  <a:lnTo>
                    <a:pt x="17462" y="92747"/>
                  </a:lnTo>
                  <a:lnTo>
                    <a:pt x="15178" y="97529"/>
                  </a:lnTo>
                  <a:lnTo>
                    <a:pt x="13048" y="102380"/>
                  </a:lnTo>
                  <a:lnTo>
                    <a:pt x="11072" y="107296"/>
                  </a:lnTo>
                  <a:lnTo>
                    <a:pt x="9253" y="112273"/>
                  </a:lnTo>
                  <a:lnTo>
                    <a:pt x="7592" y="117305"/>
                  </a:lnTo>
                  <a:lnTo>
                    <a:pt x="6092" y="122386"/>
                  </a:lnTo>
                  <a:lnTo>
                    <a:pt x="4754" y="127513"/>
                  </a:lnTo>
                  <a:lnTo>
                    <a:pt x="3579" y="132680"/>
                  </a:lnTo>
                  <a:lnTo>
                    <a:pt x="2568" y="137881"/>
                  </a:lnTo>
                  <a:lnTo>
                    <a:pt x="1723" y="143112"/>
                  </a:lnTo>
                  <a:lnTo>
                    <a:pt x="1043" y="148367"/>
                  </a:lnTo>
                  <a:lnTo>
                    <a:pt x="531" y="153641"/>
                  </a:lnTo>
                  <a:lnTo>
                    <a:pt x="186" y="158928"/>
                  </a:lnTo>
                  <a:lnTo>
                    <a:pt x="9" y="164224"/>
                  </a:lnTo>
                  <a:lnTo>
                    <a:pt x="0" y="169522"/>
                  </a:lnTo>
                  <a:lnTo>
                    <a:pt x="158" y="174818"/>
                  </a:lnTo>
                  <a:lnTo>
                    <a:pt x="484" y="180107"/>
                  </a:lnTo>
                  <a:lnTo>
                    <a:pt x="978" y="185383"/>
                  </a:lnTo>
                  <a:lnTo>
                    <a:pt x="1639" y="190640"/>
                  </a:lnTo>
                  <a:lnTo>
                    <a:pt x="2466" y="195873"/>
                  </a:lnTo>
                  <a:lnTo>
                    <a:pt x="3459" y="201078"/>
                  </a:lnTo>
                  <a:lnTo>
                    <a:pt x="4616" y="206249"/>
                  </a:lnTo>
                  <a:lnTo>
                    <a:pt x="5936" y="211381"/>
                  </a:lnTo>
                  <a:lnTo>
                    <a:pt x="7418" y="216468"/>
                  </a:lnTo>
                  <a:lnTo>
                    <a:pt x="9061" y="221505"/>
                  </a:lnTo>
                  <a:lnTo>
                    <a:pt x="10862" y="226488"/>
                  </a:lnTo>
                  <a:lnTo>
                    <a:pt x="12821" y="231411"/>
                  </a:lnTo>
                  <a:lnTo>
                    <a:pt x="14934" y="236270"/>
                  </a:lnTo>
                  <a:lnTo>
                    <a:pt x="17201" y="241060"/>
                  </a:lnTo>
                  <a:lnTo>
                    <a:pt x="19618" y="245775"/>
                  </a:lnTo>
                  <a:lnTo>
                    <a:pt x="22183" y="250411"/>
                  </a:lnTo>
                  <a:lnTo>
                    <a:pt x="24894" y="254963"/>
                  </a:lnTo>
                  <a:lnTo>
                    <a:pt x="27748" y="259428"/>
                  </a:lnTo>
                  <a:lnTo>
                    <a:pt x="30742" y="263799"/>
                  </a:lnTo>
                  <a:lnTo>
                    <a:pt x="33873" y="268074"/>
                  </a:lnTo>
                  <a:lnTo>
                    <a:pt x="37138" y="272247"/>
                  </a:lnTo>
                  <a:lnTo>
                    <a:pt x="40534" y="276315"/>
                  </a:lnTo>
                  <a:lnTo>
                    <a:pt x="44057" y="280273"/>
                  </a:lnTo>
                  <a:lnTo>
                    <a:pt x="47703" y="284117"/>
                  </a:lnTo>
                  <a:lnTo>
                    <a:pt x="51470" y="287844"/>
                  </a:lnTo>
                  <a:lnTo>
                    <a:pt x="55352" y="291449"/>
                  </a:lnTo>
                  <a:lnTo>
                    <a:pt x="59347" y="294930"/>
                  </a:lnTo>
                  <a:lnTo>
                    <a:pt x="63450" y="298282"/>
                  </a:lnTo>
                  <a:lnTo>
                    <a:pt x="67658" y="301503"/>
                  </a:lnTo>
                  <a:lnTo>
                    <a:pt x="71965" y="304589"/>
                  </a:lnTo>
                  <a:lnTo>
                    <a:pt x="76368" y="307536"/>
                  </a:lnTo>
                  <a:lnTo>
                    <a:pt x="80863" y="310343"/>
                  </a:lnTo>
                  <a:lnTo>
                    <a:pt x="85444" y="313006"/>
                  </a:lnTo>
                  <a:lnTo>
                    <a:pt x="90107" y="315522"/>
                  </a:lnTo>
                  <a:lnTo>
                    <a:pt x="94847" y="317889"/>
                  </a:lnTo>
                  <a:lnTo>
                    <a:pt x="99660" y="320105"/>
                  </a:lnTo>
                  <a:lnTo>
                    <a:pt x="104541" y="322167"/>
                  </a:lnTo>
                  <a:lnTo>
                    <a:pt x="109485" y="324073"/>
                  </a:lnTo>
                  <a:lnTo>
                    <a:pt x="114486" y="325822"/>
                  </a:lnTo>
                  <a:lnTo>
                    <a:pt x="119541" y="327411"/>
                  </a:lnTo>
                  <a:lnTo>
                    <a:pt x="124644" y="328840"/>
                  </a:lnTo>
                  <a:lnTo>
                    <a:pt x="129789" y="330106"/>
                  </a:lnTo>
                  <a:lnTo>
                    <a:pt x="134971" y="331208"/>
                  </a:lnTo>
                  <a:lnTo>
                    <a:pt x="140186" y="332145"/>
                  </a:lnTo>
                  <a:lnTo>
                    <a:pt x="145429" y="332917"/>
                  </a:lnTo>
                  <a:lnTo>
                    <a:pt x="150692" y="333522"/>
                  </a:lnTo>
                  <a:lnTo>
                    <a:pt x="155973" y="333960"/>
                  </a:lnTo>
                  <a:lnTo>
                    <a:pt x="161265" y="334231"/>
                  </a:lnTo>
                  <a:lnTo>
                    <a:pt x="166562" y="334333"/>
                  </a:lnTo>
                  <a:lnTo>
                    <a:pt x="171860" y="334268"/>
                  </a:lnTo>
                  <a:lnTo>
                    <a:pt x="177154" y="334035"/>
                  </a:lnTo>
                  <a:lnTo>
                    <a:pt x="182437" y="333634"/>
                  </a:lnTo>
                  <a:lnTo>
                    <a:pt x="187705" y="333066"/>
                  </a:lnTo>
                  <a:lnTo>
                    <a:pt x="192953" y="332331"/>
                  </a:lnTo>
                  <a:lnTo>
                    <a:pt x="198174" y="331430"/>
                  </a:lnTo>
                  <a:lnTo>
                    <a:pt x="203365" y="330365"/>
                  </a:lnTo>
                  <a:lnTo>
                    <a:pt x="208519" y="329135"/>
                  </a:lnTo>
                  <a:lnTo>
                    <a:pt x="213631" y="327742"/>
                  </a:lnTo>
                  <a:lnTo>
                    <a:pt x="218697" y="326189"/>
                  </a:lnTo>
                  <a:lnTo>
                    <a:pt x="223711" y="324475"/>
                  </a:lnTo>
                  <a:lnTo>
                    <a:pt x="228668" y="322604"/>
                  </a:lnTo>
                  <a:lnTo>
                    <a:pt x="233563" y="320576"/>
                  </a:lnTo>
                  <a:lnTo>
                    <a:pt x="238391" y="318394"/>
                  </a:lnTo>
                  <a:lnTo>
                    <a:pt x="243148" y="316060"/>
                  </a:lnTo>
                  <a:lnTo>
                    <a:pt x="247829" y="313577"/>
                  </a:lnTo>
                  <a:lnTo>
                    <a:pt x="252429" y="310947"/>
                  </a:lnTo>
                  <a:lnTo>
                    <a:pt x="256942" y="308172"/>
                  </a:lnTo>
                  <a:lnTo>
                    <a:pt x="261366" y="305255"/>
                  </a:lnTo>
                  <a:lnTo>
                    <a:pt x="265695" y="302200"/>
                  </a:lnTo>
                  <a:lnTo>
                    <a:pt x="269925" y="299009"/>
                  </a:lnTo>
                  <a:lnTo>
                    <a:pt x="274052" y="295685"/>
                  </a:lnTo>
                  <a:lnTo>
                    <a:pt x="278071" y="292233"/>
                  </a:lnTo>
                  <a:lnTo>
                    <a:pt x="281979" y="288655"/>
                  </a:lnTo>
                  <a:lnTo>
                    <a:pt x="285772" y="284955"/>
                  </a:lnTo>
                  <a:lnTo>
                    <a:pt x="289445" y="281136"/>
                  </a:lnTo>
                  <a:lnTo>
                    <a:pt x="292996" y="277203"/>
                  </a:lnTo>
                  <a:lnTo>
                    <a:pt x="296420" y="273159"/>
                  </a:lnTo>
                  <a:lnTo>
                    <a:pt x="299714" y="269009"/>
                  </a:lnTo>
                  <a:lnTo>
                    <a:pt x="302875" y="264757"/>
                  </a:lnTo>
                  <a:lnTo>
                    <a:pt x="305900" y="260406"/>
                  </a:lnTo>
                  <a:lnTo>
                    <a:pt x="308785" y="255962"/>
                  </a:lnTo>
                  <a:lnTo>
                    <a:pt x="311528" y="251429"/>
                  </a:lnTo>
                  <a:lnTo>
                    <a:pt x="314126" y="246811"/>
                  </a:lnTo>
                  <a:lnTo>
                    <a:pt x="316576" y="242113"/>
                  </a:lnTo>
                  <a:lnTo>
                    <a:pt x="318876" y="237339"/>
                  </a:lnTo>
                  <a:lnTo>
                    <a:pt x="321024" y="232496"/>
                  </a:lnTo>
                  <a:lnTo>
                    <a:pt x="323017" y="227586"/>
                  </a:lnTo>
                  <a:lnTo>
                    <a:pt x="324854" y="222616"/>
                  </a:lnTo>
                  <a:lnTo>
                    <a:pt x="326532" y="217590"/>
                  </a:lnTo>
                  <a:lnTo>
                    <a:pt x="328050" y="212514"/>
                  </a:lnTo>
                  <a:lnTo>
                    <a:pt x="329406" y="207392"/>
                  </a:lnTo>
                  <a:lnTo>
                    <a:pt x="330599" y="202229"/>
                  </a:lnTo>
                  <a:lnTo>
                    <a:pt x="331629" y="197031"/>
                  </a:lnTo>
                  <a:lnTo>
                    <a:pt x="332492" y="191804"/>
                  </a:lnTo>
                  <a:lnTo>
                    <a:pt x="333190" y="186551"/>
                  </a:lnTo>
                  <a:lnTo>
                    <a:pt x="333721" y="181279"/>
                  </a:lnTo>
                  <a:lnTo>
                    <a:pt x="334085" y="175993"/>
                  </a:lnTo>
                  <a:lnTo>
                    <a:pt x="334280" y="170698"/>
                  </a:lnTo>
                  <a:lnTo>
                    <a:pt x="334308" y="165400"/>
                  </a:lnTo>
                  <a:lnTo>
                    <a:pt x="334168" y="160103"/>
                  </a:lnTo>
                  <a:lnTo>
                    <a:pt x="333861" y="154813"/>
                  </a:lnTo>
                  <a:lnTo>
                    <a:pt x="333385" y="149536"/>
                  </a:lnTo>
                  <a:lnTo>
                    <a:pt x="332743" y="144277"/>
                  </a:lnTo>
                  <a:lnTo>
                    <a:pt x="331935" y="139040"/>
                  </a:lnTo>
                  <a:lnTo>
                    <a:pt x="330960" y="133832"/>
                  </a:lnTo>
                  <a:lnTo>
                    <a:pt x="329822" y="128657"/>
                  </a:lnTo>
                  <a:lnTo>
                    <a:pt x="328519" y="123521"/>
                  </a:lnTo>
                  <a:lnTo>
                    <a:pt x="327055" y="118429"/>
                  </a:lnTo>
                  <a:lnTo>
                    <a:pt x="325430" y="113385"/>
                  </a:lnTo>
                  <a:lnTo>
                    <a:pt x="323646" y="108396"/>
                  </a:lnTo>
                  <a:lnTo>
                    <a:pt x="321705" y="103466"/>
                  </a:lnTo>
                  <a:lnTo>
                    <a:pt x="319608" y="98600"/>
                  </a:lnTo>
                  <a:lnTo>
                    <a:pt x="317359" y="93802"/>
                  </a:lnTo>
                  <a:lnTo>
                    <a:pt x="314958" y="89079"/>
                  </a:lnTo>
                  <a:lnTo>
                    <a:pt x="312409" y="84433"/>
                  </a:lnTo>
                  <a:lnTo>
                    <a:pt x="309714" y="79871"/>
                  </a:lnTo>
                  <a:lnTo>
                    <a:pt x="306876" y="75397"/>
                  </a:lnTo>
                  <a:lnTo>
                    <a:pt x="303897" y="71015"/>
                  </a:lnTo>
                  <a:lnTo>
                    <a:pt x="300781" y="66729"/>
                  </a:lnTo>
                  <a:lnTo>
                    <a:pt x="297531" y="62545"/>
                  </a:lnTo>
                  <a:lnTo>
                    <a:pt x="294150" y="58465"/>
                  </a:lnTo>
                  <a:lnTo>
                    <a:pt x="290641" y="54495"/>
                  </a:lnTo>
                  <a:lnTo>
                    <a:pt x="287008" y="50638"/>
                  </a:lnTo>
                  <a:lnTo>
                    <a:pt x="283255" y="46898"/>
                  </a:lnTo>
                  <a:lnTo>
                    <a:pt x="279385" y="43279"/>
                  </a:lnTo>
                  <a:lnTo>
                    <a:pt x="275402" y="39784"/>
                  </a:lnTo>
                  <a:lnTo>
                    <a:pt x="271311" y="36417"/>
                  </a:lnTo>
                  <a:lnTo>
                    <a:pt x="267115" y="33182"/>
                  </a:lnTo>
                  <a:lnTo>
                    <a:pt x="262818" y="30081"/>
                  </a:lnTo>
                  <a:lnTo>
                    <a:pt x="258426" y="27118"/>
                  </a:lnTo>
                  <a:lnTo>
                    <a:pt x="253941" y="24295"/>
                  </a:lnTo>
                  <a:lnTo>
                    <a:pt x="249370" y="21616"/>
                  </a:lnTo>
                  <a:lnTo>
                    <a:pt x="244716" y="19084"/>
                  </a:lnTo>
                  <a:lnTo>
                    <a:pt x="239983" y="16700"/>
                  </a:lnTo>
                  <a:lnTo>
                    <a:pt x="235178" y="14467"/>
                  </a:lnTo>
                  <a:lnTo>
                    <a:pt x="230305" y="12388"/>
                  </a:lnTo>
                  <a:lnTo>
                    <a:pt x="225368" y="10464"/>
                  </a:lnTo>
                  <a:lnTo>
                    <a:pt x="220372" y="8698"/>
                  </a:lnTo>
                  <a:lnTo>
                    <a:pt x="215323" y="7091"/>
                  </a:lnTo>
                  <a:lnTo>
                    <a:pt x="210226" y="5645"/>
                  </a:lnTo>
                  <a:lnTo>
                    <a:pt x="205085" y="4361"/>
                  </a:lnTo>
                  <a:lnTo>
                    <a:pt x="199906" y="3240"/>
                  </a:lnTo>
                  <a:lnTo>
                    <a:pt x="194695" y="2284"/>
                  </a:lnTo>
                  <a:lnTo>
                    <a:pt x="189455" y="1494"/>
                  </a:lnTo>
                  <a:lnTo>
                    <a:pt x="184193" y="871"/>
                  </a:lnTo>
                  <a:lnTo>
                    <a:pt x="178914" y="414"/>
                  </a:lnTo>
                  <a:lnTo>
                    <a:pt x="173624" y="125"/>
                  </a:lnTo>
                  <a:lnTo>
                    <a:pt x="168327" y="4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4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1176" cy="167167"/>
            </a:xfrm>
            <a:custGeom>
              <a:avLst/>
              <a:pathLst>
                <a:path w="1176" h="167167">
                  <a:moveTo>
                    <a:pt x="1176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614136" y="4213821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60" y="335"/>
                  </a:lnTo>
                  <a:lnTo>
                    <a:pt x="151278" y="755"/>
                  </a:lnTo>
                  <a:lnTo>
                    <a:pt x="146012" y="1341"/>
                  </a:lnTo>
                  <a:lnTo>
                    <a:pt x="140767" y="2095"/>
                  </a:lnTo>
                  <a:lnTo>
                    <a:pt x="135549" y="3014"/>
                  </a:lnTo>
                  <a:lnTo>
                    <a:pt x="130362" y="4098"/>
                  </a:lnTo>
                  <a:lnTo>
                    <a:pt x="125213" y="5346"/>
                  </a:lnTo>
                  <a:lnTo>
                    <a:pt x="120105" y="6756"/>
                  </a:lnTo>
                  <a:lnTo>
                    <a:pt x="115045" y="8327"/>
                  </a:lnTo>
                  <a:lnTo>
                    <a:pt x="110037" y="10059"/>
                  </a:lnTo>
                  <a:lnTo>
                    <a:pt x="105087" y="11948"/>
                  </a:lnTo>
                  <a:lnTo>
                    <a:pt x="100199" y="13992"/>
                  </a:lnTo>
                  <a:lnTo>
                    <a:pt x="95378" y="16191"/>
                  </a:lnTo>
                  <a:lnTo>
                    <a:pt x="90629" y="18542"/>
                  </a:lnTo>
                  <a:lnTo>
                    <a:pt x="85957" y="21042"/>
                  </a:lnTo>
                  <a:lnTo>
                    <a:pt x="81367" y="23688"/>
                  </a:lnTo>
                  <a:lnTo>
                    <a:pt x="76863" y="26479"/>
                  </a:lnTo>
                  <a:lnTo>
                    <a:pt x="72449" y="29411"/>
                  </a:lnTo>
                  <a:lnTo>
                    <a:pt x="68131" y="32482"/>
                  </a:lnTo>
                  <a:lnTo>
                    <a:pt x="63912" y="35687"/>
                  </a:lnTo>
                  <a:lnTo>
                    <a:pt x="59797" y="39025"/>
                  </a:lnTo>
                  <a:lnTo>
                    <a:pt x="55790" y="42492"/>
                  </a:lnTo>
                  <a:lnTo>
                    <a:pt x="51895" y="46084"/>
                  </a:lnTo>
                  <a:lnTo>
                    <a:pt x="48115" y="49797"/>
                  </a:lnTo>
                  <a:lnTo>
                    <a:pt x="44455" y="53629"/>
                  </a:lnTo>
                  <a:lnTo>
                    <a:pt x="40919" y="57574"/>
                  </a:lnTo>
                  <a:lnTo>
                    <a:pt x="37509" y="61630"/>
                  </a:lnTo>
                  <a:lnTo>
                    <a:pt x="34229" y="65792"/>
                  </a:lnTo>
                  <a:lnTo>
                    <a:pt x="31083" y="70055"/>
                  </a:lnTo>
                  <a:lnTo>
                    <a:pt x="28074" y="74416"/>
                  </a:lnTo>
                  <a:lnTo>
                    <a:pt x="25204" y="78871"/>
                  </a:lnTo>
                  <a:lnTo>
                    <a:pt x="22477" y="83414"/>
                  </a:lnTo>
                  <a:lnTo>
                    <a:pt x="19896" y="88041"/>
                  </a:lnTo>
                  <a:lnTo>
                    <a:pt x="17462" y="92747"/>
                  </a:lnTo>
                  <a:lnTo>
                    <a:pt x="15178" y="97529"/>
                  </a:lnTo>
                  <a:lnTo>
                    <a:pt x="13048" y="102380"/>
                  </a:lnTo>
                  <a:lnTo>
                    <a:pt x="11072" y="107296"/>
                  </a:lnTo>
                  <a:lnTo>
                    <a:pt x="9253" y="112273"/>
                  </a:lnTo>
                  <a:lnTo>
                    <a:pt x="7592" y="117305"/>
                  </a:lnTo>
                  <a:lnTo>
                    <a:pt x="6092" y="122386"/>
                  </a:lnTo>
                  <a:lnTo>
                    <a:pt x="4754" y="127513"/>
                  </a:lnTo>
                  <a:lnTo>
                    <a:pt x="3579" y="132680"/>
                  </a:lnTo>
                  <a:lnTo>
                    <a:pt x="2568" y="137881"/>
                  </a:lnTo>
                  <a:lnTo>
                    <a:pt x="1723" y="143112"/>
                  </a:lnTo>
                  <a:lnTo>
                    <a:pt x="1043" y="148367"/>
                  </a:lnTo>
                  <a:lnTo>
                    <a:pt x="531" y="153641"/>
                  </a:lnTo>
                  <a:lnTo>
                    <a:pt x="186" y="158928"/>
                  </a:lnTo>
                  <a:lnTo>
                    <a:pt x="9" y="164224"/>
                  </a:lnTo>
                  <a:lnTo>
                    <a:pt x="0" y="169522"/>
                  </a:lnTo>
                  <a:lnTo>
                    <a:pt x="158" y="174818"/>
                  </a:lnTo>
                  <a:lnTo>
                    <a:pt x="484" y="180107"/>
                  </a:lnTo>
                  <a:lnTo>
                    <a:pt x="978" y="185383"/>
                  </a:lnTo>
                  <a:lnTo>
                    <a:pt x="1639" y="190640"/>
                  </a:lnTo>
                  <a:lnTo>
                    <a:pt x="2466" y="195873"/>
                  </a:lnTo>
                  <a:lnTo>
                    <a:pt x="3459" y="201078"/>
                  </a:lnTo>
                  <a:lnTo>
                    <a:pt x="4616" y="206249"/>
                  </a:lnTo>
                  <a:lnTo>
                    <a:pt x="5936" y="211381"/>
                  </a:lnTo>
                  <a:lnTo>
                    <a:pt x="7418" y="216468"/>
                  </a:lnTo>
                  <a:lnTo>
                    <a:pt x="9061" y="221505"/>
                  </a:lnTo>
                  <a:lnTo>
                    <a:pt x="10862" y="226488"/>
                  </a:lnTo>
                  <a:lnTo>
                    <a:pt x="12821" y="231411"/>
                  </a:lnTo>
                  <a:lnTo>
                    <a:pt x="14934" y="236270"/>
                  </a:lnTo>
                  <a:lnTo>
                    <a:pt x="17201" y="241060"/>
                  </a:lnTo>
                  <a:lnTo>
                    <a:pt x="19618" y="245775"/>
                  </a:lnTo>
                  <a:lnTo>
                    <a:pt x="22183" y="250411"/>
                  </a:lnTo>
                  <a:lnTo>
                    <a:pt x="24894" y="254963"/>
                  </a:lnTo>
                  <a:lnTo>
                    <a:pt x="27748" y="259428"/>
                  </a:lnTo>
                  <a:lnTo>
                    <a:pt x="30742" y="263799"/>
                  </a:lnTo>
                  <a:lnTo>
                    <a:pt x="33873" y="268074"/>
                  </a:lnTo>
                  <a:lnTo>
                    <a:pt x="37138" y="272247"/>
                  </a:lnTo>
                  <a:lnTo>
                    <a:pt x="40534" y="276315"/>
                  </a:lnTo>
                  <a:lnTo>
                    <a:pt x="44057" y="280273"/>
                  </a:lnTo>
                  <a:lnTo>
                    <a:pt x="47703" y="284117"/>
                  </a:lnTo>
                  <a:lnTo>
                    <a:pt x="51470" y="287844"/>
                  </a:lnTo>
                  <a:lnTo>
                    <a:pt x="55352" y="291449"/>
                  </a:lnTo>
                  <a:lnTo>
                    <a:pt x="59347" y="294930"/>
                  </a:lnTo>
                  <a:lnTo>
                    <a:pt x="63450" y="298282"/>
                  </a:lnTo>
                  <a:lnTo>
                    <a:pt x="67658" y="301503"/>
                  </a:lnTo>
                  <a:lnTo>
                    <a:pt x="71965" y="304589"/>
                  </a:lnTo>
                  <a:lnTo>
                    <a:pt x="76368" y="307536"/>
                  </a:lnTo>
                  <a:lnTo>
                    <a:pt x="80863" y="310343"/>
                  </a:lnTo>
                  <a:lnTo>
                    <a:pt x="85444" y="313006"/>
                  </a:lnTo>
                  <a:lnTo>
                    <a:pt x="90107" y="315522"/>
                  </a:lnTo>
                  <a:lnTo>
                    <a:pt x="94847" y="317889"/>
                  </a:lnTo>
                  <a:lnTo>
                    <a:pt x="99660" y="320105"/>
                  </a:lnTo>
                  <a:lnTo>
                    <a:pt x="104541" y="322167"/>
                  </a:lnTo>
                  <a:lnTo>
                    <a:pt x="109485" y="324073"/>
                  </a:lnTo>
                  <a:lnTo>
                    <a:pt x="114486" y="325822"/>
                  </a:lnTo>
                  <a:lnTo>
                    <a:pt x="119541" y="327411"/>
                  </a:lnTo>
                  <a:lnTo>
                    <a:pt x="124644" y="328840"/>
                  </a:lnTo>
                  <a:lnTo>
                    <a:pt x="129789" y="330106"/>
                  </a:lnTo>
                  <a:lnTo>
                    <a:pt x="134971" y="331208"/>
                  </a:lnTo>
                  <a:lnTo>
                    <a:pt x="140186" y="332145"/>
                  </a:lnTo>
                  <a:lnTo>
                    <a:pt x="145429" y="332917"/>
                  </a:lnTo>
                  <a:lnTo>
                    <a:pt x="150692" y="333522"/>
                  </a:lnTo>
                  <a:lnTo>
                    <a:pt x="155973" y="333960"/>
                  </a:lnTo>
                  <a:lnTo>
                    <a:pt x="161265" y="334231"/>
                  </a:lnTo>
                  <a:lnTo>
                    <a:pt x="166562" y="334333"/>
                  </a:lnTo>
                  <a:lnTo>
                    <a:pt x="171860" y="334268"/>
                  </a:lnTo>
                  <a:lnTo>
                    <a:pt x="177154" y="334035"/>
                  </a:lnTo>
                  <a:lnTo>
                    <a:pt x="182437" y="333634"/>
                  </a:lnTo>
                  <a:lnTo>
                    <a:pt x="187705" y="333066"/>
                  </a:lnTo>
                  <a:lnTo>
                    <a:pt x="192953" y="332331"/>
                  </a:lnTo>
                  <a:lnTo>
                    <a:pt x="198174" y="331430"/>
                  </a:lnTo>
                  <a:lnTo>
                    <a:pt x="203365" y="330365"/>
                  </a:lnTo>
                  <a:lnTo>
                    <a:pt x="208519" y="329135"/>
                  </a:lnTo>
                  <a:lnTo>
                    <a:pt x="213631" y="327742"/>
                  </a:lnTo>
                  <a:lnTo>
                    <a:pt x="218697" y="326189"/>
                  </a:lnTo>
                  <a:lnTo>
                    <a:pt x="223711" y="324475"/>
                  </a:lnTo>
                  <a:lnTo>
                    <a:pt x="228668" y="322604"/>
                  </a:lnTo>
                  <a:lnTo>
                    <a:pt x="233563" y="320576"/>
                  </a:lnTo>
                  <a:lnTo>
                    <a:pt x="238391" y="318394"/>
                  </a:lnTo>
                  <a:lnTo>
                    <a:pt x="243148" y="316060"/>
                  </a:lnTo>
                  <a:lnTo>
                    <a:pt x="247829" y="313577"/>
                  </a:lnTo>
                  <a:lnTo>
                    <a:pt x="252429" y="310947"/>
                  </a:lnTo>
                  <a:lnTo>
                    <a:pt x="256942" y="308172"/>
                  </a:lnTo>
                  <a:lnTo>
                    <a:pt x="261366" y="305255"/>
                  </a:lnTo>
                  <a:lnTo>
                    <a:pt x="265695" y="302200"/>
                  </a:lnTo>
                  <a:lnTo>
                    <a:pt x="269925" y="299009"/>
                  </a:lnTo>
                  <a:lnTo>
                    <a:pt x="274052" y="295685"/>
                  </a:lnTo>
                  <a:lnTo>
                    <a:pt x="278071" y="292233"/>
                  </a:lnTo>
                  <a:lnTo>
                    <a:pt x="281979" y="288655"/>
                  </a:lnTo>
                  <a:lnTo>
                    <a:pt x="285772" y="284955"/>
                  </a:lnTo>
                  <a:lnTo>
                    <a:pt x="289445" y="281136"/>
                  </a:lnTo>
                  <a:lnTo>
                    <a:pt x="292996" y="277203"/>
                  </a:lnTo>
                  <a:lnTo>
                    <a:pt x="296420" y="273159"/>
                  </a:lnTo>
                  <a:lnTo>
                    <a:pt x="299714" y="269009"/>
                  </a:lnTo>
                  <a:lnTo>
                    <a:pt x="302875" y="264757"/>
                  </a:lnTo>
                  <a:lnTo>
                    <a:pt x="305900" y="260406"/>
                  </a:lnTo>
                  <a:lnTo>
                    <a:pt x="308785" y="255962"/>
                  </a:lnTo>
                  <a:lnTo>
                    <a:pt x="311528" y="251429"/>
                  </a:lnTo>
                  <a:lnTo>
                    <a:pt x="314126" y="246811"/>
                  </a:lnTo>
                  <a:lnTo>
                    <a:pt x="316576" y="242113"/>
                  </a:lnTo>
                  <a:lnTo>
                    <a:pt x="318876" y="237339"/>
                  </a:lnTo>
                  <a:lnTo>
                    <a:pt x="321024" y="232496"/>
                  </a:lnTo>
                  <a:lnTo>
                    <a:pt x="323017" y="227586"/>
                  </a:lnTo>
                  <a:lnTo>
                    <a:pt x="324854" y="222616"/>
                  </a:lnTo>
                  <a:lnTo>
                    <a:pt x="326532" y="217590"/>
                  </a:lnTo>
                  <a:lnTo>
                    <a:pt x="328050" y="212514"/>
                  </a:lnTo>
                  <a:lnTo>
                    <a:pt x="329406" y="207392"/>
                  </a:lnTo>
                  <a:lnTo>
                    <a:pt x="330599" y="202229"/>
                  </a:lnTo>
                  <a:lnTo>
                    <a:pt x="331629" y="197031"/>
                  </a:lnTo>
                  <a:lnTo>
                    <a:pt x="332492" y="191804"/>
                  </a:lnTo>
                  <a:lnTo>
                    <a:pt x="333190" y="186551"/>
                  </a:lnTo>
                  <a:lnTo>
                    <a:pt x="333721" y="181279"/>
                  </a:lnTo>
                  <a:lnTo>
                    <a:pt x="334085" y="175993"/>
                  </a:lnTo>
                  <a:lnTo>
                    <a:pt x="334280" y="170698"/>
                  </a:lnTo>
                  <a:lnTo>
                    <a:pt x="334308" y="165400"/>
                  </a:lnTo>
                  <a:lnTo>
                    <a:pt x="334168" y="160103"/>
                  </a:lnTo>
                  <a:lnTo>
                    <a:pt x="333861" y="154813"/>
                  </a:lnTo>
                  <a:lnTo>
                    <a:pt x="333385" y="149536"/>
                  </a:lnTo>
                  <a:lnTo>
                    <a:pt x="332743" y="144277"/>
                  </a:lnTo>
                  <a:lnTo>
                    <a:pt x="331935" y="139040"/>
                  </a:lnTo>
                  <a:lnTo>
                    <a:pt x="330960" y="133832"/>
                  </a:lnTo>
                  <a:lnTo>
                    <a:pt x="329822" y="128657"/>
                  </a:lnTo>
                  <a:lnTo>
                    <a:pt x="328519" y="123521"/>
                  </a:lnTo>
                  <a:lnTo>
                    <a:pt x="327055" y="118429"/>
                  </a:lnTo>
                  <a:lnTo>
                    <a:pt x="325430" y="113385"/>
                  </a:lnTo>
                  <a:lnTo>
                    <a:pt x="323646" y="108396"/>
                  </a:lnTo>
                  <a:lnTo>
                    <a:pt x="321705" y="103466"/>
                  </a:lnTo>
                  <a:lnTo>
                    <a:pt x="319608" y="98600"/>
                  </a:lnTo>
                  <a:lnTo>
                    <a:pt x="317359" y="93802"/>
                  </a:lnTo>
                  <a:lnTo>
                    <a:pt x="314958" y="89079"/>
                  </a:lnTo>
                  <a:lnTo>
                    <a:pt x="312409" y="84433"/>
                  </a:lnTo>
                  <a:lnTo>
                    <a:pt x="309714" y="79871"/>
                  </a:lnTo>
                  <a:lnTo>
                    <a:pt x="306876" y="75397"/>
                  </a:lnTo>
                  <a:lnTo>
                    <a:pt x="303897" y="71015"/>
                  </a:lnTo>
                  <a:lnTo>
                    <a:pt x="300781" y="66729"/>
                  </a:lnTo>
                  <a:lnTo>
                    <a:pt x="297531" y="62545"/>
                  </a:lnTo>
                  <a:lnTo>
                    <a:pt x="294150" y="58465"/>
                  </a:lnTo>
                  <a:lnTo>
                    <a:pt x="290641" y="54495"/>
                  </a:lnTo>
                  <a:lnTo>
                    <a:pt x="287008" y="50638"/>
                  </a:lnTo>
                  <a:lnTo>
                    <a:pt x="283255" y="46898"/>
                  </a:lnTo>
                  <a:lnTo>
                    <a:pt x="279385" y="43279"/>
                  </a:lnTo>
                  <a:lnTo>
                    <a:pt x="275402" y="39784"/>
                  </a:lnTo>
                  <a:lnTo>
                    <a:pt x="271311" y="36417"/>
                  </a:lnTo>
                  <a:lnTo>
                    <a:pt x="267115" y="33182"/>
                  </a:lnTo>
                  <a:lnTo>
                    <a:pt x="262818" y="30081"/>
                  </a:lnTo>
                  <a:lnTo>
                    <a:pt x="258426" y="27118"/>
                  </a:lnTo>
                  <a:lnTo>
                    <a:pt x="253941" y="24295"/>
                  </a:lnTo>
                  <a:lnTo>
                    <a:pt x="249370" y="21616"/>
                  </a:lnTo>
                  <a:lnTo>
                    <a:pt x="244716" y="19084"/>
                  </a:lnTo>
                  <a:lnTo>
                    <a:pt x="239983" y="16700"/>
                  </a:lnTo>
                  <a:lnTo>
                    <a:pt x="235178" y="14467"/>
                  </a:lnTo>
                  <a:lnTo>
                    <a:pt x="230305" y="12388"/>
                  </a:lnTo>
                  <a:lnTo>
                    <a:pt x="225368" y="10464"/>
                  </a:lnTo>
                  <a:lnTo>
                    <a:pt x="220372" y="8698"/>
                  </a:lnTo>
                  <a:lnTo>
                    <a:pt x="215323" y="7091"/>
                  </a:lnTo>
                  <a:lnTo>
                    <a:pt x="210226" y="5645"/>
                  </a:lnTo>
                  <a:lnTo>
                    <a:pt x="205085" y="4361"/>
                  </a:lnTo>
                  <a:lnTo>
                    <a:pt x="199906" y="3240"/>
                  </a:lnTo>
                  <a:lnTo>
                    <a:pt x="194695" y="2284"/>
                  </a:lnTo>
                  <a:lnTo>
                    <a:pt x="189455" y="1494"/>
                  </a:lnTo>
                  <a:lnTo>
                    <a:pt x="184193" y="871"/>
                  </a:lnTo>
                  <a:lnTo>
                    <a:pt x="178914" y="414"/>
                  </a:lnTo>
                  <a:lnTo>
                    <a:pt x="173624" y="125"/>
                  </a:lnTo>
                  <a:lnTo>
                    <a:pt x="168327" y="4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5"/>
              <a:ext cx="1176" cy="167163"/>
            </a:xfrm>
            <a:custGeom>
              <a:avLst/>
              <a:pathLst>
                <a:path w="1176" h="167163">
                  <a:moveTo>
                    <a:pt x="1176" y="0"/>
                  </a:moveTo>
                  <a:lnTo>
                    <a:pt x="0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1176" cy="167167"/>
            </a:xfrm>
            <a:custGeom>
              <a:avLst/>
              <a:pathLst>
                <a:path w="1176" h="167167">
                  <a:moveTo>
                    <a:pt x="1176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19378" y="4659281"/>
              <a:ext cx="167146" cy="196710"/>
            </a:xfrm>
            <a:custGeom>
              <a:avLst/>
              <a:pathLst>
                <a:path w="167146" h="196710">
                  <a:moveTo>
                    <a:pt x="167146" y="0"/>
                  </a:moveTo>
                  <a:lnTo>
                    <a:pt x="161734" y="87"/>
                  </a:lnTo>
                  <a:lnTo>
                    <a:pt x="156328" y="350"/>
                  </a:lnTo>
                  <a:lnTo>
                    <a:pt x="150934" y="788"/>
                  </a:lnTo>
                  <a:lnTo>
                    <a:pt x="145556" y="1400"/>
                  </a:lnTo>
                  <a:lnTo>
                    <a:pt x="140201" y="2185"/>
                  </a:lnTo>
                  <a:lnTo>
                    <a:pt x="134874" y="3144"/>
                  </a:lnTo>
                  <a:lnTo>
                    <a:pt x="129581" y="4275"/>
                  </a:lnTo>
                  <a:lnTo>
                    <a:pt x="124327" y="5576"/>
                  </a:lnTo>
                  <a:lnTo>
                    <a:pt x="119119" y="7047"/>
                  </a:lnTo>
                  <a:lnTo>
                    <a:pt x="113960" y="8686"/>
                  </a:lnTo>
                  <a:lnTo>
                    <a:pt x="108857" y="10491"/>
                  </a:lnTo>
                  <a:lnTo>
                    <a:pt x="103816" y="12460"/>
                  </a:lnTo>
                  <a:lnTo>
                    <a:pt x="98841" y="14591"/>
                  </a:lnTo>
                  <a:lnTo>
                    <a:pt x="93937" y="16883"/>
                  </a:lnTo>
                  <a:lnTo>
                    <a:pt x="89110" y="19331"/>
                  </a:lnTo>
                  <a:lnTo>
                    <a:pt x="84365" y="21935"/>
                  </a:lnTo>
                  <a:lnTo>
                    <a:pt x="79707" y="24691"/>
                  </a:lnTo>
                  <a:lnTo>
                    <a:pt x="75141" y="27596"/>
                  </a:lnTo>
                  <a:lnTo>
                    <a:pt x="70671" y="30648"/>
                  </a:lnTo>
                  <a:lnTo>
                    <a:pt x="66302" y="33843"/>
                  </a:lnTo>
                  <a:lnTo>
                    <a:pt x="62038" y="37177"/>
                  </a:lnTo>
                  <a:lnTo>
                    <a:pt x="57885" y="40648"/>
                  </a:lnTo>
                  <a:lnTo>
                    <a:pt x="53847" y="44252"/>
                  </a:lnTo>
                  <a:lnTo>
                    <a:pt x="49927" y="47984"/>
                  </a:lnTo>
                  <a:lnTo>
                    <a:pt x="46130" y="51841"/>
                  </a:lnTo>
                  <a:lnTo>
                    <a:pt x="42460" y="55819"/>
                  </a:lnTo>
                  <a:lnTo>
                    <a:pt x="38921" y="59914"/>
                  </a:lnTo>
                  <a:lnTo>
                    <a:pt x="35516" y="64121"/>
                  </a:lnTo>
                  <a:lnTo>
                    <a:pt x="32249" y="68437"/>
                  </a:lnTo>
                  <a:lnTo>
                    <a:pt x="29123" y="72856"/>
                  </a:lnTo>
                  <a:lnTo>
                    <a:pt x="26142" y="77373"/>
                  </a:lnTo>
                  <a:lnTo>
                    <a:pt x="23309" y="81985"/>
                  </a:lnTo>
                  <a:lnTo>
                    <a:pt x="20627" y="86686"/>
                  </a:lnTo>
                  <a:lnTo>
                    <a:pt x="18099" y="91472"/>
                  </a:lnTo>
                  <a:lnTo>
                    <a:pt x="15726" y="96336"/>
                  </a:lnTo>
                  <a:lnTo>
                    <a:pt x="13513" y="101275"/>
                  </a:lnTo>
                  <a:lnTo>
                    <a:pt x="11460" y="106284"/>
                  </a:lnTo>
                  <a:lnTo>
                    <a:pt x="9571" y="111356"/>
                  </a:lnTo>
                  <a:lnTo>
                    <a:pt x="7846" y="116486"/>
                  </a:lnTo>
                  <a:lnTo>
                    <a:pt x="6289" y="121670"/>
                  </a:lnTo>
                  <a:lnTo>
                    <a:pt x="4901" y="126901"/>
                  </a:lnTo>
                  <a:lnTo>
                    <a:pt x="3682" y="132174"/>
                  </a:lnTo>
                  <a:lnTo>
                    <a:pt x="2635" y="137485"/>
                  </a:lnTo>
                  <a:lnTo>
                    <a:pt x="1760" y="142826"/>
                  </a:lnTo>
                  <a:lnTo>
                    <a:pt x="1059" y="148193"/>
                  </a:lnTo>
                  <a:lnTo>
                    <a:pt x="532" y="153579"/>
                  </a:lnTo>
                  <a:lnTo>
                    <a:pt x="179" y="158980"/>
                  </a:lnTo>
                  <a:lnTo>
                    <a:pt x="2" y="164390"/>
                  </a:lnTo>
                  <a:lnTo>
                    <a:pt x="0" y="169802"/>
                  </a:lnTo>
                  <a:lnTo>
                    <a:pt x="172" y="175212"/>
                  </a:lnTo>
                  <a:lnTo>
                    <a:pt x="520" y="180613"/>
                  </a:lnTo>
                  <a:lnTo>
                    <a:pt x="1043" y="186000"/>
                  </a:lnTo>
                  <a:lnTo>
                    <a:pt x="1740" y="191368"/>
                  </a:lnTo>
                  <a:lnTo>
                    <a:pt x="2610" y="196710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1988" y="4826449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21988" y="4826449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921988" y="4826449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21988" y="4826449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21988" y="4826449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21988" y="4826449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21988" y="4826449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21988" y="4826449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21988" y="4826449"/>
              <a:ext cx="164536" cy="29542"/>
            </a:xfrm>
            <a:custGeom>
              <a:avLst/>
              <a:pathLst>
                <a:path w="164536" h="29542">
                  <a:moveTo>
                    <a:pt x="0" y="29542"/>
                  </a:moveTo>
                  <a:lnTo>
                    <a:pt x="16453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21988" y="4826449"/>
              <a:ext cx="164536" cy="44448"/>
            </a:xfrm>
            <a:custGeom>
              <a:avLst/>
              <a:pathLst>
                <a:path w="164536" h="44448">
                  <a:moveTo>
                    <a:pt x="0" y="29542"/>
                  </a:moveTo>
                  <a:lnTo>
                    <a:pt x="3386" y="44448"/>
                  </a:lnTo>
                  <a:lnTo>
                    <a:pt x="16453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5375" y="4659281"/>
              <a:ext cx="328296" cy="334334"/>
            </a:xfrm>
            <a:custGeom>
              <a:avLst/>
              <a:pathLst>
                <a:path w="328296" h="334334">
                  <a:moveTo>
                    <a:pt x="0" y="211615"/>
                  </a:moveTo>
                  <a:lnTo>
                    <a:pt x="1491" y="216707"/>
                  </a:lnTo>
                  <a:lnTo>
                    <a:pt x="3144" y="221748"/>
                  </a:lnTo>
                  <a:lnTo>
                    <a:pt x="4955" y="226734"/>
                  </a:lnTo>
                  <a:lnTo>
                    <a:pt x="6924" y="231661"/>
                  </a:lnTo>
                  <a:lnTo>
                    <a:pt x="9048" y="236522"/>
                  </a:lnTo>
                  <a:lnTo>
                    <a:pt x="11326" y="241314"/>
                  </a:lnTo>
                  <a:lnTo>
                    <a:pt x="13754" y="246031"/>
                  </a:lnTo>
                  <a:lnTo>
                    <a:pt x="16331" y="250668"/>
                  </a:lnTo>
                  <a:lnTo>
                    <a:pt x="19053" y="255222"/>
                  </a:lnTo>
                  <a:lnTo>
                    <a:pt x="21919" y="259686"/>
                  </a:lnTo>
                  <a:lnTo>
                    <a:pt x="24925" y="264058"/>
                  </a:lnTo>
                  <a:lnTo>
                    <a:pt x="28068" y="268332"/>
                  </a:lnTo>
                  <a:lnTo>
                    <a:pt x="31345" y="272504"/>
                  </a:lnTo>
                  <a:lnTo>
                    <a:pt x="34753" y="276570"/>
                  </a:lnTo>
                  <a:lnTo>
                    <a:pt x="38288" y="280525"/>
                  </a:lnTo>
                  <a:lnTo>
                    <a:pt x="41947" y="284367"/>
                  </a:lnTo>
                  <a:lnTo>
                    <a:pt x="45726" y="288090"/>
                  </a:lnTo>
                  <a:lnTo>
                    <a:pt x="49622" y="291692"/>
                  </a:lnTo>
                  <a:lnTo>
                    <a:pt x="53629" y="295169"/>
                  </a:lnTo>
                  <a:lnTo>
                    <a:pt x="57745" y="298516"/>
                  </a:lnTo>
                  <a:lnTo>
                    <a:pt x="61965" y="301731"/>
                  </a:lnTo>
                  <a:lnTo>
                    <a:pt x="66285" y="304811"/>
                  </a:lnTo>
                  <a:lnTo>
                    <a:pt x="70701" y="307751"/>
                  </a:lnTo>
                  <a:lnTo>
                    <a:pt x="75207" y="310551"/>
                  </a:lnTo>
                  <a:lnTo>
                    <a:pt x="79801" y="313206"/>
                  </a:lnTo>
                  <a:lnTo>
                    <a:pt x="84476" y="315714"/>
                  </a:lnTo>
                  <a:lnTo>
                    <a:pt x="89228" y="318072"/>
                  </a:lnTo>
                  <a:lnTo>
                    <a:pt x="94053" y="320278"/>
                  </a:lnTo>
                  <a:lnTo>
                    <a:pt x="98945" y="322330"/>
                  </a:lnTo>
                  <a:lnTo>
                    <a:pt x="103900" y="324226"/>
                  </a:lnTo>
                  <a:lnTo>
                    <a:pt x="108913" y="325963"/>
                  </a:lnTo>
                  <a:lnTo>
                    <a:pt x="113978" y="327541"/>
                  </a:lnTo>
                  <a:lnTo>
                    <a:pt x="119091" y="328957"/>
                  </a:lnTo>
                  <a:lnTo>
                    <a:pt x="124246" y="330210"/>
                  </a:lnTo>
                  <a:lnTo>
                    <a:pt x="129438" y="331299"/>
                  </a:lnTo>
                  <a:lnTo>
                    <a:pt x="134663" y="332223"/>
                  </a:lnTo>
                  <a:lnTo>
                    <a:pt x="139914" y="332980"/>
                  </a:lnTo>
                  <a:lnTo>
                    <a:pt x="145186" y="333570"/>
                  </a:lnTo>
                  <a:lnTo>
                    <a:pt x="150474" y="333993"/>
                  </a:lnTo>
                  <a:lnTo>
                    <a:pt x="155773" y="334248"/>
                  </a:lnTo>
                  <a:lnTo>
                    <a:pt x="161078" y="334334"/>
                  </a:lnTo>
                  <a:lnTo>
                    <a:pt x="166383" y="334252"/>
                  </a:lnTo>
                  <a:lnTo>
                    <a:pt x="171682" y="334002"/>
                  </a:lnTo>
                  <a:lnTo>
                    <a:pt x="176971" y="333584"/>
                  </a:lnTo>
                  <a:lnTo>
                    <a:pt x="182244" y="332998"/>
                  </a:lnTo>
                  <a:lnTo>
                    <a:pt x="187495" y="332245"/>
                  </a:lnTo>
                  <a:lnTo>
                    <a:pt x="192720" y="331326"/>
                  </a:lnTo>
                  <a:lnTo>
                    <a:pt x="197913" y="330242"/>
                  </a:lnTo>
                  <a:lnTo>
                    <a:pt x="203070" y="328993"/>
                  </a:lnTo>
                  <a:lnTo>
                    <a:pt x="208184" y="327581"/>
                  </a:lnTo>
                  <a:lnTo>
                    <a:pt x="213250" y="326008"/>
                  </a:lnTo>
                  <a:lnTo>
                    <a:pt x="218264" y="324275"/>
                  </a:lnTo>
                  <a:lnTo>
                    <a:pt x="223221" y="322383"/>
                  </a:lnTo>
                  <a:lnTo>
                    <a:pt x="228115" y="320335"/>
                  </a:lnTo>
                  <a:lnTo>
                    <a:pt x="232942" y="318133"/>
                  </a:lnTo>
                  <a:lnTo>
                    <a:pt x="237696" y="315779"/>
                  </a:lnTo>
                  <a:lnTo>
                    <a:pt x="242373" y="313275"/>
                  </a:lnTo>
                  <a:lnTo>
                    <a:pt x="246969" y="310624"/>
                  </a:lnTo>
                  <a:lnTo>
                    <a:pt x="251478" y="307829"/>
                  </a:lnTo>
                  <a:lnTo>
                    <a:pt x="255896" y="304892"/>
                  </a:lnTo>
                  <a:lnTo>
                    <a:pt x="260218" y="301816"/>
                  </a:lnTo>
                  <a:lnTo>
                    <a:pt x="264441" y="298604"/>
                  </a:lnTo>
                  <a:lnTo>
                    <a:pt x="268560" y="295260"/>
                  </a:lnTo>
                  <a:lnTo>
                    <a:pt x="272571" y="291787"/>
                  </a:lnTo>
                  <a:lnTo>
                    <a:pt x="276469" y="288189"/>
                  </a:lnTo>
                  <a:lnTo>
                    <a:pt x="280251" y="284469"/>
                  </a:lnTo>
                  <a:lnTo>
                    <a:pt x="283913" y="280630"/>
                  </a:lnTo>
                  <a:lnTo>
                    <a:pt x="287452" y="276678"/>
                  </a:lnTo>
                  <a:lnTo>
                    <a:pt x="290864" y="272615"/>
                  </a:lnTo>
                  <a:lnTo>
                    <a:pt x="294144" y="268445"/>
                  </a:lnTo>
                  <a:lnTo>
                    <a:pt x="297291" y="264174"/>
                  </a:lnTo>
                  <a:lnTo>
                    <a:pt x="300301" y="259805"/>
                  </a:lnTo>
                  <a:lnTo>
                    <a:pt x="303170" y="255343"/>
                  </a:lnTo>
                  <a:lnTo>
                    <a:pt x="305897" y="250792"/>
                  </a:lnTo>
                  <a:lnTo>
                    <a:pt x="308478" y="246157"/>
                  </a:lnTo>
                  <a:lnTo>
                    <a:pt x="310910" y="241442"/>
                  </a:lnTo>
                  <a:lnTo>
                    <a:pt x="313191" y="236652"/>
                  </a:lnTo>
                  <a:lnTo>
                    <a:pt x="315320" y="231793"/>
                  </a:lnTo>
                  <a:lnTo>
                    <a:pt x="317293" y="226868"/>
                  </a:lnTo>
                  <a:lnTo>
                    <a:pt x="319109" y="221883"/>
                  </a:lnTo>
                  <a:lnTo>
                    <a:pt x="320765" y="216843"/>
                  </a:lnTo>
                  <a:lnTo>
                    <a:pt x="322261" y="211753"/>
                  </a:lnTo>
                  <a:lnTo>
                    <a:pt x="323595" y="206618"/>
                  </a:lnTo>
                  <a:lnTo>
                    <a:pt x="324765" y="201443"/>
                  </a:lnTo>
                  <a:lnTo>
                    <a:pt x="325770" y="196234"/>
                  </a:lnTo>
                  <a:lnTo>
                    <a:pt x="326610" y="190996"/>
                  </a:lnTo>
                  <a:lnTo>
                    <a:pt x="327283" y="185733"/>
                  </a:lnTo>
                  <a:lnTo>
                    <a:pt x="327788" y="180452"/>
                  </a:lnTo>
                  <a:lnTo>
                    <a:pt x="328126" y="175158"/>
                  </a:lnTo>
                  <a:lnTo>
                    <a:pt x="328295" y="169855"/>
                  </a:lnTo>
                  <a:lnTo>
                    <a:pt x="328296" y="164550"/>
                  </a:lnTo>
                  <a:lnTo>
                    <a:pt x="328129" y="159247"/>
                  </a:lnTo>
                  <a:lnTo>
                    <a:pt x="327794" y="153953"/>
                  </a:lnTo>
                  <a:lnTo>
                    <a:pt x="327291" y="148671"/>
                  </a:lnTo>
                  <a:lnTo>
                    <a:pt x="326620" y="143409"/>
                  </a:lnTo>
                  <a:lnTo>
                    <a:pt x="325783" y="138170"/>
                  </a:lnTo>
                  <a:lnTo>
                    <a:pt x="324780" y="132960"/>
                  </a:lnTo>
                  <a:lnTo>
                    <a:pt x="323612" y="127785"/>
                  </a:lnTo>
                  <a:lnTo>
                    <a:pt x="322280" y="122650"/>
                  </a:lnTo>
                  <a:lnTo>
                    <a:pt x="320787" y="117559"/>
                  </a:lnTo>
                  <a:lnTo>
                    <a:pt x="319132" y="112518"/>
                  </a:lnTo>
                  <a:lnTo>
                    <a:pt x="317318" y="107533"/>
                  </a:lnTo>
                  <a:lnTo>
                    <a:pt x="315347" y="102607"/>
                  </a:lnTo>
                  <a:lnTo>
                    <a:pt x="313221" y="97747"/>
                  </a:lnTo>
                  <a:lnTo>
                    <a:pt x="310942" y="92956"/>
                  </a:lnTo>
                  <a:lnTo>
                    <a:pt x="308511" y="88240"/>
                  </a:lnTo>
                  <a:lnTo>
                    <a:pt x="305933" y="83604"/>
                  </a:lnTo>
                  <a:lnTo>
                    <a:pt x="303208" y="79052"/>
                  </a:lnTo>
                  <a:lnTo>
                    <a:pt x="300340" y="74588"/>
                  </a:lnTo>
                  <a:lnTo>
                    <a:pt x="297333" y="70218"/>
                  </a:lnTo>
                  <a:lnTo>
                    <a:pt x="294188" y="65945"/>
                  </a:lnTo>
                  <a:lnTo>
                    <a:pt x="290909" y="61775"/>
                  </a:lnTo>
                  <a:lnTo>
                    <a:pt x="287499" y="57710"/>
                  </a:lnTo>
                  <a:lnTo>
                    <a:pt x="283962" y="53756"/>
                  </a:lnTo>
                  <a:lnTo>
                    <a:pt x="280301" y="49916"/>
                  </a:lnTo>
                  <a:lnTo>
                    <a:pt x="276521" y="46194"/>
                  </a:lnTo>
                  <a:lnTo>
                    <a:pt x="272624" y="42594"/>
                  </a:lnTo>
                  <a:lnTo>
                    <a:pt x="268615" y="39119"/>
                  </a:lnTo>
                  <a:lnTo>
                    <a:pt x="264497" y="35774"/>
                  </a:lnTo>
                  <a:lnTo>
                    <a:pt x="260276" y="32561"/>
                  </a:lnTo>
                  <a:lnTo>
                    <a:pt x="255955" y="29483"/>
                  </a:lnTo>
                  <a:lnTo>
                    <a:pt x="251538" y="26544"/>
                  </a:lnTo>
                  <a:lnTo>
                    <a:pt x="247030" y="23746"/>
                  </a:lnTo>
                  <a:lnTo>
                    <a:pt x="242436" y="21093"/>
                  </a:lnTo>
                  <a:lnTo>
                    <a:pt x="237760" y="18588"/>
                  </a:lnTo>
                  <a:lnTo>
                    <a:pt x="233006" y="16231"/>
                  </a:lnTo>
                  <a:lnTo>
                    <a:pt x="228181" y="14027"/>
                  </a:lnTo>
                  <a:lnTo>
                    <a:pt x="223287" y="11977"/>
                  </a:lnTo>
                  <a:lnTo>
                    <a:pt x="218331" y="10084"/>
                  </a:lnTo>
                  <a:lnTo>
                    <a:pt x="213318" y="8348"/>
                  </a:lnTo>
                  <a:lnTo>
                    <a:pt x="208252" y="6773"/>
                  </a:lnTo>
                  <a:lnTo>
                    <a:pt x="203139" y="5359"/>
                  </a:lnTo>
                  <a:lnTo>
                    <a:pt x="197983" y="4108"/>
                  </a:lnTo>
                  <a:lnTo>
                    <a:pt x="192790" y="3021"/>
                  </a:lnTo>
                  <a:lnTo>
                    <a:pt x="187566" y="2100"/>
                  </a:lnTo>
                  <a:lnTo>
                    <a:pt x="182314" y="1345"/>
                  </a:lnTo>
                  <a:lnTo>
                    <a:pt x="177042" y="757"/>
                  </a:lnTo>
                  <a:lnTo>
                    <a:pt x="171753" y="336"/>
                  </a:lnTo>
                  <a:lnTo>
                    <a:pt x="166454" y="84"/>
                  </a:lnTo>
                  <a:lnTo>
                    <a:pt x="161149" y="0"/>
                  </a:lnTo>
                  <a:lnTo>
                    <a:pt x="161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4604" y="5018213"/>
              <a:ext cx="4116" cy="167167"/>
            </a:xfrm>
            <a:custGeom>
              <a:avLst/>
              <a:pathLst>
                <a:path w="4116" h="167167">
                  <a:moveTo>
                    <a:pt x="4116" y="0"/>
                  </a:moveTo>
                  <a:lnTo>
                    <a:pt x="0" y="50"/>
                  </a:lnTo>
                  <a:lnTo>
                    <a:pt x="411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4604" y="5018264"/>
              <a:ext cx="4116" cy="167116"/>
            </a:xfrm>
            <a:custGeom>
              <a:avLst/>
              <a:pathLst>
                <a:path w="4116" h="167116">
                  <a:moveTo>
                    <a:pt x="0" y="0"/>
                  </a:moveTo>
                  <a:lnTo>
                    <a:pt x="4116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321556" y="5018239"/>
              <a:ext cx="334331" cy="334296"/>
            </a:xfrm>
            <a:custGeom>
              <a:avLst/>
              <a:pathLst>
                <a:path w="334331" h="334296">
                  <a:moveTo>
                    <a:pt x="163048" y="24"/>
                  </a:moveTo>
                  <a:lnTo>
                    <a:pt x="157756" y="239"/>
                  </a:lnTo>
                  <a:lnTo>
                    <a:pt x="152474" y="620"/>
                  </a:lnTo>
                  <a:lnTo>
                    <a:pt x="147207" y="1169"/>
                  </a:lnTo>
                  <a:lnTo>
                    <a:pt x="141960" y="1885"/>
                  </a:lnTo>
                  <a:lnTo>
                    <a:pt x="136738" y="2766"/>
                  </a:lnTo>
                  <a:lnTo>
                    <a:pt x="131547" y="3812"/>
                  </a:lnTo>
                  <a:lnTo>
                    <a:pt x="126391" y="5022"/>
                  </a:lnTo>
                  <a:lnTo>
                    <a:pt x="121277" y="6395"/>
                  </a:lnTo>
                  <a:lnTo>
                    <a:pt x="116208" y="7929"/>
                  </a:lnTo>
                  <a:lnTo>
                    <a:pt x="111191" y="9623"/>
                  </a:lnTo>
                  <a:lnTo>
                    <a:pt x="106230" y="11475"/>
                  </a:lnTo>
                  <a:lnTo>
                    <a:pt x="101329" y="13483"/>
                  </a:lnTo>
                  <a:lnTo>
                    <a:pt x="96495" y="15645"/>
                  </a:lnTo>
                  <a:lnTo>
                    <a:pt x="91732" y="17960"/>
                  </a:lnTo>
                  <a:lnTo>
                    <a:pt x="87045" y="20424"/>
                  </a:lnTo>
                  <a:lnTo>
                    <a:pt x="82438" y="23035"/>
                  </a:lnTo>
                  <a:lnTo>
                    <a:pt x="77916" y="25791"/>
                  </a:lnTo>
                  <a:lnTo>
                    <a:pt x="73483" y="28689"/>
                  </a:lnTo>
                  <a:lnTo>
                    <a:pt x="69145" y="31726"/>
                  </a:lnTo>
                  <a:lnTo>
                    <a:pt x="64905" y="34899"/>
                  </a:lnTo>
                  <a:lnTo>
                    <a:pt x="60767" y="38204"/>
                  </a:lnTo>
                  <a:lnTo>
                    <a:pt x="56737" y="41639"/>
                  </a:lnTo>
                  <a:lnTo>
                    <a:pt x="52817" y="45199"/>
                  </a:lnTo>
                  <a:lnTo>
                    <a:pt x="49012" y="48883"/>
                  </a:lnTo>
                  <a:lnTo>
                    <a:pt x="45325" y="52684"/>
                  </a:lnTo>
                  <a:lnTo>
                    <a:pt x="41761" y="56601"/>
                  </a:lnTo>
                  <a:lnTo>
                    <a:pt x="38323" y="60629"/>
                  </a:lnTo>
                  <a:lnTo>
                    <a:pt x="35014" y="64763"/>
                  </a:lnTo>
                  <a:lnTo>
                    <a:pt x="31837" y="69000"/>
                  </a:lnTo>
                  <a:lnTo>
                    <a:pt x="28796" y="73336"/>
                  </a:lnTo>
                  <a:lnTo>
                    <a:pt x="25895" y="77766"/>
                  </a:lnTo>
                  <a:lnTo>
                    <a:pt x="23135" y="82285"/>
                  </a:lnTo>
                  <a:lnTo>
                    <a:pt x="20519" y="86890"/>
                  </a:lnTo>
                  <a:lnTo>
                    <a:pt x="18051" y="91575"/>
                  </a:lnTo>
                  <a:lnTo>
                    <a:pt x="15732" y="96336"/>
                  </a:lnTo>
                  <a:lnTo>
                    <a:pt x="13565" y="101168"/>
                  </a:lnTo>
                  <a:lnTo>
                    <a:pt x="11553" y="106067"/>
                  </a:lnTo>
                  <a:lnTo>
                    <a:pt x="9696" y="111026"/>
                  </a:lnTo>
                  <a:lnTo>
                    <a:pt x="7998" y="116042"/>
                  </a:lnTo>
                  <a:lnTo>
                    <a:pt x="6459" y="121109"/>
                  </a:lnTo>
                  <a:lnTo>
                    <a:pt x="5082" y="126223"/>
                  </a:lnTo>
                  <a:lnTo>
                    <a:pt x="3867" y="131377"/>
                  </a:lnTo>
                  <a:lnTo>
                    <a:pt x="2816" y="136567"/>
                  </a:lnTo>
                  <a:lnTo>
                    <a:pt x="1930" y="141788"/>
                  </a:lnTo>
                  <a:lnTo>
                    <a:pt x="1210" y="147035"/>
                  </a:lnTo>
                  <a:lnTo>
                    <a:pt x="656" y="152301"/>
                  </a:lnTo>
                  <a:lnTo>
                    <a:pt x="270" y="157583"/>
                  </a:lnTo>
                  <a:lnTo>
                    <a:pt x="51" y="162874"/>
                  </a:lnTo>
                  <a:lnTo>
                    <a:pt x="0" y="168170"/>
                  </a:lnTo>
                  <a:lnTo>
                    <a:pt x="116" y="173464"/>
                  </a:lnTo>
                  <a:lnTo>
                    <a:pt x="400" y="178752"/>
                  </a:lnTo>
                  <a:lnTo>
                    <a:pt x="851" y="184028"/>
                  </a:lnTo>
                  <a:lnTo>
                    <a:pt x="1470" y="189288"/>
                  </a:lnTo>
                  <a:lnTo>
                    <a:pt x="2254" y="194525"/>
                  </a:lnTo>
                  <a:lnTo>
                    <a:pt x="3205" y="199735"/>
                  </a:lnTo>
                  <a:lnTo>
                    <a:pt x="4319" y="204912"/>
                  </a:lnTo>
                  <a:lnTo>
                    <a:pt x="5597" y="210051"/>
                  </a:lnTo>
                  <a:lnTo>
                    <a:pt x="7038" y="215147"/>
                  </a:lnTo>
                  <a:lnTo>
                    <a:pt x="8638" y="220195"/>
                  </a:lnTo>
                  <a:lnTo>
                    <a:pt x="10398" y="225189"/>
                  </a:lnTo>
                  <a:lnTo>
                    <a:pt x="12316" y="230126"/>
                  </a:lnTo>
                  <a:lnTo>
                    <a:pt x="14389" y="234999"/>
                  </a:lnTo>
                  <a:lnTo>
                    <a:pt x="16615" y="239804"/>
                  </a:lnTo>
                  <a:lnTo>
                    <a:pt x="18992" y="244536"/>
                  </a:lnTo>
                  <a:lnTo>
                    <a:pt x="21517" y="249191"/>
                  </a:lnTo>
                  <a:lnTo>
                    <a:pt x="24189" y="253763"/>
                  </a:lnTo>
                  <a:lnTo>
                    <a:pt x="27005" y="258248"/>
                  </a:lnTo>
                  <a:lnTo>
                    <a:pt x="29961" y="262642"/>
                  </a:lnTo>
                  <a:lnTo>
                    <a:pt x="33055" y="266940"/>
                  </a:lnTo>
                  <a:lnTo>
                    <a:pt x="36283" y="271137"/>
                  </a:lnTo>
                  <a:lnTo>
                    <a:pt x="39643" y="275231"/>
                  </a:lnTo>
                  <a:lnTo>
                    <a:pt x="43131" y="279216"/>
                  </a:lnTo>
                  <a:lnTo>
                    <a:pt x="46743" y="283088"/>
                  </a:lnTo>
                  <a:lnTo>
                    <a:pt x="50476" y="286844"/>
                  </a:lnTo>
                  <a:lnTo>
                    <a:pt x="54326" y="290480"/>
                  </a:lnTo>
                  <a:lnTo>
                    <a:pt x="58289" y="293993"/>
                  </a:lnTo>
                  <a:lnTo>
                    <a:pt x="62362" y="297378"/>
                  </a:lnTo>
                  <a:lnTo>
                    <a:pt x="66540" y="300632"/>
                  </a:lnTo>
                  <a:lnTo>
                    <a:pt x="70819" y="303752"/>
                  </a:lnTo>
                  <a:lnTo>
                    <a:pt x="75194" y="306735"/>
                  </a:lnTo>
                  <a:lnTo>
                    <a:pt x="79662" y="309578"/>
                  </a:lnTo>
                  <a:lnTo>
                    <a:pt x="84217" y="312278"/>
                  </a:lnTo>
                  <a:lnTo>
                    <a:pt x="88856" y="314833"/>
                  </a:lnTo>
                  <a:lnTo>
                    <a:pt x="93573" y="317239"/>
                  </a:lnTo>
                  <a:lnTo>
                    <a:pt x="98365" y="319495"/>
                  </a:lnTo>
                  <a:lnTo>
                    <a:pt x="103225" y="321598"/>
                  </a:lnTo>
                  <a:lnTo>
                    <a:pt x="108149" y="323545"/>
                  </a:lnTo>
                  <a:lnTo>
                    <a:pt x="113133" y="325336"/>
                  </a:lnTo>
                  <a:lnTo>
                    <a:pt x="118171" y="326968"/>
                  </a:lnTo>
                  <a:lnTo>
                    <a:pt x="123258" y="328440"/>
                  </a:lnTo>
                  <a:lnTo>
                    <a:pt x="128389" y="329749"/>
                  </a:lnTo>
                  <a:lnTo>
                    <a:pt x="133559" y="330896"/>
                  </a:lnTo>
                  <a:lnTo>
                    <a:pt x="138763" y="331878"/>
                  </a:lnTo>
                  <a:lnTo>
                    <a:pt x="143995" y="332695"/>
                  </a:lnTo>
                  <a:lnTo>
                    <a:pt x="149251" y="333346"/>
                  </a:lnTo>
                  <a:lnTo>
                    <a:pt x="154524" y="333830"/>
                  </a:lnTo>
                  <a:lnTo>
                    <a:pt x="159810" y="334147"/>
                  </a:lnTo>
                  <a:lnTo>
                    <a:pt x="165104" y="334296"/>
                  </a:lnTo>
                  <a:lnTo>
                    <a:pt x="170400" y="334277"/>
                  </a:lnTo>
                  <a:lnTo>
                    <a:pt x="175692" y="334091"/>
                  </a:lnTo>
                  <a:lnTo>
                    <a:pt x="180976" y="333737"/>
                  </a:lnTo>
                  <a:lnTo>
                    <a:pt x="186246" y="333216"/>
                  </a:lnTo>
                  <a:lnTo>
                    <a:pt x="191497" y="332528"/>
                  </a:lnTo>
                  <a:lnTo>
                    <a:pt x="196723" y="331674"/>
                  </a:lnTo>
                  <a:lnTo>
                    <a:pt x="201920" y="330656"/>
                  </a:lnTo>
                  <a:lnTo>
                    <a:pt x="207081" y="329473"/>
                  </a:lnTo>
                  <a:lnTo>
                    <a:pt x="212203" y="328127"/>
                  </a:lnTo>
                  <a:lnTo>
                    <a:pt x="217280" y="326619"/>
                  </a:lnTo>
                  <a:lnTo>
                    <a:pt x="222306" y="324952"/>
                  </a:lnTo>
                  <a:lnTo>
                    <a:pt x="227277" y="323126"/>
                  </a:lnTo>
                  <a:lnTo>
                    <a:pt x="232188" y="321144"/>
                  </a:lnTo>
                  <a:lnTo>
                    <a:pt x="237033" y="319007"/>
                  </a:lnTo>
                  <a:lnTo>
                    <a:pt x="241808" y="316718"/>
                  </a:lnTo>
                  <a:lnTo>
                    <a:pt x="246509" y="314278"/>
                  </a:lnTo>
                  <a:lnTo>
                    <a:pt x="251129" y="311691"/>
                  </a:lnTo>
                  <a:lnTo>
                    <a:pt x="255666" y="308959"/>
                  </a:lnTo>
                  <a:lnTo>
                    <a:pt x="260114" y="306085"/>
                  </a:lnTo>
                  <a:lnTo>
                    <a:pt x="264468" y="303071"/>
                  </a:lnTo>
                  <a:lnTo>
                    <a:pt x="268725" y="299920"/>
                  </a:lnTo>
                  <a:lnTo>
                    <a:pt x="272879" y="296637"/>
                  </a:lnTo>
                  <a:lnTo>
                    <a:pt x="276928" y="293223"/>
                  </a:lnTo>
                  <a:lnTo>
                    <a:pt x="280867" y="289683"/>
                  </a:lnTo>
                  <a:lnTo>
                    <a:pt x="284691" y="286020"/>
                  </a:lnTo>
                  <a:lnTo>
                    <a:pt x="288398" y="282238"/>
                  </a:lnTo>
                  <a:lnTo>
                    <a:pt x="291982" y="278340"/>
                  </a:lnTo>
                  <a:lnTo>
                    <a:pt x="295442" y="274331"/>
                  </a:lnTo>
                  <a:lnTo>
                    <a:pt x="298773" y="270214"/>
                  </a:lnTo>
                  <a:lnTo>
                    <a:pt x="301972" y="265994"/>
                  </a:lnTo>
                  <a:lnTo>
                    <a:pt x="305035" y="261674"/>
                  </a:lnTo>
                  <a:lnTo>
                    <a:pt x="307960" y="257259"/>
                  </a:lnTo>
                  <a:lnTo>
                    <a:pt x="310744" y="252755"/>
                  </a:lnTo>
                  <a:lnTo>
                    <a:pt x="313384" y="248164"/>
                  </a:lnTo>
                  <a:lnTo>
                    <a:pt x="315877" y="243492"/>
                  </a:lnTo>
                  <a:lnTo>
                    <a:pt x="318221" y="238743"/>
                  </a:lnTo>
                  <a:lnTo>
                    <a:pt x="320413" y="233922"/>
                  </a:lnTo>
                  <a:lnTo>
                    <a:pt x="322451" y="229035"/>
                  </a:lnTo>
                  <a:lnTo>
                    <a:pt x="324334" y="224085"/>
                  </a:lnTo>
                  <a:lnTo>
                    <a:pt x="326058" y="219078"/>
                  </a:lnTo>
                  <a:lnTo>
                    <a:pt x="327624" y="214019"/>
                  </a:lnTo>
                  <a:lnTo>
                    <a:pt x="329028" y="208913"/>
                  </a:lnTo>
                  <a:lnTo>
                    <a:pt x="330270" y="203765"/>
                  </a:lnTo>
                  <a:lnTo>
                    <a:pt x="331348" y="198580"/>
                  </a:lnTo>
                  <a:lnTo>
                    <a:pt x="332262" y="193364"/>
                  </a:lnTo>
                  <a:lnTo>
                    <a:pt x="333009" y="188121"/>
                  </a:lnTo>
                  <a:lnTo>
                    <a:pt x="333591" y="182858"/>
                  </a:lnTo>
                  <a:lnTo>
                    <a:pt x="334005" y="177578"/>
                  </a:lnTo>
                  <a:lnTo>
                    <a:pt x="334252" y="172288"/>
                  </a:lnTo>
                  <a:lnTo>
                    <a:pt x="334331" y="166993"/>
                  </a:lnTo>
                  <a:lnTo>
                    <a:pt x="334243" y="161698"/>
                  </a:lnTo>
                  <a:lnTo>
                    <a:pt x="333986" y="156409"/>
                  </a:lnTo>
                  <a:lnTo>
                    <a:pt x="333563" y="151130"/>
                  </a:lnTo>
                  <a:lnTo>
                    <a:pt x="332972" y="145868"/>
                  </a:lnTo>
                  <a:lnTo>
                    <a:pt x="332215" y="140626"/>
                  </a:lnTo>
                  <a:lnTo>
                    <a:pt x="331292" y="135412"/>
                  </a:lnTo>
                  <a:lnTo>
                    <a:pt x="330205" y="130229"/>
                  </a:lnTo>
                  <a:lnTo>
                    <a:pt x="328954" y="125083"/>
                  </a:lnTo>
                  <a:lnTo>
                    <a:pt x="327541" y="119980"/>
                  </a:lnTo>
                  <a:lnTo>
                    <a:pt x="325966" y="114923"/>
                  </a:lnTo>
                  <a:lnTo>
                    <a:pt x="324233" y="109920"/>
                  </a:lnTo>
                  <a:lnTo>
                    <a:pt x="322341" y="104973"/>
                  </a:lnTo>
                  <a:lnTo>
                    <a:pt x="320294" y="100089"/>
                  </a:lnTo>
                  <a:lnTo>
                    <a:pt x="318094" y="95272"/>
                  </a:lnTo>
                  <a:lnTo>
                    <a:pt x="315742" y="90528"/>
                  </a:lnTo>
                  <a:lnTo>
                    <a:pt x="313240" y="85860"/>
                  </a:lnTo>
                  <a:lnTo>
                    <a:pt x="310592" y="81274"/>
                  </a:lnTo>
                  <a:lnTo>
                    <a:pt x="307801" y="76774"/>
                  </a:lnTo>
                  <a:lnTo>
                    <a:pt x="304868" y="72365"/>
                  </a:lnTo>
                  <a:lnTo>
                    <a:pt x="301797" y="68050"/>
                  </a:lnTo>
                  <a:lnTo>
                    <a:pt x="298590" y="63836"/>
                  </a:lnTo>
                  <a:lnTo>
                    <a:pt x="295252" y="59725"/>
                  </a:lnTo>
                  <a:lnTo>
                    <a:pt x="291786" y="55721"/>
                  </a:lnTo>
                  <a:lnTo>
                    <a:pt x="288194" y="51830"/>
                  </a:lnTo>
                  <a:lnTo>
                    <a:pt x="284481" y="48054"/>
                  </a:lnTo>
                  <a:lnTo>
                    <a:pt x="280650" y="44398"/>
                  </a:lnTo>
                  <a:lnTo>
                    <a:pt x="276705" y="40865"/>
                  </a:lnTo>
                  <a:lnTo>
                    <a:pt x="272650" y="37459"/>
                  </a:lnTo>
                  <a:lnTo>
                    <a:pt x="268490" y="34182"/>
                  </a:lnTo>
                  <a:lnTo>
                    <a:pt x="264227" y="31040"/>
                  </a:lnTo>
                  <a:lnTo>
                    <a:pt x="259868" y="28033"/>
                  </a:lnTo>
                  <a:lnTo>
                    <a:pt x="255415" y="25167"/>
                  </a:lnTo>
                  <a:lnTo>
                    <a:pt x="250874" y="22443"/>
                  </a:lnTo>
                  <a:lnTo>
                    <a:pt x="246248" y="19864"/>
                  </a:lnTo>
                  <a:lnTo>
                    <a:pt x="241544" y="17433"/>
                  </a:lnTo>
                  <a:lnTo>
                    <a:pt x="236764" y="15152"/>
                  </a:lnTo>
                  <a:lnTo>
                    <a:pt x="231915" y="13024"/>
                  </a:lnTo>
                  <a:lnTo>
                    <a:pt x="227001" y="11050"/>
                  </a:lnTo>
                  <a:lnTo>
                    <a:pt x="222027" y="9233"/>
                  </a:lnTo>
                  <a:lnTo>
                    <a:pt x="216998" y="7574"/>
                  </a:lnTo>
                  <a:lnTo>
                    <a:pt x="211919" y="6076"/>
                  </a:lnTo>
                  <a:lnTo>
                    <a:pt x="206794" y="4739"/>
                  </a:lnTo>
                  <a:lnTo>
                    <a:pt x="201631" y="3565"/>
                  </a:lnTo>
                  <a:lnTo>
                    <a:pt x="196432" y="2556"/>
                  </a:lnTo>
                  <a:lnTo>
                    <a:pt x="191204" y="1711"/>
                  </a:lnTo>
                  <a:lnTo>
                    <a:pt x="185952" y="1033"/>
                  </a:lnTo>
                  <a:lnTo>
                    <a:pt x="180681" y="521"/>
                  </a:lnTo>
                  <a:lnTo>
                    <a:pt x="175397" y="177"/>
                  </a:lnTo>
                  <a:lnTo>
                    <a:pt x="170104" y="0"/>
                  </a:lnTo>
                  <a:lnTo>
                    <a:pt x="167164" y="167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2940" cy="167167"/>
            </a:xfrm>
            <a:custGeom>
              <a:avLst/>
              <a:pathLst>
                <a:path w="2940" h="167167">
                  <a:moveTo>
                    <a:pt x="2940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797337" y="5269756"/>
              <a:ext cx="167164" cy="193231"/>
            </a:xfrm>
            <a:custGeom>
              <a:avLst/>
              <a:pathLst>
                <a:path w="167164" h="193231">
                  <a:moveTo>
                    <a:pt x="167164" y="0"/>
                  </a:moveTo>
                  <a:lnTo>
                    <a:pt x="161716" y="88"/>
                  </a:lnTo>
                  <a:lnTo>
                    <a:pt x="156275" y="355"/>
                  </a:lnTo>
                  <a:lnTo>
                    <a:pt x="150845" y="798"/>
                  </a:lnTo>
                  <a:lnTo>
                    <a:pt x="145432" y="1418"/>
                  </a:lnTo>
                  <a:lnTo>
                    <a:pt x="140043" y="2214"/>
                  </a:lnTo>
                  <a:lnTo>
                    <a:pt x="134682" y="3186"/>
                  </a:lnTo>
                  <a:lnTo>
                    <a:pt x="129356" y="4331"/>
                  </a:lnTo>
                  <a:lnTo>
                    <a:pt x="124070" y="5649"/>
                  </a:lnTo>
                  <a:lnTo>
                    <a:pt x="118830" y="7140"/>
                  </a:lnTo>
                  <a:lnTo>
                    <a:pt x="113641" y="8799"/>
                  </a:lnTo>
                  <a:lnTo>
                    <a:pt x="108508" y="10628"/>
                  </a:lnTo>
                  <a:lnTo>
                    <a:pt x="103439" y="12622"/>
                  </a:lnTo>
                  <a:lnTo>
                    <a:pt x="98437" y="14781"/>
                  </a:lnTo>
                  <a:lnTo>
                    <a:pt x="93507" y="17101"/>
                  </a:lnTo>
                  <a:lnTo>
                    <a:pt x="88657" y="19581"/>
                  </a:lnTo>
                  <a:lnTo>
                    <a:pt x="83889" y="22218"/>
                  </a:lnTo>
                  <a:lnTo>
                    <a:pt x="79210" y="25008"/>
                  </a:lnTo>
                  <a:lnTo>
                    <a:pt x="74624" y="27950"/>
                  </a:lnTo>
                  <a:lnTo>
                    <a:pt x="70137" y="31039"/>
                  </a:lnTo>
                  <a:lnTo>
                    <a:pt x="65753" y="34273"/>
                  </a:lnTo>
                  <a:lnTo>
                    <a:pt x="61476" y="37648"/>
                  </a:lnTo>
                  <a:lnTo>
                    <a:pt x="57312" y="41161"/>
                  </a:lnTo>
                  <a:lnTo>
                    <a:pt x="53264" y="44807"/>
                  </a:lnTo>
                  <a:lnTo>
                    <a:pt x="49337" y="48584"/>
                  </a:lnTo>
                  <a:lnTo>
                    <a:pt x="45536" y="52486"/>
                  </a:lnTo>
                  <a:lnTo>
                    <a:pt x="41864" y="56510"/>
                  </a:lnTo>
                  <a:lnTo>
                    <a:pt x="38324" y="60652"/>
                  </a:lnTo>
                  <a:lnTo>
                    <a:pt x="34922" y="64907"/>
                  </a:lnTo>
                  <a:lnTo>
                    <a:pt x="31660" y="69271"/>
                  </a:lnTo>
                  <a:lnTo>
                    <a:pt x="28542" y="73738"/>
                  </a:lnTo>
                  <a:lnTo>
                    <a:pt x="25571" y="78305"/>
                  </a:lnTo>
                  <a:lnTo>
                    <a:pt x="22751" y="82966"/>
                  </a:lnTo>
                  <a:lnTo>
                    <a:pt x="20083" y="87716"/>
                  </a:lnTo>
                  <a:lnTo>
                    <a:pt x="17573" y="92551"/>
                  </a:lnTo>
                  <a:lnTo>
                    <a:pt x="15221" y="97465"/>
                  </a:lnTo>
                  <a:lnTo>
                    <a:pt x="13030" y="102454"/>
                  </a:lnTo>
                  <a:lnTo>
                    <a:pt x="11003" y="107510"/>
                  </a:lnTo>
                  <a:lnTo>
                    <a:pt x="9142" y="112631"/>
                  </a:lnTo>
                  <a:lnTo>
                    <a:pt x="7449" y="117809"/>
                  </a:lnTo>
                  <a:lnTo>
                    <a:pt x="5925" y="123040"/>
                  </a:lnTo>
                  <a:lnTo>
                    <a:pt x="4573" y="128317"/>
                  </a:lnTo>
                  <a:lnTo>
                    <a:pt x="3394" y="133636"/>
                  </a:lnTo>
                  <a:lnTo>
                    <a:pt x="2388" y="138990"/>
                  </a:lnTo>
                  <a:lnTo>
                    <a:pt x="1557" y="144374"/>
                  </a:lnTo>
                  <a:lnTo>
                    <a:pt x="902" y="149783"/>
                  </a:lnTo>
                  <a:lnTo>
                    <a:pt x="424" y="155210"/>
                  </a:lnTo>
                  <a:lnTo>
                    <a:pt x="123" y="160650"/>
                  </a:lnTo>
                  <a:lnTo>
                    <a:pt x="0" y="166096"/>
                  </a:lnTo>
                  <a:lnTo>
                    <a:pt x="53" y="171544"/>
                  </a:lnTo>
                  <a:lnTo>
                    <a:pt x="285" y="176987"/>
                  </a:lnTo>
                  <a:lnTo>
                    <a:pt x="693" y="182420"/>
                  </a:lnTo>
                  <a:lnTo>
                    <a:pt x="1279" y="187836"/>
                  </a:lnTo>
                  <a:lnTo>
                    <a:pt x="2040" y="193231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799378" y="5269756"/>
              <a:ext cx="332280" cy="334327"/>
            </a:xfrm>
            <a:custGeom>
              <a:avLst/>
              <a:pathLst>
                <a:path w="332280" h="334327">
                  <a:moveTo>
                    <a:pt x="0" y="193231"/>
                  </a:moveTo>
                  <a:lnTo>
                    <a:pt x="907" y="198441"/>
                  </a:lnTo>
                  <a:lnTo>
                    <a:pt x="1978" y="203620"/>
                  </a:lnTo>
                  <a:lnTo>
                    <a:pt x="3213" y="208762"/>
                  </a:lnTo>
                  <a:lnTo>
                    <a:pt x="4610" y="213863"/>
                  </a:lnTo>
                  <a:lnTo>
                    <a:pt x="6167" y="218917"/>
                  </a:lnTo>
                  <a:lnTo>
                    <a:pt x="7884" y="223919"/>
                  </a:lnTo>
                  <a:lnTo>
                    <a:pt x="9757" y="228865"/>
                  </a:lnTo>
                  <a:lnTo>
                    <a:pt x="11787" y="233748"/>
                  </a:lnTo>
                  <a:lnTo>
                    <a:pt x="13970" y="238565"/>
                  </a:lnTo>
                  <a:lnTo>
                    <a:pt x="16304" y="243311"/>
                  </a:lnTo>
                  <a:lnTo>
                    <a:pt x="18787" y="247980"/>
                  </a:lnTo>
                  <a:lnTo>
                    <a:pt x="21417" y="252569"/>
                  </a:lnTo>
                  <a:lnTo>
                    <a:pt x="24190" y="257072"/>
                  </a:lnTo>
                  <a:lnTo>
                    <a:pt x="27104" y="261485"/>
                  </a:lnTo>
                  <a:lnTo>
                    <a:pt x="30157" y="265804"/>
                  </a:lnTo>
                  <a:lnTo>
                    <a:pt x="33345" y="270024"/>
                  </a:lnTo>
                  <a:lnTo>
                    <a:pt x="36664" y="274141"/>
                  </a:lnTo>
                  <a:lnTo>
                    <a:pt x="40112" y="278151"/>
                  </a:lnTo>
                  <a:lnTo>
                    <a:pt x="43686" y="282049"/>
                  </a:lnTo>
                  <a:lnTo>
                    <a:pt x="47380" y="285833"/>
                  </a:lnTo>
                  <a:lnTo>
                    <a:pt x="51193" y="289498"/>
                  </a:lnTo>
                  <a:lnTo>
                    <a:pt x="55120" y="293041"/>
                  </a:lnTo>
                  <a:lnTo>
                    <a:pt x="59156" y="296458"/>
                  </a:lnTo>
                  <a:lnTo>
                    <a:pt x="63299" y="299745"/>
                  </a:lnTo>
                  <a:lnTo>
                    <a:pt x="67544" y="302900"/>
                  </a:lnTo>
                  <a:lnTo>
                    <a:pt x="71886" y="305918"/>
                  </a:lnTo>
                  <a:lnTo>
                    <a:pt x="76322" y="308798"/>
                  </a:lnTo>
                  <a:lnTo>
                    <a:pt x="80847" y="311536"/>
                  </a:lnTo>
                  <a:lnTo>
                    <a:pt x="85456" y="314130"/>
                  </a:lnTo>
                  <a:lnTo>
                    <a:pt x="90144" y="316576"/>
                  </a:lnTo>
                  <a:lnTo>
                    <a:pt x="94908" y="318873"/>
                  </a:lnTo>
                  <a:lnTo>
                    <a:pt x="99742" y="321019"/>
                  </a:lnTo>
                  <a:lnTo>
                    <a:pt x="104641" y="323010"/>
                  </a:lnTo>
                  <a:lnTo>
                    <a:pt x="109601" y="324845"/>
                  </a:lnTo>
                  <a:lnTo>
                    <a:pt x="114617" y="326522"/>
                  </a:lnTo>
                  <a:lnTo>
                    <a:pt x="119683" y="328040"/>
                  </a:lnTo>
                  <a:lnTo>
                    <a:pt x="124794" y="329397"/>
                  </a:lnTo>
                  <a:lnTo>
                    <a:pt x="129946" y="330592"/>
                  </a:lnTo>
                  <a:lnTo>
                    <a:pt x="135134" y="331622"/>
                  </a:lnTo>
                  <a:lnTo>
                    <a:pt x="140351" y="332489"/>
                  </a:lnTo>
                  <a:lnTo>
                    <a:pt x="145593" y="333190"/>
                  </a:lnTo>
                  <a:lnTo>
                    <a:pt x="150854" y="333724"/>
                  </a:lnTo>
                  <a:lnTo>
                    <a:pt x="156130" y="334092"/>
                  </a:lnTo>
                  <a:lnTo>
                    <a:pt x="161415" y="334293"/>
                  </a:lnTo>
                  <a:lnTo>
                    <a:pt x="166703" y="334327"/>
                  </a:lnTo>
                  <a:lnTo>
                    <a:pt x="171990" y="334193"/>
                  </a:lnTo>
                  <a:lnTo>
                    <a:pt x="177270" y="333892"/>
                  </a:lnTo>
                  <a:lnTo>
                    <a:pt x="182538" y="333425"/>
                  </a:lnTo>
                  <a:lnTo>
                    <a:pt x="187788" y="332791"/>
                  </a:lnTo>
                  <a:lnTo>
                    <a:pt x="193016" y="331991"/>
                  </a:lnTo>
                  <a:lnTo>
                    <a:pt x="198216" y="331026"/>
                  </a:lnTo>
                  <a:lnTo>
                    <a:pt x="203383" y="329897"/>
                  </a:lnTo>
                  <a:lnTo>
                    <a:pt x="208511" y="328605"/>
                  </a:lnTo>
                  <a:lnTo>
                    <a:pt x="213596" y="327152"/>
                  </a:lnTo>
                  <a:lnTo>
                    <a:pt x="218632" y="325539"/>
                  </a:lnTo>
                  <a:lnTo>
                    <a:pt x="223615" y="323767"/>
                  </a:lnTo>
                  <a:lnTo>
                    <a:pt x="228540" y="321838"/>
                  </a:lnTo>
                  <a:lnTo>
                    <a:pt x="233401" y="319755"/>
                  </a:lnTo>
                  <a:lnTo>
                    <a:pt x="238193" y="317519"/>
                  </a:lnTo>
                  <a:lnTo>
                    <a:pt x="242913" y="315132"/>
                  </a:lnTo>
                  <a:lnTo>
                    <a:pt x="247554" y="312597"/>
                  </a:lnTo>
                  <a:lnTo>
                    <a:pt x="252113" y="309917"/>
                  </a:lnTo>
                  <a:lnTo>
                    <a:pt x="256585" y="307094"/>
                  </a:lnTo>
                  <a:lnTo>
                    <a:pt x="260966" y="304131"/>
                  </a:lnTo>
                  <a:lnTo>
                    <a:pt x="265250" y="301030"/>
                  </a:lnTo>
                  <a:lnTo>
                    <a:pt x="269435" y="297796"/>
                  </a:lnTo>
                  <a:lnTo>
                    <a:pt x="273515" y="294431"/>
                  </a:lnTo>
                  <a:lnTo>
                    <a:pt x="277486" y="290939"/>
                  </a:lnTo>
                  <a:lnTo>
                    <a:pt x="281345" y="287322"/>
                  </a:lnTo>
                  <a:lnTo>
                    <a:pt x="285088" y="283586"/>
                  </a:lnTo>
                  <a:lnTo>
                    <a:pt x="288710" y="279733"/>
                  </a:lnTo>
                  <a:lnTo>
                    <a:pt x="292209" y="275767"/>
                  </a:lnTo>
                  <a:lnTo>
                    <a:pt x="295581" y="271693"/>
                  </a:lnTo>
                  <a:lnTo>
                    <a:pt x="298822" y="267514"/>
                  </a:lnTo>
                  <a:lnTo>
                    <a:pt x="301929" y="263234"/>
                  </a:lnTo>
                  <a:lnTo>
                    <a:pt x="304900" y="258859"/>
                  </a:lnTo>
                  <a:lnTo>
                    <a:pt x="307730" y="254391"/>
                  </a:lnTo>
                  <a:lnTo>
                    <a:pt x="310418" y="249836"/>
                  </a:lnTo>
                  <a:lnTo>
                    <a:pt x="312960" y="245199"/>
                  </a:lnTo>
                  <a:lnTo>
                    <a:pt x="315355" y="240484"/>
                  </a:lnTo>
                  <a:lnTo>
                    <a:pt x="317599" y="235695"/>
                  </a:lnTo>
                  <a:lnTo>
                    <a:pt x="319690" y="230837"/>
                  </a:lnTo>
                  <a:lnTo>
                    <a:pt x="321627" y="225916"/>
                  </a:lnTo>
                  <a:lnTo>
                    <a:pt x="323407" y="220936"/>
                  </a:lnTo>
                  <a:lnTo>
                    <a:pt x="325028" y="215902"/>
                  </a:lnTo>
                  <a:lnTo>
                    <a:pt x="326490" y="210820"/>
                  </a:lnTo>
                  <a:lnTo>
                    <a:pt x="327790" y="205693"/>
                  </a:lnTo>
                  <a:lnTo>
                    <a:pt x="328927" y="200528"/>
                  </a:lnTo>
                  <a:lnTo>
                    <a:pt x="329901" y="195330"/>
                  </a:lnTo>
                  <a:lnTo>
                    <a:pt x="330709" y="190104"/>
                  </a:lnTo>
                  <a:lnTo>
                    <a:pt x="331352" y="184854"/>
                  </a:lnTo>
                  <a:lnTo>
                    <a:pt x="331828" y="179587"/>
                  </a:lnTo>
                  <a:lnTo>
                    <a:pt x="332137" y="174308"/>
                  </a:lnTo>
                  <a:lnTo>
                    <a:pt x="332280" y="169021"/>
                  </a:lnTo>
                  <a:lnTo>
                    <a:pt x="332255" y="163733"/>
                  </a:lnTo>
                  <a:lnTo>
                    <a:pt x="332062" y="158447"/>
                  </a:lnTo>
                  <a:lnTo>
                    <a:pt x="331703" y="153171"/>
                  </a:lnTo>
                  <a:lnTo>
                    <a:pt x="331177" y="147909"/>
                  </a:lnTo>
                  <a:lnTo>
                    <a:pt x="330485" y="142666"/>
                  </a:lnTo>
                  <a:lnTo>
                    <a:pt x="329627" y="137447"/>
                  </a:lnTo>
                  <a:lnTo>
                    <a:pt x="328605" y="132258"/>
                  </a:lnTo>
                  <a:lnTo>
                    <a:pt x="327418" y="127104"/>
                  </a:lnTo>
                  <a:lnTo>
                    <a:pt x="326070" y="121991"/>
                  </a:lnTo>
                  <a:lnTo>
                    <a:pt x="324560" y="116922"/>
                  </a:lnTo>
                  <a:lnTo>
                    <a:pt x="322891" y="111904"/>
                  </a:lnTo>
                  <a:lnTo>
                    <a:pt x="321064" y="106941"/>
                  </a:lnTo>
                  <a:lnTo>
                    <a:pt x="319081" y="102038"/>
                  </a:lnTo>
                  <a:lnTo>
                    <a:pt x="316944" y="97201"/>
                  </a:lnTo>
                  <a:lnTo>
                    <a:pt x="314655" y="92433"/>
                  </a:lnTo>
                  <a:lnTo>
                    <a:pt x="312216" y="87741"/>
                  </a:lnTo>
                  <a:lnTo>
                    <a:pt x="309630" y="83127"/>
                  </a:lnTo>
                  <a:lnTo>
                    <a:pt x="306899" y="78598"/>
                  </a:lnTo>
                  <a:lnTo>
                    <a:pt x="304026" y="74158"/>
                  </a:lnTo>
                  <a:lnTo>
                    <a:pt x="301015" y="69811"/>
                  </a:lnTo>
                  <a:lnTo>
                    <a:pt x="297867" y="65561"/>
                  </a:lnTo>
                  <a:lnTo>
                    <a:pt x="294587" y="61412"/>
                  </a:lnTo>
                  <a:lnTo>
                    <a:pt x="291177" y="57370"/>
                  </a:lnTo>
                  <a:lnTo>
                    <a:pt x="287640" y="53438"/>
                  </a:lnTo>
                  <a:lnTo>
                    <a:pt x="283982" y="49619"/>
                  </a:lnTo>
                  <a:lnTo>
                    <a:pt x="280204" y="45918"/>
                  </a:lnTo>
                  <a:lnTo>
                    <a:pt x="276311" y="42338"/>
                  </a:lnTo>
                  <a:lnTo>
                    <a:pt x="272306" y="38884"/>
                  </a:lnTo>
                  <a:lnTo>
                    <a:pt x="268195" y="35557"/>
                  </a:lnTo>
                  <a:lnTo>
                    <a:pt x="263980" y="32363"/>
                  </a:lnTo>
                  <a:lnTo>
                    <a:pt x="259667" y="29303"/>
                  </a:lnTo>
                  <a:lnTo>
                    <a:pt x="255258" y="26382"/>
                  </a:lnTo>
                  <a:lnTo>
                    <a:pt x="250760" y="23601"/>
                  </a:lnTo>
                  <a:lnTo>
                    <a:pt x="246176" y="20964"/>
                  </a:lnTo>
                  <a:lnTo>
                    <a:pt x="241510" y="18473"/>
                  </a:lnTo>
                  <a:lnTo>
                    <a:pt x="236768" y="16131"/>
                  </a:lnTo>
                  <a:lnTo>
                    <a:pt x="231955" y="13940"/>
                  </a:lnTo>
                  <a:lnTo>
                    <a:pt x="227075" y="11903"/>
                  </a:lnTo>
                  <a:lnTo>
                    <a:pt x="222132" y="10021"/>
                  </a:lnTo>
                  <a:lnTo>
                    <a:pt x="217133" y="8296"/>
                  </a:lnTo>
                  <a:lnTo>
                    <a:pt x="212081" y="6731"/>
                  </a:lnTo>
                  <a:lnTo>
                    <a:pt x="206983" y="5325"/>
                  </a:lnTo>
                  <a:lnTo>
                    <a:pt x="201842" y="4082"/>
                  </a:lnTo>
                  <a:lnTo>
                    <a:pt x="196665" y="3002"/>
                  </a:lnTo>
                  <a:lnTo>
                    <a:pt x="191456" y="2087"/>
                  </a:lnTo>
                  <a:lnTo>
                    <a:pt x="186221" y="1336"/>
                  </a:lnTo>
                  <a:lnTo>
                    <a:pt x="180965" y="752"/>
                  </a:lnTo>
                  <a:lnTo>
                    <a:pt x="175693" y="334"/>
                  </a:lnTo>
                  <a:lnTo>
                    <a:pt x="170411" y="83"/>
                  </a:lnTo>
                  <a:lnTo>
                    <a:pt x="165123" y="0"/>
                  </a:lnTo>
                  <a:lnTo>
                    <a:pt x="16512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56383" y="5399291"/>
              <a:ext cx="29832" cy="167167"/>
            </a:xfrm>
            <a:custGeom>
              <a:avLst/>
              <a:pathLst>
                <a:path w="29832" h="167167">
                  <a:moveTo>
                    <a:pt x="29832" y="0"/>
                  </a:moveTo>
                  <a:lnTo>
                    <a:pt x="22336" y="168"/>
                  </a:lnTo>
                  <a:lnTo>
                    <a:pt x="14855" y="672"/>
                  </a:lnTo>
                  <a:lnTo>
                    <a:pt x="7405" y="1511"/>
                  </a:lnTo>
                  <a:lnTo>
                    <a:pt x="0" y="2683"/>
                  </a:lnTo>
                  <a:lnTo>
                    <a:pt x="2983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56383" y="5401975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56383" y="5401975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56383" y="5401975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56383" y="5401975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56383" y="5401975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56383" y="5401975"/>
              <a:ext cx="29832" cy="164483"/>
            </a:xfrm>
            <a:custGeom>
              <a:avLst/>
              <a:pathLst>
                <a:path w="29832" h="164483">
                  <a:moveTo>
                    <a:pt x="0" y="0"/>
                  </a:moveTo>
                  <a:lnTo>
                    <a:pt x="29832" y="1644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319048" y="5400705"/>
              <a:ext cx="334320" cy="332914"/>
            </a:xfrm>
            <a:custGeom>
              <a:avLst/>
              <a:pathLst>
                <a:path w="334320" h="332914">
                  <a:moveTo>
                    <a:pt x="137335" y="1269"/>
                  </a:moveTo>
                  <a:lnTo>
                    <a:pt x="132152" y="2294"/>
                  </a:lnTo>
                  <a:lnTo>
                    <a:pt x="127004" y="3482"/>
                  </a:lnTo>
                  <a:lnTo>
                    <a:pt x="121896" y="4832"/>
                  </a:lnTo>
                  <a:lnTo>
                    <a:pt x="116833" y="6343"/>
                  </a:lnTo>
                  <a:lnTo>
                    <a:pt x="111821" y="8013"/>
                  </a:lnTo>
                  <a:lnTo>
                    <a:pt x="106864" y="9841"/>
                  </a:lnTo>
                  <a:lnTo>
                    <a:pt x="101967" y="11825"/>
                  </a:lnTo>
                  <a:lnTo>
                    <a:pt x="97135" y="13962"/>
                  </a:lnTo>
                  <a:lnTo>
                    <a:pt x="92373" y="16251"/>
                  </a:lnTo>
                  <a:lnTo>
                    <a:pt x="87686" y="18689"/>
                  </a:lnTo>
                  <a:lnTo>
                    <a:pt x="83078" y="21274"/>
                  </a:lnTo>
                  <a:lnTo>
                    <a:pt x="78555" y="24004"/>
                  </a:lnTo>
                  <a:lnTo>
                    <a:pt x="74120" y="26875"/>
                  </a:lnTo>
                  <a:lnTo>
                    <a:pt x="69777" y="29884"/>
                  </a:lnTo>
                  <a:lnTo>
                    <a:pt x="65532" y="33030"/>
                  </a:lnTo>
                  <a:lnTo>
                    <a:pt x="61389" y="36308"/>
                  </a:lnTo>
                  <a:lnTo>
                    <a:pt x="57351" y="39715"/>
                  </a:lnTo>
                  <a:lnTo>
                    <a:pt x="53423" y="43248"/>
                  </a:lnTo>
                  <a:lnTo>
                    <a:pt x="49609" y="46904"/>
                  </a:lnTo>
                  <a:lnTo>
                    <a:pt x="45912" y="50678"/>
                  </a:lnTo>
                  <a:lnTo>
                    <a:pt x="42336" y="54568"/>
                  </a:lnTo>
                  <a:lnTo>
                    <a:pt x="38884" y="58568"/>
                  </a:lnTo>
                  <a:lnTo>
                    <a:pt x="35561" y="62675"/>
                  </a:lnTo>
                  <a:lnTo>
                    <a:pt x="32370" y="66886"/>
                  </a:lnTo>
                  <a:lnTo>
                    <a:pt x="29313" y="71195"/>
                  </a:lnTo>
                  <a:lnTo>
                    <a:pt x="26394" y="75598"/>
                  </a:lnTo>
                  <a:lnTo>
                    <a:pt x="23615" y="80092"/>
                  </a:lnTo>
                  <a:lnTo>
                    <a:pt x="20980" y="84671"/>
                  </a:lnTo>
                  <a:lnTo>
                    <a:pt x="18490" y="89331"/>
                  </a:lnTo>
                  <a:lnTo>
                    <a:pt x="16150" y="94068"/>
                  </a:lnTo>
                  <a:lnTo>
                    <a:pt x="13960" y="98876"/>
                  </a:lnTo>
                  <a:lnTo>
                    <a:pt x="11923" y="103751"/>
                  </a:lnTo>
                  <a:lnTo>
                    <a:pt x="10041" y="108688"/>
                  </a:lnTo>
                  <a:lnTo>
                    <a:pt x="8316" y="113682"/>
                  </a:lnTo>
                  <a:lnTo>
                    <a:pt x="6750" y="118727"/>
                  </a:lnTo>
                  <a:lnTo>
                    <a:pt x="5344" y="123820"/>
                  </a:lnTo>
                  <a:lnTo>
                    <a:pt x="4100" y="128955"/>
                  </a:lnTo>
                  <a:lnTo>
                    <a:pt x="3018" y="134127"/>
                  </a:lnTo>
                  <a:lnTo>
                    <a:pt x="2101" y="139330"/>
                  </a:lnTo>
                  <a:lnTo>
                    <a:pt x="1348" y="144559"/>
                  </a:lnTo>
                  <a:lnTo>
                    <a:pt x="761" y="149810"/>
                  </a:lnTo>
                  <a:lnTo>
                    <a:pt x="341" y="155076"/>
                  </a:lnTo>
                  <a:lnTo>
                    <a:pt x="87" y="160353"/>
                  </a:lnTo>
                  <a:lnTo>
                    <a:pt x="0" y="165636"/>
                  </a:lnTo>
                  <a:lnTo>
                    <a:pt x="79" y="170919"/>
                  </a:lnTo>
                  <a:lnTo>
                    <a:pt x="326" y="176196"/>
                  </a:lnTo>
                  <a:lnTo>
                    <a:pt x="739" y="181463"/>
                  </a:lnTo>
                  <a:lnTo>
                    <a:pt x="1319" y="186715"/>
                  </a:lnTo>
                  <a:lnTo>
                    <a:pt x="2064" y="191945"/>
                  </a:lnTo>
                  <a:lnTo>
                    <a:pt x="2974" y="197150"/>
                  </a:lnTo>
                  <a:lnTo>
                    <a:pt x="4049" y="202323"/>
                  </a:lnTo>
                  <a:lnTo>
                    <a:pt x="5286" y="207459"/>
                  </a:lnTo>
                  <a:lnTo>
                    <a:pt x="6685" y="212554"/>
                  </a:lnTo>
                  <a:lnTo>
                    <a:pt x="8244" y="217602"/>
                  </a:lnTo>
                  <a:lnTo>
                    <a:pt x="9962" y="222598"/>
                  </a:lnTo>
                  <a:lnTo>
                    <a:pt x="11836" y="227538"/>
                  </a:lnTo>
                  <a:lnTo>
                    <a:pt x="13866" y="232416"/>
                  </a:lnTo>
                  <a:lnTo>
                    <a:pt x="16050" y="237227"/>
                  </a:lnTo>
                  <a:lnTo>
                    <a:pt x="18384" y="241966"/>
                  </a:lnTo>
                  <a:lnTo>
                    <a:pt x="20867" y="246630"/>
                  </a:lnTo>
                  <a:lnTo>
                    <a:pt x="23495" y="251213"/>
                  </a:lnTo>
                  <a:lnTo>
                    <a:pt x="26268" y="255710"/>
                  </a:lnTo>
                  <a:lnTo>
                    <a:pt x="29181" y="260118"/>
                  </a:lnTo>
                  <a:lnTo>
                    <a:pt x="32232" y="264431"/>
                  </a:lnTo>
                  <a:lnTo>
                    <a:pt x="35418" y="268646"/>
                  </a:lnTo>
                  <a:lnTo>
                    <a:pt x="38735" y="272758"/>
                  </a:lnTo>
                  <a:lnTo>
                    <a:pt x="42181" y="276763"/>
                  </a:lnTo>
                  <a:lnTo>
                    <a:pt x="45751" y="280658"/>
                  </a:lnTo>
                  <a:lnTo>
                    <a:pt x="49443" y="284437"/>
                  </a:lnTo>
                  <a:lnTo>
                    <a:pt x="53252" y="288098"/>
                  </a:lnTo>
                  <a:lnTo>
                    <a:pt x="57175" y="291637"/>
                  </a:lnTo>
                  <a:lnTo>
                    <a:pt x="61208" y="295050"/>
                  </a:lnTo>
                  <a:lnTo>
                    <a:pt x="65347" y="298334"/>
                  </a:lnTo>
                  <a:lnTo>
                    <a:pt x="69588" y="301485"/>
                  </a:lnTo>
                  <a:lnTo>
                    <a:pt x="73926" y="304501"/>
                  </a:lnTo>
                  <a:lnTo>
                    <a:pt x="78357" y="307378"/>
                  </a:lnTo>
                  <a:lnTo>
                    <a:pt x="82877" y="310114"/>
                  </a:lnTo>
                  <a:lnTo>
                    <a:pt x="87481" y="312705"/>
                  </a:lnTo>
                  <a:lnTo>
                    <a:pt x="92165" y="315150"/>
                  </a:lnTo>
                  <a:lnTo>
                    <a:pt x="96923" y="317446"/>
                  </a:lnTo>
                  <a:lnTo>
                    <a:pt x="101752" y="319590"/>
                  </a:lnTo>
                  <a:lnTo>
                    <a:pt x="106646" y="321580"/>
                  </a:lnTo>
                  <a:lnTo>
                    <a:pt x="111600" y="323415"/>
                  </a:lnTo>
                  <a:lnTo>
                    <a:pt x="116611" y="325092"/>
                  </a:lnTo>
                  <a:lnTo>
                    <a:pt x="121671" y="326610"/>
                  </a:lnTo>
                  <a:lnTo>
                    <a:pt x="126777" y="327967"/>
                  </a:lnTo>
                  <a:lnTo>
                    <a:pt x="131923" y="329163"/>
                  </a:lnTo>
                  <a:lnTo>
                    <a:pt x="137105" y="330195"/>
                  </a:lnTo>
                  <a:lnTo>
                    <a:pt x="142317" y="331063"/>
                  </a:lnTo>
                  <a:lnTo>
                    <a:pt x="147553" y="331766"/>
                  </a:lnTo>
                  <a:lnTo>
                    <a:pt x="152809" y="332302"/>
                  </a:lnTo>
                  <a:lnTo>
                    <a:pt x="158079" y="332673"/>
                  </a:lnTo>
                  <a:lnTo>
                    <a:pt x="163359" y="332877"/>
                  </a:lnTo>
                  <a:lnTo>
                    <a:pt x="168642" y="332914"/>
                  </a:lnTo>
                  <a:lnTo>
                    <a:pt x="173924" y="332784"/>
                  </a:lnTo>
                  <a:lnTo>
                    <a:pt x="179199" y="332487"/>
                  </a:lnTo>
                  <a:lnTo>
                    <a:pt x="184461" y="332023"/>
                  </a:lnTo>
                  <a:lnTo>
                    <a:pt x="189707" y="331394"/>
                  </a:lnTo>
                  <a:lnTo>
                    <a:pt x="194930" y="330599"/>
                  </a:lnTo>
                  <a:lnTo>
                    <a:pt x="200126" y="329639"/>
                  </a:lnTo>
                  <a:lnTo>
                    <a:pt x="205288" y="328516"/>
                  </a:lnTo>
                  <a:lnTo>
                    <a:pt x="210413" y="327230"/>
                  </a:lnTo>
                  <a:lnTo>
                    <a:pt x="215494" y="325782"/>
                  </a:lnTo>
                  <a:lnTo>
                    <a:pt x="220527" y="324175"/>
                  </a:lnTo>
                  <a:lnTo>
                    <a:pt x="225507" y="322410"/>
                  </a:lnTo>
                  <a:lnTo>
                    <a:pt x="230428" y="320488"/>
                  </a:lnTo>
                  <a:lnTo>
                    <a:pt x="235286" y="318412"/>
                  </a:lnTo>
                  <a:lnTo>
                    <a:pt x="240076" y="316183"/>
                  </a:lnTo>
                  <a:lnTo>
                    <a:pt x="244794" y="313804"/>
                  </a:lnTo>
                  <a:lnTo>
                    <a:pt x="249434" y="311276"/>
                  </a:lnTo>
                  <a:lnTo>
                    <a:pt x="253991" y="308604"/>
                  </a:lnTo>
                  <a:lnTo>
                    <a:pt x="258462" y="305789"/>
                  </a:lnTo>
                  <a:lnTo>
                    <a:pt x="262842" y="302834"/>
                  </a:lnTo>
                  <a:lnTo>
                    <a:pt x="267126" y="299742"/>
                  </a:lnTo>
                  <a:lnTo>
                    <a:pt x="271310" y="296516"/>
                  </a:lnTo>
                  <a:lnTo>
                    <a:pt x="275390" y="293160"/>
                  </a:lnTo>
                  <a:lnTo>
                    <a:pt x="279363" y="289676"/>
                  </a:lnTo>
                  <a:lnTo>
                    <a:pt x="283223" y="286069"/>
                  </a:lnTo>
                  <a:lnTo>
                    <a:pt x="286967" y="282341"/>
                  </a:lnTo>
                  <a:lnTo>
                    <a:pt x="290591" y="278497"/>
                  </a:lnTo>
                  <a:lnTo>
                    <a:pt x="294093" y="274541"/>
                  </a:lnTo>
                  <a:lnTo>
                    <a:pt x="297467" y="270475"/>
                  </a:lnTo>
                  <a:lnTo>
                    <a:pt x="300711" y="266306"/>
                  </a:lnTo>
                  <a:lnTo>
                    <a:pt x="303822" y="262035"/>
                  </a:lnTo>
                  <a:lnTo>
                    <a:pt x="306796" y="257669"/>
                  </a:lnTo>
                  <a:lnTo>
                    <a:pt x="309631" y="253210"/>
                  </a:lnTo>
                  <a:lnTo>
                    <a:pt x="312324" y="248665"/>
                  </a:lnTo>
                  <a:lnTo>
                    <a:pt x="314872" y="244036"/>
                  </a:lnTo>
                  <a:lnTo>
                    <a:pt x="317272" y="239329"/>
                  </a:lnTo>
                  <a:lnTo>
                    <a:pt x="319522" y="234549"/>
                  </a:lnTo>
                  <a:lnTo>
                    <a:pt x="321620" y="229700"/>
                  </a:lnTo>
                  <a:lnTo>
                    <a:pt x="323563" y="224787"/>
                  </a:lnTo>
                  <a:lnTo>
                    <a:pt x="325351" y="219816"/>
                  </a:lnTo>
                  <a:lnTo>
                    <a:pt x="326980" y="214790"/>
                  </a:lnTo>
                  <a:lnTo>
                    <a:pt x="328450" y="209715"/>
                  </a:lnTo>
                  <a:lnTo>
                    <a:pt x="329759" y="204596"/>
                  </a:lnTo>
                  <a:lnTo>
                    <a:pt x="330905" y="199439"/>
                  </a:lnTo>
                  <a:lnTo>
                    <a:pt x="331888" y="194248"/>
                  </a:lnTo>
                  <a:lnTo>
                    <a:pt x="332706" y="189028"/>
                  </a:lnTo>
                  <a:lnTo>
                    <a:pt x="333359" y="183785"/>
                  </a:lnTo>
                  <a:lnTo>
                    <a:pt x="333846" y="178524"/>
                  </a:lnTo>
                  <a:lnTo>
                    <a:pt x="334166" y="173251"/>
                  </a:lnTo>
                  <a:lnTo>
                    <a:pt x="334320" y="167970"/>
                  </a:lnTo>
                  <a:lnTo>
                    <a:pt x="334306" y="162686"/>
                  </a:lnTo>
                  <a:lnTo>
                    <a:pt x="334126" y="157406"/>
                  </a:lnTo>
                  <a:lnTo>
                    <a:pt x="333779" y="152134"/>
                  </a:lnTo>
                  <a:lnTo>
                    <a:pt x="333265" y="146876"/>
                  </a:lnTo>
                  <a:lnTo>
                    <a:pt x="332586" y="141636"/>
                  </a:lnTo>
                  <a:lnTo>
                    <a:pt x="331741" y="136421"/>
                  </a:lnTo>
                  <a:lnTo>
                    <a:pt x="330732" y="131235"/>
                  </a:lnTo>
                  <a:lnTo>
                    <a:pt x="329559" y="126083"/>
                  </a:lnTo>
                  <a:lnTo>
                    <a:pt x="328225" y="120971"/>
                  </a:lnTo>
                  <a:lnTo>
                    <a:pt x="326729" y="115904"/>
                  </a:lnTo>
                  <a:lnTo>
                    <a:pt x="325074" y="110887"/>
                  </a:lnTo>
                  <a:lnTo>
                    <a:pt x="323261" y="105924"/>
                  </a:lnTo>
                  <a:lnTo>
                    <a:pt x="321293" y="101021"/>
                  </a:lnTo>
                  <a:lnTo>
                    <a:pt x="319170" y="96183"/>
                  </a:lnTo>
                  <a:lnTo>
                    <a:pt x="316896" y="91414"/>
                  </a:lnTo>
                  <a:lnTo>
                    <a:pt x="314472" y="86720"/>
                  </a:lnTo>
                  <a:lnTo>
                    <a:pt x="311901" y="82104"/>
                  </a:lnTo>
                  <a:lnTo>
                    <a:pt x="309185" y="77572"/>
                  </a:lnTo>
                  <a:lnTo>
                    <a:pt x="306328" y="73129"/>
                  </a:lnTo>
                  <a:lnTo>
                    <a:pt x="303331" y="68777"/>
                  </a:lnTo>
                  <a:lnTo>
                    <a:pt x="300199" y="64523"/>
                  </a:lnTo>
                  <a:lnTo>
                    <a:pt x="296933" y="60369"/>
                  </a:lnTo>
                  <a:lnTo>
                    <a:pt x="293538" y="56321"/>
                  </a:lnTo>
                  <a:lnTo>
                    <a:pt x="290017" y="52382"/>
                  </a:lnTo>
                  <a:lnTo>
                    <a:pt x="286373" y="48557"/>
                  </a:lnTo>
                  <a:lnTo>
                    <a:pt x="282610" y="44848"/>
                  </a:lnTo>
                  <a:lnTo>
                    <a:pt x="278731" y="41261"/>
                  </a:lnTo>
                  <a:lnTo>
                    <a:pt x="274742" y="37797"/>
                  </a:lnTo>
                  <a:lnTo>
                    <a:pt x="270644" y="34462"/>
                  </a:lnTo>
                  <a:lnTo>
                    <a:pt x="266444" y="31257"/>
                  </a:lnTo>
                  <a:lnTo>
                    <a:pt x="262144" y="28187"/>
                  </a:lnTo>
                  <a:lnTo>
                    <a:pt x="257749" y="25254"/>
                  </a:lnTo>
                  <a:lnTo>
                    <a:pt x="253264" y="22462"/>
                  </a:lnTo>
                  <a:lnTo>
                    <a:pt x="248693" y="19813"/>
                  </a:lnTo>
                  <a:lnTo>
                    <a:pt x="244040" y="17309"/>
                  </a:lnTo>
                  <a:lnTo>
                    <a:pt x="239311" y="14954"/>
                  </a:lnTo>
                  <a:lnTo>
                    <a:pt x="234510" y="12750"/>
                  </a:lnTo>
                  <a:lnTo>
                    <a:pt x="229641" y="10698"/>
                  </a:lnTo>
                  <a:lnTo>
                    <a:pt x="224710" y="8801"/>
                  </a:lnTo>
                  <a:lnTo>
                    <a:pt x="219721" y="7061"/>
                  </a:lnTo>
                  <a:lnTo>
                    <a:pt x="214680" y="5480"/>
                  </a:lnTo>
                  <a:lnTo>
                    <a:pt x="209592" y="4058"/>
                  </a:lnTo>
                  <a:lnTo>
                    <a:pt x="204461" y="2798"/>
                  </a:lnTo>
                  <a:lnTo>
                    <a:pt x="199293" y="1701"/>
                  </a:lnTo>
                  <a:lnTo>
                    <a:pt x="194092" y="768"/>
                  </a:lnTo>
                  <a:lnTo>
                    <a:pt x="188865" y="0"/>
                  </a:lnTo>
                  <a:lnTo>
                    <a:pt x="167167" y="1657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21698" cy="167167"/>
            </a:xfrm>
            <a:custGeom>
              <a:avLst/>
              <a:pathLst>
                <a:path w="21698" h="167167">
                  <a:moveTo>
                    <a:pt x="21698" y="1414"/>
                  </a:moveTo>
                  <a:lnTo>
                    <a:pt x="14488" y="629"/>
                  </a:lnTo>
                  <a:lnTo>
                    <a:pt x="7250" y="15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4856385" y="5399291"/>
              <a:ext cx="167159" cy="285476"/>
            </a:xfrm>
            <a:custGeom>
              <a:avLst/>
              <a:pathLst>
                <a:path w="167159" h="285476">
                  <a:moveTo>
                    <a:pt x="167159" y="0"/>
                  </a:moveTo>
                  <a:lnTo>
                    <a:pt x="161835" y="84"/>
                  </a:lnTo>
                  <a:lnTo>
                    <a:pt x="156516" y="339"/>
                  </a:lnTo>
                  <a:lnTo>
                    <a:pt x="151209" y="762"/>
                  </a:lnTo>
                  <a:lnTo>
                    <a:pt x="145917" y="1354"/>
                  </a:lnTo>
                  <a:lnTo>
                    <a:pt x="140648" y="2115"/>
                  </a:lnTo>
                  <a:lnTo>
                    <a:pt x="135405" y="3043"/>
                  </a:lnTo>
                  <a:lnTo>
                    <a:pt x="130194" y="4138"/>
                  </a:lnTo>
                  <a:lnTo>
                    <a:pt x="125021" y="5398"/>
                  </a:lnTo>
                  <a:lnTo>
                    <a:pt x="119890" y="6822"/>
                  </a:lnTo>
                  <a:lnTo>
                    <a:pt x="114808" y="8408"/>
                  </a:lnTo>
                  <a:lnTo>
                    <a:pt x="109778" y="10156"/>
                  </a:lnTo>
                  <a:lnTo>
                    <a:pt x="104807" y="12063"/>
                  </a:lnTo>
                  <a:lnTo>
                    <a:pt x="99899" y="14127"/>
                  </a:lnTo>
                  <a:lnTo>
                    <a:pt x="95059" y="16347"/>
                  </a:lnTo>
                  <a:lnTo>
                    <a:pt x="90293" y="18720"/>
                  </a:lnTo>
                  <a:lnTo>
                    <a:pt x="85604" y="21243"/>
                  </a:lnTo>
                  <a:lnTo>
                    <a:pt x="80998" y="23914"/>
                  </a:lnTo>
                  <a:lnTo>
                    <a:pt x="76480" y="26731"/>
                  </a:lnTo>
                  <a:lnTo>
                    <a:pt x="72053" y="29690"/>
                  </a:lnTo>
                  <a:lnTo>
                    <a:pt x="67723" y="32788"/>
                  </a:lnTo>
                  <a:lnTo>
                    <a:pt x="63494" y="36023"/>
                  </a:lnTo>
                  <a:lnTo>
                    <a:pt x="59370" y="39391"/>
                  </a:lnTo>
                  <a:lnTo>
                    <a:pt x="55356" y="42889"/>
                  </a:lnTo>
                  <a:lnTo>
                    <a:pt x="51454" y="46512"/>
                  </a:lnTo>
                  <a:lnTo>
                    <a:pt x="47671" y="50258"/>
                  </a:lnTo>
                  <a:lnTo>
                    <a:pt x="44008" y="54123"/>
                  </a:lnTo>
                  <a:lnTo>
                    <a:pt x="40470" y="58102"/>
                  </a:lnTo>
                  <a:lnTo>
                    <a:pt x="37061" y="62192"/>
                  </a:lnTo>
                  <a:lnTo>
                    <a:pt x="33784" y="66389"/>
                  </a:lnTo>
                  <a:lnTo>
                    <a:pt x="30642" y="70687"/>
                  </a:lnTo>
                  <a:lnTo>
                    <a:pt x="27639" y="75084"/>
                  </a:lnTo>
                  <a:lnTo>
                    <a:pt x="24777" y="79574"/>
                  </a:lnTo>
                  <a:lnTo>
                    <a:pt x="22060" y="84153"/>
                  </a:lnTo>
                  <a:lnTo>
                    <a:pt x="19490" y="88816"/>
                  </a:lnTo>
                  <a:lnTo>
                    <a:pt x="17069" y="93558"/>
                  </a:lnTo>
                  <a:lnTo>
                    <a:pt x="14801" y="98376"/>
                  </a:lnTo>
                  <a:lnTo>
                    <a:pt x="12688" y="103263"/>
                  </a:lnTo>
                  <a:lnTo>
                    <a:pt x="10731" y="108214"/>
                  </a:lnTo>
                  <a:lnTo>
                    <a:pt x="8933" y="113226"/>
                  </a:lnTo>
                  <a:lnTo>
                    <a:pt x="7295" y="118293"/>
                  </a:lnTo>
                  <a:lnTo>
                    <a:pt x="5820" y="123408"/>
                  </a:lnTo>
                  <a:lnTo>
                    <a:pt x="4508" y="128569"/>
                  </a:lnTo>
                  <a:lnTo>
                    <a:pt x="3361" y="133768"/>
                  </a:lnTo>
                  <a:lnTo>
                    <a:pt x="2381" y="139002"/>
                  </a:lnTo>
                  <a:lnTo>
                    <a:pt x="1567" y="144264"/>
                  </a:lnTo>
                  <a:lnTo>
                    <a:pt x="922" y="149549"/>
                  </a:lnTo>
                  <a:lnTo>
                    <a:pt x="445" y="154852"/>
                  </a:lnTo>
                  <a:lnTo>
                    <a:pt x="138" y="160167"/>
                  </a:lnTo>
                  <a:lnTo>
                    <a:pt x="0" y="165490"/>
                  </a:lnTo>
                  <a:lnTo>
                    <a:pt x="31" y="170814"/>
                  </a:lnTo>
                  <a:lnTo>
                    <a:pt x="232" y="176135"/>
                  </a:lnTo>
                  <a:lnTo>
                    <a:pt x="602" y="181447"/>
                  </a:lnTo>
                  <a:lnTo>
                    <a:pt x="1141" y="186744"/>
                  </a:lnTo>
                  <a:lnTo>
                    <a:pt x="1849" y="192021"/>
                  </a:lnTo>
                  <a:lnTo>
                    <a:pt x="2724" y="197273"/>
                  </a:lnTo>
                  <a:lnTo>
                    <a:pt x="3767" y="202494"/>
                  </a:lnTo>
                  <a:lnTo>
                    <a:pt x="4975" y="207680"/>
                  </a:lnTo>
                  <a:lnTo>
                    <a:pt x="6347" y="212825"/>
                  </a:lnTo>
                  <a:lnTo>
                    <a:pt x="7883" y="217923"/>
                  </a:lnTo>
                  <a:lnTo>
                    <a:pt x="9580" y="222969"/>
                  </a:lnTo>
                  <a:lnTo>
                    <a:pt x="11437" y="227960"/>
                  </a:lnTo>
                  <a:lnTo>
                    <a:pt x="13452" y="232888"/>
                  </a:lnTo>
                  <a:lnTo>
                    <a:pt x="15623" y="237750"/>
                  </a:lnTo>
                  <a:lnTo>
                    <a:pt x="17948" y="242540"/>
                  </a:lnTo>
                  <a:lnTo>
                    <a:pt x="20424" y="247254"/>
                  </a:lnTo>
                  <a:lnTo>
                    <a:pt x="23049" y="251886"/>
                  </a:lnTo>
                  <a:lnTo>
                    <a:pt x="25820" y="256432"/>
                  </a:lnTo>
                  <a:lnTo>
                    <a:pt x="28734" y="260888"/>
                  </a:lnTo>
                  <a:lnTo>
                    <a:pt x="31789" y="265249"/>
                  </a:lnTo>
                  <a:lnTo>
                    <a:pt x="34982" y="269511"/>
                  </a:lnTo>
                  <a:lnTo>
                    <a:pt x="38308" y="273668"/>
                  </a:lnTo>
                  <a:lnTo>
                    <a:pt x="41765" y="277718"/>
                  </a:lnTo>
                  <a:lnTo>
                    <a:pt x="45349" y="281655"/>
                  </a:lnTo>
                  <a:lnTo>
                    <a:pt x="49057" y="285476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4905442" y="5566459"/>
              <a:ext cx="118101" cy="118309"/>
            </a:xfrm>
            <a:custGeom>
              <a:avLst/>
              <a:pathLst>
                <a:path w="118101" h="118309">
                  <a:moveTo>
                    <a:pt x="0" y="118309"/>
                  </a:moveTo>
                  <a:lnTo>
                    <a:pt x="1181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4905442" y="5566459"/>
              <a:ext cx="118101" cy="118309"/>
            </a:xfrm>
            <a:custGeom>
              <a:avLst/>
              <a:pathLst>
                <a:path w="118101" h="118309">
                  <a:moveTo>
                    <a:pt x="0" y="118309"/>
                  </a:moveTo>
                  <a:lnTo>
                    <a:pt x="1181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4905442" y="5566459"/>
              <a:ext cx="118101" cy="118309"/>
            </a:xfrm>
            <a:custGeom>
              <a:avLst/>
              <a:pathLst>
                <a:path w="118101" h="118309">
                  <a:moveTo>
                    <a:pt x="0" y="118309"/>
                  </a:moveTo>
                  <a:lnTo>
                    <a:pt x="11810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905442" y="5566459"/>
              <a:ext cx="118101" cy="118309"/>
            </a:xfrm>
            <a:custGeom>
              <a:avLst/>
              <a:pathLst>
                <a:path w="118101" h="118309">
                  <a:moveTo>
                    <a:pt x="0" y="118309"/>
                  </a:moveTo>
                  <a:lnTo>
                    <a:pt x="11810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905442" y="5566459"/>
              <a:ext cx="118101" cy="118309"/>
            </a:xfrm>
            <a:custGeom>
              <a:avLst/>
              <a:pathLst>
                <a:path w="118101" h="118309">
                  <a:moveTo>
                    <a:pt x="0" y="118309"/>
                  </a:moveTo>
                  <a:lnTo>
                    <a:pt x="11810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905442" y="5566459"/>
              <a:ext cx="118101" cy="154805"/>
            </a:xfrm>
            <a:custGeom>
              <a:avLst/>
              <a:pathLst>
                <a:path w="118101" h="154805">
                  <a:moveTo>
                    <a:pt x="0" y="118309"/>
                  </a:moveTo>
                  <a:lnTo>
                    <a:pt x="4351" y="122499"/>
                  </a:lnTo>
                  <a:lnTo>
                    <a:pt x="8852" y="126529"/>
                  </a:lnTo>
                  <a:lnTo>
                    <a:pt x="13495" y="130393"/>
                  </a:lnTo>
                  <a:lnTo>
                    <a:pt x="18274" y="134088"/>
                  </a:lnTo>
                  <a:lnTo>
                    <a:pt x="23184" y="137607"/>
                  </a:lnTo>
                  <a:lnTo>
                    <a:pt x="28218" y="140947"/>
                  </a:lnTo>
                  <a:lnTo>
                    <a:pt x="33370" y="144102"/>
                  </a:lnTo>
                  <a:lnTo>
                    <a:pt x="38632" y="147070"/>
                  </a:lnTo>
                  <a:lnTo>
                    <a:pt x="43998" y="149845"/>
                  </a:lnTo>
                  <a:lnTo>
                    <a:pt x="49460" y="152425"/>
                  </a:lnTo>
                  <a:lnTo>
                    <a:pt x="55012" y="154805"/>
                  </a:lnTo>
                  <a:lnTo>
                    <a:pt x="11810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960455" y="5399291"/>
              <a:ext cx="230241" cy="334332"/>
            </a:xfrm>
            <a:custGeom>
              <a:avLst/>
              <a:pathLst>
                <a:path w="230241" h="334332">
                  <a:moveTo>
                    <a:pt x="0" y="321973"/>
                  </a:moveTo>
                  <a:lnTo>
                    <a:pt x="4952" y="323900"/>
                  </a:lnTo>
                  <a:lnTo>
                    <a:pt x="9963" y="325668"/>
                  </a:lnTo>
                  <a:lnTo>
                    <a:pt x="15027" y="327277"/>
                  </a:lnTo>
                  <a:lnTo>
                    <a:pt x="20140" y="328723"/>
                  </a:lnTo>
                  <a:lnTo>
                    <a:pt x="25297" y="330007"/>
                  </a:lnTo>
                  <a:lnTo>
                    <a:pt x="30492" y="331126"/>
                  </a:lnTo>
                  <a:lnTo>
                    <a:pt x="35719" y="332079"/>
                  </a:lnTo>
                  <a:lnTo>
                    <a:pt x="40975" y="332865"/>
                  </a:lnTo>
                  <a:lnTo>
                    <a:pt x="46252" y="333484"/>
                  </a:lnTo>
                  <a:lnTo>
                    <a:pt x="51547" y="333936"/>
                  </a:lnTo>
                  <a:lnTo>
                    <a:pt x="56853" y="334218"/>
                  </a:lnTo>
                  <a:lnTo>
                    <a:pt x="62166" y="334332"/>
                  </a:lnTo>
                  <a:lnTo>
                    <a:pt x="67479" y="334277"/>
                  </a:lnTo>
                  <a:lnTo>
                    <a:pt x="72789" y="334053"/>
                  </a:lnTo>
                  <a:lnTo>
                    <a:pt x="78088" y="333660"/>
                  </a:lnTo>
                  <a:lnTo>
                    <a:pt x="83372" y="333099"/>
                  </a:lnTo>
                  <a:lnTo>
                    <a:pt x="88636" y="332371"/>
                  </a:lnTo>
                  <a:lnTo>
                    <a:pt x="93874" y="331475"/>
                  </a:lnTo>
                  <a:lnTo>
                    <a:pt x="99080" y="330414"/>
                  </a:lnTo>
                  <a:lnTo>
                    <a:pt x="104251" y="329187"/>
                  </a:lnTo>
                  <a:lnTo>
                    <a:pt x="109380" y="327797"/>
                  </a:lnTo>
                  <a:lnTo>
                    <a:pt x="114462" y="326245"/>
                  </a:lnTo>
                  <a:lnTo>
                    <a:pt x="119492" y="324531"/>
                  </a:lnTo>
                  <a:lnTo>
                    <a:pt x="124465" y="322659"/>
                  </a:lnTo>
                  <a:lnTo>
                    <a:pt x="129376" y="320630"/>
                  </a:lnTo>
                  <a:lnTo>
                    <a:pt x="134220" y="318445"/>
                  </a:lnTo>
                  <a:lnTo>
                    <a:pt x="138992" y="316108"/>
                  </a:lnTo>
                  <a:lnTo>
                    <a:pt x="143688" y="313620"/>
                  </a:lnTo>
                  <a:lnTo>
                    <a:pt x="148302" y="310985"/>
                  </a:lnTo>
                  <a:lnTo>
                    <a:pt x="152830" y="308203"/>
                  </a:lnTo>
                  <a:lnTo>
                    <a:pt x="157267" y="305280"/>
                  </a:lnTo>
                  <a:lnTo>
                    <a:pt x="161609" y="302217"/>
                  </a:lnTo>
                  <a:lnTo>
                    <a:pt x="165852" y="299017"/>
                  </a:lnTo>
                  <a:lnTo>
                    <a:pt x="169991" y="295684"/>
                  </a:lnTo>
                  <a:lnTo>
                    <a:pt x="174021" y="292222"/>
                  </a:lnTo>
                  <a:lnTo>
                    <a:pt x="177940" y="288633"/>
                  </a:lnTo>
                  <a:lnTo>
                    <a:pt x="181743" y="284921"/>
                  </a:lnTo>
                  <a:lnTo>
                    <a:pt x="185425" y="281090"/>
                  </a:lnTo>
                  <a:lnTo>
                    <a:pt x="188984" y="277144"/>
                  </a:lnTo>
                  <a:lnTo>
                    <a:pt x="192416" y="273087"/>
                  </a:lnTo>
                  <a:lnTo>
                    <a:pt x="195717" y="268923"/>
                  </a:lnTo>
                  <a:lnTo>
                    <a:pt x="198885" y="264656"/>
                  </a:lnTo>
                  <a:lnTo>
                    <a:pt x="201915" y="260291"/>
                  </a:lnTo>
                  <a:lnTo>
                    <a:pt x="204804" y="255831"/>
                  </a:lnTo>
                  <a:lnTo>
                    <a:pt x="207551" y="251282"/>
                  </a:lnTo>
                  <a:lnTo>
                    <a:pt x="210151" y="246648"/>
                  </a:lnTo>
                  <a:lnTo>
                    <a:pt x="212603" y="241934"/>
                  </a:lnTo>
                  <a:lnTo>
                    <a:pt x="214904" y="237144"/>
                  </a:lnTo>
                  <a:lnTo>
                    <a:pt x="217051" y="232283"/>
                  </a:lnTo>
                  <a:lnTo>
                    <a:pt x="219043" y="227357"/>
                  </a:lnTo>
                  <a:lnTo>
                    <a:pt x="220878" y="222370"/>
                  </a:lnTo>
                  <a:lnTo>
                    <a:pt x="222552" y="217327"/>
                  </a:lnTo>
                  <a:lnTo>
                    <a:pt x="224066" y="212233"/>
                  </a:lnTo>
                  <a:lnTo>
                    <a:pt x="225417" y="207094"/>
                  </a:lnTo>
                  <a:lnTo>
                    <a:pt x="226604" y="201914"/>
                  </a:lnTo>
                  <a:lnTo>
                    <a:pt x="227626" y="196700"/>
                  </a:lnTo>
                  <a:lnTo>
                    <a:pt x="228481" y="191455"/>
                  </a:lnTo>
                  <a:lnTo>
                    <a:pt x="229170" y="186186"/>
                  </a:lnTo>
                  <a:lnTo>
                    <a:pt x="229690" y="180898"/>
                  </a:lnTo>
                  <a:lnTo>
                    <a:pt x="230043" y="175595"/>
                  </a:lnTo>
                  <a:lnTo>
                    <a:pt x="230226" y="170285"/>
                  </a:lnTo>
                  <a:lnTo>
                    <a:pt x="230241" y="164971"/>
                  </a:lnTo>
                  <a:lnTo>
                    <a:pt x="230087" y="159659"/>
                  </a:lnTo>
                  <a:lnTo>
                    <a:pt x="229764" y="154355"/>
                  </a:lnTo>
                  <a:lnTo>
                    <a:pt x="229272" y="149064"/>
                  </a:lnTo>
                  <a:lnTo>
                    <a:pt x="228613" y="143791"/>
                  </a:lnTo>
                  <a:lnTo>
                    <a:pt x="227786" y="138542"/>
                  </a:lnTo>
                  <a:lnTo>
                    <a:pt x="226793" y="133322"/>
                  </a:lnTo>
                  <a:lnTo>
                    <a:pt x="225635" y="128136"/>
                  </a:lnTo>
                  <a:lnTo>
                    <a:pt x="224312" y="122989"/>
                  </a:lnTo>
                  <a:lnTo>
                    <a:pt x="222827" y="117887"/>
                  </a:lnTo>
                  <a:lnTo>
                    <a:pt x="221180" y="112835"/>
                  </a:lnTo>
                  <a:lnTo>
                    <a:pt x="219373" y="107838"/>
                  </a:lnTo>
                  <a:lnTo>
                    <a:pt x="217408" y="102901"/>
                  </a:lnTo>
                  <a:lnTo>
                    <a:pt x="215288" y="98028"/>
                  </a:lnTo>
                  <a:lnTo>
                    <a:pt x="213013" y="93226"/>
                  </a:lnTo>
                  <a:lnTo>
                    <a:pt x="210587" y="88498"/>
                  </a:lnTo>
                  <a:lnTo>
                    <a:pt x="208012" y="83849"/>
                  </a:lnTo>
                  <a:lnTo>
                    <a:pt x="205291" y="79285"/>
                  </a:lnTo>
                  <a:lnTo>
                    <a:pt x="202426" y="74810"/>
                  </a:lnTo>
                  <a:lnTo>
                    <a:pt x="199420" y="70428"/>
                  </a:lnTo>
                  <a:lnTo>
                    <a:pt x="196277" y="66144"/>
                  </a:lnTo>
                  <a:lnTo>
                    <a:pt x="192998" y="61962"/>
                  </a:lnTo>
                  <a:lnTo>
                    <a:pt x="189589" y="57886"/>
                  </a:lnTo>
                  <a:lnTo>
                    <a:pt x="186052" y="53920"/>
                  </a:lnTo>
                  <a:lnTo>
                    <a:pt x="182390" y="50069"/>
                  </a:lnTo>
                  <a:lnTo>
                    <a:pt x="178608" y="46337"/>
                  </a:lnTo>
                  <a:lnTo>
                    <a:pt x="174709" y="42726"/>
                  </a:lnTo>
                  <a:lnTo>
                    <a:pt x="170698" y="39241"/>
                  </a:lnTo>
                  <a:lnTo>
                    <a:pt x="166577" y="35885"/>
                  </a:lnTo>
                  <a:lnTo>
                    <a:pt x="162353" y="32662"/>
                  </a:lnTo>
                  <a:lnTo>
                    <a:pt x="158027" y="29575"/>
                  </a:lnTo>
                  <a:lnTo>
                    <a:pt x="153606" y="26627"/>
                  </a:lnTo>
                  <a:lnTo>
                    <a:pt x="149094" y="23821"/>
                  </a:lnTo>
                  <a:lnTo>
                    <a:pt x="144494" y="21160"/>
                  </a:lnTo>
                  <a:lnTo>
                    <a:pt x="139812" y="18647"/>
                  </a:lnTo>
                  <a:lnTo>
                    <a:pt x="135053" y="16283"/>
                  </a:lnTo>
                  <a:lnTo>
                    <a:pt x="130221" y="14072"/>
                  </a:lnTo>
                  <a:lnTo>
                    <a:pt x="125321" y="12016"/>
                  </a:lnTo>
                  <a:lnTo>
                    <a:pt x="120359" y="10116"/>
                  </a:lnTo>
                  <a:lnTo>
                    <a:pt x="115338" y="8375"/>
                  </a:lnTo>
                  <a:lnTo>
                    <a:pt x="110265" y="6795"/>
                  </a:lnTo>
                  <a:lnTo>
                    <a:pt x="105144" y="5376"/>
                  </a:lnTo>
                  <a:lnTo>
                    <a:pt x="99980" y="4121"/>
                  </a:lnTo>
                  <a:lnTo>
                    <a:pt x="94779" y="3031"/>
                  </a:lnTo>
                  <a:lnTo>
                    <a:pt x="89546" y="2107"/>
                  </a:lnTo>
                  <a:lnTo>
                    <a:pt x="84287" y="1349"/>
                  </a:lnTo>
                  <a:lnTo>
                    <a:pt x="79006" y="759"/>
                  </a:lnTo>
                  <a:lnTo>
                    <a:pt x="73709" y="337"/>
                  </a:lnTo>
                  <a:lnTo>
                    <a:pt x="68401" y="84"/>
                  </a:lnTo>
                  <a:lnTo>
                    <a:pt x="63088" y="0"/>
                  </a:lnTo>
                  <a:lnTo>
                    <a:pt x="6308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378525" y="5269756"/>
              <a:ext cx="166732" cy="167167"/>
            </a:xfrm>
            <a:custGeom>
              <a:avLst/>
              <a:pathLst>
                <a:path w="166732" h="167167">
                  <a:moveTo>
                    <a:pt x="166732" y="0"/>
                  </a:moveTo>
                  <a:lnTo>
                    <a:pt x="161287" y="88"/>
                  </a:lnTo>
                  <a:lnTo>
                    <a:pt x="155847" y="354"/>
                  </a:lnTo>
                  <a:lnTo>
                    <a:pt x="150419" y="797"/>
                  </a:lnTo>
                  <a:lnTo>
                    <a:pt x="145009" y="1417"/>
                  </a:lnTo>
                  <a:lnTo>
                    <a:pt x="139621" y="2213"/>
                  </a:lnTo>
                  <a:lnTo>
                    <a:pt x="134262" y="3183"/>
                  </a:lnTo>
                  <a:lnTo>
                    <a:pt x="128938" y="4328"/>
                  </a:lnTo>
                  <a:lnTo>
                    <a:pt x="123654" y="5646"/>
                  </a:lnTo>
                  <a:lnTo>
                    <a:pt x="118415" y="7134"/>
                  </a:lnTo>
                  <a:lnTo>
                    <a:pt x="113228" y="8793"/>
                  </a:lnTo>
                  <a:lnTo>
                    <a:pt x="108097" y="10620"/>
                  </a:lnTo>
                  <a:lnTo>
                    <a:pt x="103029" y="12613"/>
                  </a:lnTo>
                  <a:lnTo>
                    <a:pt x="98028" y="14770"/>
                  </a:lnTo>
                  <a:lnTo>
                    <a:pt x="93101" y="17089"/>
                  </a:lnTo>
                  <a:lnTo>
                    <a:pt x="88251" y="19567"/>
                  </a:lnTo>
                  <a:lnTo>
                    <a:pt x="83485" y="22202"/>
                  </a:lnTo>
                  <a:lnTo>
                    <a:pt x="78807" y="24991"/>
                  </a:lnTo>
                  <a:lnTo>
                    <a:pt x="74222" y="27930"/>
                  </a:lnTo>
                  <a:lnTo>
                    <a:pt x="69736" y="31018"/>
                  </a:lnTo>
                  <a:lnTo>
                    <a:pt x="65352" y="34250"/>
                  </a:lnTo>
                  <a:lnTo>
                    <a:pt x="61076" y="37622"/>
                  </a:lnTo>
                  <a:lnTo>
                    <a:pt x="56913" y="41133"/>
                  </a:lnTo>
                  <a:lnTo>
                    <a:pt x="52866" y="44777"/>
                  </a:lnTo>
                  <a:lnTo>
                    <a:pt x="48939" y="48551"/>
                  </a:lnTo>
                  <a:lnTo>
                    <a:pt x="45138" y="52451"/>
                  </a:lnTo>
                  <a:lnTo>
                    <a:pt x="41466" y="56473"/>
                  </a:lnTo>
                  <a:lnTo>
                    <a:pt x="37926" y="60612"/>
                  </a:lnTo>
                  <a:lnTo>
                    <a:pt x="34524" y="64864"/>
                  </a:lnTo>
                  <a:lnTo>
                    <a:pt x="31262" y="69225"/>
                  </a:lnTo>
                  <a:lnTo>
                    <a:pt x="28143" y="73690"/>
                  </a:lnTo>
                  <a:lnTo>
                    <a:pt x="25172" y="78254"/>
                  </a:lnTo>
                  <a:lnTo>
                    <a:pt x="22351" y="82912"/>
                  </a:lnTo>
                  <a:lnTo>
                    <a:pt x="19683" y="87660"/>
                  </a:lnTo>
                  <a:lnTo>
                    <a:pt x="17171" y="92492"/>
                  </a:lnTo>
                  <a:lnTo>
                    <a:pt x="14818" y="97404"/>
                  </a:lnTo>
                  <a:lnTo>
                    <a:pt x="12626" y="102389"/>
                  </a:lnTo>
                  <a:lnTo>
                    <a:pt x="10598" y="107444"/>
                  </a:lnTo>
                  <a:lnTo>
                    <a:pt x="8735" y="112561"/>
                  </a:lnTo>
                  <a:lnTo>
                    <a:pt x="7040" y="117737"/>
                  </a:lnTo>
                  <a:lnTo>
                    <a:pt x="5515" y="122965"/>
                  </a:lnTo>
                  <a:lnTo>
                    <a:pt x="4160" y="128240"/>
                  </a:lnTo>
                  <a:lnTo>
                    <a:pt x="2979" y="133556"/>
                  </a:lnTo>
                  <a:lnTo>
                    <a:pt x="1971" y="138908"/>
                  </a:lnTo>
                  <a:lnTo>
                    <a:pt x="1138" y="144290"/>
                  </a:lnTo>
                  <a:lnTo>
                    <a:pt x="480" y="149697"/>
                  </a:lnTo>
                  <a:lnTo>
                    <a:pt x="0" y="155121"/>
                  </a:lnTo>
                  <a:lnTo>
                    <a:pt x="16673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378525" y="5424878"/>
              <a:ext cx="166732" cy="12045"/>
            </a:xfrm>
            <a:custGeom>
              <a:avLst/>
              <a:pathLst>
                <a:path w="166732" h="12045">
                  <a:moveTo>
                    <a:pt x="0" y="0"/>
                  </a:moveTo>
                  <a:lnTo>
                    <a:pt x="166732" y="12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378525" y="5424878"/>
              <a:ext cx="166732" cy="12045"/>
            </a:xfrm>
            <a:custGeom>
              <a:avLst/>
              <a:pathLst>
                <a:path w="166732" h="12045">
                  <a:moveTo>
                    <a:pt x="0" y="0"/>
                  </a:moveTo>
                  <a:lnTo>
                    <a:pt x="166732" y="1204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378525" y="5424878"/>
              <a:ext cx="166732" cy="12045"/>
            </a:xfrm>
            <a:custGeom>
              <a:avLst/>
              <a:pathLst>
                <a:path w="166732" h="12045">
                  <a:moveTo>
                    <a:pt x="0" y="0"/>
                  </a:moveTo>
                  <a:lnTo>
                    <a:pt x="166732" y="1204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78525" y="5424878"/>
              <a:ext cx="166732" cy="12045"/>
            </a:xfrm>
            <a:custGeom>
              <a:avLst/>
              <a:pathLst>
                <a:path w="166732" h="12045">
                  <a:moveTo>
                    <a:pt x="0" y="0"/>
                  </a:moveTo>
                  <a:lnTo>
                    <a:pt x="166732" y="1204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378095" y="5424878"/>
              <a:ext cx="167163" cy="46206"/>
            </a:xfrm>
            <a:custGeom>
              <a:avLst/>
              <a:pathLst>
                <a:path w="167163" h="46206">
                  <a:moveTo>
                    <a:pt x="430" y="0"/>
                  </a:moveTo>
                  <a:lnTo>
                    <a:pt x="83" y="6627"/>
                  </a:lnTo>
                  <a:lnTo>
                    <a:pt x="0" y="13263"/>
                  </a:lnTo>
                  <a:lnTo>
                    <a:pt x="180" y="19897"/>
                  </a:lnTo>
                  <a:lnTo>
                    <a:pt x="623" y="26519"/>
                  </a:lnTo>
                  <a:lnTo>
                    <a:pt x="1329" y="33118"/>
                  </a:lnTo>
                  <a:lnTo>
                    <a:pt x="2296" y="39684"/>
                  </a:lnTo>
                  <a:lnTo>
                    <a:pt x="3523" y="46206"/>
                  </a:lnTo>
                  <a:lnTo>
                    <a:pt x="167163" y="120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381618" y="5269756"/>
              <a:ext cx="330786" cy="334334"/>
            </a:xfrm>
            <a:custGeom>
              <a:avLst/>
              <a:pathLst>
                <a:path w="330786" h="334334">
                  <a:moveTo>
                    <a:pt x="0" y="201328"/>
                  </a:moveTo>
                  <a:lnTo>
                    <a:pt x="1166" y="206504"/>
                  </a:lnTo>
                  <a:lnTo>
                    <a:pt x="2496" y="211639"/>
                  </a:lnTo>
                  <a:lnTo>
                    <a:pt x="3988" y="216730"/>
                  </a:lnTo>
                  <a:lnTo>
                    <a:pt x="5641" y="221771"/>
                  </a:lnTo>
                  <a:lnTo>
                    <a:pt x="7454" y="226757"/>
                  </a:lnTo>
                  <a:lnTo>
                    <a:pt x="9423" y="231683"/>
                  </a:lnTo>
                  <a:lnTo>
                    <a:pt x="11548" y="236544"/>
                  </a:lnTo>
                  <a:lnTo>
                    <a:pt x="13826" y="241335"/>
                  </a:lnTo>
                  <a:lnTo>
                    <a:pt x="16255" y="246052"/>
                  </a:lnTo>
                  <a:lnTo>
                    <a:pt x="18832" y="250688"/>
                  </a:lnTo>
                  <a:lnTo>
                    <a:pt x="21555" y="255241"/>
                  </a:lnTo>
                  <a:lnTo>
                    <a:pt x="24421" y="259705"/>
                  </a:lnTo>
                  <a:lnTo>
                    <a:pt x="27428" y="264076"/>
                  </a:lnTo>
                  <a:lnTo>
                    <a:pt x="30572" y="268350"/>
                  </a:lnTo>
                  <a:lnTo>
                    <a:pt x="33849" y="272521"/>
                  </a:lnTo>
                  <a:lnTo>
                    <a:pt x="37258" y="276587"/>
                  </a:lnTo>
                  <a:lnTo>
                    <a:pt x="40793" y="280542"/>
                  </a:lnTo>
                  <a:lnTo>
                    <a:pt x="44453" y="284383"/>
                  </a:lnTo>
                  <a:lnTo>
                    <a:pt x="48232" y="288106"/>
                  </a:lnTo>
                  <a:lnTo>
                    <a:pt x="52128" y="291707"/>
                  </a:lnTo>
                  <a:lnTo>
                    <a:pt x="56136" y="295182"/>
                  </a:lnTo>
                  <a:lnTo>
                    <a:pt x="60252" y="298529"/>
                  </a:lnTo>
                  <a:lnTo>
                    <a:pt x="64472" y="301744"/>
                  </a:lnTo>
                  <a:lnTo>
                    <a:pt x="68792" y="304822"/>
                  </a:lnTo>
                  <a:lnTo>
                    <a:pt x="73208" y="307763"/>
                  </a:lnTo>
                  <a:lnTo>
                    <a:pt x="77715" y="310561"/>
                  </a:lnTo>
                  <a:lnTo>
                    <a:pt x="82308" y="313216"/>
                  </a:lnTo>
                  <a:lnTo>
                    <a:pt x="86984" y="315723"/>
                  </a:lnTo>
                  <a:lnTo>
                    <a:pt x="91736" y="318080"/>
                  </a:lnTo>
                  <a:lnTo>
                    <a:pt x="96561" y="320286"/>
                  </a:lnTo>
                  <a:lnTo>
                    <a:pt x="101453" y="322337"/>
                  </a:lnTo>
                  <a:lnTo>
                    <a:pt x="106408" y="324232"/>
                  </a:lnTo>
                  <a:lnTo>
                    <a:pt x="111421" y="325969"/>
                  </a:lnTo>
                  <a:lnTo>
                    <a:pt x="116486" y="327546"/>
                  </a:lnTo>
                  <a:lnTo>
                    <a:pt x="121599" y="328962"/>
                  </a:lnTo>
                  <a:lnTo>
                    <a:pt x="126754" y="330214"/>
                  </a:lnTo>
                  <a:lnTo>
                    <a:pt x="131946" y="331303"/>
                  </a:lnTo>
                  <a:lnTo>
                    <a:pt x="137171" y="332226"/>
                  </a:lnTo>
                  <a:lnTo>
                    <a:pt x="142421" y="332982"/>
                  </a:lnTo>
                  <a:lnTo>
                    <a:pt x="147694" y="333572"/>
                  </a:lnTo>
                  <a:lnTo>
                    <a:pt x="152982" y="333994"/>
                  </a:lnTo>
                  <a:lnTo>
                    <a:pt x="158281" y="334248"/>
                  </a:lnTo>
                  <a:lnTo>
                    <a:pt x="163585" y="334334"/>
                  </a:lnTo>
                  <a:lnTo>
                    <a:pt x="168890" y="334252"/>
                  </a:lnTo>
                  <a:lnTo>
                    <a:pt x="174189" y="334001"/>
                  </a:lnTo>
                  <a:lnTo>
                    <a:pt x="179478" y="333582"/>
                  </a:lnTo>
                  <a:lnTo>
                    <a:pt x="184750" y="332996"/>
                  </a:lnTo>
                  <a:lnTo>
                    <a:pt x="190001" y="332243"/>
                  </a:lnTo>
                  <a:lnTo>
                    <a:pt x="195226" y="331323"/>
                  </a:lnTo>
                  <a:lnTo>
                    <a:pt x="200419" y="330238"/>
                  </a:lnTo>
                  <a:lnTo>
                    <a:pt x="205575" y="328989"/>
                  </a:lnTo>
                  <a:lnTo>
                    <a:pt x="210689" y="327577"/>
                  </a:lnTo>
                  <a:lnTo>
                    <a:pt x="215755" y="326003"/>
                  </a:lnTo>
                  <a:lnTo>
                    <a:pt x="220769" y="324269"/>
                  </a:lnTo>
                  <a:lnTo>
                    <a:pt x="225725" y="322377"/>
                  </a:lnTo>
                  <a:lnTo>
                    <a:pt x="230619" y="320329"/>
                  </a:lnTo>
                  <a:lnTo>
                    <a:pt x="235445" y="318127"/>
                  </a:lnTo>
                  <a:lnTo>
                    <a:pt x="240199" y="315772"/>
                  </a:lnTo>
                  <a:lnTo>
                    <a:pt x="244876" y="313268"/>
                  </a:lnTo>
                  <a:lnTo>
                    <a:pt x="249471" y="310617"/>
                  </a:lnTo>
                  <a:lnTo>
                    <a:pt x="253980" y="307821"/>
                  </a:lnTo>
                  <a:lnTo>
                    <a:pt x="258397" y="304884"/>
                  </a:lnTo>
                  <a:lnTo>
                    <a:pt x="262720" y="301807"/>
                  </a:lnTo>
                  <a:lnTo>
                    <a:pt x="266942" y="298596"/>
                  </a:lnTo>
                  <a:lnTo>
                    <a:pt x="271060" y="295252"/>
                  </a:lnTo>
                  <a:lnTo>
                    <a:pt x="275070" y="291778"/>
                  </a:lnTo>
                  <a:lnTo>
                    <a:pt x="278968" y="288180"/>
                  </a:lnTo>
                  <a:lnTo>
                    <a:pt x="282750" y="284459"/>
                  </a:lnTo>
                  <a:lnTo>
                    <a:pt x="286412" y="280621"/>
                  </a:lnTo>
                  <a:lnTo>
                    <a:pt x="289950" y="276668"/>
                  </a:lnTo>
                  <a:lnTo>
                    <a:pt x="293361" y="272605"/>
                  </a:lnTo>
                  <a:lnTo>
                    <a:pt x="296642" y="268435"/>
                  </a:lnTo>
                  <a:lnTo>
                    <a:pt x="299788" y="264164"/>
                  </a:lnTo>
                  <a:lnTo>
                    <a:pt x="302797" y="259795"/>
                  </a:lnTo>
                  <a:lnTo>
                    <a:pt x="305666" y="255333"/>
                  </a:lnTo>
                  <a:lnTo>
                    <a:pt x="308393" y="250782"/>
                  </a:lnTo>
                  <a:lnTo>
                    <a:pt x="310973" y="246146"/>
                  </a:lnTo>
                  <a:lnTo>
                    <a:pt x="313405" y="241432"/>
                  </a:lnTo>
                  <a:lnTo>
                    <a:pt x="315686" y="236642"/>
                  </a:lnTo>
                  <a:lnTo>
                    <a:pt x="317814" y="231782"/>
                  </a:lnTo>
                  <a:lnTo>
                    <a:pt x="319786" y="226858"/>
                  </a:lnTo>
                  <a:lnTo>
                    <a:pt x="321602" y="221873"/>
                  </a:lnTo>
                  <a:lnTo>
                    <a:pt x="323258" y="216833"/>
                  </a:lnTo>
                  <a:lnTo>
                    <a:pt x="324754" y="211743"/>
                  </a:lnTo>
                  <a:lnTo>
                    <a:pt x="326087" y="206608"/>
                  </a:lnTo>
                  <a:lnTo>
                    <a:pt x="327257" y="201434"/>
                  </a:lnTo>
                  <a:lnTo>
                    <a:pt x="328262" y="196225"/>
                  </a:lnTo>
                  <a:lnTo>
                    <a:pt x="329101" y="190986"/>
                  </a:lnTo>
                  <a:lnTo>
                    <a:pt x="329773" y="185724"/>
                  </a:lnTo>
                  <a:lnTo>
                    <a:pt x="330279" y="180443"/>
                  </a:lnTo>
                  <a:lnTo>
                    <a:pt x="330616" y="175149"/>
                  </a:lnTo>
                  <a:lnTo>
                    <a:pt x="330785" y="169846"/>
                  </a:lnTo>
                  <a:lnTo>
                    <a:pt x="330786" y="164541"/>
                  </a:lnTo>
                  <a:lnTo>
                    <a:pt x="330619" y="159239"/>
                  </a:lnTo>
                  <a:lnTo>
                    <a:pt x="330283" y="153944"/>
                  </a:lnTo>
                  <a:lnTo>
                    <a:pt x="329779" y="148663"/>
                  </a:lnTo>
                  <a:lnTo>
                    <a:pt x="329109" y="143401"/>
                  </a:lnTo>
                  <a:lnTo>
                    <a:pt x="328271" y="138162"/>
                  </a:lnTo>
                  <a:lnTo>
                    <a:pt x="327268" y="132953"/>
                  </a:lnTo>
                  <a:lnTo>
                    <a:pt x="326100" y="127778"/>
                  </a:lnTo>
                  <a:lnTo>
                    <a:pt x="324768" y="122643"/>
                  </a:lnTo>
                  <a:lnTo>
                    <a:pt x="323274" y="117552"/>
                  </a:lnTo>
                  <a:lnTo>
                    <a:pt x="321620" y="112512"/>
                  </a:lnTo>
                  <a:lnTo>
                    <a:pt x="319806" y="107526"/>
                  </a:lnTo>
                  <a:lnTo>
                    <a:pt x="317835" y="102601"/>
                  </a:lnTo>
                  <a:lnTo>
                    <a:pt x="315708" y="97741"/>
                  </a:lnTo>
                  <a:lnTo>
                    <a:pt x="313429" y="92951"/>
                  </a:lnTo>
                  <a:lnTo>
                    <a:pt x="310998" y="88235"/>
                  </a:lnTo>
                  <a:lnTo>
                    <a:pt x="308419" y="83599"/>
                  </a:lnTo>
                  <a:lnTo>
                    <a:pt x="305695" y="79047"/>
                  </a:lnTo>
                  <a:lnTo>
                    <a:pt x="302827" y="74584"/>
                  </a:lnTo>
                  <a:lnTo>
                    <a:pt x="299819" y="70214"/>
                  </a:lnTo>
                  <a:lnTo>
                    <a:pt x="296674" y="65941"/>
                  </a:lnTo>
                  <a:lnTo>
                    <a:pt x="293395" y="61771"/>
                  </a:lnTo>
                  <a:lnTo>
                    <a:pt x="289986" y="57707"/>
                  </a:lnTo>
                  <a:lnTo>
                    <a:pt x="286449" y="53753"/>
                  </a:lnTo>
                  <a:lnTo>
                    <a:pt x="282788" y="49913"/>
                  </a:lnTo>
                  <a:lnTo>
                    <a:pt x="279007" y="46191"/>
                  </a:lnTo>
                  <a:lnTo>
                    <a:pt x="275111" y="42591"/>
                  </a:lnTo>
                  <a:lnTo>
                    <a:pt x="271102" y="39117"/>
                  </a:lnTo>
                  <a:lnTo>
                    <a:pt x="266984" y="35772"/>
                  </a:lnTo>
                  <a:lnTo>
                    <a:pt x="262763" y="32558"/>
                  </a:lnTo>
                  <a:lnTo>
                    <a:pt x="258442" y="29481"/>
                  </a:lnTo>
                  <a:lnTo>
                    <a:pt x="254025" y="26542"/>
                  </a:lnTo>
                  <a:lnTo>
                    <a:pt x="249517" y="23745"/>
                  </a:lnTo>
                  <a:lnTo>
                    <a:pt x="244923" y="21092"/>
                  </a:lnTo>
                  <a:lnTo>
                    <a:pt x="240247" y="18586"/>
                  </a:lnTo>
                  <a:lnTo>
                    <a:pt x="235494" y="16230"/>
                  </a:lnTo>
                  <a:lnTo>
                    <a:pt x="230668" y="14026"/>
                  </a:lnTo>
                  <a:lnTo>
                    <a:pt x="225775" y="11976"/>
                  </a:lnTo>
                  <a:lnTo>
                    <a:pt x="220819" y="10083"/>
                  </a:lnTo>
                  <a:lnTo>
                    <a:pt x="215806" y="8348"/>
                  </a:lnTo>
                  <a:lnTo>
                    <a:pt x="210740" y="6772"/>
                  </a:lnTo>
                  <a:lnTo>
                    <a:pt x="205627" y="5359"/>
                  </a:lnTo>
                  <a:lnTo>
                    <a:pt x="200472" y="4108"/>
                  </a:lnTo>
                  <a:lnTo>
                    <a:pt x="195279" y="3021"/>
                  </a:lnTo>
                  <a:lnTo>
                    <a:pt x="190055" y="2100"/>
                  </a:lnTo>
                  <a:lnTo>
                    <a:pt x="184803" y="1345"/>
                  </a:lnTo>
                  <a:lnTo>
                    <a:pt x="179531" y="757"/>
                  </a:lnTo>
                  <a:lnTo>
                    <a:pt x="174243" y="336"/>
                  </a:lnTo>
                  <a:lnTo>
                    <a:pt x="168944" y="84"/>
                  </a:lnTo>
                  <a:lnTo>
                    <a:pt x="163639" y="0"/>
                  </a:lnTo>
                  <a:lnTo>
                    <a:pt x="16363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5886109" y="5018213"/>
              <a:ext cx="134929" cy="167167"/>
            </a:xfrm>
            <a:custGeom>
              <a:avLst/>
              <a:pathLst>
                <a:path w="134929" h="167167">
                  <a:moveTo>
                    <a:pt x="134929" y="0"/>
                  </a:moveTo>
                  <a:lnTo>
                    <a:pt x="129322" y="94"/>
                  </a:lnTo>
                  <a:lnTo>
                    <a:pt x="123722" y="376"/>
                  </a:lnTo>
                  <a:lnTo>
                    <a:pt x="118134" y="845"/>
                  </a:lnTo>
                  <a:lnTo>
                    <a:pt x="112565" y="1502"/>
                  </a:lnTo>
                  <a:lnTo>
                    <a:pt x="107021" y="2346"/>
                  </a:lnTo>
                  <a:lnTo>
                    <a:pt x="101508" y="3374"/>
                  </a:lnTo>
                  <a:lnTo>
                    <a:pt x="96033" y="4588"/>
                  </a:lnTo>
                  <a:lnTo>
                    <a:pt x="90602" y="5984"/>
                  </a:lnTo>
                  <a:lnTo>
                    <a:pt x="85221" y="7561"/>
                  </a:lnTo>
                  <a:lnTo>
                    <a:pt x="79896" y="9318"/>
                  </a:lnTo>
                  <a:lnTo>
                    <a:pt x="74632" y="11253"/>
                  </a:lnTo>
                  <a:lnTo>
                    <a:pt x="69437" y="13363"/>
                  </a:lnTo>
                  <a:lnTo>
                    <a:pt x="64315" y="15646"/>
                  </a:lnTo>
                  <a:lnTo>
                    <a:pt x="59272" y="18100"/>
                  </a:lnTo>
                  <a:lnTo>
                    <a:pt x="54315" y="20721"/>
                  </a:lnTo>
                  <a:lnTo>
                    <a:pt x="49449" y="23507"/>
                  </a:lnTo>
                  <a:lnTo>
                    <a:pt x="44678" y="26455"/>
                  </a:lnTo>
                  <a:lnTo>
                    <a:pt x="40010" y="29561"/>
                  </a:lnTo>
                  <a:lnTo>
                    <a:pt x="35448" y="32823"/>
                  </a:lnTo>
                  <a:lnTo>
                    <a:pt x="30998" y="36235"/>
                  </a:lnTo>
                  <a:lnTo>
                    <a:pt x="26665" y="39794"/>
                  </a:lnTo>
                  <a:lnTo>
                    <a:pt x="22453" y="43497"/>
                  </a:lnTo>
                  <a:lnTo>
                    <a:pt x="18369" y="47339"/>
                  </a:lnTo>
                  <a:lnTo>
                    <a:pt x="14415" y="51316"/>
                  </a:lnTo>
                  <a:lnTo>
                    <a:pt x="10597" y="55424"/>
                  </a:lnTo>
                  <a:lnTo>
                    <a:pt x="6919" y="59657"/>
                  </a:lnTo>
                  <a:lnTo>
                    <a:pt x="3385" y="64011"/>
                  </a:lnTo>
                  <a:lnTo>
                    <a:pt x="0" y="68481"/>
                  </a:lnTo>
                  <a:lnTo>
                    <a:pt x="13492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5886109" y="5086694"/>
              <a:ext cx="134929" cy="98686"/>
            </a:xfrm>
            <a:custGeom>
              <a:avLst/>
              <a:pathLst>
                <a:path w="134929" h="98686">
                  <a:moveTo>
                    <a:pt x="0" y="0"/>
                  </a:moveTo>
                  <a:lnTo>
                    <a:pt x="134929" y="98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5886109" y="5086694"/>
              <a:ext cx="134929" cy="98686"/>
            </a:xfrm>
            <a:custGeom>
              <a:avLst/>
              <a:pathLst>
                <a:path w="134929" h="98686">
                  <a:moveTo>
                    <a:pt x="0" y="0"/>
                  </a:moveTo>
                  <a:lnTo>
                    <a:pt x="134929" y="986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5886109" y="5086694"/>
              <a:ext cx="134929" cy="98686"/>
            </a:xfrm>
            <a:custGeom>
              <a:avLst/>
              <a:pathLst>
                <a:path w="134929" h="98686">
                  <a:moveTo>
                    <a:pt x="0" y="0"/>
                  </a:moveTo>
                  <a:lnTo>
                    <a:pt x="134929" y="986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75010" y="5086694"/>
              <a:ext cx="146028" cy="98686"/>
            </a:xfrm>
            <a:custGeom>
              <a:avLst/>
              <a:pathLst>
                <a:path w="146028" h="98686">
                  <a:moveTo>
                    <a:pt x="11099" y="0"/>
                  </a:moveTo>
                  <a:lnTo>
                    <a:pt x="5282" y="8488"/>
                  </a:lnTo>
                  <a:lnTo>
                    <a:pt x="0" y="17319"/>
                  </a:lnTo>
                  <a:lnTo>
                    <a:pt x="146028" y="986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53872" y="5018213"/>
              <a:ext cx="334323" cy="334327"/>
            </a:xfrm>
            <a:custGeom>
              <a:avLst/>
              <a:pathLst>
                <a:path w="334323" h="334327">
                  <a:moveTo>
                    <a:pt x="21138" y="85800"/>
                  </a:moveTo>
                  <a:lnTo>
                    <a:pt x="18637" y="90460"/>
                  </a:lnTo>
                  <a:lnTo>
                    <a:pt x="16285" y="95197"/>
                  </a:lnTo>
                  <a:lnTo>
                    <a:pt x="14083" y="100007"/>
                  </a:lnTo>
                  <a:lnTo>
                    <a:pt x="12035" y="104883"/>
                  </a:lnTo>
                  <a:lnTo>
                    <a:pt x="10143" y="109822"/>
                  </a:lnTo>
                  <a:lnTo>
                    <a:pt x="8407" y="114818"/>
                  </a:lnTo>
                  <a:lnTo>
                    <a:pt x="6830" y="119867"/>
                  </a:lnTo>
                  <a:lnTo>
                    <a:pt x="5414" y="124963"/>
                  </a:lnTo>
                  <a:lnTo>
                    <a:pt x="4160" y="130101"/>
                  </a:lnTo>
                  <a:lnTo>
                    <a:pt x="3069" y="135277"/>
                  </a:lnTo>
                  <a:lnTo>
                    <a:pt x="2142" y="140484"/>
                  </a:lnTo>
                  <a:lnTo>
                    <a:pt x="1381" y="145718"/>
                  </a:lnTo>
                  <a:lnTo>
                    <a:pt x="785" y="150973"/>
                  </a:lnTo>
                  <a:lnTo>
                    <a:pt x="356" y="156245"/>
                  </a:lnTo>
                  <a:lnTo>
                    <a:pt x="94" y="161528"/>
                  </a:lnTo>
                  <a:lnTo>
                    <a:pt x="0" y="166816"/>
                  </a:lnTo>
                  <a:lnTo>
                    <a:pt x="72" y="172104"/>
                  </a:lnTo>
                  <a:lnTo>
                    <a:pt x="312" y="177388"/>
                  </a:lnTo>
                  <a:lnTo>
                    <a:pt x="719" y="182662"/>
                  </a:lnTo>
                  <a:lnTo>
                    <a:pt x="1292" y="187919"/>
                  </a:lnTo>
                  <a:lnTo>
                    <a:pt x="2032" y="193157"/>
                  </a:lnTo>
                  <a:lnTo>
                    <a:pt x="2937" y="198368"/>
                  </a:lnTo>
                  <a:lnTo>
                    <a:pt x="4006" y="203548"/>
                  </a:lnTo>
                  <a:lnTo>
                    <a:pt x="5239" y="208691"/>
                  </a:lnTo>
                  <a:lnTo>
                    <a:pt x="6633" y="213793"/>
                  </a:lnTo>
                  <a:lnTo>
                    <a:pt x="8189" y="218848"/>
                  </a:lnTo>
                  <a:lnTo>
                    <a:pt x="9903" y="223852"/>
                  </a:lnTo>
                  <a:lnTo>
                    <a:pt x="11775" y="228798"/>
                  </a:lnTo>
                  <a:lnTo>
                    <a:pt x="13803" y="233684"/>
                  </a:lnTo>
                  <a:lnTo>
                    <a:pt x="15984" y="238502"/>
                  </a:lnTo>
                  <a:lnTo>
                    <a:pt x="18316" y="243249"/>
                  </a:lnTo>
                  <a:lnTo>
                    <a:pt x="20798" y="247920"/>
                  </a:lnTo>
                  <a:lnTo>
                    <a:pt x="23425" y="252510"/>
                  </a:lnTo>
                  <a:lnTo>
                    <a:pt x="26197" y="257015"/>
                  </a:lnTo>
                  <a:lnTo>
                    <a:pt x="29110" y="261429"/>
                  </a:lnTo>
                  <a:lnTo>
                    <a:pt x="32161" y="265750"/>
                  </a:lnTo>
                  <a:lnTo>
                    <a:pt x="35348" y="269971"/>
                  </a:lnTo>
                  <a:lnTo>
                    <a:pt x="38666" y="274090"/>
                  </a:lnTo>
                  <a:lnTo>
                    <a:pt x="42113" y="278102"/>
                  </a:lnTo>
                  <a:lnTo>
                    <a:pt x="45685" y="282002"/>
                  </a:lnTo>
                  <a:lnTo>
                    <a:pt x="49379" y="285788"/>
                  </a:lnTo>
                  <a:lnTo>
                    <a:pt x="53190" y="289455"/>
                  </a:lnTo>
                  <a:lnTo>
                    <a:pt x="57116" y="292999"/>
                  </a:lnTo>
                  <a:lnTo>
                    <a:pt x="61152" y="296418"/>
                  </a:lnTo>
                  <a:lnTo>
                    <a:pt x="65294" y="299707"/>
                  </a:lnTo>
                  <a:lnTo>
                    <a:pt x="69538" y="302863"/>
                  </a:lnTo>
                  <a:lnTo>
                    <a:pt x="73879" y="305884"/>
                  </a:lnTo>
                  <a:lnTo>
                    <a:pt x="78314" y="308766"/>
                  </a:lnTo>
                  <a:lnTo>
                    <a:pt x="82839" y="311506"/>
                  </a:lnTo>
                  <a:lnTo>
                    <a:pt x="87447" y="314101"/>
                  </a:lnTo>
                  <a:lnTo>
                    <a:pt x="92135" y="316550"/>
                  </a:lnTo>
                  <a:lnTo>
                    <a:pt x="96899" y="318849"/>
                  </a:lnTo>
                  <a:lnTo>
                    <a:pt x="101732" y="320996"/>
                  </a:lnTo>
                  <a:lnTo>
                    <a:pt x="106632" y="322989"/>
                  </a:lnTo>
                  <a:lnTo>
                    <a:pt x="111591" y="324826"/>
                  </a:lnTo>
                  <a:lnTo>
                    <a:pt x="116607" y="326505"/>
                  </a:lnTo>
                  <a:lnTo>
                    <a:pt x="121673" y="328025"/>
                  </a:lnTo>
                  <a:lnTo>
                    <a:pt x="126784" y="329384"/>
                  </a:lnTo>
                  <a:lnTo>
                    <a:pt x="131937" y="330580"/>
                  </a:lnTo>
                  <a:lnTo>
                    <a:pt x="137124" y="331613"/>
                  </a:lnTo>
                  <a:lnTo>
                    <a:pt x="142341" y="332481"/>
                  </a:lnTo>
                  <a:lnTo>
                    <a:pt x="147583" y="333183"/>
                  </a:lnTo>
                  <a:lnTo>
                    <a:pt x="152845" y="333720"/>
                  </a:lnTo>
                  <a:lnTo>
                    <a:pt x="158121" y="334089"/>
                  </a:lnTo>
                  <a:lnTo>
                    <a:pt x="163407" y="334292"/>
                  </a:lnTo>
                  <a:lnTo>
                    <a:pt x="168696" y="334327"/>
                  </a:lnTo>
                  <a:lnTo>
                    <a:pt x="173983" y="334195"/>
                  </a:lnTo>
                  <a:lnTo>
                    <a:pt x="179264" y="333896"/>
                  </a:lnTo>
                  <a:lnTo>
                    <a:pt x="184532" y="333430"/>
                  </a:lnTo>
                  <a:lnTo>
                    <a:pt x="189783" y="332797"/>
                  </a:lnTo>
                  <a:lnTo>
                    <a:pt x="195012" y="331999"/>
                  </a:lnTo>
                  <a:lnTo>
                    <a:pt x="200212" y="331036"/>
                  </a:lnTo>
                  <a:lnTo>
                    <a:pt x="205380" y="329908"/>
                  </a:lnTo>
                  <a:lnTo>
                    <a:pt x="210509" y="328618"/>
                  </a:lnTo>
                  <a:lnTo>
                    <a:pt x="215595" y="327166"/>
                  </a:lnTo>
                  <a:lnTo>
                    <a:pt x="220633" y="325554"/>
                  </a:lnTo>
                  <a:lnTo>
                    <a:pt x="225616" y="323783"/>
                  </a:lnTo>
                  <a:lnTo>
                    <a:pt x="230542" y="321855"/>
                  </a:lnTo>
                  <a:lnTo>
                    <a:pt x="235404" y="319773"/>
                  </a:lnTo>
                  <a:lnTo>
                    <a:pt x="240197" y="317538"/>
                  </a:lnTo>
                  <a:lnTo>
                    <a:pt x="244918" y="315152"/>
                  </a:lnTo>
                  <a:lnTo>
                    <a:pt x="249561" y="312619"/>
                  </a:lnTo>
                  <a:lnTo>
                    <a:pt x="254121" y="309939"/>
                  </a:lnTo>
                  <a:lnTo>
                    <a:pt x="258594" y="307117"/>
                  </a:lnTo>
                  <a:lnTo>
                    <a:pt x="262976" y="304154"/>
                  </a:lnTo>
                  <a:lnTo>
                    <a:pt x="267261" y="301055"/>
                  </a:lnTo>
                  <a:lnTo>
                    <a:pt x="271447" y="297821"/>
                  </a:lnTo>
                  <a:lnTo>
                    <a:pt x="275528" y="294457"/>
                  </a:lnTo>
                  <a:lnTo>
                    <a:pt x="279501" y="290965"/>
                  </a:lnTo>
                  <a:lnTo>
                    <a:pt x="283361" y="287349"/>
                  </a:lnTo>
                  <a:lnTo>
                    <a:pt x="287105" y="283613"/>
                  </a:lnTo>
                  <a:lnTo>
                    <a:pt x="290729" y="279761"/>
                  </a:lnTo>
                  <a:lnTo>
                    <a:pt x="294229" y="275795"/>
                  </a:lnTo>
                  <a:lnTo>
                    <a:pt x="297602" y="271721"/>
                  </a:lnTo>
                  <a:lnTo>
                    <a:pt x="300844" y="267543"/>
                  </a:lnTo>
                  <a:lnTo>
                    <a:pt x="303953" y="263264"/>
                  </a:lnTo>
                  <a:lnTo>
                    <a:pt x="306924" y="258888"/>
                  </a:lnTo>
                  <a:lnTo>
                    <a:pt x="309756" y="254421"/>
                  </a:lnTo>
                  <a:lnTo>
                    <a:pt x="312445" y="249866"/>
                  </a:lnTo>
                  <a:lnTo>
                    <a:pt x="314988" y="245229"/>
                  </a:lnTo>
                  <a:lnTo>
                    <a:pt x="317384" y="240513"/>
                  </a:lnTo>
                  <a:lnTo>
                    <a:pt x="319629" y="235725"/>
                  </a:lnTo>
                  <a:lnTo>
                    <a:pt x="321722" y="230867"/>
                  </a:lnTo>
                  <a:lnTo>
                    <a:pt x="323659" y="225946"/>
                  </a:lnTo>
                  <a:lnTo>
                    <a:pt x="325441" y="220965"/>
                  </a:lnTo>
                  <a:lnTo>
                    <a:pt x="327063" y="215931"/>
                  </a:lnTo>
                  <a:lnTo>
                    <a:pt x="328526" y="210849"/>
                  </a:lnTo>
                  <a:lnTo>
                    <a:pt x="329827" y="205722"/>
                  </a:lnTo>
                  <a:lnTo>
                    <a:pt x="330965" y="200557"/>
                  </a:lnTo>
                  <a:lnTo>
                    <a:pt x="331940" y="195358"/>
                  </a:lnTo>
                  <a:lnTo>
                    <a:pt x="332749" y="190132"/>
                  </a:lnTo>
                  <a:lnTo>
                    <a:pt x="333393" y="184882"/>
                  </a:lnTo>
                  <a:lnTo>
                    <a:pt x="333870" y="179614"/>
                  </a:lnTo>
                  <a:lnTo>
                    <a:pt x="334180" y="174334"/>
                  </a:lnTo>
                  <a:lnTo>
                    <a:pt x="334323" y="169047"/>
                  </a:lnTo>
                  <a:lnTo>
                    <a:pt x="334299" y="163758"/>
                  </a:lnTo>
                  <a:lnTo>
                    <a:pt x="334108" y="158472"/>
                  </a:lnTo>
                  <a:lnTo>
                    <a:pt x="333749" y="153195"/>
                  </a:lnTo>
                  <a:lnTo>
                    <a:pt x="333224" y="147932"/>
                  </a:lnTo>
                  <a:lnTo>
                    <a:pt x="332532" y="142689"/>
                  </a:lnTo>
                  <a:lnTo>
                    <a:pt x="331675" y="137470"/>
                  </a:lnTo>
                  <a:lnTo>
                    <a:pt x="330653" y="132280"/>
                  </a:lnTo>
                  <a:lnTo>
                    <a:pt x="329468" y="127126"/>
                  </a:lnTo>
                  <a:lnTo>
                    <a:pt x="328120" y="122011"/>
                  </a:lnTo>
                  <a:lnTo>
                    <a:pt x="326611" y="116942"/>
                  </a:lnTo>
                  <a:lnTo>
                    <a:pt x="324942" y="111923"/>
                  </a:lnTo>
                  <a:lnTo>
                    <a:pt x="323115" y="106959"/>
                  </a:lnTo>
                  <a:lnTo>
                    <a:pt x="321132" y="102056"/>
                  </a:lnTo>
                  <a:lnTo>
                    <a:pt x="318996" y="97218"/>
                  </a:lnTo>
                  <a:lnTo>
                    <a:pt x="316707" y="92449"/>
                  </a:lnTo>
                  <a:lnTo>
                    <a:pt x="314268" y="87756"/>
                  </a:lnTo>
                  <a:lnTo>
                    <a:pt x="311682" y="83142"/>
                  </a:lnTo>
                  <a:lnTo>
                    <a:pt x="308952" y="78612"/>
                  </a:lnTo>
                  <a:lnTo>
                    <a:pt x="306079" y="74171"/>
                  </a:lnTo>
                  <a:lnTo>
                    <a:pt x="303068" y="69823"/>
                  </a:lnTo>
                  <a:lnTo>
                    <a:pt x="299920" y="65573"/>
                  </a:lnTo>
                  <a:lnTo>
                    <a:pt x="296640" y="61424"/>
                  </a:lnTo>
                  <a:lnTo>
                    <a:pt x="293230" y="57381"/>
                  </a:lnTo>
                  <a:lnTo>
                    <a:pt x="289694" y="53448"/>
                  </a:lnTo>
                  <a:lnTo>
                    <a:pt x="286035" y="49628"/>
                  </a:lnTo>
                  <a:lnTo>
                    <a:pt x="282257" y="45927"/>
                  </a:lnTo>
                  <a:lnTo>
                    <a:pt x="278364" y="42346"/>
                  </a:lnTo>
                  <a:lnTo>
                    <a:pt x="274359" y="38891"/>
                  </a:lnTo>
                  <a:lnTo>
                    <a:pt x="270247" y="35564"/>
                  </a:lnTo>
                  <a:lnTo>
                    <a:pt x="266033" y="32369"/>
                  </a:lnTo>
                  <a:lnTo>
                    <a:pt x="261719" y="29309"/>
                  </a:lnTo>
                  <a:lnTo>
                    <a:pt x="257310" y="26387"/>
                  </a:lnTo>
                  <a:lnTo>
                    <a:pt x="252811" y="23605"/>
                  </a:lnTo>
                  <a:lnTo>
                    <a:pt x="248227" y="20968"/>
                  </a:lnTo>
                  <a:lnTo>
                    <a:pt x="243561" y="18477"/>
                  </a:lnTo>
                  <a:lnTo>
                    <a:pt x="238819" y="16134"/>
                  </a:lnTo>
                  <a:lnTo>
                    <a:pt x="234005" y="13943"/>
                  </a:lnTo>
                  <a:lnTo>
                    <a:pt x="229124" y="11905"/>
                  </a:lnTo>
                  <a:lnTo>
                    <a:pt x="224182" y="10023"/>
                  </a:lnTo>
                  <a:lnTo>
                    <a:pt x="219182" y="8298"/>
                  </a:lnTo>
                  <a:lnTo>
                    <a:pt x="214130" y="6732"/>
                  </a:lnTo>
                  <a:lnTo>
                    <a:pt x="209031" y="5326"/>
                  </a:lnTo>
                  <a:lnTo>
                    <a:pt x="203890" y="4083"/>
                  </a:lnTo>
                  <a:lnTo>
                    <a:pt x="198712" y="3003"/>
                  </a:lnTo>
                  <a:lnTo>
                    <a:pt x="193503" y="2087"/>
                  </a:lnTo>
                  <a:lnTo>
                    <a:pt x="188267" y="1337"/>
                  </a:lnTo>
                  <a:lnTo>
                    <a:pt x="183011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256077" y="4659281"/>
              <a:ext cx="334249" cy="334327"/>
            </a:xfrm>
            <a:custGeom>
              <a:avLst/>
              <a:pathLst>
                <a:path w="334249" h="334327">
                  <a:moveTo>
                    <a:pt x="167157" y="0"/>
                  </a:moveTo>
                  <a:lnTo>
                    <a:pt x="161869" y="83"/>
                  </a:lnTo>
                  <a:lnTo>
                    <a:pt x="156586" y="334"/>
                  </a:lnTo>
                  <a:lnTo>
                    <a:pt x="151314" y="752"/>
                  </a:lnTo>
                  <a:lnTo>
                    <a:pt x="146057" y="1336"/>
                  </a:lnTo>
                  <a:lnTo>
                    <a:pt x="140822" y="2087"/>
                  </a:lnTo>
                  <a:lnTo>
                    <a:pt x="135613" y="3002"/>
                  </a:lnTo>
                  <a:lnTo>
                    <a:pt x="130436" y="4082"/>
                  </a:lnTo>
                  <a:lnTo>
                    <a:pt x="125296" y="5326"/>
                  </a:lnTo>
                  <a:lnTo>
                    <a:pt x="120197" y="6731"/>
                  </a:lnTo>
                  <a:lnTo>
                    <a:pt x="115145" y="8297"/>
                  </a:lnTo>
                  <a:lnTo>
                    <a:pt x="110146" y="10021"/>
                  </a:lnTo>
                  <a:lnTo>
                    <a:pt x="105203" y="11903"/>
                  </a:lnTo>
                  <a:lnTo>
                    <a:pt x="100323" y="13941"/>
                  </a:lnTo>
                  <a:lnTo>
                    <a:pt x="95509" y="16132"/>
                  </a:lnTo>
                  <a:lnTo>
                    <a:pt x="90767" y="18474"/>
                  </a:lnTo>
                  <a:lnTo>
                    <a:pt x="86102" y="20965"/>
                  </a:lnTo>
                  <a:lnTo>
                    <a:pt x="81518" y="23602"/>
                  </a:lnTo>
                  <a:lnTo>
                    <a:pt x="77019" y="26383"/>
                  </a:lnTo>
                  <a:lnTo>
                    <a:pt x="72611" y="29304"/>
                  </a:lnTo>
                  <a:lnTo>
                    <a:pt x="68297" y="32364"/>
                  </a:lnTo>
                  <a:lnTo>
                    <a:pt x="64082" y="35559"/>
                  </a:lnTo>
                  <a:lnTo>
                    <a:pt x="59971" y="38885"/>
                  </a:lnTo>
                  <a:lnTo>
                    <a:pt x="55967" y="42340"/>
                  </a:lnTo>
                  <a:lnTo>
                    <a:pt x="52074" y="45920"/>
                  </a:lnTo>
                  <a:lnTo>
                    <a:pt x="48296" y="49621"/>
                  </a:lnTo>
                  <a:lnTo>
                    <a:pt x="44637" y="53440"/>
                  </a:lnTo>
                  <a:lnTo>
                    <a:pt x="41101" y="57372"/>
                  </a:lnTo>
                  <a:lnTo>
                    <a:pt x="37691" y="61415"/>
                  </a:lnTo>
                  <a:lnTo>
                    <a:pt x="34410" y="65563"/>
                  </a:lnTo>
                  <a:lnTo>
                    <a:pt x="31262" y="69813"/>
                  </a:lnTo>
                  <a:lnTo>
                    <a:pt x="28251" y="74161"/>
                  </a:lnTo>
                  <a:lnTo>
                    <a:pt x="25378" y="78601"/>
                  </a:lnTo>
                  <a:lnTo>
                    <a:pt x="22648" y="83131"/>
                  </a:lnTo>
                  <a:lnTo>
                    <a:pt x="20062" y="87744"/>
                  </a:lnTo>
                  <a:lnTo>
                    <a:pt x="17623" y="92437"/>
                  </a:lnTo>
                  <a:lnTo>
                    <a:pt x="15334" y="97204"/>
                  </a:lnTo>
                  <a:lnTo>
                    <a:pt x="13197" y="102042"/>
                  </a:lnTo>
                  <a:lnTo>
                    <a:pt x="11214" y="106945"/>
                  </a:lnTo>
                  <a:lnTo>
                    <a:pt x="9387" y="111908"/>
                  </a:lnTo>
                  <a:lnTo>
                    <a:pt x="7717" y="116926"/>
                  </a:lnTo>
                  <a:lnTo>
                    <a:pt x="6208" y="121995"/>
                  </a:lnTo>
                  <a:lnTo>
                    <a:pt x="4860" y="127109"/>
                  </a:lnTo>
                  <a:lnTo>
                    <a:pt x="3674" y="132263"/>
                  </a:lnTo>
                  <a:lnTo>
                    <a:pt x="2651" y="137452"/>
                  </a:lnTo>
                  <a:lnTo>
                    <a:pt x="1794" y="142671"/>
                  </a:lnTo>
                  <a:lnTo>
                    <a:pt x="1102" y="147914"/>
                  </a:lnTo>
                  <a:lnTo>
                    <a:pt x="576" y="153176"/>
                  </a:lnTo>
                  <a:lnTo>
                    <a:pt x="216" y="158453"/>
                  </a:lnTo>
                  <a:lnTo>
                    <a:pt x="24" y="163738"/>
                  </a:lnTo>
                  <a:lnTo>
                    <a:pt x="0" y="169027"/>
                  </a:lnTo>
                  <a:lnTo>
                    <a:pt x="142" y="174313"/>
                  </a:lnTo>
                  <a:lnTo>
                    <a:pt x="452" y="179593"/>
                  </a:lnTo>
                  <a:lnTo>
                    <a:pt x="928" y="184860"/>
                  </a:lnTo>
                  <a:lnTo>
                    <a:pt x="1571" y="190110"/>
                  </a:lnTo>
                  <a:lnTo>
                    <a:pt x="2380" y="195336"/>
                  </a:lnTo>
                  <a:lnTo>
                    <a:pt x="3353" y="200534"/>
                  </a:lnTo>
                  <a:lnTo>
                    <a:pt x="4491" y="205699"/>
                  </a:lnTo>
                  <a:lnTo>
                    <a:pt x="5791" y="210826"/>
                  </a:lnTo>
                  <a:lnTo>
                    <a:pt x="7253" y="215908"/>
                  </a:lnTo>
                  <a:lnTo>
                    <a:pt x="8875" y="220942"/>
                  </a:lnTo>
                  <a:lnTo>
                    <a:pt x="10655" y="225922"/>
                  </a:lnTo>
                  <a:lnTo>
                    <a:pt x="12592" y="230844"/>
                  </a:lnTo>
                  <a:lnTo>
                    <a:pt x="14684" y="235701"/>
                  </a:lnTo>
                  <a:lnTo>
                    <a:pt x="16928" y="240490"/>
                  </a:lnTo>
                  <a:lnTo>
                    <a:pt x="19322" y="245205"/>
                  </a:lnTo>
                  <a:lnTo>
                    <a:pt x="21865" y="249843"/>
                  </a:lnTo>
                  <a:lnTo>
                    <a:pt x="24553" y="254397"/>
                  </a:lnTo>
                  <a:lnTo>
                    <a:pt x="27384" y="258865"/>
                  </a:lnTo>
                  <a:lnTo>
                    <a:pt x="30354" y="263240"/>
                  </a:lnTo>
                  <a:lnTo>
                    <a:pt x="33462" y="267520"/>
                  </a:lnTo>
                  <a:lnTo>
                    <a:pt x="36703" y="271699"/>
                  </a:lnTo>
                  <a:lnTo>
                    <a:pt x="40075" y="275773"/>
                  </a:lnTo>
                  <a:lnTo>
                    <a:pt x="43574" y="279739"/>
                  </a:lnTo>
                  <a:lnTo>
                    <a:pt x="47197" y="283592"/>
                  </a:lnTo>
                  <a:lnTo>
                    <a:pt x="50940" y="287328"/>
                  </a:lnTo>
                  <a:lnTo>
                    <a:pt x="54799" y="290944"/>
                  </a:lnTo>
                  <a:lnTo>
                    <a:pt x="58771" y="294437"/>
                  </a:lnTo>
                  <a:lnTo>
                    <a:pt x="62851" y="297801"/>
                  </a:lnTo>
                  <a:lnTo>
                    <a:pt x="67036" y="301036"/>
                  </a:lnTo>
                  <a:lnTo>
                    <a:pt x="71321" y="304136"/>
                  </a:lnTo>
                  <a:lnTo>
                    <a:pt x="75701" y="307099"/>
                  </a:lnTo>
                  <a:lnTo>
                    <a:pt x="80174" y="309922"/>
                  </a:lnTo>
                  <a:lnTo>
                    <a:pt x="84733" y="312602"/>
                  </a:lnTo>
                  <a:lnTo>
                    <a:pt x="89375" y="315136"/>
                  </a:lnTo>
                  <a:lnTo>
                    <a:pt x="94094" y="317523"/>
                  </a:lnTo>
                  <a:lnTo>
                    <a:pt x="98887" y="319759"/>
                  </a:lnTo>
                  <a:lnTo>
                    <a:pt x="103748" y="321842"/>
                  </a:lnTo>
                  <a:lnTo>
                    <a:pt x="108673" y="323770"/>
                  </a:lnTo>
                  <a:lnTo>
                    <a:pt x="113656" y="325542"/>
                  </a:lnTo>
                  <a:lnTo>
                    <a:pt x="118693" y="327155"/>
                  </a:lnTo>
                  <a:lnTo>
                    <a:pt x="123778" y="328608"/>
                  </a:lnTo>
                  <a:lnTo>
                    <a:pt x="128907" y="329899"/>
                  </a:lnTo>
                  <a:lnTo>
                    <a:pt x="134073" y="331028"/>
                  </a:lnTo>
                  <a:lnTo>
                    <a:pt x="139273" y="331993"/>
                  </a:lnTo>
                  <a:lnTo>
                    <a:pt x="144501" y="332792"/>
                  </a:lnTo>
                  <a:lnTo>
                    <a:pt x="149752" y="333426"/>
                  </a:lnTo>
                  <a:lnTo>
                    <a:pt x="155020" y="333893"/>
                  </a:lnTo>
                  <a:lnTo>
                    <a:pt x="160300" y="334194"/>
                  </a:lnTo>
                  <a:lnTo>
                    <a:pt x="165587" y="334327"/>
                  </a:lnTo>
                  <a:lnTo>
                    <a:pt x="170876" y="334293"/>
                  </a:lnTo>
                  <a:lnTo>
                    <a:pt x="176160" y="334092"/>
                  </a:lnTo>
                  <a:lnTo>
                    <a:pt x="181436" y="333723"/>
                  </a:lnTo>
                  <a:lnTo>
                    <a:pt x="186698" y="333188"/>
                  </a:lnTo>
                  <a:lnTo>
                    <a:pt x="191940" y="332487"/>
                  </a:lnTo>
                  <a:lnTo>
                    <a:pt x="197157" y="331620"/>
                  </a:lnTo>
                  <a:lnTo>
                    <a:pt x="202344" y="330589"/>
                  </a:lnTo>
                  <a:lnTo>
                    <a:pt x="207496" y="329394"/>
                  </a:lnTo>
                  <a:lnTo>
                    <a:pt x="212608" y="328037"/>
                  </a:lnTo>
                  <a:lnTo>
                    <a:pt x="217674" y="326519"/>
                  </a:lnTo>
                  <a:lnTo>
                    <a:pt x="222689" y="324841"/>
                  </a:lnTo>
                  <a:lnTo>
                    <a:pt x="227649" y="323005"/>
                  </a:lnTo>
                  <a:lnTo>
                    <a:pt x="232549" y="321014"/>
                  </a:lnTo>
                  <a:lnTo>
                    <a:pt x="237383" y="318868"/>
                  </a:lnTo>
                  <a:lnTo>
                    <a:pt x="242146" y="316571"/>
                  </a:lnTo>
                  <a:lnTo>
                    <a:pt x="246835" y="314124"/>
                  </a:lnTo>
                  <a:lnTo>
                    <a:pt x="251444" y="311530"/>
                  </a:lnTo>
                  <a:lnTo>
                    <a:pt x="255968" y="308791"/>
                  </a:lnTo>
                  <a:lnTo>
                    <a:pt x="260404" y="305911"/>
                  </a:lnTo>
                  <a:lnTo>
                    <a:pt x="264746" y="302892"/>
                  </a:lnTo>
                  <a:lnTo>
                    <a:pt x="268991" y="299737"/>
                  </a:lnTo>
                  <a:lnTo>
                    <a:pt x="273133" y="296449"/>
                  </a:lnTo>
                  <a:lnTo>
                    <a:pt x="277170" y="293032"/>
                  </a:lnTo>
                  <a:lnTo>
                    <a:pt x="281096" y="289489"/>
                  </a:lnTo>
                  <a:lnTo>
                    <a:pt x="284909" y="285824"/>
                  </a:lnTo>
                  <a:lnTo>
                    <a:pt x="288603" y="282039"/>
                  </a:lnTo>
                  <a:lnTo>
                    <a:pt x="292176" y="278140"/>
                  </a:lnTo>
                  <a:lnTo>
                    <a:pt x="295624" y="274130"/>
                  </a:lnTo>
                  <a:lnTo>
                    <a:pt x="298943" y="270013"/>
                  </a:lnTo>
                  <a:lnTo>
                    <a:pt x="302131" y="265792"/>
                  </a:lnTo>
                  <a:lnTo>
                    <a:pt x="305183" y="261473"/>
                  </a:lnTo>
                  <a:lnTo>
                    <a:pt x="308097" y="257060"/>
                  </a:lnTo>
                  <a:lnTo>
                    <a:pt x="310870" y="252556"/>
                  </a:lnTo>
                  <a:lnTo>
                    <a:pt x="313499" y="247968"/>
                  </a:lnTo>
                  <a:lnTo>
                    <a:pt x="315982" y="243298"/>
                  </a:lnTo>
                  <a:lnTo>
                    <a:pt x="318316" y="238552"/>
                  </a:lnTo>
                  <a:lnTo>
                    <a:pt x="320498" y="233735"/>
                  </a:lnTo>
                  <a:lnTo>
                    <a:pt x="322527" y="228851"/>
                  </a:lnTo>
                  <a:lnTo>
                    <a:pt x="324401" y="223905"/>
                  </a:lnTo>
                  <a:lnTo>
                    <a:pt x="326117" y="218902"/>
                  </a:lnTo>
                  <a:lnTo>
                    <a:pt x="327674" y="213848"/>
                  </a:lnTo>
                  <a:lnTo>
                    <a:pt x="329070" y="208747"/>
                  </a:lnTo>
                  <a:lnTo>
                    <a:pt x="330305" y="203604"/>
                  </a:lnTo>
                  <a:lnTo>
                    <a:pt x="331376" y="198425"/>
                  </a:lnTo>
                  <a:lnTo>
                    <a:pt x="332282" y="193215"/>
                  </a:lnTo>
                  <a:lnTo>
                    <a:pt x="333024" y="187978"/>
                  </a:lnTo>
                  <a:lnTo>
                    <a:pt x="333599" y="182721"/>
                  </a:lnTo>
                  <a:lnTo>
                    <a:pt x="334008" y="177448"/>
                  </a:lnTo>
                  <a:lnTo>
                    <a:pt x="334249" y="172165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826449"/>
              <a:ext cx="167092" cy="4998"/>
            </a:xfrm>
            <a:custGeom>
              <a:avLst/>
              <a:pathLst>
                <a:path w="167092" h="4998">
                  <a:moveTo>
                    <a:pt x="167092" y="49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826449"/>
              <a:ext cx="167092" cy="4998"/>
            </a:xfrm>
            <a:custGeom>
              <a:avLst/>
              <a:pathLst>
                <a:path w="167092" h="4998">
                  <a:moveTo>
                    <a:pt x="167092" y="499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761459"/>
              <a:ext cx="167164" cy="69987"/>
            </a:xfrm>
            <a:custGeom>
              <a:avLst/>
              <a:pathLst>
                <a:path w="167164" h="69987">
                  <a:moveTo>
                    <a:pt x="167092" y="69987"/>
                  </a:moveTo>
                  <a:lnTo>
                    <a:pt x="167164" y="64009"/>
                  </a:lnTo>
                  <a:lnTo>
                    <a:pt x="167022" y="58032"/>
                  </a:lnTo>
                  <a:lnTo>
                    <a:pt x="166667" y="52064"/>
                  </a:lnTo>
                  <a:lnTo>
                    <a:pt x="166098" y="46112"/>
                  </a:lnTo>
                  <a:lnTo>
                    <a:pt x="165316" y="40185"/>
                  </a:lnTo>
                  <a:lnTo>
                    <a:pt x="164324" y="34289"/>
                  </a:lnTo>
                  <a:lnTo>
                    <a:pt x="163121" y="28433"/>
                  </a:lnTo>
                  <a:lnTo>
                    <a:pt x="161709" y="22623"/>
                  </a:lnTo>
                  <a:lnTo>
                    <a:pt x="160091" y="16868"/>
                  </a:lnTo>
                  <a:lnTo>
                    <a:pt x="158268" y="11174"/>
                  </a:lnTo>
                  <a:lnTo>
                    <a:pt x="156242" y="5549"/>
                  </a:lnTo>
                  <a:lnTo>
                    <a:pt x="154017" y="0"/>
                  </a:lnTo>
                  <a:lnTo>
                    <a:pt x="0" y="649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154017" cy="167167"/>
            </a:xfrm>
            <a:custGeom>
              <a:avLst/>
              <a:pathLst>
                <a:path w="154017" h="167167">
                  <a:moveTo>
                    <a:pt x="154017" y="102177"/>
                  </a:moveTo>
                  <a:lnTo>
                    <a:pt x="151821" y="97201"/>
                  </a:lnTo>
                  <a:lnTo>
                    <a:pt x="149464" y="92298"/>
                  </a:lnTo>
                  <a:lnTo>
                    <a:pt x="146949" y="87475"/>
                  </a:lnTo>
                  <a:lnTo>
                    <a:pt x="144278" y="82736"/>
                  </a:lnTo>
                  <a:lnTo>
                    <a:pt x="141455" y="78086"/>
                  </a:lnTo>
                  <a:lnTo>
                    <a:pt x="138482" y="73531"/>
                  </a:lnTo>
                  <a:lnTo>
                    <a:pt x="135362" y="69075"/>
                  </a:lnTo>
                  <a:lnTo>
                    <a:pt x="132099" y="64723"/>
                  </a:lnTo>
                  <a:lnTo>
                    <a:pt x="128695" y="60479"/>
                  </a:lnTo>
                  <a:lnTo>
                    <a:pt x="125156" y="56348"/>
                  </a:lnTo>
                  <a:lnTo>
                    <a:pt x="121484" y="52335"/>
                  </a:lnTo>
                  <a:lnTo>
                    <a:pt x="117684" y="48443"/>
                  </a:lnTo>
                  <a:lnTo>
                    <a:pt x="113759" y="44677"/>
                  </a:lnTo>
                  <a:lnTo>
                    <a:pt x="109713" y="41041"/>
                  </a:lnTo>
                  <a:lnTo>
                    <a:pt x="105551" y="37538"/>
                  </a:lnTo>
                  <a:lnTo>
                    <a:pt x="101278" y="34172"/>
                  </a:lnTo>
                  <a:lnTo>
                    <a:pt x="96897" y="30947"/>
                  </a:lnTo>
                  <a:lnTo>
                    <a:pt x="92414" y="27867"/>
                  </a:lnTo>
                  <a:lnTo>
                    <a:pt x="87833" y="24934"/>
                  </a:lnTo>
                  <a:lnTo>
                    <a:pt x="83158" y="22151"/>
                  </a:lnTo>
                  <a:lnTo>
                    <a:pt x="78396" y="19522"/>
                  </a:lnTo>
                  <a:lnTo>
                    <a:pt x="73551" y="17050"/>
                  </a:lnTo>
                  <a:lnTo>
                    <a:pt x="68628" y="14736"/>
                  </a:lnTo>
                  <a:lnTo>
                    <a:pt x="63632" y="12584"/>
                  </a:lnTo>
                  <a:lnTo>
                    <a:pt x="58569" y="10596"/>
                  </a:lnTo>
                  <a:lnTo>
                    <a:pt x="53444" y="8773"/>
                  </a:lnTo>
                  <a:lnTo>
                    <a:pt x="48262" y="7118"/>
                  </a:lnTo>
                  <a:lnTo>
                    <a:pt x="43029" y="5632"/>
                  </a:lnTo>
                  <a:lnTo>
                    <a:pt x="37750" y="4318"/>
                  </a:lnTo>
                  <a:lnTo>
                    <a:pt x="32432" y="3176"/>
                  </a:lnTo>
                  <a:lnTo>
                    <a:pt x="27079" y="2207"/>
                  </a:lnTo>
                  <a:lnTo>
                    <a:pt x="21698" y="1414"/>
                  </a:lnTo>
                  <a:lnTo>
                    <a:pt x="16293" y="795"/>
                  </a:lnTo>
                  <a:lnTo>
                    <a:pt x="10872" y="353"/>
                  </a:lnTo>
                  <a:lnTo>
                    <a:pt x="543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561307" y="4213821"/>
              <a:ext cx="167164" cy="263945"/>
            </a:xfrm>
            <a:custGeom>
              <a:avLst/>
              <a:pathLst>
                <a:path w="167164" h="263945">
                  <a:moveTo>
                    <a:pt x="167164" y="0"/>
                  </a:moveTo>
                  <a:lnTo>
                    <a:pt x="161785" y="86"/>
                  </a:lnTo>
                  <a:lnTo>
                    <a:pt x="156413" y="346"/>
                  </a:lnTo>
                  <a:lnTo>
                    <a:pt x="151051" y="778"/>
                  </a:lnTo>
                  <a:lnTo>
                    <a:pt x="145706" y="1382"/>
                  </a:lnTo>
                  <a:lnTo>
                    <a:pt x="140383" y="2159"/>
                  </a:lnTo>
                  <a:lnTo>
                    <a:pt x="135088" y="3106"/>
                  </a:lnTo>
                  <a:lnTo>
                    <a:pt x="129826" y="4223"/>
                  </a:lnTo>
                  <a:lnTo>
                    <a:pt x="124603" y="5508"/>
                  </a:lnTo>
                  <a:lnTo>
                    <a:pt x="119424" y="6961"/>
                  </a:lnTo>
                  <a:lnTo>
                    <a:pt x="114294" y="8580"/>
                  </a:lnTo>
                  <a:lnTo>
                    <a:pt x="109219" y="10363"/>
                  </a:lnTo>
                  <a:lnTo>
                    <a:pt x="104204" y="12309"/>
                  </a:lnTo>
                  <a:lnTo>
                    <a:pt x="99254" y="14415"/>
                  </a:lnTo>
                  <a:lnTo>
                    <a:pt x="94375" y="16679"/>
                  </a:lnTo>
                  <a:lnTo>
                    <a:pt x="89570" y="19099"/>
                  </a:lnTo>
                  <a:lnTo>
                    <a:pt x="84847" y="21672"/>
                  </a:lnTo>
                  <a:lnTo>
                    <a:pt x="80208" y="24396"/>
                  </a:lnTo>
                  <a:lnTo>
                    <a:pt x="75660" y="27267"/>
                  </a:lnTo>
                  <a:lnTo>
                    <a:pt x="71206" y="30284"/>
                  </a:lnTo>
                  <a:lnTo>
                    <a:pt x="66851" y="33442"/>
                  </a:lnTo>
                  <a:lnTo>
                    <a:pt x="62601" y="36739"/>
                  </a:lnTo>
                  <a:lnTo>
                    <a:pt x="58459" y="40170"/>
                  </a:lnTo>
                  <a:lnTo>
                    <a:pt x="54429" y="43734"/>
                  </a:lnTo>
                  <a:lnTo>
                    <a:pt x="50516" y="47425"/>
                  </a:lnTo>
                  <a:lnTo>
                    <a:pt x="46724" y="51240"/>
                  </a:lnTo>
                  <a:lnTo>
                    <a:pt x="43056" y="55175"/>
                  </a:lnTo>
                  <a:lnTo>
                    <a:pt x="39517" y="59226"/>
                  </a:lnTo>
                  <a:lnTo>
                    <a:pt x="36111" y="63389"/>
                  </a:lnTo>
                  <a:lnTo>
                    <a:pt x="32839" y="67659"/>
                  </a:lnTo>
                  <a:lnTo>
                    <a:pt x="29707" y="72032"/>
                  </a:lnTo>
                  <a:lnTo>
                    <a:pt x="26718" y="76504"/>
                  </a:lnTo>
                  <a:lnTo>
                    <a:pt x="23873" y="81070"/>
                  </a:lnTo>
                  <a:lnTo>
                    <a:pt x="21177" y="85724"/>
                  </a:lnTo>
                  <a:lnTo>
                    <a:pt x="18633" y="90463"/>
                  </a:lnTo>
                  <a:lnTo>
                    <a:pt x="16242" y="95282"/>
                  </a:lnTo>
                  <a:lnTo>
                    <a:pt x="14007" y="100175"/>
                  </a:lnTo>
                  <a:lnTo>
                    <a:pt x="11931" y="105137"/>
                  </a:lnTo>
                  <a:lnTo>
                    <a:pt x="10016" y="110164"/>
                  </a:lnTo>
                  <a:lnTo>
                    <a:pt x="8263" y="115250"/>
                  </a:lnTo>
                  <a:lnTo>
                    <a:pt x="6675" y="120389"/>
                  </a:lnTo>
                  <a:lnTo>
                    <a:pt x="5253" y="125577"/>
                  </a:lnTo>
                  <a:lnTo>
                    <a:pt x="3999" y="130808"/>
                  </a:lnTo>
                  <a:lnTo>
                    <a:pt x="2913" y="136076"/>
                  </a:lnTo>
                  <a:lnTo>
                    <a:pt x="1998" y="141377"/>
                  </a:lnTo>
                  <a:lnTo>
                    <a:pt x="1254" y="146704"/>
                  </a:lnTo>
                  <a:lnTo>
                    <a:pt x="681" y="152053"/>
                  </a:lnTo>
                  <a:lnTo>
                    <a:pt x="281" y="157417"/>
                  </a:lnTo>
                  <a:lnTo>
                    <a:pt x="54" y="162791"/>
                  </a:lnTo>
                  <a:lnTo>
                    <a:pt x="0" y="168170"/>
                  </a:lnTo>
                  <a:lnTo>
                    <a:pt x="118" y="173548"/>
                  </a:lnTo>
                  <a:lnTo>
                    <a:pt x="410" y="178919"/>
                  </a:lnTo>
                  <a:lnTo>
                    <a:pt x="875" y="184278"/>
                  </a:lnTo>
                  <a:lnTo>
                    <a:pt x="1511" y="189620"/>
                  </a:lnTo>
                  <a:lnTo>
                    <a:pt x="2319" y="194938"/>
                  </a:lnTo>
                  <a:lnTo>
                    <a:pt x="3298" y="200227"/>
                  </a:lnTo>
                  <a:lnTo>
                    <a:pt x="4447" y="205482"/>
                  </a:lnTo>
                  <a:lnTo>
                    <a:pt x="5764" y="210698"/>
                  </a:lnTo>
                  <a:lnTo>
                    <a:pt x="7248" y="215868"/>
                  </a:lnTo>
                  <a:lnTo>
                    <a:pt x="8897" y="220988"/>
                  </a:lnTo>
                  <a:lnTo>
                    <a:pt x="10711" y="226052"/>
                  </a:lnTo>
                  <a:lnTo>
                    <a:pt x="12687" y="231055"/>
                  </a:lnTo>
                  <a:lnTo>
                    <a:pt x="14822" y="235992"/>
                  </a:lnTo>
                  <a:lnTo>
                    <a:pt x="17115" y="240858"/>
                  </a:lnTo>
                  <a:lnTo>
                    <a:pt x="19564" y="245648"/>
                  </a:lnTo>
                  <a:lnTo>
                    <a:pt x="22165" y="250356"/>
                  </a:lnTo>
                  <a:lnTo>
                    <a:pt x="24917" y="254978"/>
                  </a:lnTo>
                  <a:lnTo>
                    <a:pt x="27816" y="259509"/>
                  </a:lnTo>
                  <a:lnTo>
                    <a:pt x="30859" y="263945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592167" y="4380988"/>
              <a:ext cx="136304" cy="96777"/>
            </a:xfrm>
            <a:custGeom>
              <a:avLst/>
              <a:pathLst>
                <a:path w="136304" h="96777">
                  <a:moveTo>
                    <a:pt x="0" y="96777"/>
                  </a:moveTo>
                  <a:lnTo>
                    <a:pt x="13630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592167" y="4380988"/>
              <a:ext cx="136304" cy="127086"/>
            </a:xfrm>
            <a:custGeom>
              <a:avLst/>
              <a:pathLst>
                <a:path w="136304" h="127086">
                  <a:moveTo>
                    <a:pt x="0" y="96777"/>
                  </a:moveTo>
                  <a:lnTo>
                    <a:pt x="4085" y="102289"/>
                  </a:lnTo>
                  <a:lnTo>
                    <a:pt x="8394" y="107628"/>
                  </a:lnTo>
                  <a:lnTo>
                    <a:pt x="12918" y="112786"/>
                  </a:lnTo>
                  <a:lnTo>
                    <a:pt x="17649" y="117753"/>
                  </a:lnTo>
                  <a:lnTo>
                    <a:pt x="22581" y="122523"/>
                  </a:lnTo>
                  <a:lnTo>
                    <a:pt x="27704" y="127086"/>
                  </a:lnTo>
                  <a:lnTo>
                    <a:pt x="13630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619872" y="4213821"/>
              <a:ext cx="275755" cy="334330"/>
            </a:xfrm>
            <a:custGeom>
              <a:avLst/>
              <a:pathLst>
                <a:path w="275755" h="334330">
                  <a:moveTo>
                    <a:pt x="0" y="294253"/>
                  </a:moveTo>
                  <a:lnTo>
                    <a:pt x="4096" y="297643"/>
                  </a:lnTo>
                  <a:lnTo>
                    <a:pt x="8298" y="300900"/>
                  </a:lnTo>
                  <a:lnTo>
                    <a:pt x="12602" y="304022"/>
                  </a:lnTo>
                  <a:lnTo>
                    <a:pt x="17003" y="307006"/>
                  </a:lnTo>
                  <a:lnTo>
                    <a:pt x="21496" y="309848"/>
                  </a:lnTo>
                  <a:lnTo>
                    <a:pt x="26078" y="312546"/>
                  </a:lnTo>
                  <a:lnTo>
                    <a:pt x="30743" y="315097"/>
                  </a:lnTo>
                  <a:lnTo>
                    <a:pt x="35487" y="317498"/>
                  </a:lnTo>
                  <a:lnTo>
                    <a:pt x="40305" y="319747"/>
                  </a:lnTo>
                  <a:lnTo>
                    <a:pt x="45192" y="321842"/>
                  </a:lnTo>
                  <a:lnTo>
                    <a:pt x="50143" y="323780"/>
                  </a:lnTo>
                  <a:lnTo>
                    <a:pt x="55153" y="325560"/>
                  </a:lnTo>
                  <a:lnTo>
                    <a:pt x="60218" y="327180"/>
                  </a:lnTo>
                  <a:lnTo>
                    <a:pt x="65331" y="328638"/>
                  </a:lnTo>
                  <a:lnTo>
                    <a:pt x="70488" y="329932"/>
                  </a:lnTo>
                  <a:lnTo>
                    <a:pt x="75683" y="331062"/>
                  </a:lnTo>
                  <a:lnTo>
                    <a:pt x="80912" y="332026"/>
                  </a:lnTo>
                  <a:lnTo>
                    <a:pt x="86169" y="332823"/>
                  </a:lnTo>
                  <a:lnTo>
                    <a:pt x="91449" y="333452"/>
                  </a:lnTo>
                  <a:lnTo>
                    <a:pt x="96746" y="333914"/>
                  </a:lnTo>
                  <a:lnTo>
                    <a:pt x="102054" y="334206"/>
                  </a:lnTo>
                  <a:lnTo>
                    <a:pt x="107370" y="334330"/>
                  </a:lnTo>
                  <a:lnTo>
                    <a:pt x="112687" y="334284"/>
                  </a:lnTo>
                  <a:lnTo>
                    <a:pt x="117999" y="334070"/>
                  </a:lnTo>
                  <a:lnTo>
                    <a:pt x="123302" y="333687"/>
                  </a:lnTo>
                  <a:lnTo>
                    <a:pt x="128591" y="333135"/>
                  </a:lnTo>
                  <a:lnTo>
                    <a:pt x="133859" y="332415"/>
                  </a:lnTo>
                  <a:lnTo>
                    <a:pt x="139101" y="331528"/>
                  </a:lnTo>
                  <a:lnTo>
                    <a:pt x="144313" y="330475"/>
                  </a:lnTo>
                  <a:lnTo>
                    <a:pt x="149488" y="329257"/>
                  </a:lnTo>
                  <a:lnTo>
                    <a:pt x="154622" y="327874"/>
                  </a:lnTo>
                  <a:lnTo>
                    <a:pt x="159710" y="326329"/>
                  </a:lnTo>
                  <a:lnTo>
                    <a:pt x="164746" y="324623"/>
                  </a:lnTo>
                  <a:lnTo>
                    <a:pt x="169725" y="322758"/>
                  </a:lnTo>
                  <a:lnTo>
                    <a:pt x="174642" y="320736"/>
                  </a:lnTo>
                  <a:lnTo>
                    <a:pt x="179493" y="318558"/>
                  </a:lnTo>
                  <a:lnTo>
                    <a:pt x="184271" y="316226"/>
                  </a:lnTo>
                  <a:lnTo>
                    <a:pt x="188973" y="313745"/>
                  </a:lnTo>
                  <a:lnTo>
                    <a:pt x="193594" y="311114"/>
                  </a:lnTo>
                  <a:lnTo>
                    <a:pt x="198129" y="308339"/>
                  </a:lnTo>
                  <a:lnTo>
                    <a:pt x="202573" y="305420"/>
                  </a:lnTo>
                  <a:lnTo>
                    <a:pt x="206923" y="302361"/>
                  </a:lnTo>
                  <a:lnTo>
                    <a:pt x="211172" y="299166"/>
                  </a:lnTo>
                  <a:lnTo>
                    <a:pt x="215318" y="295837"/>
                  </a:lnTo>
                  <a:lnTo>
                    <a:pt x="219356" y="292378"/>
                  </a:lnTo>
                  <a:lnTo>
                    <a:pt x="223282" y="288793"/>
                  </a:lnTo>
                  <a:lnTo>
                    <a:pt x="227092" y="285084"/>
                  </a:lnTo>
                  <a:lnTo>
                    <a:pt x="230782" y="281256"/>
                  </a:lnTo>
                  <a:lnTo>
                    <a:pt x="234349" y="277313"/>
                  </a:lnTo>
                  <a:lnTo>
                    <a:pt x="237788" y="273258"/>
                  </a:lnTo>
                  <a:lnTo>
                    <a:pt x="241097" y="269096"/>
                  </a:lnTo>
                  <a:lnTo>
                    <a:pt x="244271" y="264830"/>
                  </a:lnTo>
                  <a:lnTo>
                    <a:pt x="247309" y="260466"/>
                  </a:lnTo>
                  <a:lnTo>
                    <a:pt x="250206" y="256008"/>
                  </a:lnTo>
                  <a:lnTo>
                    <a:pt x="252959" y="251460"/>
                  </a:lnTo>
                  <a:lnTo>
                    <a:pt x="255567" y="246826"/>
                  </a:lnTo>
                  <a:lnTo>
                    <a:pt x="258026" y="242112"/>
                  </a:lnTo>
                  <a:lnTo>
                    <a:pt x="260334" y="237322"/>
                  </a:lnTo>
                  <a:lnTo>
                    <a:pt x="262488" y="232461"/>
                  </a:lnTo>
                  <a:lnTo>
                    <a:pt x="264487" y="227534"/>
                  </a:lnTo>
                  <a:lnTo>
                    <a:pt x="266328" y="222546"/>
                  </a:lnTo>
                  <a:lnTo>
                    <a:pt x="268009" y="217502"/>
                  </a:lnTo>
                  <a:lnTo>
                    <a:pt x="269529" y="212407"/>
                  </a:lnTo>
                  <a:lnTo>
                    <a:pt x="270886" y="207266"/>
                  </a:lnTo>
                  <a:lnTo>
                    <a:pt x="272080" y="202084"/>
                  </a:lnTo>
                  <a:lnTo>
                    <a:pt x="273107" y="196868"/>
                  </a:lnTo>
                  <a:lnTo>
                    <a:pt x="273969" y="191621"/>
                  </a:lnTo>
                  <a:lnTo>
                    <a:pt x="274663" y="186350"/>
                  </a:lnTo>
                  <a:lnTo>
                    <a:pt x="275189" y="181059"/>
                  </a:lnTo>
                  <a:lnTo>
                    <a:pt x="275546" y="175754"/>
                  </a:lnTo>
                  <a:lnTo>
                    <a:pt x="275735" y="170440"/>
                  </a:lnTo>
                  <a:lnTo>
                    <a:pt x="275755" y="165123"/>
                  </a:lnTo>
                  <a:lnTo>
                    <a:pt x="275605" y="159808"/>
                  </a:lnTo>
                  <a:lnTo>
                    <a:pt x="275287" y="154501"/>
                  </a:lnTo>
                  <a:lnTo>
                    <a:pt x="274799" y="149206"/>
                  </a:lnTo>
                  <a:lnTo>
                    <a:pt x="274144" y="143930"/>
                  </a:lnTo>
                  <a:lnTo>
                    <a:pt x="273321" y="138677"/>
                  </a:lnTo>
                  <a:lnTo>
                    <a:pt x="272332" y="133453"/>
                  </a:lnTo>
                  <a:lnTo>
                    <a:pt x="271177" y="128263"/>
                  </a:lnTo>
                  <a:lnTo>
                    <a:pt x="269858" y="123112"/>
                  </a:lnTo>
                  <a:lnTo>
                    <a:pt x="268375" y="118006"/>
                  </a:lnTo>
                  <a:lnTo>
                    <a:pt x="266731" y="112950"/>
                  </a:lnTo>
                  <a:lnTo>
                    <a:pt x="264927" y="107948"/>
                  </a:lnTo>
                  <a:lnTo>
                    <a:pt x="262964" y="103007"/>
                  </a:lnTo>
                  <a:lnTo>
                    <a:pt x="260846" y="98130"/>
                  </a:lnTo>
                  <a:lnTo>
                    <a:pt x="258573" y="93323"/>
                  </a:lnTo>
                  <a:lnTo>
                    <a:pt x="256149" y="88591"/>
                  </a:lnTo>
                  <a:lnTo>
                    <a:pt x="253575" y="83938"/>
                  </a:lnTo>
                  <a:lnTo>
                    <a:pt x="250855" y="79370"/>
                  </a:lnTo>
                  <a:lnTo>
                    <a:pt x="247991" y="74890"/>
                  </a:lnTo>
                  <a:lnTo>
                    <a:pt x="244986" y="70504"/>
                  </a:lnTo>
                  <a:lnTo>
                    <a:pt x="241843" y="66216"/>
                  </a:lnTo>
                  <a:lnTo>
                    <a:pt x="238565" y="62029"/>
                  </a:lnTo>
                  <a:lnTo>
                    <a:pt x="235156" y="57949"/>
                  </a:lnTo>
                  <a:lnTo>
                    <a:pt x="231618" y="53980"/>
                  </a:lnTo>
                  <a:lnTo>
                    <a:pt x="227956" y="50125"/>
                  </a:lnTo>
                  <a:lnTo>
                    <a:pt x="224174" y="46388"/>
                  </a:lnTo>
                  <a:lnTo>
                    <a:pt x="220274" y="42774"/>
                  </a:lnTo>
                  <a:lnTo>
                    <a:pt x="216262" y="39285"/>
                  </a:lnTo>
                  <a:lnTo>
                    <a:pt x="212141" y="35926"/>
                  </a:lnTo>
                  <a:lnTo>
                    <a:pt x="207914" y="32699"/>
                  </a:lnTo>
                  <a:lnTo>
                    <a:pt x="203588" y="29609"/>
                  </a:lnTo>
                  <a:lnTo>
                    <a:pt x="199165" y="26658"/>
                  </a:lnTo>
                  <a:lnTo>
                    <a:pt x="194651" y="23849"/>
                  </a:lnTo>
                  <a:lnTo>
                    <a:pt x="190049" y="21185"/>
                  </a:lnTo>
                  <a:lnTo>
                    <a:pt x="185366" y="18668"/>
                  </a:lnTo>
                  <a:lnTo>
                    <a:pt x="180604" y="16302"/>
                  </a:lnTo>
                  <a:lnTo>
                    <a:pt x="175770" y="14088"/>
                  </a:lnTo>
                  <a:lnTo>
                    <a:pt x="170868" y="12030"/>
                  </a:lnTo>
                  <a:lnTo>
                    <a:pt x="165903" y="10128"/>
                  </a:lnTo>
                  <a:lnTo>
                    <a:pt x="160879" y="8385"/>
                  </a:lnTo>
                  <a:lnTo>
                    <a:pt x="155803" y="6802"/>
                  </a:lnTo>
                  <a:lnTo>
                    <a:pt x="150680" y="5382"/>
                  </a:lnTo>
                  <a:lnTo>
                    <a:pt x="145513" y="4126"/>
                  </a:lnTo>
                  <a:lnTo>
                    <a:pt x="140309" y="3035"/>
                  </a:lnTo>
                  <a:lnTo>
                    <a:pt x="135074" y="2109"/>
                  </a:lnTo>
                  <a:lnTo>
                    <a:pt x="129811" y="1351"/>
                  </a:lnTo>
                  <a:lnTo>
                    <a:pt x="124527" y="760"/>
                  </a:lnTo>
                  <a:lnTo>
                    <a:pt x="119227" y="338"/>
                  </a:lnTo>
                  <a:lnTo>
                    <a:pt x="113916" y="84"/>
                  </a:lnTo>
                  <a:lnTo>
                    <a:pt x="108600" y="0"/>
                  </a:lnTo>
                  <a:lnTo>
                    <a:pt x="10860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751864" y="3707720"/>
              <a:ext cx="229144" cy="334334"/>
            </a:xfrm>
            <a:custGeom>
              <a:avLst/>
              <a:pathLst>
                <a:path w="229144" h="334334">
                  <a:moveTo>
                    <a:pt x="167147" y="0"/>
                  </a:moveTo>
                  <a:lnTo>
                    <a:pt x="161844" y="84"/>
                  </a:lnTo>
                  <a:lnTo>
                    <a:pt x="156547" y="336"/>
                  </a:lnTo>
                  <a:lnTo>
                    <a:pt x="151260" y="756"/>
                  </a:lnTo>
                  <a:lnTo>
                    <a:pt x="145990" y="1344"/>
                  </a:lnTo>
                  <a:lnTo>
                    <a:pt x="140741" y="2098"/>
                  </a:lnTo>
                  <a:lnTo>
                    <a:pt x="135518" y="3019"/>
                  </a:lnTo>
                  <a:lnTo>
                    <a:pt x="130327" y="4105"/>
                  </a:lnTo>
                  <a:lnTo>
                    <a:pt x="125173" y="5355"/>
                  </a:lnTo>
                  <a:lnTo>
                    <a:pt x="120061" y="6768"/>
                  </a:lnTo>
                  <a:lnTo>
                    <a:pt x="114997" y="8342"/>
                  </a:lnTo>
                  <a:lnTo>
                    <a:pt x="109986" y="10076"/>
                  </a:lnTo>
                  <a:lnTo>
                    <a:pt x="105031" y="11968"/>
                  </a:lnTo>
                  <a:lnTo>
                    <a:pt x="100140" y="14017"/>
                  </a:lnTo>
                  <a:lnTo>
                    <a:pt x="95315" y="16219"/>
                  </a:lnTo>
                  <a:lnTo>
                    <a:pt x="90563" y="18574"/>
                  </a:lnTo>
                  <a:lnTo>
                    <a:pt x="85889" y="21078"/>
                  </a:lnTo>
                  <a:lnTo>
                    <a:pt x="81296" y="23729"/>
                  </a:lnTo>
                  <a:lnTo>
                    <a:pt x="76789" y="26524"/>
                  </a:lnTo>
                  <a:lnTo>
                    <a:pt x="72373" y="29461"/>
                  </a:lnTo>
                  <a:lnTo>
                    <a:pt x="68053" y="32537"/>
                  </a:lnTo>
                  <a:lnTo>
                    <a:pt x="63832" y="35748"/>
                  </a:lnTo>
                  <a:lnTo>
                    <a:pt x="59715" y="39091"/>
                  </a:lnTo>
                  <a:lnTo>
                    <a:pt x="55707" y="42563"/>
                  </a:lnTo>
                  <a:lnTo>
                    <a:pt x="51810" y="46161"/>
                  </a:lnTo>
                  <a:lnTo>
                    <a:pt x="48030" y="49880"/>
                  </a:lnTo>
                  <a:lnTo>
                    <a:pt x="44370" y="53718"/>
                  </a:lnTo>
                  <a:lnTo>
                    <a:pt x="40833" y="57669"/>
                  </a:lnTo>
                  <a:lnTo>
                    <a:pt x="37423" y="61731"/>
                  </a:lnTo>
                  <a:lnTo>
                    <a:pt x="34144" y="65899"/>
                  </a:lnTo>
                  <a:lnTo>
                    <a:pt x="30999" y="70169"/>
                  </a:lnTo>
                  <a:lnTo>
                    <a:pt x="27990" y="74536"/>
                  </a:lnTo>
                  <a:lnTo>
                    <a:pt x="25122" y="78997"/>
                  </a:lnTo>
                  <a:lnTo>
                    <a:pt x="22397" y="83547"/>
                  </a:lnTo>
                  <a:lnTo>
                    <a:pt x="19817" y="88180"/>
                  </a:lnTo>
                  <a:lnTo>
                    <a:pt x="17386" y="92893"/>
                  </a:lnTo>
                  <a:lnTo>
                    <a:pt x="15105" y="97681"/>
                  </a:lnTo>
                  <a:lnTo>
                    <a:pt x="12978" y="102539"/>
                  </a:lnTo>
                  <a:lnTo>
                    <a:pt x="11005" y="107462"/>
                  </a:lnTo>
                  <a:lnTo>
                    <a:pt x="9190" y="112444"/>
                  </a:lnTo>
                  <a:lnTo>
                    <a:pt x="7534" y="117482"/>
                  </a:lnTo>
                  <a:lnTo>
                    <a:pt x="6038" y="122570"/>
                  </a:lnTo>
                  <a:lnTo>
                    <a:pt x="4704" y="127703"/>
                  </a:lnTo>
                  <a:lnTo>
                    <a:pt x="3534" y="132876"/>
                  </a:lnTo>
                  <a:lnTo>
                    <a:pt x="2529" y="138083"/>
                  </a:lnTo>
                  <a:lnTo>
                    <a:pt x="1689" y="143319"/>
                  </a:lnTo>
                  <a:lnTo>
                    <a:pt x="1016" y="148580"/>
                  </a:lnTo>
                  <a:lnTo>
                    <a:pt x="510" y="153859"/>
                  </a:lnTo>
                  <a:lnTo>
                    <a:pt x="172" y="159151"/>
                  </a:lnTo>
                  <a:lnTo>
                    <a:pt x="2" y="164452"/>
                  </a:lnTo>
                  <a:lnTo>
                    <a:pt x="0" y="169755"/>
                  </a:lnTo>
                  <a:lnTo>
                    <a:pt x="166" y="175056"/>
                  </a:lnTo>
                  <a:lnTo>
                    <a:pt x="500" y="180348"/>
                  </a:lnTo>
                  <a:lnTo>
                    <a:pt x="1002" y="185628"/>
                  </a:lnTo>
                  <a:lnTo>
                    <a:pt x="1671" y="190889"/>
                  </a:lnTo>
                  <a:lnTo>
                    <a:pt x="2507" y="196126"/>
                  </a:lnTo>
                  <a:lnTo>
                    <a:pt x="3508" y="201334"/>
                  </a:lnTo>
                  <a:lnTo>
                    <a:pt x="4674" y="206507"/>
                  </a:lnTo>
                  <a:lnTo>
                    <a:pt x="6004" y="211641"/>
                  </a:lnTo>
                  <a:lnTo>
                    <a:pt x="7496" y="216730"/>
                  </a:lnTo>
                  <a:lnTo>
                    <a:pt x="9148" y="221769"/>
                  </a:lnTo>
                  <a:lnTo>
                    <a:pt x="10960" y="226754"/>
                  </a:lnTo>
                  <a:lnTo>
                    <a:pt x="12929" y="231678"/>
                  </a:lnTo>
                  <a:lnTo>
                    <a:pt x="15052" y="236537"/>
                  </a:lnTo>
                  <a:lnTo>
                    <a:pt x="17329" y="241327"/>
                  </a:lnTo>
                  <a:lnTo>
                    <a:pt x="19757" y="246042"/>
                  </a:lnTo>
                  <a:lnTo>
                    <a:pt x="22333" y="250677"/>
                  </a:lnTo>
                  <a:lnTo>
                    <a:pt x="25055" y="255229"/>
                  </a:lnTo>
                  <a:lnTo>
                    <a:pt x="27920" y="259692"/>
                  </a:lnTo>
                  <a:lnTo>
                    <a:pt x="30925" y="264061"/>
                  </a:lnTo>
                  <a:lnTo>
                    <a:pt x="34067" y="268334"/>
                  </a:lnTo>
                  <a:lnTo>
                    <a:pt x="37343" y="272504"/>
                  </a:lnTo>
                  <a:lnTo>
                    <a:pt x="40750" y="276568"/>
                  </a:lnTo>
                  <a:lnTo>
                    <a:pt x="44283" y="280523"/>
                  </a:lnTo>
                  <a:lnTo>
                    <a:pt x="47941" y="284363"/>
                  </a:lnTo>
                  <a:lnTo>
                    <a:pt x="51718" y="288085"/>
                  </a:lnTo>
                  <a:lnTo>
                    <a:pt x="55612" y="291686"/>
                  </a:lnTo>
                  <a:lnTo>
                    <a:pt x="59618" y="295161"/>
                  </a:lnTo>
                  <a:lnTo>
                    <a:pt x="63732" y="298507"/>
                  </a:lnTo>
                  <a:lnTo>
                    <a:pt x="67950" y="301722"/>
                  </a:lnTo>
                  <a:lnTo>
                    <a:pt x="72268" y="304801"/>
                  </a:lnTo>
                  <a:lnTo>
                    <a:pt x="76682" y="307741"/>
                  </a:lnTo>
                  <a:lnTo>
                    <a:pt x="81186" y="310540"/>
                  </a:lnTo>
                  <a:lnTo>
                    <a:pt x="85778" y="313194"/>
                  </a:lnTo>
                  <a:lnTo>
                    <a:pt x="90450" y="315702"/>
                  </a:lnTo>
                  <a:lnTo>
                    <a:pt x="95201" y="318060"/>
                  </a:lnTo>
                  <a:lnTo>
                    <a:pt x="100023" y="320266"/>
                  </a:lnTo>
                  <a:lnTo>
                    <a:pt x="104913" y="322318"/>
                  </a:lnTo>
                  <a:lnTo>
                    <a:pt x="109866" y="324214"/>
                  </a:lnTo>
                  <a:lnTo>
                    <a:pt x="114876" y="325952"/>
                  </a:lnTo>
                  <a:lnTo>
                    <a:pt x="119939" y="327530"/>
                  </a:lnTo>
                  <a:lnTo>
                    <a:pt x="125050" y="328947"/>
                  </a:lnTo>
                  <a:lnTo>
                    <a:pt x="130203" y="330201"/>
                  </a:lnTo>
                  <a:lnTo>
                    <a:pt x="135393" y="331291"/>
                  </a:lnTo>
                  <a:lnTo>
                    <a:pt x="140615" y="332215"/>
                  </a:lnTo>
                  <a:lnTo>
                    <a:pt x="145864" y="332974"/>
                  </a:lnTo>
                  <a:lnTo>
                    <a:pt x="151134" y="333566"/>
                  </a:lnTo>
                  <a:lnTo>
                    <a:pt x="156420" y="333990"/>
                  </a:lnTo>
                  <a:lnTo>
                    <a:pt x="161717" y="334246"/>
                  </a:lnTo>
                  <a:lnTo>
                    <a:pt x="167020" y="334334"/>
                  </a:lnTo>
                  <a:lnTo>
                    <a:pt x="172322" y="334254"/>
                  </a:lnTo>
                  <a:lnTo>
                    <a:pt x="177620" y="334006"/>
                  </a:lnTo>
                  <a:lnTo>
                    <a:pt x="182907" y="333590"/>
                  </a:lnTo>
                  <a:lnTo>
                    <a:pt x="188178" y="333006"/>
                  </a:lnTo>
                  <a:lnTo>
                    <a:pt x="193428" y="332256"/>
                  </a:lnTo>
                  <a:lnTo>
                    <a:pt x="198651" y="331339"/>
                  </a:lnTo>
                  <a:lnTo>
                    <a:pt x="203843" y="330257"/>
                  </a:lnTo>
                  <a:lnTo>
                    <a:pt x="208998" y="329011"/>
                  </a:lnTo>
                  <a:lnTo>
                    <a:pt x="214110" y="327602"/>
                  </a:lnTo>
                  <a:lnTo>
                    <a:pt x="219176" y="326032"/>
                  </a:lnTo>
                  <a:lnTo>
                    <a:pt x="224189" y="324301"/>
                  </a:lnTo>
                  <a:lnTo>
                    <a:pt x="229144" y="322413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1"/>
              <a:ext cx="167165" cy="322412"/>
            </a:xfrm>
            <a:custGeom>
              <a:avLst/>
              <a:pathLst>
                <a:path w="167165" h="322412">
                  <a:moveTo>
                    <a:pt x="61997" y="322412"/>
                  </a:moveTo>
                  <a:lnTo>
                    <a:pt x="66943" y="320344"/>
                  </a:lnTo>
                  <a:lnTo>
                    <a:pt x="71821" y="318119"/>
                  </a:lnTo>
                  <a:lnTo>
                    <a:pt x="76624" y="315738"/>
                  </a:lnTo>
                  <a:lnTo>
                    <a:pt x="81349" y="313204"/>
                  </a:lnTo>
                  <a:lnTo>
                    <a:pt x="85990" y="310521"/>
                  </a:lnTo>
                  <a:lnTo>
                    <a:pt x="90542" y="307690"/>
                  </a:lnTo>
                  <a:lnTo>
                    <a:pt x="95002" y="304714"/>
                  </a:lnTo>
                  <a:lnTo>
                    <a:pt x="99363" y="301597"/>
                  </a:lnTo>
                  <a:lnTo>
                    <a:pt x="103623" y="298342"/>
                  </a:lnTo>
                  <a:lnTo>
                    <a:pt x="107776" y="294952"/>
                  </a:lnTo>
                  <a:lnTo>
                    <a:pt x="111818" y="291430"/>
                  </a:lnTo>
                  <a:lnTo>
                    <a:pt x="115745" y="287781"/>
                  </a:lnTo>
                  <a:lnTo>
                    <a:pt x="119553" y="284007"/>
                  </a:lnTo>
                  <a:lnTo>
                    <a:pt x="123238" y="280113"/>
                  </a:lnTo>
                  <a:lnTo>
                    <a:pt x="126797" y="276104"/>
                  </a:lnTo>
                  <a:lnTo>
                    <a:pt x="130225" y="271982"/>
                  </a:lnTo>
                  <a:lnTo>
                    <a:pt x="133519" y="267752"/>
                  </a:lnTo>
                  <a:lnTo>
                    <a:pt x="136675" y="263419"/>
                  </a:lnTo>
                  <a:lnTo>
                    <a:pt x="139692" y="258987"/>
                  </a:lnTo>
                  <a:lnTo>
                    <a:pt x="142564" y="254460"/>
                  </a:lnTo>
                  <a:lnTo>
                    <a:pt x="145290" y="249844"/>
                  </a:lnTo>
                  <a:lnTo>
                    <a:pt x="147866" y="245143"/>
                  </a:lnTo>
                  <a:lnTo>
                    <a:pt x="150291" y="240361"/>
                  </a:lnTo>
                  <a:lnTo>
                    <a:pt x="152560" y="235504"/>
                  </a:lnTo>
                  <a:lnTo>
                    <a:pt x="154673" y="230577"/>
                  </a:lnTo>
                  <a:lnTo>
                    <a:pt x="156627" y="225585"/>
                  </a:lnTo>
                  <a:lnTo>
                    <a:pt x="158420" y="220532"/>
                  </a:lnTo>
                  <a:lnTo>
                    <a:pt x="160050" y="215425"/>
                  </a:lnTo>
                  <a:lnTo>
                    <a:pt x="161515" y="210268"/>
                  </a:lnTo>
                  <a:lnTo>
                    <a:pt x="162814" y="205067"/>
                  </a:lnTo>
                  <a:lnTo>
                    <a:pt x="163945" y="199826"/>
                  </a:lnTo>
                  <a:lnTo>
                    <a:pt x="164908" y="194553"/>
                  </a:lnTo>
                  <a:lnTo>
                    <a:pt x="165702" y="189251"/>
                  </a:lnTo>
                  <a:lnTo>
                    <a:pt x="166325" y="183926"/>
                  </a:lnTo>
                  <a:lnTo>
                    <a:pt x="166777" y="178584"/>
                  </a:lnTo>
                  <a:lnTo>
                    <a:pt x="167057" y="173230"/>
                  </a:lnTo>
                  <a:lnTo>
                    <a:pt x="167165" y="167870"/>
                  </a:lnTo>
                  <a:lnTo>
                    <a:pt x="167102" y="162510"/>
                  </a:lnTo>
                  <a:lnTo>
                    <a:pt x="166867" y="157154"/>
                  </a:lnTo>
                  <a:lnTo>
                    <a:pt x="166460" y="151808"/>
                  </a:lnTo>
                  <a:lnTo>
                    <a:pt x="165882" y="146478"/>
                  </a:lnTo>
                  <a:lnTo>
                    <a:pt x="165133" y="141170"/>
                  </a:lnTo>
                  <a:lnTo>
                    <a:pt x="164215" y="135888"/>
                  </a:lnTo>
                  <a:lnTo>
                    <a:pt x="163127" y="130638"/>
                  </a:lnTo>
                  <a:lnTo>
                    <a:pt x="161872" y="125426"/>
                  </a:lnTo>
                  <a:lnTo>
                    <a:pt x="160451" y="120257"/>
                  </a:lnTo>
                  <a:lnTo>
                    <a:pt x="158864" y="115136"/>
                  </a:lnTo>
                  <a:lnTo>
                    <a:pt x="157114" y="110069"/>
                  </a:lnTo>
                  <a:lnTo>
                    <a:pt x="155202" y="105060"/>
                  </a:lnTo>
                  <a:lnTo>
                    <a:pt x="153131" y="100116"/>
                  </a:lnTo>
                  <a:lnTo>
                    <a:pt x="150902" y="95240"/>
                  </a:lnTo>
                  <a:lnTo>
                    <a:pt x="148518" y="90438"/>
                  </a:lnTo>
                  <a:lnTo>
                    <a:pt x="145981" y="85715"/>
                  </a:lnTo>
                  <a:lnTo>
                    <a:pt x="143295" y="81076"/>
                  </a:lnTo>
                  <a:lnTo>
                    <a:pt x="140460" y="76525"/>
                  </a:lnTo>
                  <a:lnTo>
                    <a:pt x="137482" y="72068"/>
                  </a:lnTo>
                  <a:lnTo>
                    <a:pt x="134362" y="67709"/>
                  </a:lnTo>
                  <a:lnTo>
                    <a:pt x="131103" y="63451"/>
                  </a:lnTo>
                  <a:lnTo>
                    <a:pt x="127710" y="59301"/>
                  </a:lnTo>
                  <a:lnTo>
                    <a:pt x="124186" y="55261"/>
                  </a:lnTo>
                  <a:lnTo>
                    <a:pt x="120534" y="51336"/>
                  </a:lnTo>
                  <a:lnTo>
                    <a:pt x="116757" y="47531"/>
                  </a:lnTo>
                  <a:lnTo>
                    <a:pt x="112861" y="43849"/>
                  </a:lnTo>
                  <a:lnTo>
                    <a:pt x="108849" y="40293"/>
                  </a:lnTo>
                  <a:lnTo>
                    <a:pt x="104725" y="36868"/>
                  </a:lnTo>
                  <a:lnTo>
                    <a:pt x="100493" y="33577"/>
                  </a:lnTo>
                  <a:lnTo>
                    <a:pt x="96157" y="30423"/>
                  </a:lnTo>
                  <a:lnTo>
                    <a:pt x="91723" y="27410"/>
                  </a:lnTo>
                  <a:lnTo>
                    <a:pt x="87195" y="24541"/>
                  </a:lnTo>
                  <a:lnTo>
                    <a:pt x="82576" y="21818"/>
                  </a:lnTo>
                  <a:lnTo>
                    <a:pt x="77873" y="19245"/>
                  </a:lnTo>
                  <a:lnTo>
                    <a:pt x="73090" y="16824"/>
                  </a:lnTo>
                  <a:lnTo>
                    <a:pt x="68232" y="14557"/>
                  </a:lnTo>
                  <a:lnTo>
                    <a:pt x="63303" y="12448"/>
                  </a:lnTo>
                  <a:lnTo>
                    <a:pt x="58309" y="10498"/>
                  </a:lnTo>
                  <a:lnTo>
                    <a:pt x="53256" y="8709"/>
                  </a:lnTo>
                  <a:lnTo>
                    <a:pt x="48147" y="7082"/>
                  </a:lnTo>
                  <a:lnTo>
                    <a:pt x="42989" y="5621"/>
                  </a:lnTo>
                  <a:lnTo>
                    <a:pt x="37787" y="4325"/>
                  </a:lnTo>
                  <a:lnTo>
                    <a:pt x="32546" y="3197"/>
                  </a:lnTo>
                  <a:lnTo>
                    <a:pt x="27272" y="2238"/>
                  </a:lnTo>
                  <a:lnTo>
                    <a:pt x="21969" y="1448"/>
                  </a:lnTo>
                  <a:lnTo>
                    <a:pt x="16644" y="829"/>
                  </a:lnTo>
                  <a:lnTo>
                    <a:pt x="11302" y="381"/>
                  </a:lnTo>
                  <a:lnTo>
                    <a:pt x="5948" y="104"/>
                  </a:lnTo>
                  <a:lnTo>
                    <a:pt x="588" y="0"/>
                  </a:lnTo>
                  <a:lnTo>
                    <a:pt x="0" y="167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588" cy="167167"/>
            </a:xfrm>
            <a:custGeom>
              <a:avLst/>
              <a:pathLst>
                <a:path w="588" h="167167">
                  <a:moveTo>
                    <a:pt x="588" y="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tx80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2025-06-05T17:28:23Z</dcterms:modified>
  <cp:category/>
</cp:coreProperties>
</file>