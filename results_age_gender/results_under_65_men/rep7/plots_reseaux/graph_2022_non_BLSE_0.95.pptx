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216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72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19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203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244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9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57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68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2369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95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7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927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07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437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700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845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88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95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502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579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59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0843" y="3170392"/>
              <a:ext cx="2936" cy="167167"/>
            </a:xfrm>
            <a:custGeom>
              <a:avLst/>
              <a:pathLst>
                <a:path w="2936" h="167167">
                  <a:moveTo>
                    <a:pt x="2936" y="0"/>
                  </a:moveTo>
                  <a:lnTo>
                    <a:pt x="0" y="25"/>
                  </a:lnTo>
                  <a:lnTo>
                    <a:pt x="293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11" y="3170418"/>
              <a:ext cx="334334" cy="334288"/>
            </a:xfrm>
            <a:custGeom>
              <a:avLst/>
              <a:pathLst>
                <a:path w="334334" h="334288">
                  <a:moveTo>
                    <a:pt x="164231" y="0"/>
                  </a:moveTo>
                  <a:lnTo>
                    <a:pt x="158932" y="177"/>
                  </a:lnTo>
                  <a:lnTo>
                    <a:pt x="153642" y="522"/>
                  </a:lnTo>
                  <a:lnTo>
                    <a:pt x="148366" y="1034"/>
                  </a:lnTo>
                  <a:lnTo>
                    <a:pt x="143108" y="1714"/>
                  </a:lnTo>
                  <a:lnTo>
                    <a:pt x="137875" y="2560"/>
                  </a:lnTo>
                  <a:lnTo>
                    <a:pt x="132671" y="3572"/>
                  </a:lnTo>
                  <a:lnTo>
                    <a:pt x="127502" y="4748"/>
                  </a:lnTo>
                  <a:lnTo>
                    <a:pt x="122372" y="6087"/>
                  </a:lnTo>
                  <a:lnTo>
                    <a:pt x="117288" y="7589"/>
                  </a:lnTo>
                  <a:lnTo>
                    <a:pt x="112254" y="9250"/>
                  </a:lnTo>
                  <a:lnTo>
                    <a:pt x="107275" y="11071"/>
                  </a:lnTo>
                  <a:lnTo>
                    <a:pt x="102356" y="13049"/>
                  </a:lnTo>
                  <a:lnTo>
                    <a:pt x="97503" y="15181"/>
                  </a:lnTo>
                  <a:lnTo>
                    <a:pt x="92719" y="17467"/>
                  </a:lnTo>
                  <a:lnTo>
                    <a:pt x="88011" y="19902"/>
                  </a:lnTo>
                  <a:lnTo>
                    <a:pt x="83382" y="22486"/>
                  </a:lnTo>
                  <a:lnTo>
                    <a:pt x="78837" y="25216"/>
                  </a:lnTo>
                  <a:lnTo>
                    <a:pt x="74381" y="28088"/>
                  </a:lnTo>
                  <a:lnTo>
                    <a:pt x="70018" y="31100"/>
                  </a:lnTo>
                  <a:lnTo>
                    <a:pt x="65754" y="34249"/>
                  </a:lnTo>
                  <a:lnTo>
                    <a:pt x="61591" y="37532"/>
                  </a:lnTo>
                  <a:lnTo>
                    <a:pt x="57534" y="40945"/>
                  </a:lnTo>
                  <a:lnTo>
                    <a:pt x="53588" y="44484"/>
                  </a:lnTo>
                  <a:lnTo>
                    <a:pt x="49755" y="48147"/>
                  </a:lnTo>
                  <a:lnTo>
                    <a:pt x="46041" y="51930"/>
                  </a:lnTo>
                  <a:lnTo>
                    <a:pt x="42449" y="55829"/>
                  </a:lnTo>
                  <a:lnTo>
                    <a:pt x="38982" y="59840"/>
                  </a:lnTo>
                  <a:lnTo>
                    <a:pt x="35644" y="63958"/>
                  </a:lnTo>
                  <a:lnTo>
                    <a:pt x="32438" y="68181"/>
                  </a:lnTo>
                  <a:lnTo>
                    <a:pt x="29368" y="72502"/>
                  </a:lnTo>
                  <a:lnTo>
                    <a:pt x="26437" y="76919"/>
                  </a:lnTo>
                  <a:lnTo>
                    <a:pt x="23647" y="81427"/>
                  </a:lnTo>
                  <a:lnTo>
                    <a:pt x="21001" y="86021"/>
                  </a:lnTo>
                  <a:lnTo>
                    <a:pt x="18502" y="90697"/>
                  </a:lnTo>
                  <a:lnTo>
                    <a:pt x="16153" y="95449"/>
                  </a:lnTo>
                  <a:lnTo>
                    <a:pt x="13956" y="100274"/>
                  </a:lnTo>
                  <a:lnTo>
                    <a:pt x="11912" y="105165"/>
                  </a:lnTo>
                  <a:lnTo>
                    <a:pt x="10025" y="110120"/>
                  </a:lnTo>
                  <a:lnTo>
                    <a:pt x="8296" y="115131"/>
                  </a:lnTo>
                  <a:lnTo>
                    <a:pt x="6727" y="120195"/>
                  </a:lnTo>
                  <a:lnTo>
                    <a:pt x="5319" y="125306"/>
                  </a:lnTo>
                  <a:lnTo>
                    <a:pt x="4074" y="130459"/>
                  </a:lnTo>
                  <a:lnTo>
                    <a:pt x="2993" y="135649"/>
                  </a:lnTo>
                  <a:lnTo>
                    <a:pt x="2077" y="140870"/>
                  </a:lnTo>
                  <a:lnTo>
                    <a:pt x="1327" y="146118"/>
                  </a:lnTo>
                  <a:lnTo>
                    <a:pt x="743" y="151388"/>
                  </a:lnTo>
                  <a:lnTo>
                    <a:pt x="328" y="156673"/>
                  </a:lnTo>
                  <a:lnTo>
                    <a:pt x="80" y="161968"/>
                  </a:lnTo>
                  <a:lnTo>
                    <a:pt x="0" y="167269"/>
                  </a:lnTo>
                  <a:lnTo>
                    <a:pt x="88" y="172570"/>
                  </a:lnTo>
                  <a:lnTo>
                    <a:pt x="344" y="177865"/>
                  </a:lnTo>
                  <a:lnTo>
                    <a:pt x="768" y="183149"/>
                  </a:lnTo>
                  <a:lnTo>
                    <a:pt x="1359" y="188417"/>
                  </a:lnTo>
                  <a:lnTo>
                    <a:pt x="2117" y="193664"/>
                  </a:lnTo>
                  <a:lnTo>
                    <a:pt x="3041" y="198884"/>
                  </a:lnTo>
                  <a:lnTo>
                    <a:pt x="4130" y="204073"/>
                  </a:lnTo>
                  <a:lnTo>
                    <a:pt x="5383" y="209224"/>
                  </a:lnTo>
                  <a:lnTo>
                    <a:pt x="6799" y="214333"/>
                  </a:lnTo>
                  <a:lnTo>
                    <a:pt x="8376" y="219394"/>
                  </a:lnTo>
                  <a:lnTo>
                    <a:pt x="10113" y="224403"/>
                  </a:lnTo>
                  <a:lnTo>
                    <a:pt x="12007" y="229354"/>
                  </a:lnTo>
                  <a:lnTo>
                    <a:pt x="14058" y="234243"/>
                  </a:lnTo>
                  <a:lnTo>
                    <a:pt x="16263" y="239064"/>
                  </a:lnTo>
                  <a:lnTo>
                    <a:pt x="18619" y="243813"/>
                  </a:lnTo>
                  <a:lnTo>
                    <a:pt x="21125" y="248485"/>
                  </a:lnTo>
                  <a:lnTo>
                    <a:pt x="23778" y="253074"/>
                  </a:lnTo>
                  <a:lnTo>
                    <a:pt x="26575" y="257578"/>
                  </a:lnTo>
                  <a:lnTo>
                    <a:pt x="29513" y="261990"/>
                  </a:lnTo>
                  <a:lnTo>
                    <a:pt x="32590" y="266308"/>
                  </a:lnTo>
                  <a:lnTo>
                    <a:pt x="35802" y="270525"/>
                  </a:lnTo>
                  <a:lnTo>
                    <a:pt x="39146" y="274638"/>
                  </a:lnTo>
                  <a:lnTo>
                    <a:pt x="42619" y="278644"/>
                  </a:lnTo>
                  <a:lnTo>
                    <a:pt x="46218" y="282537"/>
                  </a:lnTo>
                  <a:lnTo>
                    <a:pt x="49937" y="286314"/>
                  </a:lnTo>
                  <a:lnTo>
                    <a:pt x="53775" y="289971"/>
                  </a:lnTo>
                  <a:lnTo>
                    <a:pt x="57727" y="293505"/>
                  </a:lnTo>
                  <a:lnTo>
                    <a:pt x="61789" y="296912"/>
                  </a:lnTo>
                  <a:lnTo>
                    <a:pt x="65957" y="300188"/>
                  </a:lnTo>
                  <a:lnTo>
                    <a:pt x="70226" y="303330"/>
                  </a:lnTo>
                  <a:lnTo>
                    <a:pt x="74594" y="306336"/>
                  </a:lnTo>
                  <a:lnTo>
                    <a:pt x="79054" y="309201"/>
                  </a:lnTo>
                  <a:lnTo>
                    <a:pt x="83603" y="311924"/>
                  </a:lnTo>
                  <a:lnTo>
                    <a:pt x="88236" y="314501"/>
                  </a:lnTo>
                  <a:lnTo>
                    <a:pt x="92948" y="316929"/>
                  </a:lnTo>
                  <a:lnTo>
                    <a:pt x="97735" y="319207"/>
                  </a:lnTo>
                  <a:lnTo>
                    <a:pt x="102592" y="321333"/>
                  </a:lnTo>
                  <a:lnTo>
                    <a:pt x="107513" y="323303"/>
                  </a:lnTo>
                  <a:lnTo>
                    <a:pt x="112495" y="325116"/>
                  </a:lnTo>
                  <a:lnTo>
                    <a:pt x="117532" y="326770"/>
                  </a:lnTo>
                  <a:lnTo>
                    <a:pt x="122618" y="328263"/>
                  </a:lnTo>
                  <a:lnTo>
                    <a:pt x="127750" y="329595"/>
                  </a:lnTo>
                  <a:lnTo>
                    <a:pt x="132921" y="330763"/>
                  </a:lnTo>
                  <a:lnTo>
                    <a:pt x="138126" y="331767"/>
                  </a:lnTo>
                  <a:lnTo>
                    <a:pt x="143361" y="332605"/>
                  </a:lnTo>
                  <a:lnTo>
                    <a:pt x="148620" y="333277"/>
                  </a:lnTo>
                  <a:lnTo>
                    <a:pt x="153897" y="333781"/>
                  </a:lnTo>
                  <a:lnTo>
                    <a:pt x="159188" y="334118"/>
                  </a:lnTo>
                  <a:lnTo>
                    <a:pt x="164486" y="334287"/>
                  </a:lnTo>
                  <a:lnTo>
                    <a:pt x="169788" y="334288"/>
                  </a:lnTo>
                  <a:lnTo>
                    <a:pt x="175086" y="334121"/>
                  </a:lnTo>
                  <a:lnTo>
                    <a:pt x="180377" y="333786"/>
                  </a:lnTo>
                  <a:lnTo>
                    <a:pt x="185655" y="333283"/>
                  </a:lnTo>
                  <a:lnTo>
                    <a:pt x="190913" y="332613"/>
                  </a:lnTo>
                  <a:lnTo>
                    <a:pt x="196148" y="331777"/>
                  </a:lnTo>
                  <a:lnTo>
                    <a:pt x="201354" y="330775"/>
                  </a:lnTo>
                  <a:lnTo>
                    <a:pt x="206526" y="329609"/>
                  </a:lnTo>
                  <a:lnTo>
                    <a:pt x="211658" y="328279"/>
                  </a:lnTo>
                  <a:lnTo>
                    <a:pt x="216745" y="326788"/>
                  </a:lnTo>
                  <a:lnTo>
                    <a:pt x="221782" y="325135"/>
                  </a:lnTo>
                  <a:lnTo>
                    <a:pt x="226764" y="323324"/>
                  </a:lnTo>
                  <a:lnTo>
                    <a:pt x="231687" y="321356"/>
                  </a:lnTo>
                  <a:lnTo>
                    <a:pt x="236544" y="319232"/>
                  </a:lnTo>
                  <a:lnTo>
                    <a:pt x="241332" y="316956"/>
                  </a:lnTo>
                  <a:lnTo>
                    <a:pt x="246045" y="314529"/>
                  </a:lnTo>
                  <a:lnTo>
                    <a:pt x="250679" y="311954"/>
                  </a:lnTo>
                  <a:lnTo>
                    <a:pt x="255229" y="309233"/>
                  </a:lnTo>
                  <a:lnTo>
                    <a:pt x="259690" y="306369"/>
                  </a:lnTo>
                  <a:lnTo>
                    <a:pt x="264058" y="303365"/>
                  </a:lnTo>
                  <a:lnTo>
                    <a:pt x="268329" y="300224"/>
                  </a:lnTo>
                  <a:lnTo>
                    <a:pt x="272498" y="296950"/>
                  </a:lnTo>
                  <a:lnTo>
                    <a:pt x="276561" y="293544"/>
                  </a:lnTo>
                  <a:lnTo>
                    <a:pt x="280515" y="290012"/>
                  </a:lnTo>
                  <a:lnTo>
                    <a:pt x="284354" y="286356"/>
                  </a:lnTo>
                  <a:lnTo>
                    <a:pt x="288075" y="282580"/>
                  </a:lnTo>
                  <a:lnTo>
                    <a:pt x="291675" y="278688"/>
                  </a:lnTo>
                  <a:lnTo>
                    <a:pt x="295149" y="274684"/>
                  </a:lnTo>
                  <a:lnTo>
                    <a:pt x="298495" y="270572"/>
                  </a:lnTo>
                  <a:lnTo>
                    <a:pt x="301708" y="266356"/>
                  </a:lnTo>
                  <a:lnTo>
                    <a:pt x="304787" y="262040"/>
                  </a:lnTo>
                  <a:lnTo>
                    <a:pt x="307727" y="257628"/>
                  </a:lnTo>
                  <a:lnTo>
                    <a:pt x="310525" y="253126"/>
                  </a:lnTo>
                  <a:lnTo>
                    <a:pt x="313180" y="248537"/>
                  </a:lnTo>
                  <a:lnTo>
                    <a:pt x="315687" y="243866"/>
                  </a:lnTo>
                  <a:lnTo>
                    <a:pt x="318045" y="239118"/>
                  </a:lnTo>
                  <a:lnTo>
                    <a:pt x="320252" y="234298"/>
                  </a:lnTo>
                  <a:lnTo>
                    <a:pt x="322304" y="229410"/>
                  </a:lnTo>
                  <a:lnTo>
                    <a:pt x="324201" y="224459"/>
                  </a:lnTo>
                  <a:lnTo>
                    <a:pt x="325939" y="219451"/>
                  </a:lnTo>
                  <a:lnTo>
                    <a:pt x="327518" y="214390"/>
                  </a:lnTo>
                  <a:lnTo>
                    <a:pt x="328936" y="209282"/>
                  </a:lnTo>
                  <a:lnTo>
                    <a:pt x="330190" y="204131"/>
                  </a:lnTo>
                  <a:lnTo>
                    <a:pt x="331281" y="198943"/>
                  </a:lnTo>
                  <a:lnTo>
                    <a:pt x="332207" y="193723"/>
                  </a:lnTo>
                  <a:lnTo>
                    <a:pt x="332967" y="188477"/>
                  </a:lnTo>
                  <a:lnTo>
                    <a:pt x="333560" y="183209"/>
                  </a:lnTo>
                  <a:lnTo>
                    <a:pt x="333986" y="177925"/>
                  </a:lnTo>
                  <a:lnTo>
                    <a:pt x="334244" y="172629"/>
                  </a:lnTo>
                  <a:lnTo>
                    <a:pt x="334334" y="167329"/>
                  </a:lnTo>
                  <a:lnTo>
                    <a:pt x="334256" y="162028"/>
                  </a:lnTo>
                  <a:lnTo>
                    <a:pt x="334010" y="156732"/>
                  </a:lnTo>
                  <a:lnTo>
                    <a:pt x="333596" y="151447"/>
                  </a:lnTo>
                  <a:lnTo>
                    <a:pt x="333015" y="146178"/>
                  </a:lnTo>
                  <a:lnTo>
                    <a:pt x="332267" y="140930"/>
                  </a:lnTo>
                  <a:lnTo>
                    <a:pt x="331352" y="135708"/>
                  </a:lnTo>
                  <a:lnTo>
                    <a:pt x="330273" y="130517"/>
                  </a:lnTo>
                  <a:lnTo>
                    <a:pt x="329030" y="125364"/>
                  </a:lnTo>
                  <a:lnTo>
                    <a:pt x="327624" y="120252"/>
                  </a:lnTo>
                  <a:lnTo>
                    <a:pt x="326056" y="115188"/>
                  </a:lnTo>
                  <a:lnTo>
                    <a:pt x="324329" y="110176"/>
                  </a:lnTo>
                  <a:lnTo>
                    <a:pt x="322444" y="105221"/>
                  </a:lnTo>
                  <a:lnTo>
                    <a:pt x="320402" y="100329"/>
                  </a:lnTo>
                  <a:lnTo>
                    <a:pt x="318207" y="95503"/>
                  </a:lnTo>
                  <a:lnTo>
                    <a:pt x="315859" y="90750"/>
                  </a:lnTo>
                  <a:lnTo>
                    <a:pt x="313362" y="86074"/>
                  </a:lnTo>
                  <a:lnTo>
                    <a:pt x="310718" y="81479"/>
                  </a:lnTo>
                  <a:lnTo>
                    <a:pt x="307929" y="76970"/>
                  </a:lnTo>
                  <a:lnTo>
                    <a:pt x="304999" y="72552"/>
                  </a:lnTo>
                  <a:lnTo>
                    <a:pt x="301931" y="68229"/>
                  </a:lnTo>
                  <a:lnTo>
                    <a:pt x="298727" y="64005"/>
                  </a:lnTo>
                  <a:lnTo>
                    <a:pt x="295390" y="59886"/>
                  </a:lnTo>
                  <a:lnTo>
                    <a:pt x="291925" y="55874"/>
                  </a:lnTo>
                  <a:lnTo>
                    <a:pt x="288334" y="51974"/>
                  </a:lnTo>
                  <a:lnTo>
                    <a:pt x="284621" y="48190"/>
                  </a:lnTo>
                  <a:lnTo>
                    <a:pt x="280790" y="44525"/>
                  </a:lnTo>
                  <a:lnTo>
                    <a:pt x="276845" y="40984"/>
                  </a:lnTo>
                  <a:lnTo>
                    <a:pt x="272790" y="37570"/>
                  </a:lnTo>
                  <a:lnTo>
                    <a:pt x="268628" y="34285"/>
                  </a:lnTo>
                  <a:lnTo>
                    <a:pt x="264364" y="31135"/>
                  </a:lnTo>
                  <a:lnTo>
                    <a:pt x="260003" y="28121"/>
                  </a:lnTo>
                  <a:lnTo>
                    <a:pt x="255548" y="25248"/>
                  </a:lnTo>
                  <a:lnTo>
                    <a:pt x="251004" y="22517"/>
                  </a:lnTo>
                  <a:lnTo>
                    <a:pt x="246376" y="19931"/>
                  </a:lnTo>
                  <a:lnTo>
                    <a:pt x="241668" y="17493"/>
                  </a:lnTo>
                  <a:lnTo>
                    <a:pt x="236886" y="15206"/>
                  </a:lnTo>
                  <a:lnTo>
                    <a:pt x="232033" y="13072"/>
                  </a:lnTo>
                  <a:lnTo>
                    <a:pt x="227115" y="11093"/>
                  </a:lnTo>
                  <a:lnTo>
                    <a:pt x="222137" y="9270"/>
                  </a:lnTo>
                  <a:lnTo>
                    <a:pt x="217103" y="7606"/>
                  </a:lnTo>
                  <a:lnTo>
                    <a:pt x="212019" y="6103"/>
                  </a:lnTo>
                  <a:lnTo>
                    <a:pt x="206890" y="4762"/>
                  </a:lnTo>
                  <a:lnTo>
                    <a:pt x="201722" y="3584"/>
                  </a:lnTo>
                  <a:lnTo>
                    <a:pt x="196518" y="2571"/>
                  </a:lnTo>
                  <a:lnTo>
                    <a:pt x="191285" y="1723"/>
                  </a:lnTo>
                  <a:lnTo>
                    <a:pt x="186028" y="1041"/>
                  </a:lnTo>
                  <a:lnTo>
                    <a:pt x="180751" y="527"/>
                  </a:lnTo>
                  <a:lnTo>
                    <a:pt x="175461" y="180"/>
                  </a:lnTo>
                  <a:lnTo>
                    <a:pt x="170163" y="1"/>
                  </a:lnTo>
                  <a:lnTo>
                    <a:pt x="167167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2996" cy="167167"/>
            </a:xfrm>
            <a:custGeom>
              <a:avLst/>
              <a:pathLst>
                <a:path w="2996" h="167167">
                  <a:moveTo>
                    <a:pt x="2996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6619" y="2633064"/>
              <a:ext cx="32392" cy="167167"/>
            </a:xfrm>
            <a:custGeom>
              <a:avLst/>
              <a:pathLst>
                <a:path w="32392" h="167167">
                  <a:moveTo>
                    <a:pt x="32392" y="0"/>
                  </a:moveTo>
                  <a:lnTo>
                    <a:pt x="25874" y="127"/>
                  </a:lnTo>
                  <a:lnTo>
                    <a:pt x="19366" y="508"/>
                  </a:lnTo>
                  <a:lnTo>
                    <a:pt x="12877" y="1142"/>
                  </a:lnTo>
                  <a:lnTo>
                    <a:pt x="6419" y="2030"/>
                  </a:lnTo>
                  <a:lnTo>
                    <a:pt x="0" y="3168"/>
                  </a:lnTo>
                  <a:lnTo>
                    <a:pt x="3239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6619" y="2636232"/>
              <a:ext cx="32392" cy="163999"/>
            </a:xfrm>
            <a:custGeom>
              <a:avLst/>
              <a:pathLst>
                <a:path w="32392" h="163999">
                  <a:moveTo>
                    <a:pt x="0" y="0"/>
                  </a:moveTo>
                  <a:lnTo>
                    <a:pt x="32392" y="1639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63" y="2636232"/>
              <a:ext cx="334311" cy="331164"/>
            </a:xfrm>
            <a:custGeom>
              <a:avLst/>
              <a:pathLst>
                <a:path w="334311" h="331164">
                  <a:moveTo>
                    <a:pt x="134755" y="0"/>
                  </a:moveTo>
                  <a:lnTo>
                    <a:pt x="129583" y="1106"/>
                  </a:lnTo>
                  <a:lnTo>
                    <a:pt x="124450" y="2376"/>
                  </a:lnTo>
                  <a:lnTo>
                    <a:pt x="119359" y="3807"/>
                  </a:lnTo>
                  <a:lnTo>
                    <a:pt x="114316" y="5399"/>
                  </a:lnTo>
                  <a:lnTo>
                    <a:pt x="109325" y="7150"/>
                  </a:lnTo>
                  <a:lnTo>
                    <a:pt x="104393" y="9057"/>
                  </a:lnTo>
                  <a:lnTo>
                    <a:pt x="99523" y="11120"/>
                  </a:lnTo>
                  <a:lnTo>
                    <a:pt x="94722" y="13335"/>
                  </a:lnTo>
                  <a:lnTo>
                    <a:pt x="89992" y="15701"/>
                  </a:lnTo>
                  <a:lnTo>
                    <a:pt x="85340" y="18216"/>
                  </a:lnTo>
                  <a:lnTo>
                    <a:pt x="80770" y="20877"/>
                  </a:lnTo>
                  <a:lnTo>
                    <a:pt x="76286" y="23681"/>
                  </a:lnTo>
                  <a:lnTo>
                    <a:pt x="71893" y="26625"/>
                  </a:lnTo>
                  <a:lnTo>
                    <a:pt x="67595" y="29707"/>
                  </a:lnTo>
                  <a:lnTo>
                    <a:pt x="63397" y="32923"/>
                  </a:lnTo>
                  <a:lnTo>
                    <a:pt x="59303" y="36270"/>
                  </a:lnTo>
                  <a:lnTo>
                    <a:pt x="55317" y="39745"/>
                  </a:lnTo>
                  <a:lnTo>
                    <a:pt x="51442" y="43345"/>
                  </a:lnTo>
                  <a:lnTo>
                    <a:pt x="47684" y="47065"/>
                  </a:lnTo>
                  <a:lnTo>
                    <a:pt x="44045" y="50902"/>
                  </a:lnTo>
                  <a:lnTo>
                    <a:pt x="40529" y="54853"/>
                  </a:lnTo>
                  <a:lnTo>
                    <a:pt x="37140" y="58912"/>
                  </a:lnTo>
                  <a:lnTo>
                    <a:pt x="33881" y="63077"/>
                  </a:lnTo>
                  <a:lnTo>
                    <a:pt x="30755" y="67343"/>
                  </a:lnTo>
                  <a:lnTo>
                    <a:pt x="27766" y="71706"/>
                  </a:lnTo>
                  <a:lnTo>
                    <a:pt x="24917" y="76161"/>
                  </a:lnTo>
                  <a:lnTo>
                    <a:pt x="22209" y="80704"/>
                  </a:lnTo>
                  <a:lnTo>
                    <a:pt x="19647" y="85330"/>
                  </a:lnTo>
                  <a:lnTo>
                    <a:pt x="17233" y="90035"/>
                  </a:lnTo>
                  <a:lnTo>
                    <a:pt x="14968" y="94814"/>
                  </a:lnTo>
                  <a:lnTo>
                    <a:pt x="12856" y="99662"/>
                  </a:lnTo>
                  <a:lnTo>
                    <a:pt x="10898" y="104575"/>
                  </a:lnTo>
                  <a:lnTo>
                    <a:pt x="9097" y="109547"/>
                  </a:lnTo>
                  <a:lnTo>
                    <a:pt x="7453" y="114573"/>
                  </a:lnTo>
                  <a:lnTo>
                    <a:pt x="5970" y="119649"/>
                  </a:lnTo>
                  <a:lnTo>
                    <a:pt x="4648" y="124770"/>
                  </a:lnTo>
                  <a:lnTo>
                    <a:pt x="3488" y="129929"/>
                  </a:lnTo>
                  <a:lnTo>
                    <a:pt x="2492" y="135123"/>
                  </a:lnTo>
                  <a:lnTo>
                    <a:pt x="1661" y="140346"/>
                  </a:lnTo>
                  <a:lnTo>
                    <a:pt x="996" y="145592"/>
                  </a:lnTo>
                  <a:lnTo>
                    <a:pt x="497" y="150857"/>
                  </a:lnTo>
                  <a:lnTo>
                    <a:pt x="165" y="156135"/>
                  </a:lnTo>
                  <a:lnTo>
                    <a:pt x="0" y="161421"/>
                  </a:lnTo>
                  <a:lnTo>
                    <a:pt x="2" y="166709"/>
                  </a:lnTo>
                  <a:lnTo>
                    <a:pt x="171" y="171995"/>
                  </a:lnTo>
                  <a:lnTo>
                    <a:pt x="507" y="177273"/>
                  </a:lnTo>
                  <a:lnTo>
                    <a:pt x="1011" y="182537"/>
                  </a:lnTo>
                  <a:lnTo>
                    <a:pt x="1680" y="187783"/>
                  </a:lnTo>
                  <a:lnTo>
                    <a:pt x="2515" y="193005"/>
                  </a:lnTo>
                  <a:lnTo>
                    <a:pt x="3515" y="198198"/>
                  </a:lnTo>
                  <a:lnTo>
                    <a:pt x="4679" y="203356"/>
                  </a:lnTo>
                  <a:lnTo>
                    <a:pt x="6005" y="208476"/>
                  </a:lnTo>
                  <a:lnTo>
                    <a:pt x="7493" y="213551"/>
                  </a:lnTo>
                  <a:lnTo>
                    <a:pt x="9140" y="218576"/>
                  </a:lnTo>
                  <a:lnTo>
                    <a:pt x="10945" y="223547"/>
                  </a:lnTo>
                  <a:lnTo>
                    <a:pt x="12907" y="228458"/>
                  </a:lnTo>
                  <a:lnTo>
                    <a:pt x="15023" y="233304"/>
                  </a:lnTo>
                  <a:lnTo>
                    <a:pt x="17292" y="238081"/>
                  </a:lnTo>
                  <a:lnTo>
                    <a:pt x="19710" y="242784"/>
                  </a:lnTo>
                  <a:lnTo>
                    <a:pt x="22276" y="247409"/>
                  </a:lnTo>
                  <a:lnTo>
                    <a:pt x="24987" y="251949"/>
                  </a:lnTo>
                  <a:lnTo>
                    <a:pt x="27840" y="256402"/>
                  </a:lnTo>
                  <a:lnTo>
                    <a:pt x="30832" y="260762"/>
                  </a:lnTo>
                  <a:lnTo>
                    <a:pt x="33961" y="265026"/>
                  </a:lnTo>
                  <a:lnTo>
                    <a:pt x="37223" y="269188"/>
                  </a:lnTo>
                  <a:lnTo>
                    <a:pt x="40616" y="273245"/>
                  </a:lnTo>
                  <a:lnTo>
                    <a:pt x="44135" y="277193"/>
                  </a:lnTo>
                  <a:lnTo>
                    <a:pt x="47777" y="281027"/>
                  </a:lnTo>
                  <a:lnTo>
                    <a:pt x="51538" y="284744"/>
                  </a:lnTo>
                  <a:lnTo>
                    <a:pt x="55415" y="288341"/>
                  </a:lnTo>
                  <a:lnTo>
                    <a:pt x="59404" y="291813"/>
                  </a:lnTo>
                  <a:lnTo>
                    <a:pt x="63501" y="295157"/>
                  </a:lnTo>
                  <a:lnTo>
                    <a:pt x="67702" y="298370"/>
                  </a:lnTo>
                  <a:lnTo>
                    <a:pt x="72002" y="301448"/>
                  </a:lnTo>
                  <a:lnTo>
                    <a:pt x="76397" y="304389"/>
                  </a:lnTo>
                  <a:lnTo>
                    <a:pt x="80883" y="307189"/>
                  </a:lnTo>
                  <a:lnTo>
                    <a:pt x="85456" y="309846"/>
                  </a:lnTo>
                  <a:lnTo>
                    <a:pt x="90110" y="312357"/>
                  </a:lnTo>
                  <a:lnTo>
                    <a:pt x="94841" y="314720"/>
                  </a:lnTo>
                  <a:lnTo>
                    <a:pt x="99645" y="316931"/>
                  </a:lnTo>
                  <a:lnTo>
                    <a:pt x="104516" y="318990"/>
                  </a:lnTo>
                  <a:lnTo>
                    <a:pt x="109450" y="320893"/>
                  </a:lnTo>
                  <a:lnTo>
                    <a:pt x="114442" y="322640"/>
                  </a:lnTo>
                  <a:lnTo>
                    <a:pt x="119486" y="324228"/>
                  </a:lnTo>
                  <a:lnTo>
                    <a:pt x="124578" y="325655"/>
                  </a:lnTo>
                  <a:lnTo>
                    <a:pt x="129713" y="326921"/>
                  </a:lnTo>
                  <a:lnTo>
                    <a:pt x="134885" y="328023"/>
                  </a:lnTo>
                  <a:lnTo>
                    <a:pt x="140090" y="328962"/>
                  </a:lnTo>
                  <a:lnTo>
                    <a:pt x="145321" y="329735"/>
                  </a:lnTo>
                  <a:lnTo>
                    <a:pt x="150574" y="330342"/>
                  </a:lnTo>
                  <a:lnTo>
                    <a:pt x="155844" y="330783"/>
                  </a:lnTo>
                  <a:lnTo>
                    <a:pt x="161126" y="331058"/>
                  </a:lnTo>
                  <a:lnTo>
                    <a:pt x="166413" y="331164"/>
                  </a:lnTo>
                  <a:lnTo>
                    <a:pt x="171701" y="331104"/>
                  </a:lnTo>
                  <a:lnTo>
                    <a:pt x="176985" y="330876"/>
                  </a:lnTo>
                  <a:lnTo>
                    <a:pt x="182258" y="330482"/>
                  </a:lnTo>
                  <a:lnTo>
                    <a:pt x="187517" y="329920"/>
                  </a:lnTo>
                  <a:lnTo>
                    <a:pt x="192755" y="329193"/>
                  </a:lnTo>
                  <a:lnTo>
                    <a:pt x="197967" y="328300"/>
                  </a:lnTo>
                  <a:lnTo>
                    <a:pt x="203149" y="327243"/>
                  </a:lnTo>
                  <a:lnTo>
                    <a:pt x="208295" y="326023"/>
                  </a:lnTo>
                  <a:lnTo>
                    <a:pt x="213399" y="324640"/>
                  </a:lnTo>
                  <a:lnTo>
                    <a:pt x="218457" y="323097"/>
                  </a:lnTo>
                  <a:lnTo>
                    <a:pt x="223464" y="321394"/>
                  </a:lnTo>
                  <a:lnTo>
                    <a:pt x="228414" y="319534"/>
                  </a:lnTo>
                  <a:lnTo>
                    <a:pt x="233303" y="317518"/>
                  </a:lnTo>
                  <a:lnTo>
                    <a:pt x="238126" y="315349"/>
                  </a:lnTo>
                  <a:lnTo>
                    <a:pt x="242878" y="313028"/>
                  </a:lnTo>
                  <a:lnTo>
                    <a:pt x="247554" y="310558"/>
                  </a:lnTo>
                  <a:lnTo>
                    <a:pt x="252150" y="307941"/>
                  </a:lnTo>
                  <a:lnTo>
                    <a:pt x="256660" y="305180"/>
                  </a:lnTo>
                  <a:lnTo>
                    <a:pt x="261081" y="302278"/>
                  </a:lnTo>
                  <a:lnTo>
                    <a:pt x="265408" y="299238"/>
                  </a:lnTo>
                  <a:lnTo>
                    <a:pt x="269637" y="296062"/>
                  </a:lnTo>
                  <a:lnTo>
                    <a:pt x="273763" y="292754"/>
                  </a:lnTo>
                  <a:lnTo>
                    <a:pt x="277782" y="289317"/>
                  </a:lnTo>
                  <a:lnTo>
                    <a:pt x="281691" y="285755"/>
                  </a:lnTo>
                  <a:lnTo>
                    <a:pt x="285485" y="282071"/>
                  </a:lnTo>
                  <a:lnTo>
                    <a:pt x="289161" y="278269"/>
                  </a:lnTo>
                  <a:lnTo>
                    <a:pt x="292714" y="274352"/>
                  </a:lnTo>
                  <a:lnTo>
                    <a:pt x="296142" y="270325"/>
                  </a:lnTo>
                  <a:lnTo>
                    <a:pt x="299441" y="266191"/>
                  </a:lnTo>
                  <a:lnTo>
                    <a:pt x="302607" y="261956"/>
                  </a:lnTo>
                  <a:lnTo>
                    <a:pt x="305638" y="257622"/>
                  </a:lnTo>
                  <a:lnTo>
                    <a:pt x="308530" y="253195"/>
                  </a:lnTo>
                  <a:lnTo>
                    <a:pt x="311280" y="248678"/>
                  </a:lnTo>
                  <a:lnTo>
                    <a:pt x="313887" y="244076"/>
                  </a:lnTo>
                  <a:lnTo>
                    <a:pt x="316346" y="239395"/>
                  </a:lnTo>
                  <a:lnTo>
                    <a:pt x="318656" y="234638"/>
                  </a:lnTo>
                  <a:lnTo>
                    <a:pt x="320815" y="229810"/>
                  </a:lnTo>
                  <a:lnTo>
                    <a:pt x="322820" y="224916"/>
                  </a:lnTo>
                  <a:lnTo>
                    <a:pt x="324669" y="219962"/>
                  </a:lnTo>
                  <a:lnTo>
                    <a:pt x="326360" y="214951"/>
                  </a:lnTo>
                  <a:lnTo>
                    <a:pt x="327892" y="209889"/>
                  </a:lnTo>
                  <a:lnTo>
                    <a:pt x="329263" y="204782"/>
                  </a:lnTo>
                  <a:lnTo>
                    <a:pt x="330472" y="199633"/>
                  </a:lnTo>
                  <a:lnTo>
                    <a:pt x="331518" y="194449"/>
                  </a:lnTo>
                  <a:lnTo>
                    <a:pt x="332399" y="189235"/>
                  </a:lnTo>
                  <a:lnTo>
                    <a:pt x="333114" y="183995"/>
                  </a:lnTo>
                  <a:lnTo>
                    <a:pt x="333664" y="178735"/>
                  </a:lnTo>
                  <a:lnTo>
                    <a:pt x="334046" y="173461"/>
                  </a:lnTo>
                  <a:lnTo>
                    <a:pt x="334262" y="168177"/>
                  </a:lnTo>
                  <a:lnTo>
                    <a:pt x="334311" y="162889"/>
                  </a:lnTo>
                  <a:lnTo>
                    <a:pt x="334192" y="157602"/>
                  </a:lnTo>
                  <a:lnTo>
                    <a:pt x="333906" y="152321"/>
                  </a:lnTo>
                  <a:lnTo>
                    <a:pt x="333453" y="147052"/>
                  </a:lnTo>
                  <a:lnTo>
                    <a:pt x="332834" y="141800"/>
                  </a:lnTo>
                  <a:lnTo>
                    <a:pt x="332049" y="136570"/>
                  </a:lnTo>
                  <a:lnTo>
                    <a:pt x="331099" y="131368"/>
                  </a:lnTo>
                  <a:lnTo>
                    <a:pt x="329985" y="126198"/>
                  </a:lnTo>
                  <a:lnTo>
                    <a:pt x="328708" y="121067"/>
                  </a:lnTo>
                  <a:lnTo>
                    <a:pt x="327269" y="115978"/>
                  </a:lnTo>
                  <a:lnTo>
                    <a:pt x="325670" y="110937"/>
                  </a:lnTo>
                  <a:lnTo>
                    <a:pt x="323912" y="105949"/>
                  </a:lnTo>
                  <a:lnTo>
                    <a:pt x="321997" y="101020"/>
                  </a:lnTo>
                  <a:lnTo>
                    <a:pt x="319928" y="96153"/>
                  </a:lnTo>
                  <a:lnTo>
                    <a:pt x="317705" y="91354"/>
                  </a:lnTo>
                  <a:lnTo>
                    <a:pt x="315332" y="86628"/>
                  </a:lnTo>
                  <a:lnTo>
                    <a:pt x="312811" y="81980"/>
                  </a:lnTo>
                  <a:lnTo>
                    <a:pt x="310143" y="77413"/>
                  </a:lnTo>
                  <a:lnTo>
                    <a:pt x="307333" y="72933"/>
                  </a:lnTo>
                  <a:lnTo>
                    <a:pt x="304382" y="68545"/>
                  </a:lnTo>
                  <a:lnTo>
                    <a:pt x="301294" y="64252"/>
                  </a:lnTo>
                  <a:lnTo>
                    <a:pt x="298072" y="60058"/>
                  </a:lnTo>
                  <a:lnTo>
                    <a:pt x="294719" y="55969"/>
                  </a:lnTo>
                  <a:lnTo>
                    <a:pt x="291238" y="51988"/>
                  </a:lnTo>
                  <a:lnTo>
                    <a:pt x="287633" y="48119"/>
                  </a:lnTo>
                  <a:lnTo>
                    <a:pt x="283907" y="44366"/>
                  </a:lnTo>
                  <a:lnTo>
                    <a:pt x="280064" y="40732"/>
                  </a:lnTo>
                  <a:lnTo>
                    <a:pt x="276109" y="37222"/>
                  </a:lnTo>
                  <a:lnTo>
                    <a:pt x="272044" y="33839"/>
                  </a:lnTo>
                  <a:lnTo>
                    <a:pt x="267875" y="30586"/>
                  </a:lnTo>
                  <a:lnTo>
                    <a:pt x="263604" y="27467"/>
                  </a:lnTo>
                  <a:lnTo>
                    <a:pt x="259237" y="24484"/>
                  </a:lnTo>
                  <a:lnTo>
                    <a:pt x="254778" y="21641"/>
                  </a:lnTo>
                  <a:lnTo>
                    <a:pt x="250231" y="18940"/>
                  </a:lnTo>
                  <a:lnTo>
                    <a:pt x="245601" y="16385"/>
                  </a:lnTo>
                  <a:lnTo>
                    <a:pt x="240893" y="13977"/>
                  </a:lnTo>
                  <a:lnTo>
                    <a:pt x="236111" y="11719"/>
                  </a:lnTo>
                  <a:lnTo>
                    <a:pt x="231259" y="9614"/>
                  </a:lnTo>
                  <a:lnTo>
                    <a:pt x="226344" y="7663"/>
                  </a:lnTo>
                  <a:lnTo>
                    <a:pt x="221369" y="5869"/>
                  </a:lnTo>
                  <a:lnTo>
                    <a:pt x="216340" y="4233"/>
                  </a:lnTo>
                  <a:lnTo>
                    <a:pt x="211262" y="2757"/>
                  </a:lnTo>
                  <a:lnTo>
                    <a:pt x="206140" y="1442"/>
                  </a:lnTo>
                  <a:lnTo>
                    <a:pt x="200978" y="290"/>
                  </a:lnTo>
                  <a:lnTo>
                    <a:pt x="167147" y="1639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33831" cy="167167"/>
            </a:xfrm>
            <a:custGeom>
              <a:avLst/>
              <a:pathLst>
                <a:path w="33831" h="167167">
                  <a:moveTo>
                    <a:pt x="33831" y="3459"/>
                  </a:moveTo>
                  <a:lnTo>
                    <a:pt x="27132" y="2216"/>
                  </a:lnTo>
                  <a:lnTo>
                    <a:pt x="20389" y="1248"/>
                  </a:lnTo>
                  <a:lnTo>
                    <a:pt x="13611" y="555"/>
                  </a:lnTo>
                  <a:lnTo>
                    <a:pt x="6811" y="1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1553" y="2126963"/>
              <a:ext cx="6919" cy="167167"/>
            </a:xfrm>
            <a:custGeom>
              <a:avLst/>
              <a:pathLst>
                <a:path w="6919" h="167167">
                  <a:moveTo>
                    <a:pt x="6919" y="0"/>
                  </a:moveTo>
                  <a:lnTo>
                    <a:pt x="0" y="143"/>
                  </a:lnTo>
                  <a:lnTo>
                    <a:pt x="691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553" y="2127106"/>
              <a:ext cx="6919" cy="167024"/>
            </a:xfrm>
            <a:custGeom>
              <a:avLst/>
              <a:pathLst>
                <a:path w="6919" h="167024">
                  <a:moveTo>
                    <a:pt x="0" y="0"/>
                  </a:moveTo>
                  <a:lnTo>
                    <a:pt x="6919" y="1670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05" y="2127106"/>
              <a:ext cx="167166" cy="333810"/>
            </a:xfrm>
            <a:custGeom>
              <a:avLst/>
              <a:pathLst>
                <a:path w="167166" h="333810">
                  <a:moveTo>
                    <a:pt x="160247" y="0"/>
                  </a:moveTo>
                  <a:lnTo>
                    <a:pt x="154920" y="305"/>
                  </a:lnTo>
                  <a:lnTo>
                    <a:pt x="149605" y="781"/>
                  </a:lnTo>
                  <a:lnTo>
                    <a:pt x="144308" y="1426"/>
                  </a:lnTo>
                  <a:lnTo>
                    <a:pt x="139034" y="2240"/>
                  </a:lnTo>
                  <a:lnTo>
                    <a:pt x="133789" y="3222"/>
                  </a:lnTo>
                  <a:lnTo>
                    <a:pt x="128578" y="4371"/>
                  </a:lnTo>
                  <a:lnTo>
                    <a:pt x="123406" y="5685"/>
                  </a:lnTo>
                  <a:lnTo>
                    <a:pt x="118279" y="7164"/>
                  </a:lnTo>
                  <a:lnTo>
                    <a:pt x="113202" y="8806"/>
                  </a:lnTo>
                  <a:lnTo>
                    <a:pt x="108180" y="10609"/>
                  </a:lnTo>
                  <a:lnTo>
                    <a:pt x="103217" y="12571"/>
                  </a:lnTo>
                  <a:lnTo>
                    <a:pt x="98320" y="14691"/>
                  </a:lnTo>
                  <a:lnTo>
                    <a:pt x="93493" y="16966"/>
                  </a:lnTo>
                  <a:lnTo>
                    <a:pt x="88742" y="19394"/>
                  </a:lnTo>
                  <a:lnTo>
                    <a:pt x="84070" y="21972"/>
                  </a:lnTo>
                  <a:lnTo>
                    <a:pt x="79482" y="24698"/>
                  </a:lnTo>
                  <a:lnTo>
                    <a:pt x="74984" y="27569"/>
                  </a:lnTo>
                  <a:lnTo>
                    <a:pt x="70580" y="30583"/>
                  </a:lnTo>
                  <a:lnTo>
                    <a:pt x="66275" y="33735"/>
                  </a:lnTo>
                  <a:lnTo>
                    <a:pt x="62072" y="37023"/>
                  </a:lnTo>
                  <a:lnTo>
                    <a:pt x="57976" y="40443"/>
                  </a:lnTo>
                  <a:lnTo>
                    <a:pt x="53992" y="43993"/>
                  </a:lnTo>
                  <a:lnTo>
                    <a:pt x="50123" y="47668"/>
                  </a:lnTo>
                  <a:lnTo>
                    <a:pt x="46373" y="51464"/>
                  </a:lnTo>
                  <a:lnTo>
                    <a:pt x="42746" y="55378"/>
                  </a:lnTo>
                  <a:lnTo>
                    <a:pt x="39246" y="59406"/>
                  </a:lnTo>
                  <a:lnTo>
                    <a:pt x="35877" y="63544"/>
                  </a:lnTo>
                  <a:lnTo>
                    <a:pt x="32641" y="67787"/>
                  </a:lnTo>
                  <a:lnTo>
                    <a:pt x="29542" y="72131"/>
                  </a:lnTo>
                  <a:lnTo>
                    <a:pt x="26584" y="76572"/>
                  </a:lnTo>
                  <a:lnTo>
                    <a:pt x="23768" y="81105"/>
                  </a:lnTo>
                  <a:lnTo>
                    <a:pt x="21099" y="85726"/>
                  </a:lnTo>
                  <a:lnTo>
                    <a:pt x="18579" y="90429"/>
                  </a:lnTo>
                  <a:lnTo>
                    <a:pt x="16210" y="95211"/>
                  </a:lnTo>
                  <a:lnTo>
                    <a:pt x="13995" y="100065"/>
                  </a:lnTo>
                  <a:lnTo>
                    <a:pt x="11936" y="104988"/>
                  </a:lnTo>
                  <a:lnTo>
                    <a:pt x="10035" y="109974"/>
                  </a:lnTo>
                  <a:lnTo>
                    <a:pt x="8294" y="115019"/>
                  </a:lnTo>
                  <a:lnTo>
                    <a:pt x="6715" y="120116"/>
                  </a:lnTo>
                  <a:lnTo>
                    <a:pt x="5300" y="125261"/>
                  </a:lnTo>
                  <a:lnTo>
                    <a:pt x="4049" y="130448"/>
                  </a:lnTo>
                  <a:lnTo>
                    <a:pt x="2965" y="135673"/>
                  </a:lnTo>
                  <a:lnTo>
                    <a:pt x="2048" y="140930"/>
                  </a:lnTo>
                  <a:lnTo>
                    <a:pt x="1299" y="146213"/>
                  </a:lnTo>
                  <a:lnTo>
                    <a:pt x="719" y="151518"/>
                  </a:lnTo>
                  <a:lnTo>
                    <a:pt x="309" y="156838"/>
                  </a:lnTo>
                  <a:lnTo>
                    <a:pt x="69" y="162169"/>
                  </a:lnTo>
                  <a:lnTo>
                    <a:pt x="0" y="167505"/>
                  </a:lnTo>
                  <a:lnTo>
                    <a:pt x="100" y="172840"/>
                  </a:lnTo>
                  <a:lnTo>
                    <a:pt x="371" y="178169"/>
                  </a:lnTo>
                  <a:lnTo>
                    <a:pt x="811" y="183487"/>
                  </a:lnTo>
                  <a:lnTo>
                    <a:pt x="1422" y="188788"/>
                  </a:lnTo>
                  <a:lnTo>
                    <a:pt x="2201" y="194067"/>
                  </a:lnTo>
                  <a:lnTo>
                    <a:pt x="3148" y="199319"/>
                  </a:lnTo>
                  <a:lnTo>
                    <a:pt x="4262" y="204537"/>
                  </a:lnTo>
                  <a:lnTo>
                    <a:pt x="5543" y="209717"/>
                  </a:lnTo>
                  <a:lnTo>
                    <a:pt x="6988" y="214854"/>
                  </a:lnTo>
                  <a:lnTo>
                    <a:pt x="8596" y="219942"/>
                  </a:lnTo>
                  <a:lnTo>
                    <a:pt x="10366" y="224976"/>
                  </a:lnTo>
                  <a:lnTo>
                    <a:pt x="12295" y="229951"/>
                  </a:lnTo>
                  <a:lnTo>
                    <a:pt x="14382" y="234862"/>
                  </a:lnTo>
                  <a:lnTo>
                    <a:pt x="16626" y="239704"/>
                  </a:lnTo>
                  <a:lnTo>
                    <a:pt x="19022" y="244472"/>
                  </a:lnTo>
                  <a:lnTo>
                    <a:pt x="21569" y="249161"/>
                  </a:lnTo>
                  <a:lnTo>
                    <a:pt x="24265" y="253766"/>
                  </a:lnTo>
                  <a:lnTo>
                    <a:pt x="27106" y="258283"/>
                  </a:lnTo>
                  <a:lnTo>
                    <a:pt x="30090" y="262706"/>
                  </a:lnTo>
                  <a:lnTo>
                    <a:pt x="33214" y="267033"/>
                  </a:lnTo>
                  <a:lnTo>
                    <a:pt x="36474" y="271257"/>
                  </a:lnTo>
                  <a:lnTo>
                    <a:pt x="39868" y="275375"/>
                  </a:lnTo>
                  <a:lnTo>
                    <a:pt x="43391" y="279383"/>
                  </a:lnTo>
                  <a:lnTo>
                    <a:pt x="47040" y="283276"/>
                  </a:lnTo>
                  <a:lnTo>
                    <a:pt x="50812" y="287051"/>
                  </a:lnTo>
                  <a:lnTo>
                    <a:pt x="54702" y="290704"/>
                  </a:lnTo>
                  <a:lnTo>
                    <a:pt x="58707" y="294230"/>
                  </a:lnTo>
                  <a:lnTo>
                    <a:pt x="62822" y="297627"/>
                  </a:lnTo>
                  <a:lnTo>
                    <a:pt x="67044" y="300891"/>
                  </a:lnTo>
                  <a:lnTo>
                    <a:pt x="71367" y="304018"/>
                  </a:lnTo>
                  <a:lnTo>
                    <a:pt x="75788" y="307006"/>
                  </a:lnTo>
                  <a:lnTo>
                    <a:pt x="80303" y="309851"/>
                  </a:lnTo>
                  <a:lnTo>
                    <a:pt x="84906" y="312551"/>
                  </a:lnTo>
                  <a:lnTo>
                    <a:pt x="89592" y="315102"/>
                  </a:lnTo>
                  <a:lnTo>
                    <a:pt x="94358" y="317503"/>
                  </a:lnTo>
                  <a:lnTo>
                    <a:pt x="99198" y="319750"/>
                  </a:lnTo>
                  <a:lnTo>
                    <a:pt x="104107" y="321841"/>
                  </a:lnTo>
                  <a:lnTo>
                    <a:pt x="109081" y="323775"/>
                  </a:lnTo>
                  <a:lnTo>
                    <a:pt x="114113" y="325549"/>
                  </a:lnTo>
                  <a:lnTo>
                    <a:pt x="119200" y="327162"/>
                  </a:lnTo>
                  <a:lnTo>
                    <a:pt x="124335" y="328611"/>
                  </a:lnTo>
                  <a:lnTo>
                    <a:pt x="129515" y="329896"/>
                  </a:lnTo>
                  <a:lnTo>
                    <a:pt x="134732" y="331014"/>
                  </a:lnTo>
                  <a:lnTo>
                    <a:pt x="139983" y="331966"/>
                  </a:lnTo>
                  <a:lnTo>
                    <a:pt x="145261" y="332750"/>
                  </a:lnTo>
                  <a:lnTo>
                    <a:pt x="150562" y="333364"/>
                  </a:lnTo>
                  <a:lnTo>
                    <a:pt x="155879" y="333810"/>
                  </a:lnTo>
                  <a:lnTo>
                    <a:pt x="167166" y="1670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17185" y="2126963"/>
              <a:ext cx="178438" cy="334333"/>
            </a:xfrm>
            <a:custGeom>
              <a:avLst/>
              <a:pathLst>
                <a:path w="178438" h="334333">
                  <a:moveTo>
                    <a:pt x="0" y="333953"/>
                  </a:moveTo>
                  <a:lnTo>
                    <a:pt x="5304" y="334227"/>
                  </a:lnTo>
                  <a:lnTo>
                    <a:pt x="10614" y="334333"/>
                  </a:lnTo>
                  <a:lnTo>
                    <a:pt x="15925" y="334270"/>
                  </a:lnTo>
                  <a:lnTo>
                    <a:pt x="21231" y="334038"/>
                  </a:lnTo>
                  <a:lnTo>
                    <a:pt x="26528" y="333638"/>
                  </a:lnTo>
                  <a:lnTo>
                    <a:pt x="31808" y="333070"/>
                  </a:lnTo>
                  <a:lnTo>
                    <a:pt x="37069" y="332334"/>
                  </a:lnTo>
                  <a:lnTo>
                    <a:pt x="42303" y="331432"/>
                  </a:lnTo>
                  <a:lnTo>
                    <a:pt x="47505" y="330364"/>
                  </a:lnTo>
                  <a:lnTo>
                    <a:pt x="52672" y="329131"/>
                  </a:lnTo>
                  <a:lnTo>
                    <a:pt x="57796" y="327734"/>
                  </a:lnTo>
                  <a:lnTo>
                    <a:pt x="62874" y="326176"/>
                  </a:lnTo>
                  <a:lnTo>
                    <a:pt x="67899" y="324456"/>
                  </a:lnTo>
                  <a:lnTo>
                    <a:pt x="72867" y="322579"/>
                  </a:lnTo>
                  <a:lnTo>
                    <a:pt x="77773" y="320544"/>
                  </a:lnTo>
                  <a:lnTo>
                    <a:pt x="82612" y="318354"/>
                  </a:lnTo>
                  <a:lnTo>
                    <a:pt x="87379" y="316012"/>
                  </a:lnTo>
                  <a:lnTo>
                    <a:pt x="92070" y="313519"/>
                  </a:lnTo>
                  <a:lnTo>
                    <a:pt x="96678" y="310879"/>
                  </a:lnTo>
                  <a:lnTo>
                    <a:pt x="101201" y="308094"/>
                  </a:lnTo>
                  <a:lnTo>
                    <a:pt x="105632" y="305166"/>
                  </a:lnTo>
                  <a:lnTo>
                    <a:pt x="109969" y="302099"/>
                  </a:lnTo>
                  <a:lnTo>
                    <a:pt x="114206" y="298896"/>
                  </a:lnTo>
                  <a:lnTo>
                    <a:pt x="118338" y="295560"/>
                  </a:lnTo>
                  <a:lnTo>
                    <a:pt x="122363" y="292095"/>
                  </a:lnTo>
                  <a:lnTo>
                    <a:pt x="126276" y="288503"/>
                  </a:lnTo>
                  <a:lnTo>
                    <a:pt x="130073" y="284788"/>
                  </a:lnTo>
                  <a:lnTo>
                    <a:pt x="133749" y="280955"/>
                  </a:lnTo>
                  <a:lnTo>
                    <a:pt x="137302" y="277008"/>
                  </a:lnTo>
                  <a:lnTo>
                    <a:pt x="140728" y="272949"/>
                  </a:lnTo>
                  <a:lnTo>
                    <a:pt x="144023" y="268783"/>
                  </a:lnTo>
                  <a:lnTo>
                    <a:pt x="147185" y="264515"/>
                  </a:lnTo>
                  <a:lnTo>
                    <a:pt x="150209" y="260149"/>
                  </a:lnTo>
                  <a:lnTo>
                    <a:pt x="153092" y="255688"/>
                  </a:lnTo>
                  <a:lnTo>
                    <a:pt x="155833" y="251139"/>
                  </a:lnTo>
                  <a:lnTo>
                    <a:pt x="158428" y="246504"/>
                  </a:lnTo>
                  <a:lnTo>
                    <a:pt x="160874" y="241790"/>
                  </a:lnTo>
                  <a:lnTo>
                    <a:pt x="163169" y="237000"/>
                  </a:lnTo>
                  <a:lnTo>
                    <a:pt x="165311" y="232140"/>
                  </a:lnTo>
                  <a:lnTo>
                    <a:pt x="167297" y="227214"/>
                  </a:lnTo>
                  <a:lnTo>
                    <a:pt x="169126" y="222227"/>
                  </a:lnTo>
                  <a:lnTo>
                    <a:pt x="170796" y="217185"/>
                  </a:lnTo>
                  <a:lnTo>
                    <a:pt x="172304" y="212092"/>
                  </a:lnTo>
                  <a:lnTo>
                    <a:pt x="173650" y="206954"/>
                  </a:lnTo>
                  <a:lnTo>
                    <a:pt x="174832" y="201776"/>
                  </a:lnTo>
                  <a:lnTo>
                    <a:pt x="175849" y="196563"/>
                  </a:lnTo>
                  <a:lnTo>
                    <a:pt x="176700" y="191320"/>
                  </a:lnTo>
                  <a:lnTo>
                    <a:pt x="177384" y="186053"/>
                  </a:lnTo>
                  <a:lnTo>
                    <a:pt x="177900" y="180767"/>
                  </a:lnTo>
                  <a:lnTo>
                    <a:pt x="178248" y="175467"/>
                  </a:lnTo>
                  <a:lnTo>
                    <a:pt x="178427" y="170159"/>
                  </a:lnTo>
                  <a:lnTo>
                    <a:pt x="178438" y="164847"/>
                  </a:lnTo>
                  <a:lnTo>
                    <a:pt x="178280" y="159539"/>
                  </a:lnTo>
                  <a:lnTo>
                    <a:pt x="177953" y="154237"/>
                  </a:lnTo>
                  <a:lnTo>
                    <a:pt x="177458" y="148949"/>
                  </a:lnTo>
                  <a:lnTo>
                    <a:pt x="176796" y="143679"/>
                  </a:lnTo>
                  <a:lnTo>
                    <a:pt x="175966" y="138433"/>
                  </a:lnTo>
                  <a:lnTo>
                    <a:pt x="174970" y="133216"/>
                  </a:lnTo>
                  <a:lnTo>
                    <a:pt x="173809" y="128033"/>
                  </a:lnTo>
                  <a:lnTo>
                    <a:pt x="172484" y="122890"/>
                  </a:lnTo>
                  <a:lnTo>
                    <a:pt x="170996" y="117791"/>
                  </a:lnTo>
                  <a:lnTo>
                    <a:pt x="169346" y="112742"/>
                  </a:lnTo>
                  <a:lnTo>
                    <a:pt x="167538" y="107748"/>
                  </a:lnTo>
                  <a:lnTo>
                    <a:pt x="165571" y="102815"/>
                  </a:lnTo>
                  <a:lnTo>
                    <a:pt x="163449" y="97946"/>
                  </a:lnTo>
                  <a:lnTo>
                    <a:pt x="161173" y="93147"/>
                  </a:lnTo>
                  <a:lnTo>
                    <a:pt x="158746" y="88422"/>
                  </a:lnTo>
                  <a:lnTo>
                    <a:pt x="156170" y="83777"/>
                  </a:lnTo>
                  <a:lnTo>
                    <a:pt x="153447" y="79217"/>
                  </a:lnTo>
                  <a:lnTo>
                    <a:pt x="150582" y="74745"/>
                  </a:lnTo>
                  <a:lnTo>
                    <a:pt x="147575" y="70366"/>
                  </a:lnTo>
                  <a:lnTo>
                    <a:pt x="144431" y="66086"/>
                  </a:lnTo>
                  <a:lnTo>
                    <a:pt x="141153" y="61907"/>
                  </a:lnTo>
                  <a:lnTo>
                    <a:pt x="137743" y="57834"/>
                  </a:lnTo>
                  <a:lnTo>
                    <a:pt x="134206" y="53872"/>
                  </a:lnTo>
                  <a:lnTo>
                    <a:pt x="130545" y="50024"/>
                  </a:lnTo>
                  <a:lnTo>
                    <a:pt x="126763" y="46295"/>
                  </a:lnTo>
                  <a:lnTo>
                    <a:pt x="122865" y="42687"/>
                  </a:lnTo>
                  <a:lnTo>
                    <a:pt x="118854" y="39205"/>
                  </a:lnTo>
                  <a:lnTo>
                    <a:pt x="114735" y="35853"/>
                  </a:lnTo>
                  <a:lnTo>
                    <a:pt x="110511" y="32633"/>
                  </a:lnTo>
                  <a:lnTo>
                    <a:pt x="106187" y="29548"/>
                  </a:lnTo>
                  <a:lnTo>
                    <a:pt x="101767" y="26603"/>
                  </a:lnTo>
                  <a:lnTo>
                    <a:pt x="97256" y="23799"/>
                  </a:lnTo>
                  <a:lnTo>
                    <a:pt x="92658" y="21141"/>
                  </a:lnTo>
                  <a:lnTo>
                    <a:pt x="87978" y="18629"/>
                  </a:lnTo>
                  <a:lnTo>
                    <a:pt x="83220" y="16268"/>
                  </a:lnTo>
                  <a:lnTo>
                    <a:pt x="78390" y="14059"/>
                  </a:lnTo>
                  <a:lnTo>
                    <a:pt x="73492" y="12004"/>
                  </a:lnTo>
                  <a:lnTo>
                    <a:pt x="68531" y="10107"/>
                  </a:lnTo>
                  <a:lnTo>
                    <a:pt x="63513" y="8367"/>
                  </a:lnTo>
                  <a:lnTo>
                    <a:pt x="58442" y="6788"/>
                  </a:lnTo>
                  <a:lnTo>
                    <a:pt x="53323" y="5371"/>
                  </a:lnTo>
                  <a:lnTo>
                    <a:pt x="48162" y="4117"/>
                  </a:lnTo>
                  <a:lnTo>
                    <a:pt x="42963" y="3028"/>
                  </a:lnTo>
                  <a:lnTo>
                    <a:pt x="37733" y="2105"/>
                  </a:lnTo>
                  <a:lnTo>
                    <a:pt x="32476" y="1348"/>
                  </a:lnTo>
                  <a:lnTo>
                    <a:pt x="27197" y="758"/>
                  </a:lnTo>
                  <a:lnTo>
                    <a:pt x="21903" y="337"/>
                  </a:lnTo>
                  <a:lnTo>
                    <a:pt x="16597" y="84"/>
                  </a:lnTo>
                  <a:lnTo>
                    <a:pt x="11287" y="0"/>
                  </a:lnTo>
                  <a:lnTo>
                    <a:pt x="1128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1798" y="1681503"/>
              <a:ext cx="11436" cy="167167"/>
            </a:xfrm>
            <a:custGeom>
              <a:avLst/>
              <a:pathLst>
                <a:path w="11436" h="167167">
                  <a:moveTo>
                    <a:pt x="11436" y="0"/>
                  </a:moveTo>
                  <a:lnTo>
                    <a:pt x="0" y="391"/>
                  </a:lnTo>
                  <a:lnTo>
                    <a:pt x="1143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1798" y="1681894"/>
              <a:ext cx="11436" cy="166775"/>
            </a:xfrm>
            <a:custGeom>
              <a:avLst/>
              <a:pathLst>
                <a:path w="11436" h="166775">
                  <a:moveTo>
                    <a:pt x="0" y="0"/>
                  </a:moveTo>
                  <a:lnTo>
                    <a:pt x="11436" y="1667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86" y="1681894"/>
              <a:ext cx="334310" cy="333942"/>
            </a:xfrm>
            <a:custGeom>
              <a:avLst/>
              <a:pathLst>
                <a:path w="334310" h="333942">
                  <a:moveTo>
                    <a:pt x="155711" y="0"/>
                  </a:moveTo>
                  <a:lnTo>
                    <a:pt x="150441" y="445"/>
                  </a:lnTo>
                  <a:lnTo>
                    <a:pt x="145187" y="1057"/>
                  </a:lnTo>
                  <a:lnTo>
                    <a:pt x="139954" y="1834"/>
                  </a:lnTo>
                  <a:lnTo>
                    <a:pt x="134749" y="2777"/>
                  </a:lnTo>
                  <a:lnTo>
                    <a:pt x="129577" y="3885"/>
                  </a:lnTo>
                  <a:lnTo>
                    <a:pt x="124442" y="5155"/>
                  </a:lnTo>
                  <a:lnTo>
                    <a:pt x="119350" y="6587"/>
                  </a:lnTo>
                  <a:lnTo>
                    <a:pt x="114306" y="8179"/>
                  </a:lnTo>
                  <a:lnTo>
                    <a:pt x="109315" y="9931"/>
                  </a:lnTo>
                  <a:lnTo>
                    <a:pt x="104381" y="11839"/>
                  </a:lnTo>
                  <a:lnTo>
                    <a:pt x="99511" y="13902"/>
                  </a:lnTo>
                  <a:lnTo>
                    <a:pt x="94708" y="16119"/>
                  </a:lnTo>
                  <a:lnTo>
                    <a:pt x="89977" y="18486"/>
                  </a:lnTo>
                  <a:lnTo>
                    <a:pt x="85324" y="21002"/>
                  </a:lnTo>
                  <a:lnTo>
                    <a:pt x="80753" y="23664"/>
                  </a:lnTo>
                  <a:lnTo>
                    <a:pt x="76269" y="26469"/>
                  </a:lnTo>
                  <a:lnTo>
                    <a:pt x="71875" y="29414"/>
                  </a:lnTo>
                  <a:lnTo>
                    <a:pt x="67577" y="32497"/>
                  </a:lnTo>
                  <a:lnTo>
                    <a:pt x="63378" y="35715"/>
                  </a:lnTo>
                  <a:lnTo>
                    <a:pt x="59284" y="39064"/>
                  </a:lnTo>
                  <a:lnTo>
                    <a:pt x="55297" y="42540"/>
                  </a:lnTo>
                  <a:lnTo>
                    <a:pt x="51422" y="46141"/>
                  </a:lnTo>
                  <a:lnTo>
                    <a:pt x="47664" y="49863"/>
                  </a:lnTo>
                  <a:lnTo>
                    <a:pt x="44024" y="53702"/>
                  </a:lnTo>
                  <a:lnTo>
                    <a:pt x="40509" y="57654"/>
                  </a:lnTo>
                  <a:lnTo>
                    <a:pt x="37120" y="61716"/>
                  </a:lnTo>
                  <a:lnTo>
                    <a:pt x="33861" y="65882"/>
                  </a:lnTo>
                  <a:lnTo>
                    <a:pt x="30735" y="70150"/>
                  </a:lnTo>
                  <a:lnTo>
                    <a:pt x="27746" y="74514"/>
                  </a:lnTo>
                  <a:lnTo>
                    <a:pt x="24897" y="78971"/>
                  </a:lnTo>
                  <a:lnTo>
                    <a:pt x="22190" y="83515"/>
                  </a:lnTo>
                  <a:lnTo>
                    <a:pt x="19629" y="88143"/>
                  </a:lnTo>
                  <a:lnTo>
                    <a:pt x="17215" y="92850"/>
                  </a:lnTo>
                  <a:lnTo>
                    <a:pt x="14951" y="97631"/>
                  </a:lnTo>
                  <a:lnTo>
                    <a:pt x="12839" y="102481"/>
                  </a:lnTo>
                  <a:lnTo>
                    <a:pt x="10882" y="107395"/>
                  </a:lnTo>
                  <a:lnTo>
                    <a:pt x="9082" y="112369"/>
                  </a:lnTo>
                  <a:lnTo>
                    <a:pt x="7440" y="117397"/>
                  </a:lnTo>
                  <a:lnTo>
                    <a:pt x="5957" y="122475"/>
                  </a:lnTo>
                  <a:lnTo>
                    <a:pt x="4636" y="127597"/>
                  </a:lnTo>
                  <a:lnTo>
                    <a:pt x="3478" y="132758"/>
                  </a:lnTo>
                  <a:lnTo>
                    <a:pt x="2484" y="137953"/>
                  </a:lnTo>
                  <a:lnTo>
                    <a:pt x="1655" y="143177"/>
                  </a:lnTo>
                  <a:lnTo>
                    <a:pt x="991" y="148425"/>
                  </a:lnTo>
                  <a:lnTo>
                    <a:pt x="493" y="153691"/>
                  </a:lnTo>
                  <a:lnTo>
                    <a:pt x="163" y="158971"/>
                  </a:lnTo>
                  <a:lnTo>
                    <a:pt x="0" y="164258"/>
                  </a:lnTo>
                  <a:lnTo>
                    <a:pt x="4" y="169547"/>
                  </a:lnTo>
                  <a:lnTo>
                    <a:pt x="175" y="174834"/>
                  </a:lnTo>
                  <a:lnTo>
                    <a:pt x="513" y="180113"/>
                  </a:lnTo>
                  <a:lnTo>
                    <a:pt x="1019" y="185378"/>
                  </a:lnTo>
                  <a:lnTo>
                    <a:pt x="1691" y="190625"/>
                  </a:lnTo>
                  <a:lnTo>
                    <a:pt x="2528" y="195848"/>
                  </a:lnTo>
                  <a:lnTo>
                    <a:pt x="3530" y="201042"/>
                  </a:lnTo>
                  <a:lnTo>
                    <a:pt x="4696" y="206202"/>
                  </a:lnTo>
                  <a:lnTo>
                    <a:pt x="6025" y="211322"/>
                  </a:lnTo>
                  <a:lnTo>
                    <a:pt x="7515" y="216397"/>
                  </a:lnTo>
                  <a:lnTo>
                    <a:pt x="9165" y="221423"/>
                  </a:lnTo>
                  <a:lnTo>
                    <a:pt x="10973" y="226394"/>
                  </a:lnTo>
                  <a:lnTo>
                    <a:pt x="12938" y="231305"/>
                  </a:lnTo>
                  <a:lnTo>
                    <a:pt x="15056" y="236152"/>
                  </a:lnTo>
                  <a:lnTo>
                    <a:pt x="17328" y="240929"/>
                  </a:lnTo>
                  <a:lnTo>
                    <a:pt x="19749" y="245632"/>
                  </a:lnTo>
                  <a:lnTo>
                    <a:pt x="22317" y="250256"/>
                  </a:lnTo>
                  <a:lnTo>
                    <a:pt x="25031" y="254797"/>
                  </a:lnTo>
                  <a:lnTo>
                    <a:pt x="27887" y="259249"/>
                  </a:lnTo>
                  <a:lnTo>
                    <a:pt x="30883" y="263609"/>
                  </a:lnTo>
                  <a:lnTo>
                    <a:pt x="34015" y="267871"/>
                  </a:lnTo>
                  <a:lnTo>
                    <a:pt x="37280" y="272033"/>
                  </a:lnTo>
                  <a:lnTo>
                    <a:pt x="40675" y="276089"/>
                  </a:lnTo>
                  <a:lnTo>
                    <a:pt x="44197" y="280036"/>
                  </a:lnTo>
                  <a:lnTo>
                    <a:pt x="47842" y="283869"/>
                  </a:lnTo>
                  <a:lnTo>
                    <a:pt x="51606" y="287585"/>
                  </a:lnTo>
                  <a:lnTo>
                    <a:pt x="55486" y="291180"/>
                  </a:lnTo>
                  <a:lnTo>
                    <a:pt x="59478" y="294651"/>
                  </a:lnTo>
                  <a:lnTo>
                    <a:pt x="63578" y="297993"/>
                  </a:lnTo>
                  <a:lnTo>
                    <a:pt x="67781" y="301205"/>
                  </a:lnTo>
                  <a:lnTo>
                    <a:pt x="72084" y="304281"/>
                  </a:lnTo>
                  <a:lnTo>
                    <a:pt x="76482" y="307220"/>
                  </a:lnTo>
                  <a:lnTo>
                    <a:pt x="80971" y="310018"/>
                  </a:lnTo>
                  <a:lnTo>
                    <a:pt x="85547" y="312673"/>
                  </a:lnTo>
                  <a:lnTo>
                    <a:pt x="90203" y="315182"/>
                  </a:lnTo>
                  <a:lnTo>
                    <a:pt x="94937" y="317542"/>
                  </a:lnTo>
                  <a:lnTo>
                    <a:pt x="99744" y="319751"/>
                  </a:lnTo>
                  <a:lnTo>
                    <a:pt x="104617" y="321807"/>
                  </a:lnTo>
                  <a:lnTo>
                    <a:pt x="109554" y="323708"/>
                  </a:lnTo>
                  <a:lnTo>
                    <a:pt x="114548" y="325452"/>
                  </a:lnTo>
                  <a:lnTo>
                    <a:pt x="119594" y="327036"/>
                  </a:lnTo>
                  <a:lnTo>
                    <a:pt x="124688" y="328461"/>
                  </a:lnTo>
                  <a:lnTo>
                    <a:pt x="129825" y="329723"/>
                  </a:lnTo>
                  <a:lnTo>
                    <a:pt x="134999" y="330822"/>
                  </a:lnTo>
                  <a:lnTo>
                    <a:pt x="140206" y="331757"/>
                  </a:lnTo>
                  <a:lnTo>
                    <a:pt x="145439" y="332527"/>
                  </a:lnTo>
                  <a:lnTo>
                    <a:pt x="150694" y="333131"/>
                  </a:lnTo>
                  <a:lnTo>
                    <a:pt x="155966" y="333568"/>
                  </a:lnTo>
                  <a:lnTo>
                    <a:pt x="161248" y="333839"/>
                  </a:lnTo>
                  <a:lnTo>
                    <a:pt x="166537" y="333942"/>
                  </a:lnTo>
                  <a:lnTo>
                    <a:pt x="171826" y="333877"/>
                  </a:lnTo>
                  <a:lnTo>
                    <a:pt x="177111" y="333646"/>
                  </a:lnTo>
                  <a:lnTo>
                    <a:pt x="182385" y="333247"/>
                  </a:lnTo>
                  <a:lnTo>
                    <a:pt x="187645" y="332681"/>
                  </a:lnTo>
                  <a:lnTo>
                    <a:pt x="192883" y="331950"/>
                  </a:lnTo>
                  <a:lnTo>
                    <a:pt x="198096" y="331053"/>
                  </a:lnTo>
                  <a:lnTo>
                    <a:pt x="203278" y="329992"/>
                  </a:lnTo>
                  <a:lnTo>
                    <a:pt x="208424" y="328767"/>
                  </a:lnTo>
                  <a:lnTo>
                    <a:pt x="213529" y="327380"/>
                  </a:lnTo>
                  <a:lnTo>
                    <a:pt x="218587" y="325832"/>
                  </a:lnTo>
                  <a:lnTo>
                    <a:pt x="223594" y="324125"/>
                  </a:lnTo>
                  <a:lnTo>
                    <a:pt x="228544" y="322260"/>
                  </a:lnTo>
                  <a:lnTo>
                    <a:pt x="233432" y="320240"/>
                  </a:lnTo>
                  <a:lnTo>
                    <a:pt x="238255" y="318066"/>
                  </a:lnTo>
                  <a:lnTo>
                    <a:pt x="243006" y="315740"/>
                  </a:lnTo>
                  <a:lnTo>
                    <a:pt x="247681" y="313266"/>
                  </a:lnTo>
                  <a:lnTo>
                    <a:pt x="252275" y="310644"/>
                  </a:lnTo>
                  <a:lnTo>
                    <a:pt x="256784" y="307879"/>
                  </a:lnTo>
                  <a:lnTo>
                    <a:pt x="261204" y="304972"/>
                  </a:lnTo>
                  <a:lnTo>
                    <a:pt x="265529" y="301927"/>
                  </a:lnTo>
                  <a:lnTo>
                    <a:pt x="269756" y="298747"/>
                  </a:lnTo>
                  <a:lnTo>
                    <a:pt x="273880" y="295435"/>
                  </a:lnTo>
                  <a:lnTo>
                    <a:pt x="277897" y="291993"/>
                  </a:lnTo>
                  <a:lnTo>
                    <a:pt x="281803" y="288427"/>
                  </a:lnTo>
                  <a:lnTo>
                    <a:pt x="285595" y="284738"/>
                  </a:lnTo>
                  <a:lnTo>
                    <a:pt x="289268" y="280932"/>
                  </a:lnTo>
                  <a:lnTo>
                    <a:pt x="292818" y="277011"/>
                  </a:lnTo>
                  <a:lnTo>
                    <a:pt x="296243" y="272980"/>
                  </a:lnTo>
                  <a:lnTo>
                    <a:pt x="299539" y="268842"/>
                  </a:lnTo>
                  <a:lnTo>
                    <a:pt x="302702" y="264602"/>
                  </a:lnTo>
                  <a:lnTo>
                    <a:pt x="305729" y="260265"/>
                  </a:lnTo>
                  <a:lnTo>
                    <a:pt x="308618" y="255833"/>
                  </a:lnTo>
                  <a:lnTo>
                    <a:pt x="311364" y="251313"/>
                  </a:lnTo>
                  <a:lnTo>
                    <a:pt x="313967" y="246708"/>
                  </a:lnTo>
                  <a:lnTo>
                    <a:pt x="316422" y="242022"/>
                  </a:lnTo>
                  <a:lnTo>
                    <a:pt x="318728" y="237262"/>
                  </a:lnTo>
                  <a:lnTo>
                    <a:pt x="320883" y="232431"/>
                  </a:lnTo>
                  <a:lnTo>
                    <a:pt x="322883" y="227534"/>
                  </a:lnTo>
                  <a:lnTo>
                    <a:pt x="324727" y="222576"/>
                  </a:lnTo>
                  <a:lnTo>
                    <a:pt x="326414" y="217563"/>
                  </a:lnTo>
                  <a:lnTo>
                    <a:pt x="327941" y="212498"/>
                  </a:lnTo>
                  <a:lnTo>
                    <a:pt x="329307" y="207388"/>
                  </a:lnTo>
                  <a:lnTo>
                    <a:pt x="330511" y="202237"/>
                  </a:lnTo>
                  <a:lnTo>
                    <a:pt x="331551" y="197051"/>
                  </a:lnTo>
                  <a:lnTo>
                    <a:pt x="332427" y="191834"/>
                  </a:lnTo>
                  <a:lnTo>
                    <a:pt x="333137" y="186593"/>
                  </a:lnTo>
                  <a:lnTo>
                    <a:pt x="333681" y="181331"/>
                  </a:lnTo>
                  <a:lnTo>
                    <a:pt x="334058" y="176055"/>
                  </a:lnTo>
                  <a:lnTo>
                    <a:pt x="334268" y="170769"/>
                  </a:lnTo>
                  <a:lnTo>
                    <a:pt x="334310" y="165480"/>
                  </a:lnTo>
                  <a:lnTo>
                    <a:pt x="334186" y="160192"/>
                  </a:lnTo>
                  <a:lnTo>
                    <a:pt x="333894" y="154910"/>
                  </a:lnTo>
                  <a:lnTo>
                    <a:pt x="333435" y="149640"/>
                  </a:lnTo>
                  <a:lnTo>
                    <a:pt x="332810" y="144388"/>
                  </a:lnTo>
                  <a:lnTo>
                    <a:pt x="332018" y="139158"/>
                  </a:lnTo>
                  <a:lnTo>
                    <a:pt x="331062" y="133955"/>
                  </a:lnTo>
                  <a:lnTo>
                    <a:pt x="329942" y="128786"/>
                  </a:lnTo>
                  <a:lnTo>
                    <a:pt x="328658" y="123654"/>
                  </a:lnTo>
                  <a:lnTo>
                    <a:pt x="327213" y="118566"/>
                  </a:lnTo>
                  <a:lnTo>
                    <a:pt x="325608" y="113526"/>
                  </a:lnTo>
                  <a:lnTo>
                    <a:pt x="323843" y="108539"/>
                  </a:lnTo>
                  <a:lnTo>
                    <a:pt x="321922" y="103610"/>
                  </a:lnTo>
                  <a:lnTo>
                    <a:pt x="319847" y="98745"/>
                  </a:lnTo>
                  <a:lnTo>
                    <a:pt x="317618" y="93948"/>
                  </a:lnTo>
                  <a:lnTo>
                    <a:pt x="315238" y="89224"/>
                  </a:lnTo>
                  <a:lnTo>
                    <a:pt x="312710" y="84577"/>
                  </a:lnTo>
                  <a:lnTo>
                    <a:pt x="310037" y="80013"/>
                  </a:lnTo>
                  <a:lnTo>
                    <a:pt x="307220" y="75536"/>
                  </a:lnTo>
                  <a:lnTo>
                    <a:pt x="304263" y="71149"/>
                  </a:lnTo>
                  <a:lnTo>
                    <a:pt x="301169" y="66859"/>
                  </a:lnTo>
                  <a:lnTo>
                    <a:pt x="297941" y="62669"/>
                  </a:lnTo>
                  <a:lnTo>
                    <a:pt x="294582" y="58583"/>
                  </a:lnTo>
                  <a:lnTo>
                    <a:pt x="291095" y="54605"/>
                  </a:lnTo>
                  <a:lnTo>
                    <a:pt x="287484" y="50740"/>
                  </a:lnTo>
                  <a:lnTo>
                    <a:pt x="283752" y="46991"/>
                  </a:lnTo>
                  <a:lnTo>
                    <a:pt x="279904" y="43361"/>
                  </a:lnTo>
                  <a:lnTo>
                    <a:pt x="275943" y="39856"/>
                  </a:lnTo>
                  <a:lnTo>
                    <a:pt x="271873" y="36477"/>
                  </a:lnTo>
                  <a:lnTo>
                    <a:pt x="267698" y="33229"/>
                  </a:lnTo>
                  <a:lnTo>
                    <a:pt x="263423" y="30115"/>
                  </a:lnTo>
                  <a:lnTo>
                    <a:pt x="259051" y="27137"/>
                  </a:lnTo>
                  <a:lnTo>
                    <a:pt x="254587" y="24299"/>
                  </a:lnTo>
                  <a:lnTo>
                    <a:pt x="250035" y="21604"/>
                  </a:lnTo>
                  <a:lnTo>
                    <a:pt x="245401" y="19054"/>
                  </a:lnTo>
                  <a:lnTo>
                    <a:pt x="240688" y="16652"/>
                  </a:lnTo>
                  <a:lnTo>
                    <a:pt x="235901" y="14401"/>
                  </a:lnTo>
                  <a:lnTo>
                    <a:pt x="231046" y="12302"/>
                  </a:lnTo>
                  <a:lnTo>
                    <a:pt x="226127" y="10358"/>
                  </a:lnTo>
                  <a:lnTo>
                    <a:pt x="221148" y="8570"/>
                  </a:lnTo>
                  <a:lnTo>
                    <a:pt x="216116" y="6941"/>
                  </a:lnTo>
                  <a:lnTo>
                    <a:pt x="211034" y="5471"/>
                  </a:lnTo>
                  <a:lnTo>
                    <a:pt x="205909" y="4164"/>
                  </a:lnTo>
                  <a:lnTo>
                    <a:pt x="200745" y="3019"/>
                  </a:lnTo>
                  <a:lnTo>
                    <a:pt x="167148" y="1667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33596" cy="167167"/>
            </a:xfrm>
            <a:custGeom>
              <a:avLst/>
              <a:pathLst>
                <a:path w="33596" h="167167">
                  <a:moveTo>
                    <a:pt x="33596" y="3410"/>
                  </a:moveTo>
                  <a:lnTo>
                    <a:pt x="26943" y="2185"/>
                  </a:lnTo>
                  <a:lnTo>
                    <a:pt x="20246" y="1230"/>
                  </a:lnTo>
                  <a:lnTo>
                    <a:pt x="13516" y="547"/>
                  </a:lnTo>
                  <a:lnTo>
                    <a:pt x="6763" y="13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3" y="1322571"/>
              <a:ext cx="167166" cy="325423"/>
            </a:xfrm>
            <a:custGeom>
              <a:avLst/>
              <a:pathLst>
                <a:path w="167166" h="325423">
                  <a:moveTo>
                    <a:pt x="167166" y="0"/>
                  </a:moveTo>
                  <a:lnTo>
                    <a:pt x="161822" y="85"/>
                  </a:lnTo>
                  <a:lnTo>
                    <a:pt x="156483" y="341"/>
                  </a:lnTo>
                  <a:lnTo>
                    <a:pt x="151156" y="768"/>
                  </a:lnTo>
                  <a:lnTo>
                    <a:pt x="145845" y="1365"/>
                  </a:lnTo>
                  <a:lnTo>
                    <a:pt x="140555" y="2131"/>
                  </a:lnTo>
                  <a:lnTo>
                    <a:pt x="135293" y="3066"/>
                  </a:lnTo>
                  <a:lnTo>
                    <a:pt x="130064" y="4169"/>
                  </a:lnTo>
                  <a:lnTo>
                    <a:pt x="124872" y="5438"/>
                  </a:lnTo>
                  <a:lnTo>
                    <a:pt x="119723" y="6873"/>
                  </a:lnTo>
                  <a:lnTo>
                    <a:pt x="114624" y="8471"/>
                  </a:lnTo>
                  <a:lnTo>
                    <a:pt x="109577" y="10232"/>
                  </a:lnTo>
                  <a:lnTo>
                    <a:pt x="104590" y="12153"/>
                  </a:lnTo>
                  <a:lnTo>
                    <a:pt x="99667" y="14233"/>
                  </a:lnTo>
                  <a:lnTo>
                    <a:pt x="94812" y="16469"/>
                  </a:lnTo>
                  <a:lnTo>
                    <a:pt x="90032" y="18859"/>
                  </a:lnTo>
                  <a:lnTo>
                    <a:pt x="85330" y="21400"/>
                  </a:lnTo>
                  <a:lnTo>
                    <a:pt x="80712" y="24091"/>
                  </a:lnTo>
                  <a:lnTo>
                    <a:pt x="76183" y="26928"/>
                  </a:lnTo>
                  <a:lnTo>
                    <a:pt x="71746" y="29908"/>
                  </a:lnTo>
                  <a:lnTo>
                    <a:pt x="67407" y="33028"/>
                  </a:lnTo>
                  <a:lnTo>
                    <a:pt x="63170" y="36286"/>
                  </a:lnTo>
                  <a:lnTo>
                    <a:pt x="59039" y="39677"/>
                  </a:lnTo>
                  <a:lnTo>
                    <a:pt x="55019" y="43199"/>
                  </a:lnTo>
                  <a:lnTo>
                    <a:pt x="51113" y="46847"/>
                  </a:lnTo>
                  <a:lnTo>
                    <a:pt x="47326" y="50618"/>
                  </a:lnTo>
                  <a:lnTo>
                    <a:pt x="43662" y="54509"/>
                  </a:lnTo>
                  <a:lnTo>
                    <a:pt x="40124" y="58515"/>
                  </a:lnTo>
                  <a:lnTo>
                    <a:pt x="36715" y="62631"/>
                  </a:lnTo>
                  <a:lnTo>
                    <a:pt x="33440" y="66855"/>
                  </a:lnTo>
                  <a:lnTo>
                    <a:pt x="30302" y="71181"/>
                  </a:lnTo>
                  <a:lnTo>
                    <a:pt x="27303" y="75605"/>
                  </a:lnTo>
                  <a:lnTo>
                    <a:pt x="24448" y="80123"/>
                  </a:lnTo>
                  <a:lnTo>
                    <a:pt x="21738" y="84730"/>
                  </a:lnTo>
                  <a:lnTo>
                    <a:pt x="19177" y="89421"/>
                  </a:lnTo>
                  <a:lnTo>
                    <a:pt x="16768" y="94191"/>
                  </a:lnTo>
                  <a:lnTo>
                    <a:pt x="14512" y="99036"/>
                  </a:lnTo>
                  <a:lnTo>
                    <a:pt x="12412" y="103951"/>
                  </a:lnTo>
                  <a:lnTo>
                    <a:pt x="10470" y="108930"/>
                  </a:lnTo>
                  <a:lnTo>
                    <a:pt x="8688" y="113969"/>
                  </a:lnTo>
                  <a:lnTo>
                    <a:pt x="7069" y="119063"/>
                  </a:lnTo>
                  <a:lnTo>
                    <a:pt x="5613" y="124205"/>
                  </a:lnTo>
                  <a:lnTo>
                    <a:pt x="4322" y="129391"/>
                  </a:lnTo>
                  <a:lnTo>
                    <a:pt x="3198" y="134616"/>
                  </a:lnTo>
                  <a:lnTo>
                    <a:pt x="2241" y="139875"/>
                  </a:lnTo>
                  <a:lnTo>
                    <a:pt x="1453" y="145161"/>
                  </a:lnTo>
                  <a:lnTo>
                    <a:pt x="834" y="150469"/>
                  </a:lnTo>
                  <a:lnTo>
                    <a:pt x="385" y="155795"/>
                  </a:lnTo>
                  <a:lnTo>
                    <a:pt x="107" y="161132"/>
                  </a:lnTo>
                  <a:lnTo>
                    <a:pt x="0" y="166476"/>
                  </a:lnTo>
                  <a:lnTo>
                    <a:pt x="63" y="171820"/>
                  </a:lnTo>
                  <a:lnTo>
                    <a:pt x="297" y="177159"/>
                  </a:lnTo>
                  <a:lnTo>
                    <a:pt x="702" y="182489"/>
                  </a:lnTo>
                  <a:lnTo>
                    <a:pt x="1277" y="187802"/>
                  </a:lnTo>
                  <a:lnTo>
                    <a:pt x="2021" y="193095"/>
                  </a:lnTo>
                  <a:lnTo>
                    <a:pt x="2934" y="198361"/>
                  </a:lnTo>
                  <a:lnTo>
                    <a:pt x="4015" y="203595"/>
                  </a:lnTo>
                  <a:lnTo>
                    <a:pt x="5263" y="208792"/>
                  </a:lnTo>
                  <a:lnTo>
                    <a:pt x="6677" y="213946"/>
                  </a:lnTo>
                  <a:lnTo>
                    <a:pt x="8254" y="219052"/>
                  </a:lnTo>
                  <a:lnTo>
                    <a:pt x="9994" y="224106"/>
                  </a:lnTo>
                  <a:lnTo>
                    <a:pt x="11894" y="229101"/>
                  </a:lnTo>
                  <a:lnTo>
                    <a:pt x="13954" y="234033"/>
                  </a:lnTo>
                  <a:lnTo>
                    <a:pt x="16169" y="238897"/>
                  </a:lnTo>
                  <a:lnTo>
                    <a:pt x="18540" y="243687"/>
                  </a:lnTo>
                  <a:lnTo>
                    <a:pt x="21062" y="248399"/>
                  </a:lnTo>
                  <a:lnTo>
                    <a:pt x="23733" y="253028"/>
                  </a:lnTo>
                  <a:lnTo>
                    <a:pt x="26551" y="257569"/>
                  </a:lnTo>
                  <a:lnTo>
                    <a:pt x="29513" y="262018"/>
                  </a:lnTo>
                  <a:lnTo>
                    <a:pt x="32615" y="266370"/>
                  </a:lnTo>
                  <a:lnTo>
                    <a:pt x="35855" y="270620"/>
                  </a:lnTo>
                  <a:lnTo>
                    <a:pt x="39230" y="274765"/>
                  </a:lnTo>
                  <a:lnTo>
                    <a:pt x="42735" y="278800"/>
                  </a:lnTo>
                  <a:lnTo>
                    <a:pt x="46367" y="282721"/>
                  </a:lnTo>
                  <a:lnTo>
                    <a:pt x="50122" y="286523"/>
                  </a:lnTo>
                  <a:lnTo>
                    <a:pt x="53998" y="290204"/>
                  </a:lnTo>
                  <a:lnTo>
                    <a:pt x="57989" y="293758"/>
                  </a:lnTo>
                  <a:lnTo>
                    <a:pt x="62091" y="297184"/>
                  </a:lnTo>
                  <a:lnTo>
                    <a:pt x="66301" y="300476"/>
                  </a:lnTo>
                  <a:lnTo>
                    <a:pt x="70614" y="303632"/>
                  </a:lnTo>
                  <a:lnTo>
                    <a:pt x="75026" y="306649"/>
                  </a:lnTo>
                  <a:lnTo>
                    <a:pt x="79532" y="309523"/>
                  </a:lnTo>
                  <a:lnTo>
                    <a:pt x="84128" y="312252"/>
                  </a:lnTo>
                  <a:lnTo>
                    <a:pt x="88808" y="314832"/>
                  </a:lnTo>
                  <a:lnTo>
                    <a:pt x="93569" y="317262"/>
                  </a:lnTo>
                  <a:lnTo>
                    <a:pt x="98404" y="319538"/>
                  </a:lnTo>
                  <a:lnTo>
                    <a:pt x="103310" y="321658"/>
                  </a:lnTo>
                  <a:lnTo>
                    <a:pt x="108282" y="323620"/>
                  </a:lnTo>
                  <a:lnTo>
                    <a:pt x="113313" y="325423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67186" y="1489739"/>
              <a:ext cx="53852" cy="158255"/>
            </a:xfrm>
            <a:custGeom>
              <a:avLst/>
              <a:pathLst>
                <a:path w="53852" h="158255">
                  <a:moveTo>
                    <a:pt x="0" y="158255"/>
                  </a:moveTo>
                  <a:lnTo>
                    <a:pt x="5385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67186" y="1325191"/>
              <a:ext cx="221005" cy="331709"/>
            </a:xfrm>
            <a:custGeom>
              <a:avLst/>
              <a:pathLst>
                <a:path w="221005" h="331709">
                  <a:moveTo>
                    <a:pt x="0" y="322803"/>
                  </a:moveTo>
                  <a:lnTo>
                    <a:pt x="5085" y="324443"/>
                  </a:lnTo>
                  <a:lnTo>
                    <a:pt x="10220" y="325920"/>
                  </a:lnTo>
                  <a:lnTo>
                    <a:pt x="15399" y="327232"/>
                  </a:lnTo>
                  <a:lnTo>
                    <a:pt x="20618" y="328378"/>
                  </a:lnTo>
                  <a:lnTo>
                    <a:pt x="25871" y="329357"/>
                  </a:lnTo>
                  <a:lnTo>
                    <a:pt x="31152" y="330167"/>
                  </a:lnTo>
                  <a:lnTo>
                    <a:pt x="36457" y="330807"/>
                  </a:lnTo>
                  <a:lnTo>
                    <a:pt x="41779" y="331278"/>
                  </a:lnTo>
                  <a:lnTo>
                    <a:pt x="47114" y="331579"/>
                  </a:lnTo>
                  <a:lnTo>
                    <a:pt x="52456" y="331709"/>
                  </a:lnTo>
                  <a:lnTo>
                    <a:pt x="57799" y="331668"/>
                  </a:lnTo>
                  <a:lnTo>
                    <a:pt x="63138" y="331457"/>
                  </a:lnTo>
                  <a:lnTo>
                    <a:pt x="68467" y="331075"/>
                  </a:lnTo>
                  <a:lnTo>
                    <a:pt x="73782" y="330523"/>
                  </a:lnTo>
                  <a:lnTo>
                    <a:pt x="79076" y="329801"/>
                  </a:lnTo>
                  <a:lnTo>
                    <a:pt x="84344" y="328910"/>
                  </a:lnTo>
                  <a:lnTo>
                    <a:pt x="89582" y="327852"/>
                  </a:lnTo>
                  <a:lnTo>
                    <a:pt x="94782" y="326627"/>
                  </a:lnTo>
                  <a:lnTo>
                    <a:pt x="99941" y="325236"/>
                  </a:lnTo>
                  <a:lnTo>
                    <a:pt x="105053" y="323681"/>
                  </a:lnTo>
                  <a:lnTo>
                    <a:pt x="110113" y="321963"/>
                  </a:lnTo>
                  <a:lnTo>
                    <a:pt x="115115" y="320085"/>
                  </a:lnTo>
                  <a:lnTo>
                    <a:pt x="120054" y="318047"/>
                  </a:lnTo>
                  <a:lnTo>
                    <a:pt x="124926" y="315853"/>
                  </a:lnTo>
                  <a:lnTo>
                    <a:pt x="129726" y="313504"/>
                  </a:lnTo>
                  <a:lnTo>
                    <a:pt x="134447" y="311003"/>
                  </a:lnTo>
                  <a:lnTo>
                    <a:pt x="139087" y="308353"/>
                  </a:lnTo>
                  <a:lnTo>
                    <a:pt x="143639" y="305555"/>
                  </a:lnTo>
                  <a:lnTo>
                    <a:pt x="148100" y="302614"/>
                  </a:lnTo>
                  <a:lnTo>
                    <a:pt x="152464" y="299531"/>
                  </a:lnTo>
                  <a:lnTo>
                    <a:pt x="156727" y="296311"/>
                  </a:lnTo>
                  <a:lnTo>
                    <a:pt x="160886" y="292956"/>
                  </a:lnTo>
                  <a:lnTo>
                    <a:pt x="164935" y="289469"/>
                  </a:lnTo>
                  <a:lnTo>
                    <a:pt x="168871" y="285856"/>
                  </a:lnTo>
                  <a:lnTo>
                    <a:pt x="172689" y="282118"/>
                  </a:lnTo>
                  <a:lnTo>
                    <a:pt x="176385" y="278260"/>
                  </a:lnTo>
                  <a:lnTo>
                    <a:pt x="179957" y="274286"/>
                  </a:lnTo>
                  <a:lnTo>
                    <a:pt x="183400" y="270199"/>
                  </a:lnTo>
                  <a:lnTo>
                    <a:pt x="186710" y="266005"/>
                  </a:lnTo>
                  <a:lnTo>
                    <a:pt x="189885" y="261707"/>
                  </a:lnTo>
                  <a:lnTo>
                    <a:pt x="192920" y="257310"/>
                  </a:lnTo>
                  <a:lnTo>
                    <a:pt x="195814" y="252818"/>
                  </a:lnTo>
                  <a:lnTo>
                    <a:pt x="198562" y="248236"/>
                  </a:lnTo>
                  <a:lnTo>
                    <a:pt x="201163" y="243569"/>
                  </a:lnTo>
                  <a:lnTo>
                    <a:pt x="203613" y="238821"/>
                  </a:lnTo>
                  <a:lnTo>
                    <a:pt x="205910" y="233996"/>
                  </a:lnTo>
                  <a:lnTo>
                    <a:pt x="208052" y="229101"/>
                  </a:lnTo>
                  <a:lnTo>
                    <a:pt x="210037" y="224140"/>
                  </a:lnTo>
                  <a:lnTo>
                    <a:pt x="211861" y="219118"/>
                  </a:lnTo>
                  <a:lnTo>
                    <a:pt x="213525" y="214041"/>
                  </a:lnTo>
                  <a:lnTo>
                    <a:pt x="215025" y="208912"/>
                  </a:lnTo>
                  <a:lnTo>
                    <a:pt x="216360" y="203739"/>
                  </a:lnTo>
                  <a:lnTo>
                    <a:pt x="217530" y="198525"/>
                  </a:lnTo>
                  <a:lnTo>
                    <a:pt x="218532" y="193277"/>
                  </a:lnTo>
                  <a:lnTo>
                    <a:pt x="219366" y="187999"/>
                  </a:lnTo>
                  <a:lnTo>
                    <a:pt x="220031" y="182698"/>
                  </a:lnTo>
                  <a:lnTo>
                    <a:pt x="220526" y="177377"/>
                  </a:lnTo>
                  <a:lnTo>
                    <a:pt x="220851" y="172044"/>
                  </a:lnTo>
                  <a:lnTo>
                    <a:pt x="221005" y="166703"/>
                  </a:lnTo>
                  <a:lnTo>
                    <a:pt x="220989" y="161360"/>
                  </a:lnTo>
                  <a:lnTo>
                    <a:pt x="220802" y="156020"/>
                  </a:lnTo>
                  <a:lnTo>
                    <a:pt x="220444" y="150689"/>
                  </a:lnTo>
                  <a:lnTo>
                    <a:pt x="219916" y="145372"/>
                  </a:lnTo>
                  <a:lnTo>
                    <a:pt x="219218" y="140075"/>
                  </a:lnTo>
                  <a:lnTo>
                    <a:pt x="218352" y="134802"/>
                  </a:lnTo>
                  <a:lnTo>
                    <a:pt x="217317" y="129560"/>
                  </a:lnTo>
                  <a:lnTo>
                    <a:pt x="216115" y="124354"/>
                  </a:lnTo>
                  <a:lnTo>
                    <a:pt x="214748" y="119189"/>
                  </a:lnTo>
                  <a:lnTo>
                    <a:pt x="213216" y="114070"/>
                  </a:lnTo>
                  <a:lnTo>
                    <a:pt x="211521" y="109002"/>
                  </a:lnTo>
                  <a:lnTo>
                    <a:pt x="209666" y="103992"/>
                  </a:lnTo>
                  <a:lnTo>
                    <a:pt x="207651" y="99043"/>
                  </a:lnTo>
                  <a:lnTo>
                    <a:pt x="205479" y="94161"/>
                  </a:lnTo>
                  <a:lnTo>
                    <a:pt x="203152" y="89351"/>
                  </a:lnTo>
                  <a:lnTo>
                    <a:pt x="200673" y="84618"/>
                  </a:lnTo>
                  <a:lnTo>
                    <a:pt x="198043" y="79967"/>
                  </a:lnTo>
                  <a:lnTo>
                    <a:pt x="195266" y="75402"/>
                  </a:lnTo>
                  <a:lnTo>
                    <a:pt x="192345" y="70928"/>
                  </a:lnTo>
                  <a:lnTo>
                    <a:pt x="189282" y="66550"/>
                  </a:lnTo>
                  <a:lnTo>
                    <a:pt x="186081" y="62272"/>
                  </a:lnTo>
                  <a:lnTo>
                    <a:pt x="182745" y="58098"/>
                  </a:lnTo>
                  <a:lnTo>
                    <a:pt x="179277" y="54033"/>
                  </a:lnTo>
                  <a:lnTo>
                    <a:pt x="175681" y="50081"/>
                  </a:lnTo>
                  <a:lnTo>
                    <a:pt x="171961" y="46246"/>
                  </a:lnTo>
                  <a:lnTo>
                    <a:pt x="168120" y="42532"/>
                  </a:lnTo>
                  <a:lnTo>
                    <a:pt x="164162" y="38942"/>
                  </a:lnTo>
                  <a:lnTo>
                    <a:pt x="160091" y="35481"/>
                  </a:lnTo>
                  <a:lnTo>
                    <a:pt x="155912" y="32152"/>
                  </a:lnTo>
                  <a:lnTo>
                    <a:pt x="151629" y="28958"/>
                  </a:lnTo>
                  <a:lnTo>
                    <a:pt x="147246" y="25902"/>
                  </a:lnTo>
                  <a:lnTo>
                    <a:pt x="142767" y="22988"/>
                  </a:lnTo>
                  <a:lnTo>
                    <a:pt x="138197" y="20219"/>
                  </a:lnTo>
                  <a:lnTo>
                    <a:pt x="133542" y="17597"/>
                  </a:lnTo>
                  <a:lnTo>
                    <a:pt x="128805" y="15125"/>
                  </a:lnTo>
                  <a:lnTo>
                    <a:pt x="123991" y="12806"/>
                  </a:lnTo>
                  <a:lnTo>
                    <a:pt x="119106" y="10642"/>
                  </a:lnTo>
                  <a:lnTo>
                    <a:pt x="114154" y="8635"/>
                  </a:lnTo>
                  <a:lnTo>
                    <a:pt x="109140" y="6788"/>
                  </a:lnTo>
                  <a:lnTo>
                    <a:pt x="104070" y="5101"/>
                  </a:lnTo>
                  <a:lnTo>
                    <a:pt x="98949" y="3578"/>
                  </a:lnTo>
                  <a:lnTo>
                    <a:pt x="93781" y="2219"/>
                  </a:lnTo>
                  <a:lnTo>
                    <a:pt x="88573" y="1026"/>
                  </a:lnTo>
                  <a:lnTo>
                    <a:pt x="83329" y="0"/>
                  </a:lnTo>
                  <a:lnTo>
                    <a:pt x="53852" y="1645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29477" cy="167167"/>
            </a:xfrm>
            <a:custGeom>
              <a:avLst/>
              <a:pathLst>
                <a:path w="29477" h="167167">
                  <a:moveTo>
                    <a:pt x="29477" y="2619"/>
                  </a:moveTo>
                  <a:lnTo>
                    <a:pt x="22158" y="1475"/>
                  </a:lnTo>
                  <a:lnTo>
                    <a:pt x="14796" y="656"/>
                  </a:lnTo>
                  <a:lnTo>
                    <a:pt x="7405" y="16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091" y="1071028"/>
              <a:ext cx="167167" cy="300835"/>
            </a:xfrm>
            <a:custGeom>
              <a:avLst/>
              <a:pathLst>
                <a:path w="167167" h="300835">
                  <a:moveTo>
                    <a:pt x="167167" y="0"/>
                  </a:moveTo>
                  <a:lnTo>
                    <a:pt x="161815" y="85"/>
                  </a:lnTo>
                  <a:lnTo>
                    <a:pt x="156469" y="342"/>
                  </a:lnTo>
                  <a:lnTo>
                    <a:pt x="151134" y="770"/>
                  </a:lnTo>
                  <a:lnTo>
                    <a:pt x="145815" y="1369"/>
                  </a:lnTo>
                  <a:lnTo>
                    <a:pt x="140519" y="2137"/>
                  </a:lnTo>
                  <a:lnTo>
                    <a:pt x="135249" y="3075"/>
                  </a:lnTo>
                  <a:lnTo>
                    <a:pt x="130013" y="4181"/>
                  </a:lnTo>
                  <a:lnTo>
                    <a:pt x="124814" y="5454"/>
                  </a:lnTo>
                  <a:lnTo>
                    <a:pt x="119659" y="6892"/>
                  </a:lnTo>
                  <a:lnTo>
                    <a:pt x="114552" y="8495"/>
                  </a:lnTo>
                  <a:lnTo>
                    <a:pt x="109500" y="10261"/>
                  </a:lnTo>
                  <a:lnTo>
                    <a:pt x="104506" y="12187"/>
                  </a:lnTo>
                  <a:lnTo>
                    <a:pt x="99577" y="14273"/>
                  </a:lnTo>
                  <a:lnTo>
                    <a:pt x="94717" y="16515"/>
                  </a:lnTo>
                  <a:lnTo>
                    <a:pt x="89931" y="18912"/>
                  </a:lnTo>
                  <a:lnTo>
                    <a:pt x="85225" y="21460"/>
                  </a:lnTo>
                  <a:lnTo>
                    <a:pt x="80602" y="24158"/>
                  </a:lnTo>
                  <a:lnTo>
                    <a:pt x="76069" y="27002"/>
                  </a:lnTo>
                  <a:lnTo>
                    <a:pt x="71628" y="29990"/>
                  </a:lnTo>
                  <a:lnTo>
                    <a:pt x="67286" y="33119"/>
                  </a:lnTo>
                  <a:lnTo>
                    <a:pt x="63046" y="36385"/>
                  </a:lnTo>
                  <a:lnTo>
                    <a:pt x="58912" y="39786"/>
                  </a:lnTo>
                  <a:lnTo>
                    <a:pt x="54890" y="43316"/>
                  </a:lnTo>
                  <a:lnTo>
                    <a:pt x="50983" y="46974"/>
                  </a:lnTo>
                  <a:lnTo>
                    <a:pt x="47195" y="50755"/>
                  </a:lnTo>
                  <a:lnTo>
                    <a:pt x="43530" y="54656"/>
                  </a:lnTo>
                  <a:lnTo>
                    <a:pt x="39991" y="58671"/>
                  </a:lnTo>
                  <a:lnTo>
                    <a:pt x="36583" y="62798"/>
                  </a:lnTo>
                  <a:lnTo>
                    <a:pt x="33309" y="67032"/>
                  </a:lnTo>
                  <a:lnTo>
                    <a:pt x="30172" y="71368"/>
                  </a:lnTo>
                  <a:lnTo>
                    <a:pt x="27175" y="75803"/>
                  </a:lnTo>
                  <a:lnTo>
                    <a:pt x="24322" y="80331"/>
                  </a:lnTo>
                  <a:lnTo>
                    <a:pt x="21615" y="84949"/>
                  </a:lnTo>
                  <a:lnTo>
                    <a:pt x="19058" y="89650"/>
                  </a:lnTo>
                  <a:lnTo>
                    <a:pt x="16652" y="94432"/>
                  </a:lnTo>
                  <a:lnTo>
                    <a:pt x="14401" y="99287"/>
                  </a:lnTo>
                  <a:lnTo>
                    <a:pt x="12306" y="104213"/>
                  </a:lnTo>
                  <a:lnTo>
                    <a:pt x="10370" y="109202"/>
                  </a:lnTo>
                  <a:lnTo>
                    <a:pt x="8595" y="114251"/>
                  </a:lnTo>
                  <a:lnTo>
                    <a:pt x="6982" y="119355"/>
                  </a:lnTo>
                  <a:lnTo>
                    <a:pt x="5534" y="124507"/>
                  </a:lnTo>
                  <a:lnTo>
                    <a:pt x="4251" y="129704"/>
                  </a:lnTo>
                  <a:lnTo>
                    <a:pt x="3135" y="134938"/>
                  </a:lnTo>
                  <a:lnTo>
                    <a:pt x="2188" y="140206"/>
                  </a:lnTo>
                  <a:lnTo>
                    <a:pt x="1409" y="145501"/>
                  </a:lnTo>
                  <a:lnTo>
                    <a:pt x="801" y="150819"/>
                  </a:lnTo>
                  <a:lnTo>
                    <a:pt x="362" y="156153"/>
                  </a:lnTo>
                  <a:lnTo>
                    <a:pt x="95" y="161498"/>
                  </a:lnTo>
                  <a:lnTo>
                    <a:pt x="0" y="166850"/>
                  </a:lnTo>
                  <a:lnTo>
                    <a:pt x="75" y="172201"/>
                  </a:lnTo>
                  <a:lnTo>
                    <a:pt x="322" y="177548"/>
                  </a:lnTo>
                  <a:lnTo>
                    <a:pt x="740" y="182884"/>
                  </a:lnTo>
                  <a:lnTo>
                    <a:pt x="1328" y="188203"/>
                  </a:lnTo>
                  <a:lnTo>
                    <a:pt x="2087" y="193502"/>
                  </a:lnTo>
                  <a:lnTo>
                    <a:pt x="3014" y="198773"/>
                  </a:lnTo>
                  <a:lnTo>
                    <a:pt x="4110" y="204012"/>
                  </a:lnTo>
                  <a:lnTo>
                    <a:pt x="5373" y="209213"/>
                  </a:lnTo>
                  <a:lnTo>
                    <a:pt x="6802" y="214371"/>
                  </a:lnTo>
                  <a:lnTo>
                    <a:pt x="8395" y="219480"/>
                  </a:lnTo>
                  <a:lnTo>
                    <a:pt x="10152" y="224536"/>
                  </a:lnTo>
                  <a:lnTo>
                    <a:pt x="12069" y="229533"/>
                  </a:lnTo>
                  <a:lnTo>
                    <a:pt x="14145" y="234466"/>
                  </a:lnTo>
                  <a:lnTo>
                    <a:pt x="16377" y="239330"/>
                  </a:lnTo>
                  <a:lnTo>
                    <a:pt x="18765" y="244121"/>
                  </a:lnTo>
                  <a:lnTo>
                    <a:pt x="21304" y="248832"/>
                  </a:lnTo>
                  <a:lnTo>
                    <a:pt x="23994" y="253460"/>
                  </a:lnTo>
                  <a:lnTo>
                    <a:pt x="26829" y="257999"/>
                  </a:lnTo>
                  <a:lnTo>
                    <a:pt x="29809" y="262445"/>
                  </a:lnTo>
                  <a:lnTo>
                    <a:pt x="32930" y="266793"/>
                  </a:lnTo>
                  <a:lnTo>
                    <a:pt x="36188" y="271039"/>
                  </a:lnTo>
                  <a:lnTo>
                    <a:pt x="39580" y="275179"/>
                  </a:lnTo>
                  <a:lnTo>
                    <a:pt x="43103" y="279208"/>
                  </a:lnTo>
                  <a:lnTo>
                    <a:pt x="46754" y="283122"/>
                  </a:lnTo>
                  <a:lnTo>
                    <a:pt x="50527" y="286918"/>
                  </a:lnTo>
                  <a:lnTo>
                    <a:pt x="54421" y="290590"/>
                  </a:lnTo>
                  <a:lnTo>
                    <a:pt x="58430" y="294136"/>
                  </a:lnTo>
                  <a:lnTo>
                    <a:pt x="62550" y="297552"/>
                  </a:lnTo>
                  <a:lnTo>
                    <a:pt x="66778" y="30083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44869" y="1238196"/>
              <a:ext cx="100388" cy="133667"/>
            </a:xfrm>
            <a:custGeom>
              <a:avLst/>
              <a:pathLst>
                <a:path w="100388" h="133667">
                  <a:moveTo>
                    <a:pt x="0" y="133667"/>
                  </a:moveTo>
                  <a:lnTo>
                    <a:pt x="10038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44869" y="1106238"/>
              <a:ext cx="267537" cy="299121"/>
            </a:xfrm>
            <a:custGeom>
              <a:avLst/>
              <a:pathLst>
                <a:path w="267537" h="299121">
                  <a:moveTo>
                    <a:pt x="0" y="265624"/>
                  </a:moveTo>
                  <a:lnTo>
                    <a:pt x="4312" y="268757"/>
                  </a:lnTo>
                  <a:lnTo>
                    <a:pt x="8722" y="271750"/>
                  </a:lnTo>
                  <a:lnTo>
                    <a:pt x="13225" y="274601"/>
                  </a:lnTo>
                  <a:lnTo>
                    <a:pt x="17817" y="277308"/>
                  </a:lnTo>
                  <a:lnTo>
                    <a:pt x="22492" y="279866"/>
                  </a:lnTo>
                  <a:lnTo>
                    <a:pt x="27247" y="282274"/>
                  </a:lnTo>
                  <a:lnTo>
                    <a:pt x="32077" y="284530"/>
                  </a:lnTo>
                  <a:lnTo>
                    <a:pt x="36975" y="286630"/>
                  </a:lnTo>
                  <a:lnTo>
                    <a:pt x="41939" y="288573"/>
                  </a:lnTo>
                  <a:lnTo>
                    <a:pt x="46961" y="290357"/>
                  </a:lnTo>
                  <a:lnTo>
                    <a:pt x="52038" y="291979"/>
                  </a:lnTo>
                  <a:lnTo>
                    <a:pt x="57164" y="293439"/>
                  </a:lnTo>
                  <a:lnTo>
                    <a:pt x="62334" y="294735"/>
                  </a:lnTo>
                  <a:lnTo>
                    <a:pt x="67543" y="295866"/>
                  </a:lnTo>
                  <a:lnTo>
                    <a:pt x="72785" y="296829"/>
                  </a:lnTo>
                  <a:lnTo>
                    <a:pt x="78055" y="297626"/>
                  </a:lnTo>
                  <a:lnTo>
                    <a:pt x="83348" y="298253"/>
                  </a:lnTo>
                  <a:lnTo>
                    <a:pt x="88658" y="298712"/>
                  </a:lnTo>
                  <a:lnTo>
                    <a:pt x="93980" y="299001"/>
                  </a:lnTo>
                  <a:lnTo>
                    <a:pt x="99309" y="299121"/>
                  </a:lnTo>
                  <a:lnTo>
                    <a:pt x="104638" y="299070"/>
                  </a:lnTo>
                  <a:lnTo>
                    <a:pt x="109964" y="298850"/>
                  </a:lnTo>
                  <a:lnTo>
                    <a:pt x="115279" y="298460"/>
                  </a:lnTo>
                  <a:lnTo>
                    <a:pt x="120580" y="297900"/>
                  </a:lnTo>
                  <a:lnTo>
                    <a:pt x="125860" y="297172"/>
                  </a:lnTo>
                  <a:lnTo>
                    <a:pt x="131114" y="296276"/>
                  </a:lnTo>
                  <a:lnTo>
                    <a:pt x="136337" y="295213"/>
                  </a:lnTo>
                  <a:lnTo>
                    <a:pt x="141523" y="293984"/>
                  </a:lnTo>
                  <a:lnTo>
                    <a:pt x="146667" y="292591"/>
                  </a:lnTo>
                  <a:lnTo>
                    <a:pt x="151765" y="291034"/>
                  </a:lnTo>
                  <a:lnTo>
                    <a:pt x="156810" y="289315"/>
                  </a:lnTo>
                  <a:lnTo>
                    <a:pt x="161798" y="287436"/>
                  </a:lnTo>
                  <a:lnTo>
                    <a:pt x="166723" y="285399"/>
                  </a:lnTo>
                  <a:lnTo>
                    <a:pt x="171581" y="283207"/>
                  </a:lnTo>
                  <a:lnTo>
                    <a:pt x="176367" y="280860"/>
                  </a:lnTo>
                  <a:lnTo>
                    <a:pt x="181075" y="278362"/>
                  </a:lnTo>
                  <a:lnTo>
                    <a:pt x="185702" y="275716"/>
                  </a:lnTo>
                  <a:lnTo>
                    <a:pt x="190241" y="272923"/>
                  </a:lnTo>
                  <a:lnTo>
                    <a:pt x="194690" y="269987"/>
                  </a:lnTo>
                  <a:lnTo>
                    <a:pt x="199042" y="266910"/>
                  </a:lnTo>
                  <a:lnTo>
                    <a:pt x="203294" y="263697"/>
                  </a:lnTo>
                  <a:lnTo>
                    <a:pt x="207442" y="260349"/>
                  </a:lnTo>
                  <a:lnTo>
                    <a:pt x="211480" y="256871"/>
                  </a:lnTo>
                  <a:lnTo>
                    <a:pt x="215406" y="253266"/>
                  </a:lnTo>
                  <a:lnTo>
                    <a:pt x="219215" y="249537"/>
                  </a:lnTo>
                  <a:lnTo>
                    <a:pt x="222903" y="245689"/>
                  </a:lnTo>
                  <a:lnTo>
                    <a:pt x="226467" y="241726"/>
                  </a:lnTo>
                  <a:lnTo>
                    <a:pt x="229902" y="237651"/>
                  </a:lnTo>
                  <a:lnTo>
                    <a:pt x="233206" y="233468"/>
                  </a:lnTo>
                  <a:lnTo>
                    <a:pt x="236374" y="229182"/>
                  </a:lnTo>
                  <a:lnTo>
                    <a:pt x="239405" y="224798"/>
                  </a:lnTo>
                  <a:lnTo>
                    <a:pt x="242294" y="220319"/>
                  </a:lnTo>
                  <a:lnTo>
                    <a:pt x="245039" y="215750"/>
                  </a:lnTo>
                  <a:lnTo>
                    <a:pt x="247636" y="211096"/>
                  </a:lnTo>
                  <a:lnTo>
                    <a:pt x="250084" y="206362"/>
                  </a:lnTo>
                  <a:lnTo>
                    <a:pt x="252380" y="201551"/>
                  </a:lnTo>
                  <a:lnTo>
                    <a:pt x="254522" y="196671"/>
                  </a:lnTo>
                  <a:lnTo>
                    <a:pt x="256506" y="191724"/>
                  </a:lnTo>
                  <a:lnTo>
                    <a:pt x="258332" y="186717"/>
                  </a:lnTo>
                  <a:lnTo>
                    <a:pt x="259998" y="181654"/>
                  </a:lnTo>
                  <a:lnTo>
                    <a:pt x="261501" y="176540"/>
                  </a:lnTo>
                  <a:lnTo>
                    <a:pt x="262841" y="171381"/>
                  </a:lnTo>
                  <a:lnTo>
                    <a:pt x="264015" y="166182"/>
                  </a:lnTo>
                  <a:lnTo>
                    <a:pt x="265023" y="160948"/>
                  </a:lnTo>
                  <a:lnTo>
                    <a:pt x="265863" y="155685"/>
                  </a:lnTo>
                  <a:lnTo>
                    <a:pt x="266536" y="150398"/>
                  </a:lnTo>
                  <a:lnTo>
                    <a:pt x="267039" y="145092"/>
                  </a:lnTo>
                  <a:lnTo>
                    <a:pt x="267373" y="139772"/>
                  </a:lnTo>
                  <a:lnTo>
                    <a:pt x="267537" y="134445"/>
                  </a:lnTo>
                  <a:lnTo>
                    <a:pt x="267532" y="129115"/>
                  </a:lnTo>
                  <a:lnTo>
                    <a:pt x="267356" y="123788"/>
                  </a:lnTo>
                  <a:lnTo>
                    <a:pt x="267011" y="118469"/>
                  </a:lnTo>
                  <a:lnTo>
                    <a:pt x="266496" y="113164"/>
                  </a:lnTo>
                  <a:lnTo>
                    <a:pt x="265813" y="107878"/>
                  </a:lnTo>
                  <a:lnTo>
                    <a:pt x="264961" y="102617"/>
                  </a:lnTo>
                  <a:lnTo>
                    <a:pt x="263942" y="97385"/>
                  </a:lnTo>
                  <a:lnTo>
                    <a:pt x="262757" y="92189"/>
                  </a:lnTo>
                  <a:lnTo>
                    <a:pt x="261406" y="87033"/>
                  </a:lnTo>
                  <a:lnTo>
                    <a:pt x="259892" y="81922"/>
                  </a:lnTo>
                  <a:lnTo>
                    <a:pt x="258216" y="76863"/>
                  </a:lnTo>
                  <a:lnTo>
                    <a:pt x="256380" y="71859"/>
                  </a:lnTo>
                  <a:lnTo>
                    <a:pt x="254384" y="66917"/>
                  </a:lnTo>
                  <a:lnTo>
                    <a:pt x="252233" y="62040"/>
                  </a:lnTo>
                  <a:lnTo>
                    <a:pt x="249927" y="57235"/>
                  </a:lnTo>
                  <a:lnTo>
                    <a:pt x="247468" y="52506"/>
                  </a:lnTo>
                  <a:lnTo>
                    <a:pt x="244861" y="47858"/>
                  </a:lnTo>
                  <a:lnTo>
                    <a:pt x="242106" y="43295"/>
                  </a:lnTo>
                  <a:lnTo>
                    <a:pt x="239208" y="38822"/>
                  </a:lnTo>
                  <a:lnTo>
                    <a:pt x="236168" y="34443"/>
                  </a:lnTo>
                  <a:lnTo>
                    <a:pt x="232990" y="30164"/>
                  </a:lnTo>
                  <a:lnTo>
                    <a:pt x="229678" y="25989"/>
                  </a:lnTo>
                  <a:lnTo>
                    <a:pt x="226234" y="21921"/>
                  </a:lnTo>
                  <a:lnTo>
                    <a:pt x="222662" y="17965"/>
                  </a:lnTo>
                  <a:lnTo>
                    <a:pt x="218966" y="14125"/>
                  </a:lnTo>
                  <a:lnTo>
                    <a:pt x="215149" y="10405"/>
                  </a:lnTo>
                  <a:lnTo>
                    <a:pt x="211216" y="6808"/>
                  </a:lnTo>
                  <a:lnTo>
                    <a:pt x="207170" y="3338"/>
                  </a:lnTo>
                  <a:lnTo>
                    <a:pt x="203015" y="0"/>
                  </a:lnTo>
                  <a:lnTo>
                    <a:pt x="100388" y="1319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02626" cy="167167"/>
            </a:xfrm>
            <a:custGeom>
              <a:avLst/>
              <a:pathLst>
                <a:path w="102626" h="167167">
                  <a:moveTo>
                    <a:pt x="102626" y="35210"/>
                  </a:moveTo>
                  <a:lnTo>
                    <a:pt x="98210" y="31890"/>
                  </a:lnTo>
                  <a:lnTo>
                    <a:pt x="93686" y="28719"/>
                  </a:lnTo>
                  <a:lnTo>
                    <a:pt x="89060" y="25699"/>
                  </a:lnTo>
                  <a:lnTo>
                    <a:pt x="84336" y="22833"/>
                  </a:lnTo>
                  <a:lnTo>
                    <a:pt x="79521" y="20125"/>
                  </a:lnTo>
                  <a:lnTo>
                    <a:pt x="74618" y="17578"/>
                  </a:lnTo>
                  <a:lnTo>
                    <a:pt x="69635" y="15194"/>
                  </a:lnTo>
                  <a:lnTo>
                    <a:pt x="64575" y="12975"/>
                  </a:lnTo>
                  <a:lnTo>
                    <a:pt x="59444" y="10926"/>
                  </a:lnTo>
                  <a:lnTo>
                    <a:pt x="54249" y="9047"/>
                  </a:lnTo>
                  <a:lnTo>
                    <a:pt x="48994" y="7341"/>
                  </a:lnTo>
                  <a:lnTo>
                    <a:pt x="43686" y="5809"/>
                  </a:lnTo>
                  <a:lnTo>
                    <a:pt x="38330" y="4453"/>
                  </a:lnTo>
                  <a:lnTo>
                    <a:pt x="32932" y="3276"/>
                  </a:lnTo>
                  <a:lnTo>
                    <a:pt x="27499" y="2277"/>
                  </a:lnTo>
                  <a:lnTo>
                    <a:pt x="22035" y="1458"/>
                  </a:lnTo>
                  <a:lnTo>
                    <a:pt x="16547" y="821"/>
                  </a:lnTo>
                  <a:lnTo>
                    <a:pt x="11041" y="365"/>
                  </a:lnTo>
                  <a:lnTo>
                    <a:pt x="552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2734" y="941493"/>
              <a:ext cx="80809" cy="167167"/>
            </a:xfrm>
            <a:custGeom>
              <a:avLst/>
              <a:pathLst>
                <a:path w="80809" h="167167">
                  <a:moveTo>
                    <a:pt x="80809" y="0"/>
                  </a:moveTo>
                  <a:lnTo>
                    <a:pt x="75187" y="94"/>
                  </a:lnTo>
                  <a:lnTo>
                    <a:pt x="69572" y="378"/>
                  </a:lnTo>
                  <a:lnTo>
                    <a:pt x="63969" y="850"/>
                  </a:lnTo>
                  <a:lnTo>
                    <a:pt x="58386" y="1510"/>
                  </a:lnTo>
                  <a:lnTo>
                    <a:pt x="52827" y="2358"/>
                  </a:lnTo>
                  <a:lnTo>
                    <a:pt x="47301" y="3392"/>
                  </a:lnTo>
                  <a:lnTo>
                    <a:pt x="41812" y="4612"/>
                  </a:lnTo>
                  <a:lnTo>
                    <a:pt x="36367" y="6015"/>
                  </a:lnTo>
                  <a:lnTo>
                    <a:pt x="30973" y="7601"/>
                  </a:lnTo>
                  <a:lnTo>
                    <a:pt x="25635" y="9367"/>
                  </a:lnTo>
                  <a:lnTo>
                    <a:pt x="20359" y="11312"/>
                  </a:lnTo>
                  <a:lnTo>
                    <a:pt x="15152" y="13433"/>
                  </a:lnTo>
                  <a:lnTo>
                    <a:pt x="10019" y="15728"/>
                  </a:lnTo>
                  <a:lnTo>
                    <a:pt x="4967" y="18194"/>
                  </a:lnTo>
                  <a:lnTo>
                    <a:pt x="0" y="20829"/>
                  </a:lnTo>
                  <a:lnTo>
                    <a:pt x="8080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2734" y="962322"/>
              <a:ext cx="80809" cy="146337"/>
            </a:xfrm>
            <a:custGeom>
              <a:avLst/>
              <a:pathLst>
                <a:path w="80809" h="146337">
                  <a:moveTo>
                    <a:pt x="0" y="0"/>
                  </a:moveTo>
                  <a:lnTo>
                    <a:pt x="80809" y="1463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88" y="951972"/>
              <a:ext cx="334314" cy="323853"/>
            </a:xfrm>
            <a:custGeom>
              <a:avLst/>
              <a:pathLst>
                <a:path w="334314" h="323853">
                  <a:moveTo>
                    <a:pt x="86345" y="10350"/>
                  </a:moveTo>
                  <a:lnTo>
                    <a:pt x="81746" y="12986"/>
                  </a:lnTo>
                  <a:lnTo>
                    <a:pt x="77233" y="15766"/>
                  </a:lnTo>
                  <a:lnTo>
                    <a:pt x="72810" y="18688"/>
                  </a:lnTo>
                  <a:lnTo>
                    <a:pt x="68482" y="21749"/>
                  </a:lnTo>
                  <a:lnTo>
                    <a:pt x="64253" y="24945"/>
                  </a:lnTo>
                  <a:lnTo>
                    <a:pt x="60128" y="28274"/>
                  </a:lnTo>
                  <a:lnTo>
                    <a:pt x="56110" y="31732"/>
                  </a:lnTo>
                  <a:lnTo>
                    <a:pt x="52204" y="35316"/>
                  </a:lnTo>
                  <a:lnTo>
                    <a:pt x="48414" y="39021"/>
                  </a:lnTo>
                  <a:lnTo>
                    <a:pt x="44742" y="42845"/>
                  </a:lnTo>
                  <a:lnTo>
                    <a:pt x="41195" y="46784"/>
                  </a:lnTo>
                  <a:lnTo>
                    <a:pt x="37773" y="50833"/>
                  </a:lnTo>
                  <a:lnTo>
                    <a:pt x="34482" y="54988"/>
                  </a:lnTo>
                  <a:lnTo>
                    <a:pt x="31324" y="59246"/>
                  </a:lnTo>
                  <a:lnTo>
                    <a:pt x="28303" y="63602"/>
                  </a:lnTo>
                  <a:lnTo>
                    <a:pt x="25421" y="68051"/>
                  </a:lnTo>
                  <a:lnTo>
                    <a:pt x="22682" y="72589"/>
                  </a:lnTo>
                  <a:lnTo>
                    <a:pt x="20088" y="77212"/>
                  </a:lnTo>
                  <a:lnTo>
                    <a:pt x="17642" y="81915"/>
                  </a:lnTo>
                  <a:lnTo>
                    <a:pt x="15347" y="86693"/>
                  </a:lnTo>
                  <a:lnTo>
                    <a:pt x="13204" y="91542"/>
                  </a:lnTo>
                  <a:lnTo>
                    <a:pt x="11216" y="96456"/>
                  </a:lnTo>
                  <a:lnTo>
                    <a:pt x="9384" y="101430"/>
                  </a:lnTo>
                  <a:lnTo>
                    <a:pt x="7712" y="106460"/>
                  </a:lnTo>
                  <a:lnTo>
                    <a:pt x="6199" y="111541"/>
                  </a:lnTo>
                  <a:lnTo>
                    <a:pt x="4849" y="116667"/>
                  </a:lnTo>
                  <a:lnTo>
                    <a:pt x="3662" y="121833"/>
                  </a:lnTo>
                  <a:lnTo>
                    <a:pt x="2639" y="127035"/>
                  </a:lnTo>
                  <a:lnTo>
                    <a:pt x="1781" y="132266"/>
                  </a:lnTo>
                  <a:lnTo>
                    <a:pt x="1090" y="137521"/>
                  </a:lnTo>
                  <a:lnTo>
                    <a:pt x="566" y="142796"/>
                  </a:lnTo>
                  <a:lnTo>
                    <a:pt x="209" y="148085"/>
                  </a:lnTo>
                  <a:lnTo>
                    <a:pt x="20" y="153383"/>
                  </a:lnTo>
                  <a:lnTo>
                    <a:pt x="0" y="158684"/>
                  </a:lnTo>
                  <a:lnTo>
                    <a:pt x="147" y="163983"/>
                  </a:lnTo>
                  <a:lnTo>
                    <a:pt x="462" y="169274"/>
                  </a:lnTo>
                  <a:lnTo>
                    <a:pt x="945" y="174553"/>
                  </a:lnTo>
                  <a:lnTo>
                    <a:pt x="1595" y="179814"/>
                  </a:lnTo>
                  <a:lnTo>
                    <a:pt x="2411" y="185052"/>
                  </a:lnTo>
                  <a:lnTo>
                    <a:pt x="3394" y="190261"/>
                  </a:lnTo>
                  <a:lnTo>
                    <a:pt x="4540" y="195436"/>
                  </a:lnTo>
                  <a:lnTo>
                    <a:pt x="5851" y="200573"/>
                  </a:lnTo>
                  <a:lnTo>
                    <a:pt x="7323" y="205665"/>
                  </a:lnTo>
                  <a:lnTo>
                    <a:pt x="8956" y="210708"/>
                  </a:lnTo>
                  <a:lnTo>
                    <a:pt x="10749" y="215697"/>
                  </a:lnTo>
                  <a:lnTo>
                    <a:pt x="12698" y="220626"/>
                  </a:lnTo>
                  <a:lnTo>
                    <a:pt x="14803" y="225491"/>
                  </a:lnTo>
                  <a:lnTo>
                    <a:pt x="17061" y="230287"/>
                  </a:lnTo>
                  <a:lnTo>
                    <a:pt x="19470" y="235009"/>
                  </a:lnTo>
                  <a:lnTo>
                    <a:pt x="22028" y="239652"/>
                  </a:lnTo>
                  <a:lnTo>
                    <a:pt x="24731" y="244212"/>
                  </a:lnTo>
                  <a:lnTo>
                    <a:pt x="27578" y="248684"/>
                  </a:lnTo>
                  <a:lnTo>
                    <a:pt x="30565" y="253063"/>
                  </a:lnTo>
                  <a:lnTo>
                    <a:pt x="33689" y="257345"/>
                  </a:lnTo>
                  <a:lnTo>
                    <a:pt x="36948" y="261526"/>
                  </a:lnTo>
                  <a:lnTo>
                    <a:pt x="40338" y="265602"/>
                  </a:lnTo>
                  <a:lnTo>
                    <a:pt x="43855" y="269568"/>
                  </a:lnTo>
                  <a:lnTo>
                    <a:pt x="47496" y="273421"/>
                  </a:lnTo>
                  <a:lnTo>
                    <a:pt x="51257" y="277156"/>
                  </a:lnTo>
                  <a:lnTo>
                    <a:pt x="55135" y="280770"/>
                  </a:lnTo>
                  <a:lnTo>
                    <a:pt x="59125" y="284259"/>
                  </a:lnTo>
                  <a:lnTo>
                    <a:pt x="63224" y="287621"/>
                  </a:lnTo>
                  <a:lnTo>
                    <a:pt x="67428" y="290850"/>
                  </a:lnTo>
                  <a:lnTo>
                    <a:pt x="71732" y="293945"/>
                  </a:lnTo>
                  <a:lnTo>
                    <a:pt x="76132" y="296901"/>
                  </a:lnTo>
                  <a:lnTo>
                    <a:pt x="80623" y="299717"/>
                  </a:lnTo>
                  <a:lnTo>
                    <a:pt x="85202" y="302388"/>
                  </a:lnTo>
                  <a:lnTo>
                    <a:pt x="89863" y="304913"/>
                  </a:lnTo>
                  <a:lnTo>
                    <a:pt x="94601" y="307290"/>
                  </a:lnTo>
                  <a:lnTo>
                    <a:pt x="99413" y="309514"/>
                  </a:lnTo>
                  <a:lnTo>
                    <a:pt x="104292" y="311585"/>
                  </a:lnTo>
                  <a:lnTo>
                    <a:pt x="109235" y="313501"/>
                  </a:lnTo>
                  <a:lnTo>
                    <a:pt x="114236" y="315258"/>
                  </a:lnTo>
                  <a:lnTo>
                    <a:pt x="119290" y="316856"/>
                  </a:lnTo>
                  <a:lnTo>
                    <a:pt x="124393" y="318293"/>
                  </a:lnTo>
                  <a:lnTo>
                    <a:pt x="129538" y="319568"/>
                  </a:lnTo>
                  <a:lnTo>
                    <a:pt x="134721" y="320679"/>
                  </a:lnTo>
                  <a:lnTo>
                    <a:pt x="139937" y="321625"/>
                  </a:lnTo>
                  <a:lnTo>
                    <a:pt x="145181" y="322405"/>
                  </a:lnTo>
                  <a:lnTo>
                    <a:pt x="150446" y="323018"/>
                  </a:lnTo>
                  <a:lnTo>
                    <a:pt x="155728" y="323464"/>
                  </a:lnTo>
                  <a:lnTo>
                    <a:pt x="161022" y="323743"/>
                  </a:lnTo>
                  <a:lnTo>
                    <a:pt x="166321" y="323853"/>
                  </a:lnTo>
                  <a:lnTo>
                    <a:pt x="171622" y="323796"/>
                  </a:lnTo>
                  <a:lnTo>
                    <a:pt x="176918" y="323570"/>
                  </a:lnTo>
                  <a:lnTo>
                    <a:pt x="182204" y="323176"/>
                  </a:lnTo>
                  <a:lnTo>
                    <a:pt x="187476" y="322616"/>
                  </a:lnTo>
                  <a:lnTo>
                    <a:pt x="192726" y="321888"/>
                  </a:lnTo>
                  <a:lnTo>
                    <a:pt x="197951" y="320994"/>
                  </a:lnTo>
                  <a:lnTo>
                    <a:pt x="203145" y="319935"/>
                  </a:lnTo>
                  <a:lnTo>
                    <a:pt x="208303" y="318712"/>
                  </a:lnTo>
                  <a:lnTo>
                    <a:pt x="213420" y="317326"/>
                  </a:lnTo>
                  <a:lnTo>
                    <a:pt x="218490" y="315778"/>
                  </a:lnTo>
                  <a:lnTo>
                    <a:pt x="223508" y="314070"/>
                  </a:lnTo>
                  <a:lnTo>
                    <a:pt x="228470" y="312205"/>
                  </a:lnTo>
                  <a:lnTo>
                    <a:pt x="233370" y="310182"/>
                  </a:lnTo>
                  <a:lnTo>
                    <a:pt x="238203" y="308006"/>
                  </a:lnTo>
                  <a:lnTo>
                    <a:pt x="242965" y="305677"/>
                  </a:lnTo>
                  <a:lnTo>
                    <a:pt x="247651" y="303198"/>
                  </a:lnTo>
                  <a:lnTo>
                    <a:pt x="252256" y="300572"/>
                  </a:lnTo>
                  <a:lnTo>
                    <a:pt x="256775" y="297802"/>
                  </a:lnTo>
                  <a:lnTo>
                    <a:pt x="261204" y="294889"/>
                  </a:lnTo>
                  <a:lnTo>
                    <a:pt x="265539" y="291838"/>
                  </a:lnTo>
                  <a:lnTo>
                    <a:pt x="269775" y="288651"/>
                  </a:lnTo>
                  <a:lnTo>
                    <a:pt x="273907" y="285331"/>
                  </a:lnTo>
                  <a:lnTo>
                    <a:pt x="277932" y="281881"/>
                  </a:lnTo>
                  <a:lnTo>
                    <a:pt x="281846" y="278306"/>
                  </a:lnTo>
                  <a:lnTo>
                    <a:pt x="285644" y="274608"/>
                  </a:lnTo>
                  <a:lnTo>
                    <a:pt x="289324" y="270792"/>
                  </a:lnTo>
                  <a:lnTo>
                    <a:pt x="292880" y="266861"/>
                  </a:lnTo>
                  <a:lnTo>
                    <a:pt x="296310" y="262820"/>
                  </a:lnTo>
                  <a:lnTo>
                    <a:pt x="299610" y="258671"/>
                  </a:lnTo>
                  <a:lnTo>
                    <a:pt x="302777" y="254420"/>
                  </a:lnTo>
                  <a:lnTo>
                    <a:pt x="305807" y="250071"/>
                  </a:lnTo>
                  <a:lnTo>
                    <a:pt x="308699" y="245628"/>
                  </a:lnTo>
                  <a:lnTo>
                    <a:pt x="311447" y="241096"/>
                  </a:lnTo>
                  <a:lnTo>
                    <a:pt x="314051" y="236478"/>
                  </a:lnTo>
                  <a:lnTo>
                    <a:pt x="316507" y="231780"/>
                  </a:lnTo>
                  <a:lnTo>
                    <a:pt x="318813" y="227007"/>
                  </a:lnTo>
                  <a:lnTo>
                    <a:pt x="320966" y="222163"/>
                  </a:lnTo>
                  <a:lnTo>
                    <a:pt x="322965" y="217254"/>
                  </a:lnTo>
                  <a:lnTo>
                    <a:pt x="324807" y="212283"/>
                  </a:lnTo>
                  <a:lnTo>
                    <a:pt x="326490" y="207257"/>
                  </a:lnTo>
                  <a:lnTo>
                    <a:pt x="328014" y="202179"/>
                  </a:lnTo>
                  <a:lnTo>
                    <a:pt x="329375" y="197056"/>
                  </a:lnTo>
                  <a:lnTo>
                    <a:pt x="330573" y="191892"/>
                  </a:lnTo>
                  <a:lnTo>
                    <a:pt x="331608" y="186693"/>
                  </a:lnTo>
                  <a:lnTo>
                    <a:pt x="332476" y="181464"/>
                  </a:lnTo>
                  <a:lnTo>
                    <a:pt x="333179" y="176210"/>
                  </a:lnTo>
                  <a:lnTo>
                    <a:pt x="333714" y="170936"/>
                  </a:lnTo>
                  <a:lnTo>
                    <a:pt x="334082" y="165648"/>
                  </a:lnTo>
                  <a:lnTo>
                    <a:pt x="334282" y="160351"/>
                  </a:lnTo>
                  <a:lnTo>
                    <a:pt x="334314" y="155050"/>
                  </a:lnTo>
                  <a:lnTo>
                    <a:pt x="334178" y="149751"/>
                  </a:lnTo>
                  <a:lnTo>
                    <a:pt x="333875" y="144459"/>
                  </a:lnTo>
                  <a:lnTo>
                    <a:pt x="333403" y="139179"/>
                  </a:lnTo>
                  <a:lnTo>
                    <a:pt x="332764" y="133916"/>
                  </a:lnTo>
                  <a:lnTo>
                    <a:pt x="331959" y="128677"/>
                  </a:lnTo>
                  <a:lnTo>
                    <a:pt x="330988" y="123466"/>
                  </a:lnTo>
                  <a:lnTo>
                    <a:pt x="329852" y="118288"/>
                  </a:lnTo>
                  <a:lnTo>
                    <a:pt x="328553" y="113149"/>
                  </a:lnTo>
                  <a:lnTo>
                    <a:pt x="327091" y="108053"/>
                  </a:lnTo>
                  <a:lnTo>
                    <a:pt x="325469" y="103007"/>
                  </a:lnTo>
                  <a:lnTo>
                    <a:pt x="323687" y="98014"/>
                  </a:lnTo>
                  <a:lnTo>
                    <a:pt x="321748" y="93081"/>
                  </a:lnTo>
                  <a:lnTo>
                    <a:pt x="319654" y="88211"/>
                  </a:lnTo>
                  <a:lnTo>
                    <a:pt x="317406" y="83410"/>
                  </a:lnTo>
                  <a:lnTo>
                    <a:pt x="315007" y="78683"/>
                  </a:lnTo>
                  <a:lnTo>
                    <a:pt x="312459" y="74034"/>
                  </a:lnTo>
                  <a:lnTo>
                    <a:pt x="309766" y="69469"/>
                  </a:lnTo>
                  <a:lnTo>
                    <a:pt x="306929" y="64991"/>
                  </a:lnTo>
                  <a:lnTo>
                    <a:pt x="303951" y="60606"/>
                  </a:lnTo>
                  <a:lnTo>
                    <a:pt x="300836" y="56317"/>
                  </a:lnTo>
                  <a:lnTo>
                    <a:pt x="297586" y="52128"/>
                  </a:lnTo>
                  <a:lnTo>
                    <a:pt x="294205" y="48046"/>
                  </a:lnTo>
                  <a:lnTo>
                    <a:pt x="290697" y="44072"/>
                  </a:lnTo>
                  <a:lnTo>
                    <a:pt x="287064" y="40211"/>
                  </a:lnTo>
                  <a:lnTo>
                    <a:pt x="283311" y="36468"/>
                  </a:lnTo>
                  <a:lnTo>
                    <a:pt x="279441" y="32846"/>
                  </a:lnTo>
                  <a:lnTo>
                    <a:pt x="275458" y="29348"/>
                  </a:lnTo>
                  <a:lnTo>
                    <a:pt x="271366" y="25978"/>
                  </a:lnTo>
                  <a:lnTo>
                    <a:pt x="267169" y="22740"/>
                  </a:lnTo>
                  <a:lnTo>
                    <a:pt x="262872" y="19636"/>
                  </a:lnTo>
                  <a:lnTo>
                    <a:pt x="258478" y="16670"/>
                  </a:lnTo>
                  <a:lnTo>
                    <a:pt x="253993" y="13845"/>
                  </a:lnTo>
                  <a:lnTo>
                    <a:pt x="249420" y="11163"/>
                  </a:lnTo>
                  <a:lnTo>
                    <a:pt x="244765" y="8628"/>
                  </a:lnTo>
                  <a:lnTo>
                    <a:pt x="240031" y="6242"/>
                  </a:lnTo>
                  <a:lnTo>
                    <a:pt x="235225" y="4007"/>
                  </a:lnTo>
                  <a:lnTo>
                    <a:pt x="230349" y="1925"/>
                  </a:lnTo>
                  <a:lnTo>
                    <a:pt x="225411" y="0"/>
                  </a:lnTo>
                  <a:lnTo>
                    <a:pt x="167155" y="1566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58255" cy="167167"/>
            </a:xfrm>
            <a:custGeom>
              <a:avLst/>
              <a:pathLst>
                <a:path w="58255" h="167167">
                  <a:moveTo>
                    <a:pt x="58255" y="10479"/>
                  </a:moveTo>
                  <a:lnTo>
                    <a:pt x="52642" y="8505"/>
                  </a:lnTo>
                  <a:lnTo>
                    <a:pt x="46962" y="6732"/>
                  </a:lnTo>
                  <a:lnTo>
                    <a:pt x="41223" y="5162"/>
                  </a:lnTo>
                  <a:lnTo>
                    <a:pt x="35431" y="3798"/>
                  </a:lnTo>
                  <a:lnTo>
                    <a:pt x="29595" y="2640"/>
                  </a:lnTo>
                  <a:lnTo>
                    <a:pt x="23721" y="1691"/>
                  </a:lnTo>
                  <a:lnTo>
                    <a:pt x="17817" y="952"/>
                  </a:lnTo>
                  <a:lnTo>
                    <a:pt x="11890" y="423"/>
                  </a:lnTo>
                  <a:lnTo>
                    <a:pt x="5949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319326" y="941493"/>
              <a:ext cx="166889" cy="167167"/>
            </a:xfrm>
            <a:custGeom>
              <a:avLst/>
              <a:pathLst>
                <a:path w="166889" h="167167">
                  <a:moveTo>
                    <a:pt x="166889" y="0"/>
                  </a:moveTo>
                  <a:lnTo>
                    <a:pt x="161508" y="86"/>
                  </a:lnTo>
                  <a:lnTo>
                    <a:pt x="156133" y="346"/>
                  </a:lnTo>
                  <a:lnTo>
                    <a:pt x="150769" y="779"/>
                  </a:lnTo>
                  <a:lnTo>
                    <a:pt x="145421" y="1384"/>
                  </a:lnTo>
                  <a:lnTo>
                    <a:pt x="140096" y="2160"/>
                  </a:lnTo>
                  <a:lnTo>
                    <a:pt x="134799" y="3108"/>
                  </a:lnTo>
                  <a:lnTo>
                    <a:pt x="129535" y="4226"/>
                  </a:lnTo>
                  <a:lnTo>
                    <a:pt x="124310" y="5513"/>
                  </a:lnTo>
                  <a:lnTo>
                    <a:pt x="119128" y="6967"/>
                  </a:lnTo>
                  <a:lnTo>
                    <a:pt x="113997" y="8588"/>
                  </a:lnTo>
                  <a:lnTo>
                    <a:pt x="108920" y="10372"/>
                  </a:lnTo>
                  <a:lnTo>
                    <a:pt x="103903" y="12319"/>
                  </a:lnTo>
                  <a:lnTo>
                    <a:pt x="98951" y="14427"/>
                  </a:lnTo>
                  <a:lnTo>
                    <a:pt x="94070" y="16693"/>
                  </a:lnTo>
                  <a:lnTo>
                    <a:pt x="89265" y="19115"/>
                  </a:lnTo>
                  <a:lnTo>
                    <a:pt x="84539" y="21690"/>
                  </a:lnTo>
                  <a:lnTo>
                    <a:pt x="79900" y="24416"/>
                  </a:lnTo>
                  <a:lnTo>
                    <a:pt x="75350" y="27290"/>
                  </a:lnTo>
                  <a:lnTo>
                    <a:pt x="70895" y="30309"/>
                  </a:lnTo>
                  <a:lnTo>
                    <a:pt x="66539" y="33470"/>
                  </a:lnTo>
                  <a:lnTo>
                    <a:pt x="62288" y="36769"/>
                  </a:lnTo>
                  <a:lnTo>
                    <a:pt x="58145" y="40203"/>
                  </a:lnTo>
                  <a:lnTo>
                    <a:pt x="54115" y="43769"/>
                  </a:lnTo>
                  <a:lnTo>
                    <a:pt x="50201" y="47463"/>
                  </a:lnTo>
                  <a:lnTo>
                    <a:pt x="46409" y="51281"/>
                  </a:lnTo>
                  <a:lnTo>
                    <a:pt x="42741" y="55219"/>
                  </a:lnTo>
                  <a:lnTo>
                    <a:pt x="39202" y="59273"/>
                  </a:lnTo>
                  <a:lnTo>
                    <a:pt x="35795" y="63439"/>
                  </a:lnTo>
                  <a:lnTo>
                    <a:pt x="32524" y="67712"/>
                  </a:lnTo>
                  <a:lnTo>
                    <a:pt x="29393" y="72089"/>
                  </a:lnTo>
                  <a:lnTo>
                    <a:pt x="26404" y="76564"/>
                  </a:lnTo>
                  <a:lnTo>
                    <a:pt x="23560" y="81132"/>
                  </a:lnTo>
                  <a:lnTo>
                    <a:pt x="20865" y="85790"/>
                  </a:lnTo>
                  <a:lnTo>
                    <a:pt x="18322" y="90533"/>
                  </a:lnTo>
                  <a:lnTo>
                    <a:pt x="15932" y="95354"/>
                  </a:lnTo>
                  <a:lnTo>
                    <a:pt x="13699" y="100251"/>
                  </a:lnTo>
                  <a:lnTo>
                    <a:pt x="11624" y="105216"/>
                  </a:lnTo>
                  <a:lnTo>
                    <a:pt x="9711" y="110246"/>
                  </a:lnTo>
                  <a:lnTo>
                    <a:pt x="7960" y="115335"/>
                  </a:lnTo>
                  <a:lnTo>
                    <a:pt x="6374" y="120477"/>
                  </a:lnTo>
                  <a:lnTo>
                    <a:pt x="4954" y="125668"/>
                  </a:lnTo>
                  <a:lnTo>
                    <a:pt x="3702" y="130902"/>
                  </a:lnTo>
                  <a:lnTo>
                    <a:pt x="2620" y="136173"/>
                  </a:lnTo>
                  <a:lnTo>
                    <a:pt x="1707" y="141476"/>
                  </a:lnTo>
                  <a:lnTo>
                    <a:pt x="966" y="146807"/>
                  </a:lnTo>
                  <a:lnTo>
                    <a:pt x="396" y="152158"/>
                  </a:lnTo>
                  <a:lnTo>
                    <a:pt x="0" y="157525"/>
                  </a:lnTo>
                  <a:lnTo>
                    <a:pt x="16688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326" y="1099018"/>
              <a:ext cx="166889" cy="9642"/>
            </a:xfrm>
            <a:custGeom>
              <a:avLst/>
              <a:pathLst>
                <a:path w="166889" h="9642">
                  <a:moveTo>
                    <a:pt x="0" y="0"/>
                  </a:moveTo>
                  <a:lnTo>
                    <a:pt x="166889" y="96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52" y="1099018"/>
              <a:ext cx="172105" cy="176809"/>
            </a:xfrm>
            <a:custGeom>
              <a:avLst/>
              <a:pathLst>
                <a:path w="172105" h="176809">
                  <a:moveTo>
                    <a:pt x="273" y="0"/>
                  </a:moveTo>
                  <a:lnTo>
                    <a:pt x="48" y="5429"/>
                  </a:lnTo>
                  <a:lnTo>
                    <a:pt x="0" y="10864"/>
                  </a:lnTo>
                  <a:lnTo>
                    <a:pt x="128" y="16297"/>
                  </a:lnTo>
                  <a:lnTo>
                    <a:pt x="432" y="21723"/>
                  </a:lnTo>
                  <a:lnTo>
                    <a:pt x="913" y="27136"/>
                  </a:lnTo>
                  <a:lnTo>
                    <a:pt x="1569" y="32531"/>
                  </a:lnTo>
                  <a:lnTo>
                    <a:pt x="2401" y="37902"/>
                  </a:lnTo>
                  <a:lnTo>
                    <a:pt x="3407" y="43242"/>
                  </a:lnTo>
                  <a:lnTo>
                    <a:pt x="4585" y="48548"/>
                  </a:lnTo>
                  <a:lnTo>
                    <a:pt x="5936" y="53812"/>
                  </a:lnTo>
                  <a:lnTo>
                    <a:pt x="7457" y="59029"/>
                  </a:lnTo>
                  <a:lnTo>
                    <a:pt x="9147" y="64195"/>
                  </a:lnTo>
                  <a:lnTo>
                    <a:pt x="11004" y="69302"/>
                  </a:lnTo>
                  <a:lnTo>
                    <a:pt x="13025" y="74347"/>
                  </a:lnTo>
                  <a:lnTo>
                    <a:pt x="15210" y="79323"/>
                  </a:lnTo>
                  <a:lnTo>
                    <a:pt x="17555" y="84225"/>
                  </a:lnTo>
                  <a:lnTo>
                    <a:pt x="20059" y="89049"/>
                  </a:lnTo>
                  <a:lnTo>
                    <a:pt x="22718" y="93789"/>
                  </a:lnTo>
                  <a:lnTo>
                    <a:pt x="25529" y="98439"/>
                  </a:lnTo>
                  <a:lnTo>
                    <a:pt x="28491" y="102996"/>
                  </a:lnTo>
                  <a:lnTo>
                    <a:pt x="31598" y="107455"/>
                  </a:lnTo>
                  <a:lnTo>
                    <a:pt x="34850" y="111810"/>
                  </a:lnTo>
                  <a:lnTo>
                    <a:pt x="38241" y="116057"/>
                  </a:lnTo>
                  <a:lnTo>
                    <a:pt x="41768" y="120191"/>
                  </a:lnTo>
                  <a:lnTo>
                    <a:pt x="45428" y="124209"/>
                  </a:lnTo>
                  <a:lnTo>
                    <a:pt x="49216" y="128105"/>
                  </a:lnTo>
                  <a:lnTo>
                    <a:pt x="53129" y="131877"/>
                  </a:lnTo>
                  <a:lnTo>
                    <a:pt x="57163" y="135519"/>
                  </a:lnTo>
                  <a:lnTo>
                    <a:pt x="61312" y="139028"/>
                  </a:lnTo>
                  <a:lnTo>
                    <a:pt x="65574" y="142400"/>
                  </a:lnTo>
                  <a:lnTo>
                    <a:pt x="69943" y="145632"/>
                  </a:lnTo>
                  <a:lnTo>
                    <a:pt x="74415" y="148721"/>
                  </a:lnTo>
                  <a:lnTo>
                    <a:pt x="78985" y="151662"/>
                  </a:lnTo>
                  <a:lnTo>
                    <a:pt x="83648" y="154453"/>
                  </a:lnTo>
                  <a:lnTo>
                    <a:pt x="88399" y="157091"/>
                  </a:lnTo>
                  <a:lnTo>
                    <a:pt x="93234" y="159574"/>
                  </a:lnTo>
                  <a:lnTo>
                    <a:pt x="98147" y="161897"/>
                  </a:lnTo>
                  <a:lnTo>
                    <a:pt x="103132" y="164060"/>
                  </a:lnTo>
                  <a:lnTo>
                    <a:pt x="108186" y="166060"/>
                  </a:lnTo>
                  <a:lnTo>
                    <a:pt x="113301" y="167895"/>
                  </a:lnTo>
                  <a:lnTo>
                    <a:pt x="118474" y="169562"/>
                  </a:lnTo>
                  <a:lnTo>
                    <a:pt x="123698" y="171060"/>
                  </a:lnTo>
                  <a:lnTo>
                    <a:pt x="128968" y="172387"/>
                  </a:lnTo>
                  <a:lnTo>
                    <a:pt x="134278" y="173543"/>
                  </a:lnTo>
                  <a:lnTo>
                    <a:pt x="139623" y="174525"/>
                  </a:lnTo>
                  <a:lnTo>
                    <a:pt x="144997" y="175333"/>
                  </a:lnTo>
                  <a:lnTo>
                    <a:pt x="150395" y="175966"/>
                  </a:lnTo>
                  <a:lnTo>
                    <a:pt x="155810" y="176423"/>
                  </a:lnTo>
                  <a:lnTo>
                    <a:pt x="161238" y="176704"/>
                  </a:lnTo>
                  <a:lnTo>
                    <a:pt x="166671" y="176809"/>
                  </a:lnTo>
                  <a:lnTo>
                    <a:pt x="172105" y="176736"/>
                  </a:lnTo>
                  <a:lnTo>
                    <a:pt x="167162" y="96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86215" y="941493"/>
              <a:ext cx="167149" cy="334261"/>
            </a:xfrm>
            <a:custGeom>
              <a:avLst/>
              <a:pathLst>
                <a:path w="167149" h="334261">
                  <a:moveTo>
                    <a:pt x="4942" y="334261"/>
                  </a:moveTo>
                  <a:lnTo>
                    <a:pt x="10245" y="334020"/>
                  </a:lnTo>
                  <a:lnTo>
                    <a:pt x="15538" y="333611"/>
                  </a:lnTo>
                  <a:lnTo>
                    <a:pt x="20814" y="333033"/>
                  </a:lnTo>
                  <a:lnTo>
                    <a:pt x="26070" y="332289"/>
                  </a:lnTo>
                  <a:lnTo>
                    <a:pt x="31300" y="331378"/>
                  </a:lnTo>
                  <a:lnTo>
                    <a:pt x="36498" y="330301"/>
                  </a:lnTo>
                  <a:lnTo>
                    <a:pt x="41659" y="329060"/>
                  </a:lnTo>
                  <a:lnTo>
                    <a:pt x="46778" y="327656"/>
                  </a:lnTo>
                  <a:lnTo>
                    <a:pt x="51850" y="326090"/>
                  </a:lnTo>
                  <a:lnTo>
                    <a:pt x="56869" y="324364"/>
                  </a:lnTo>
                  <a:lnTo>
                    <a:pt x="61832" y="322479"/>
                  </a:lnTo>
                  <a:lnTo>
                    <a:pt x="66732" y="320437"/>
                  </a:lnTo>
                  <a:lnTo>
                    <a:pt x="71564" y="318241"/>
                  </a:lnTo>
                  <a:lnTo>
                    <a:pt x="76325" y="315893"/>
                  </a:lnTo>
                  <a:lnTo>
                    <a:pt x="81008" y="313395"/>
                  </a:lnTo>
                  <a:lnTo>
                    <a:pt x="85610" y="310749"/>
                  </a:lnTo>
                  <a:lnTo>
                    <a:pt x="90126" y="307958"/>
                  </a:lnTo>
                  <a:lnTo>
                    <a:pt x="94551" y="305026"/>
                  </a:lnTo>
                  <a:lnTo>
                    <a:pt x="98880" y="301954"/>
                  </a:lnTo>
                  <a:lnTo>
                    <a:pt x="103110" y="298747"/>
                  </a:lnTo>
                  <a:lnTo>
                    <a:pt x="107235" y="295407"/>
                  </a:lnTo>
                  <a:lnTo>
                    <a:pt x="111253" y="291937"/>
                  </a:lnTo>
                  <a:lnTo>
                    <a:pt x="115158" y="288342"/>
                  </a:lnTo>
                  <a:lnTo>
                    <a:pt x="118947" y="284625"/>
                  </a:lnTo>
                  <a:lnTo>
                    <a:pt x="122617" y="280789"/>
                  </a:lnTo>
                  <a:lnTo>
                    <a:pt x="126162" y="276839"/>
                  </a:lnTo>
                  <a:lnTo>
                    <a:pt x="129581" y="272778"/>
                  </a:lnTo>
                  <a:lnTo>
                    <a:pt x="132869" y="268610"/>
                  </a:lnTo>
                  <a:lnTo>
                    <a:pt x="136022" y="264341"/>
                  </a:lnTo>
                  <a:lnTo>
                    <a:pt x="139039" y="259973"/>
                  </a:lnTo>
                  <a:lnTo>
                    <a:pt x="141916" y="255512"/>
                  </a:lnTo>
                  <a:lnTo>
                    <a:pt x="144649" y="250961"/>
                  </a:lnTo>
                  <a:lnTo>
                    <a:pt x="147237" y="246326"/>
                  </a:lnTo>
                  <a:lnTo>
                    <a:pt x="149676" y="241612"/>
                  </a:lnTo>
                  <a:lnTo>
                    <a:pt x="151964" y="236822"/>
                  </a:lnTo>
                  <a:lnTo>
                    <a:pt x="154099" y="231962"/>
                  </a:lnTo>
                  <a:lnTo>
                    <a:pt x="156078" y="227037"/>
                  </a:lnTo>
                  <a:lnTo>
                    <a:pt x="157900" y="222051"/>
                  </a:lnTo>
                  <a:lnTo>
                    <a:pt x="159563" y="217010"/>
                  </a:lnTo>
                  <a:lnTo>
                    <a:pt x="161065" y="211919"/>
                  </a:lnTo>
                  <a:lnTo>
                    <a:pt x="162405" y="206782"/>
                  </a:lnTo>
                  <a:lnTo>
                    <a:pt x="163581" y="201606"/>
                  </a:lnTo>
                  <a:lnTo>
                    <a:pt x="164592" y="196395"/>
                  </a:lnTo>
                  <a:lnTo>
                    <a:pt x="165437" y="191154"/>
                  </a:lnTo>
                  <a:lnTo>
                    <a:pt x="166115" y="185890"/>
                  </a:lnTo>
                  <a:lnTo>
                    <a:pt x="166626" y="180606"/>
                  </a:lnTo>
                  <a:lnTo>
                    <a:pt x="166969" y="175309"/>
                  </a:lnTo>
                  <a:lnTo>
                    <a:pt x="167143" y="170003"/>
                  </a:lnTo>
                  <a:lnTo>
                    <a:pt x="167149" y="164695"/>
                  </a:lnTo>
                  <a:lnTo>
                    <a:pt x="166986" y="159389"/>
                  </a:lnTo>
                  <a:lnTo>
                    <a:pt x="166655" y="154092"/>
                  </a:lnTo>
                  <a:lnTo>
                    <a:pt x="166156" y="148807"/>
                  </a:lnTo>
                  <a:lnTo>
                    <a:pt x="165489" y="143541"/>
                  </a:lnTo>
                  <a:lnTo>
                    <a:pt x="164655" y="138298"/>
                  </a:lnTo>
                  <a:lnTo>
                    <a:pt x="163656" y="133085"/>
                  </a:lnTo>
                  <a:lnTo>
                    <a:pt x="162491" y="127906"/>
                  </a:lnTo>
                  <a:lnTo>
                    <a:pt x="161163" y="122767"/>
                  </a:lnTo>
                  <a:lnTo>
                    <a:pt x="159672" y="117672"/>
                  </a:lnTo>
                  <a:lnTo>
                    <a:pt x="158020" y="112628"/>
                  </a:lnTo>
                  <a:lnTo>
                    <a:pt x="156209" y="107638"/>
                  </a:lnTo>
                  <a:lnTo>
                    <a:pt x="154240" y="102708"/>
                  </a:lnTo>
                  <a:lnTo>
                    <a:pt x="152115" y="97844"/>
                  </a:lnTo>
                  <a:lnTo>
                    <a:pt x="149838" y="93049"/>
                  </a:lnTo>
                  <a:lnTo>
                    <a:pt x="147409" y="88329"/>
                  </a:lnTo>
                  <a:lnTo>
                    <a:pt x="144832" y="83689"/>
                  </a:lnTo>
                  <a:lnTo>
                    <a:pt x="142108" y="79132"/>
                  </a:lnTo>
                  <a:lnTo>
                    <a:pt x="139241" y="74665"/>
                  </a:lnTo>
                  <a:lnTo>
                    <a:pt x="136234" y="70290"/>
                  </a:lnTo>
                  <a:lnTo>
                    <a:pt x="133090" y="66014"/>
                  </a:lnTo>
                  <a:lnTo>
                    <a:pt x="129811" y="61839"/>
                  </a:lnTo>
                  <a:lnTo>
                    <a:pt x="126401" y="57771"/>
                  </a:lnTo>
                  <a:lnTo>
                    <a:pt x="122864" y="53813"/>
                  </a:lnTo>
                  <a:lnTo>
                    <a:pt x="119203" y="49969"/>
                  </a:lnTo>
                  <a:lnTo>
                    <a:pt x="115422" y="46243"/>
                  </a:lnTo>
                  <a:lnTo>
                    <a:pt x="111525" y="42640"/>
                  </a:lnTo>
                  <a:lnTo>
                    <a:pt x="107515" y="39161"/>
                  </a:lnTo>
                  <a:lnTo>
                    <a:pt x="103396" y="35812"/>
                  </a:lnTo>
                  <a:lnTo>
                    <a:pt x="99174" y="32596"/>
                  </a:lnTo>
                  <a:lnTo>
                    <a:pt x="94851" y="29515"/>
                  </a:lnTo>
                  <a:lnTo>
                    <a:pt x="90433" y="26573"/>
                  </a:lnTo>
                  <a:lnTo>
                    <a:pt x="85923" y="23772"/>
                  </a:lnTo>
                  <a:lnTo>
                    <a:pt x="81327" y="21116"/>
                  </a:lnTo>
                  <a:lnTo>
                    <a:pt x="76649" y="18608"/>
                  </a:lnTo>
                  <a:lnTo>
                    <a:pt x="71894" y="16249"/>
                  </a:lnTo>
                  <a:lnTo>
                    <a:pt x="67066" y="14043"/>
                  </a:lnTo>
                  <a:lnTo>
                    <a:pt x="62170" y="11990"/>
                  </a:lnTo>
                  <a:lnTo>
                    <a:pt x="57212" y="10095"/>
                  </a:lnTo>
                  <a:lnTo>
                    <a:pt x="52196" y="8357"/>
                  </a:lnTo>
                  <a:lnTo>
                    <a:pt x="47128" y="6780"/>
                  </a:lnTo>
                  <a:lnTo>
                    <a:pt x="42012" y="5365"/>
                  </a:lnTo>
                  <a:lnTo>
                    <a:pt x="36853" y="4113"/>
                  </a:lnTo>
                  <a:lnTo>
                    <a:pt x="31658" y="3025"/>
                  </a:lnTo>
                  <a:lnTo>
                    <a:pt x="26430" y="2102"/>
                  </a:lnTo>
                  <a:lnTo>
                    <a:pt x="21176" y="1346"/>
                  </a:lnTo>
                  <a:lnTo>
                    <a:pt x="15901" y="757"/>
                  </a:lnTo>
                  <a:lnTo>
                    <a:pt x="10609" y="337"/>
                  </a:lnTo>
                  <a:lnTo>
                    <a:pt x="5307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334" y="1071028"/>
              <a:ext cx="167166" cy="183739"/>
            </a:xfrm>
            <a:custGeom>
              <a:avLst/>
              <a:pathLst>
                <a:path w="167166" h="183739">
                  <a:moveTo>
                    <a:pt x="167166" y="0"/>
                  </a:moveTo>
                  <a:lnTo>
                    <a:pt x="161798" y="86"/>
                  </a:lnTo>
                  <a:lnTo>
                    <a:pt x="156436" y="344"/>
                  </a:lnTo>
                  <a:lnTo>
                    <a:pt x="151084" y="775"/>
                  </a:lnTo>
                  <a:lnTo>
                    <a:pt x="145749" y="1377"/>
                  </a:lnTo>
                  <a:lnTo>
                    <a:pt x="140437" y="2150"/>
                  </a:lnTo>
                  <a:lnTo>
                    <a:pt x="135152" y="3094"/>
                  </a:lnTo>
                  <a:lnTo>
                    <a:pt x="129899" y="4206"/>
                  </a:lnTo>
                  <a:lnTo>
                    <a:pt x="124686" y="5487"/>
                  </a:lnTo>
                  <a:lnTo>
                    <a:pt x="119516" y="6935"/>
                  </a:lnTo>
                  <a:lnTo>
                    <a:pt x="114395" y="8547"/>
                  </a:lnTo>
                  <a:lnTo>
                    <a:pt x="109329" y="10324"/>
                  </a:lnTo>
                  <a:lnTo>
                    <a:pt x="104322" y="12262"/>
                  </a:lnTo>
                  <a:lnTo>
                    <a:pt x="99380" y="14360"/>
                  </a:lnTo>
                  <a:lnTo>
                    <a:pt x="94508" y="16615"/>
                  </a:lnTo>
                  <a:lnTo>
                    <a:pt x="89711" y="19026"/>
                  </a:lnTo>
                  <a:lnTo>
                    <a:pt x="84994" y="21590"/>
                  </a:lnTo>
                  <a:lnTo>
                    <a:pt x="80362" y="24303"/>
                  </a:lnTo>
                  <a:lnTo>
                    <a:pt x="75819" y="27165"/>
                  </a:lnTo>
                  <a:lnTo>
                    <a:pt x="71371" y="30170"/>
                  </a:lnTo>
                  <a:lnTo>
                    <a:pt x="67021" y="33317"/>
                  </a:lnTo>
                  <a:lnTo>
                    <a:pt x="62774" y="36602"/>
                  </a:lnTo>
                  <a:lnTo>
                    <a:pt x="58635" y="40021"/>
                  </a:lnTo>
                  <a:lnTo>
                    <a:pt x="54609" y="43572"/>
                  </a:lnTo>
                  <a:lnTo>
                    <a:pt x="50698" y="47250"/>
                  </a:lnTo>
                  <a:lnTo>
                    <a:pt x="46907" y="51052"/>
                  </a:lnTo>
                  <a:lnTo>
                    <a:pt x="43240" y="54974"/>
                  </a:lnTo>
                  <a:lnTo>
                    <a:pt x="39702" y="59011"/>
                  </a:lnTo>
                  <a:lnTo>
                    <a:pt x="36294" y="63160"/>
                  </a:lnTo>
                  <a:lnTo>
                    <a:pt x="33022" y="67416"/>
                  </a:lnTo>
                  <a:lnTo>
                    <a:pt x="29888" y="71775"/>
                  </a:lnTo>
                  <a:lnTo>
                    <a:pt x="26896" y="76232"/>
                  </a:lnTo>
                  <a:lnTo>
                    <a:pt x="24048" y="80784"/>
                  </a:lnTo>
                  <a:lnTo>
                    <a:pt x="21348" y="85424"/>
                  </a:lnTo>
                  <a:lnTo>
                    <a:pt x="18798" y="90148"/>
                  </a:lnTo>
                  <a:lnTo>
                    <a:pt x="16401" y="94953"/>
                  </a:lnTo>
                  <a:lnTo>
                    <a:pt x="14160" y="99831"/>
                  </a:lnTo>
                  <a:lnTo>
                    <a:pt x="12077" y="104779"/>
                  </a:lnTo>
                  <a:lnTo>
                    <a:pt x="10153" y="109791"/>
                  </a:lnTo>
                  <a:lnTo>
                    <a:pt x="8392" y="114863"/>
                  </a:lnTo>
                  <a:lnTo>
                    <a:pt x="6794" y="119988"/>
                  </a:lnTo>
                  <a:lnTo>
                    <a:pt x="5362" y="125163"/>
                  </a:lnTo>
                  <a:lnTo>
                    <a:pt x="4097" y="130380"/>
                  </a:lnTo>
                  <a:lnTo>
                    <a:pt x="2999" y="135635"/>
                  </a:lnTo>
                  <a:lnTo>
                    <a:pt x="2072" y="140923"/>
                  </a:lnTo>
                  <a:lnTo>
                    <a:pt x="1314" y="146238"/>
                  </a:lnTo>
                  <a:lnTo>
                    <a:pt x="728" y="151575"/>
                  </a:lnTo>
                  <a:lnTo>
                    <a:pt x="313" y="156928"/>
                  </a:lnTo>
                  <a:lnTo>
                    <a:pt x="70" y="162291"/>
                  </a:lnTo>
                  <a:lnTo>
                    <a:pt x="0" y="167659"/>
                  </a:lnTo>
                  <a:lnTo>
                    <a:pt x="102" y="173027"/>
                  </a:lnTo>
                  <a:lnTo>
                    <a:pt x="376" y="178388"/>
                  </a:lnTo>
                  <a:lnTo>
                    <a:pt x="822" y="18373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157" y="1238196"/>
              <a:ext cx="166344" cy="16571"/>
            </a:xfrm>
            <a:custGeom>
              <a:avLst/>
              <a:pathLst>
                <a:path w="166344" h="16571">
                  <a:moveTo>
                    <a:pt x="0" y="16571"/>
                  </a:moveTo>
                  <a:lnTo>
                    <a:pt x="16634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157" y="1071236"/>
              <a:ext cx="333511" cy="334111"/>
            </a:xfrm>
            <a:custGeom>
              <a:avLst/>
              <a:pathLst>
                <a:path w="333511" h="334111">
                  <a:moveTo>
                    <a:pt x="0" y="183531"/>
                  </a:moveTo>
                  <a:lnTo>
                    <a:pt x="608" y="188793"/>
                  </a:lnTo>
                  <a:lnTo>
                    <a:pt x="1383" y="194033"/>
                  </a:lnTo>
                  <a:lnTo>
                    <a:pt x="2324" y="199246"/>
                  </a:lnTo>
                  <a:lnTo>
                    <a:pt x="3429" y="204427"/>
                  </a:lnTo>
                  <a:lnTo>
                    <a:pt x="4698" y="209570"/>
                  </a:lnTo>
                  <a:lnTo>
                    <a:pt x="6129" y="214670"/>
                  </a:lnTo>
                  <a:lnTo>
                    <a:pt x="7721" y="219723"/>
                  </a:lnTo>
                  <a:lnTo>
                    <a:pt x="9473" y="224722"/>
                  </a:lnTo>
                  <a:lnTo>
                    <a:pt x="11382" y="229663"/>
                  </a:lnTo>
                  <a:lnTo>
                    <a:pt x="13446" y="234541"/>
                  </a:lnTo>
                  <a:lnTo>
                    <a:pt x="15664" y="239352"/>
                  </a:lnTo>
                  <a:lnTo>
                    <a:pt x="18033" y="244090"/>
                  </a:lnTo>
                  <a:lnTo>
                    <a:pt x="20552" y="248750"/>
                  </a:lnTo>
                  <a:lnTo>
                    <a:pt x="23216" y="253328"/>
                  </a:lnTo>
                  <a:lnTo>
                    <a:pt x="26025" y="257820"/>
                  </a:lnTo>
                  <a:lnTo>
                    <a:pt x="28974" y="262220"/>
                  </a:lnTo>
                  <a:lnTo>
                    <a:pt x="32061" y="266525"/>
                  </a:lnTo>
                  <a:lnTo>
                    <a:pt x="35283" y="270729"/>
                  </a:lnTo>
                  <a:lnTo>
                    <a:pt x="38637" y="274830"/>
                  </a:lnTo>
                  <a:lnTo>
                    <a:pt x="42119" y="278822"/>
                  </a:lnTo>
                  <a:lnTo>
                    <a:pt x="45725" y="282702"/>
                  </a:lnTo>
                  <a:lnTo>
                    <a:pt x="49453" y="286465"/>
                  </a:lnTo>
                  <a:lnTo>
                    <a:pt x="53298" y="290109"/>
                  </a:lnTo>
                  <a:lnTo>
                    <a:pt x="57257" y="293629"/>
                  </a:lnTo>
                  <a:lnTo>
                    <a:pt x="61325" y="297021"/>
                  </a:lnTo>
                  <a:lnTo>
                    <a:pt x="65499" y="300283"/>
                  </a:lnTo>
                  <a:lnTo>
                    <a:pt x="69774" y="303412"/>
                  </a:lnTo>
                  <a:lnTo>
                    <a:pt x="74145" y="306403"/>
                  </a:lnTo>
                  <a:lnTo>
                    <a:pt x="78610" y="309254"/>
                  </a:lnTo>
                  <a:lnTo>
                    <a:pt x="83162" y="311962"/>
                  </a:lnTo>
                  <a:lnTo>
                    <a:pt x="87798" y="314525"/>
                  </a:lnTo>
                  <a:lnTo>
                    <a:pt x="92513" y="316940"/>
                  </a:lnTo>
                  <a:lnTo>
                    <a:pt x="97302" y="319204"/>
                  </a:lnTo>
                  <a:lnTo>
                    <a:pt x="102161" y="321315"/>
                  </a:lnTo>
                  <a:lnTo>
                    <a:pt x="107084" y="323271"/>
                  </a:lnTo>
                  <a:lnTo>
                    <a:pt x="112066" y="325070"/>
                  </a:lnTo>
                  <a:lnTo>
                    <a:pt x="117103" y="326710"/>
                  </a:lnTo>
                  <a:lnTo>
                    <a:pt x="122189" y="328190"/>
                  </a:lnTo>
                  <a:lnTo>
                    <a:pt x="127320" y="329508"/>
                  </a:lnTo>
                  <a:lnTo>
                    <a:pt x="132489" y="330663"/>
                  </a:lnTo>
                  <a:lnTo>
                    <a:pt x="137693" y="331653"/>
                  </a:lnTo>
                  <a:lnTo>
                    <a:pt x="142926" y="332479"/>
                  </a:lnTo>
                  <a:lnTo>
                    <a:pt x="148182" y="333137"/>
                  </a:lnTo>
                  <a:lnTo>
                    <a:pt x="153456" y="333629"/>
                  </a:lnTo>
                  <a:lnTo>
                    <a:pt x="158743" y="333954"/>
                  </a:lnTo>
                  <a:lnTo>
                    <a:pt x="164038" y="334111"/>
                  </a:lnTo>
                  <a:lnTo>
                    <a:pt x="169335" y="334100"/>
                  </a:lnTo>
                  <a:lnTo>
                    <a:pt x="174630" y="333921"/>
                  </a:lnTo>
                  <a:lnTo>
                    <a:pt x="179915" y="333575"/>
                  </a:lnTo>
                  <a:lnTo>
                    <a:pt x="185188" y="333061"/>
                  </a:lnTo>
                  <a:lnTo>
                    <a:pt x="190441" y="332381"/>
                  </a:lnTo>
                  <a:lnTo>
                    <a:pt x="195670" y="331534"/>
                  </a:lnTo>
                  <a:lnTo>
                    <a:pt x="200870" y="330523"/>
                  </a:lnTo>
                  <a:lnTo>
                    <a:pt x="206035" y="329347"/>
                  </a:lnTo>
                  <a:lnTo>
                    <a:pt x="211160" y="328007"/>
                  </a:lnTo>
                  <a:lnTo>
                    <a:pt x="216240" y="326507"/>
                  </a:lnTo>
                  <a:lnTo>
                    <a:pt x="221270" y="324846"/>
                  </a:lnTo>
                  <a:lnTo>
                    <a:pt x="226245" y="323026"/>
                  </a:lnTo>
                  <a:lnTo>
                    <a:pt x="231160" y="321050"/>
                  </a:lnTo>
                  <a:lnTo>
                    <a:pt x="236009" y="318919"/>
                  </a:lnTo>
                  <a:lnTo>
                    <a:pt x="240789" y="316635"/>
                  </a:lnTo>
                  <a:lnTo>
                    <a:pt x="245494" y="314201"/>
                  </a:lnTo>
                  <a:lnTo>
                    <a:pt x="250120" y="311619"/>
                  </a:lnTo>
                  <a:lnTo>
                    <a:pt x="254661" y="308892"/>
                  </a:lnTo>
                  <a:lnTo>
                    <a:pt x="259114" y="306023"/>
                  </a:lnTo>
                  <a:lnTo>
                    <a:pt x="263473" y="303014"/>
                  </a:lnTo>
                  <a:lnTo>
                    <a:pt x="267735" y="299868"/>
                  </a:lnTo>
                  <a:lnTo>
                    <a:pt x="271895" y="296589"/>
                  </a:lnTo>
                  <a:lnTo>
                    <a:pt x="275950" y="293179"/>
                  </a:lnTo>
                  <a:lnTo>
                    <a:pt x="279894" y="289643"/>
                  </a:lnTo>
                  <a:lnTo>
                    <a:pt x="283724" y="285984"/>
                  </a:lnTo>
                  <a:lnTo>
                    <a:pt x="287436" y="282205"/>
                  </a:lnTo>
                  <a:lnTo>
                    <a:pt x="291027" y="278311"/>
                  </a:lnTo>
                  <a:lnTo>
                    <a:pt x="294492" y="274304"/>
                  </a:lnTo>
                  <a:lnTo>
                    <a:pt x="297829" y="270190"/>
                  </a:lnTo>
                  <a:lnTo>
                    <a:pt x="301034" y="265972"/>
                  </a:lnTo>
                  <a:lnTo>
                    <a:pt x="304103" y="261655"/>
                  </a:lnTo>
                  <a:lnTo>
                    <a:pt x="307034" y="257243"/>
                  </a:lnTo>
                  <a:lnTo>
                    <a:pt x="309824" y="252740"/>
                  </a:lnTo>
                  <a:lnTo>
                    <a:pt x="312470" y="248151"/>
                  </a:lnTo>
                  <a:lnTo>
                    <a:pt x="314969" y="243480"/>
                  </a:lnTo>
                  <a:lnTo>
                    <a:pt x="317319" y="238732"/>
                  </a:lnTo>
                  <a:lnTo>
                    <a:pt x="319517" y="233913"/>
                  </a:lnTo>
                  <a:lnTo>
                    <a:pt x="321562" y="229026"/>
                  </a:lnTo>
                  <a:lnTo>
                    <a:pt x="323450" y="224077"/>
                  </a:lnTo>
                  <a:lnTo>
                    <a:pt x="325181" y="219071"/>
                  </a:lnTo>
                  <a:lnTo>
                    <a:pt x="326752" y="214012"/>
                  </a:lnTo>
                  <a:lnTo>
                    <a:pt x="328163" y="208906"/>
                  </a:lnTo>
                  <a:lnTo>
                    <a:pt x="329411" y="203758"/>
                  </a:lnTo>
                  <a:lnTo>
                    <a:pt x="330495" y="198572"/>
                  </a:lnTo>
                  <a:lnTo>
                    <a:pt x="331414" y="193356"/>
                  </a:lnTo>
                  <a:lnTo>
                    <a:pt x="332167" y="188112"/>
                  </a:lnTo>
                  <a:lnTo>
                    <a:pt x="332754" y="182848"/>
                  </a:lnTo>
                  <a:lnTo>
                    <a:pt x="333174" y="177567"/>
                  </a:lnTo>
                  <a:lnTo>
                    <a:pt x="333426" y="172276"/>
                  </a:lnTo>
                  <a:lnTo>
                    <a:pt x="333511" y="166979"/>
                  </a:lnTo>
                  <a:lnTo>
                    <a:pt x="333428" y="161683"/>
                  </a:lnTo>
                  <a:lnTo>
                    <a:pt x="333177" y="156392"/>
                  </a:lnTo>
                  <a:lnTo>
                    <a:pt x="332758" y="151111"/>
                  </a:lnTo>
                  <a:lnTo>
                    <a:pt x="332172" y="145846"/>
                  </a:lnTo>
                  <a:lnTo>
                    <a:pt x="331420" y="140603"/>
                  </a:lnTo>
                  <a:lnTo>
                    <a:pt x="330502" y="135386"/>
                  </a:lnTo>
                  <a:lnTo>
                    <a:pt x="329419" y="130200"/>
                  </a:lnTo>
                  <a:lnTo>
                    <a:pt x="328173" y="125052"/>
                  </a:lnTo>
                  <a:lnTo>
                    <a:pt x="326764" y="119946"/>
                  </a:lnTo>
                  <a:lnTo>
                    <a:pt x="325194" y="114886"/>
                  </a:lnTo>
                  <a:lnTo>
                    <a:pt x="323464" y="109879"/>
                  </a:lnTo>
                  <a:lnTo>
                    <a:pt x="321577" y="104930"/>
                  </a:lnTo>
                  <a:lnTo>
                    <a:pt x="319533" y="100043"/>
                  </a:lnTo>
                  <a:lnTo>
                    <a:pt x="317336" y="95223"/>
                  </a:lnTo>
                  <a:lnTo>
                    <a:pt x="314987" y="90475"/>
                  </a:lnTo>
                  <a:lnTo>
                    <a:pt x="312489" y="85803"/>
                  </a:lnTo>
                  <a:lnTo>
                    <a:pt x="309845" y="81214"/>
                  </a:lnTo>
                  <a:lnTo>
                    <a:pt x="307056" y="76710"/>
                  </a:lnTo>
                  <a:lnTo>
                    <a:pt x="304126" y="72297"/>
                  </a:lnTo>
                  <a:lnTo>
                    <a:pt x="301057" y="67979"/>
                  </a:lnTo>
                  <a:lnTo>
                    <a:pt x="297854" y="63760"/>
                  </a:lnTo>
                  <a:lnTo>
                    <a:pt x="294518" y="59645"/>
                  </a:lnTo>
                  <a:lnTo>
                    <a:pt x="291053" y="55638"/>
                  </a:lnTo>
                  <a:lnTo>
                    <a:pt x="287464" y="51743"/>
                  </a:lnTo>
                  <a:lnTo>
                    <a:pt x="283752" y="47963"/>
                  </a:lnTo>
                  <a:lnTo>
                    <a:pt x="279923" y="44303"/>
                  </a:lnTo>
                  <a:lnTo>
                    <a:pt x="275980" y="40766"/>
                  </a:lnTo>
                  <a:lnTo>
                    <a:pt x="271926" y="37355"/>
                  </a:lnTo>
                  <a:lnTo>
                    <a:pt x="267767" y="34075"/>
                  </a:lnTo>
                  <a:lnTo>
                    <a:pt x="263506" y="30928"/>
                  </a:lnTo>
                  <a:lnTo>
                    <a:pt x="259147" y="27918"/>
                  </a:lnTo>
                  <a:lnTo>
                    <a:pt x="254695" y="25048"/>
                  </a:lnTo>
                  <a:lnTo>
                    <a:pt x="250154" y="22319"/>
                  </a:lnTo>
                  <a:lnTo>
                    <a:pt x="245529" y="19737"/>
                  </a:lnTo>
                  <a:lnTo>
                    <a:pt x="240825" y="17302"/>
                  </a:lnTo>
                  <a:lnTo>
                    <a:pt x="236046" y="15017"/>
                  </a:lnTo>
                  <a:lnTo>
                    <a:pt x="231197" y="12885"/>
                  </a:lnTo>
                  <a:lnTo>
                    <a:pt x="226282" y="10907"/>
                  </a:lnTo>
                  <a:lnTo>
                    <a:pt x="221308" y="9087"/>
                  </a:lnTo>
                  <a:lnTo>
                    <a:pt x="216278" y="7424"/>
                  </a:lnTo>
                  <a:lnTo>
                    <a:pt x="211198" y="5922"/>
                  </a:lnTo>
                  <a:lnTo>
                    <a:pt x="206074" y="4582"/>
                  </a:lnTo>
                  <a:lnTo>
                    <a:pt x="200909" y="3405"/>
                  </a:lnTo>
                  <a:lnTo>
                    <a:pt x="195709" y="2392"/>
                  </a:lnTo>
                  <a:lnTo>
                    <a:pt x="190481" y="1544"/>
                  </a:lnTo>
                  <a:lnTo>
                    <a:pt x="185227" y="862"/>
                  </a:lnTo>
                  <a:lnTo>
                    <a:pt x="179955" y="347"/>
                  </a:lnTo>
                  <a:lnTo>
                    <a:pt x="174669" y="0"/>
                  </a:lnTo>
                  <a:lnTo>
                    <a:pt x="166344" y="1669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8325" cy="167167"/>
            </a:xfrm>
            <a:custGeom>
              <a:avLst/>
              <a:pathLst>
                <a:path w="8325" h="167167">
                  <a:moveTo>
                    <a:pt x="8325" y="20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7456" y="1322571"/>
              <a:ext cx="51264" cy="167167"/>
            </a:xfrm>
            <a:custGeom>
              <a:avLst/>
              <a:pathLst>
                <a:path w="51264" h="167167">
                  <a:moveTo>
                    <a:pt x="51264" y="0"/>
                  </a:moveTo>
                  <a:lnTo>
                    <a:pt x="44752" y="126"/>
                  </a:lnTo>
                  <a:lnTo>
                    <a:pt x="38251" y="507"/>
                  </a:lnTo>
                  <a:lnTo>
                    <a:pt x="31769" y="1140"/>
                  </a:lnTo>
                  <a:lnTo>
                    <a:pt x="25317" y="2025"/>
                  </a:lnTo>
                  <a:lnTo>
                    <a:pt x="18904" y="3161"/>
                  </a:lnTo>
                  <a:lnTo>
                    <a:pt x="12541" y="4546"/>
                  </a:lnTo>
                  <a:lnTo>
                    <a:pt x="6236" y="6178"/>
                  </a:lnTo>
                  <a:lnTo>
                    <a:pt x="0" y="8054"/>
                  </a:lnTo>
                  <a:lnTo>
                    <a:pt x="512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7456" y="1330626"/>
              <a:ext cx="51264" cy="159112"/>
            </a:xfrm>
            <a:custGeom>
              <a:avLst/>
              <a:pathLst>
                <a:path w="51264" h="159112">
                  <a:moveTo>
                    <a:pt x="0" y="0"/>
                  </a:moveTo>
                  <a:lnTo>
                    <a:pt x="51264" y="159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60" y="1330626"/>
              <a:ext cx="334325" cy="326274"/>
            </a:xfrm>
            <a:custGeom>
              <a:avLst/>
              <a:pathLst>
                <a:path w="334325" h="326274">
                  <a:moveTo>
                    <a:pt x="115896" y="0"/>
                  </a:moveTo>
                  <a:lnTo>
                    <a:pt x="110878" y="1704"/>
                  </a:lnTo>
                  <a:lnTo>
                    <a:pt x="105917" y="3567"/>
                  </a:lnTo>
                  <a:lnTo>
                    <a:pt x="101018" y="5587"/>
                  </a:lnTo>
                  <a:lnTo>
                    <a:pt x="96185" y="7760"/>
                  </a:lnTo>
                  <a:lnTo>
                    <a:pt x="91423" y="10086"/>
                  </a:lnTo>
                  <a:lnTo>
                    <a:pt x="86738" y="12562"/>
                  </a:lnTo>
                  <a:lnTo>
                    <a:pt x="82133" y="15184"/>
                  </a:lnTo>
                  <a:lnTo>
                    <a:pt x="77613" y="17952"/>
                  </a:lnTo>
                  <a:lnTo>
                    <a:pt x="73184" y="20861"/>
                  </a:lnTo>
                  <a:lnTo>
                    <a:pt x="68849" y="23909"/>
                  </a:lnTo>
                  <a:lnTo>
                    <a:pt x="64613" y="27093"/>
                  </a:lnTo>
                  <a:lnTo>
                    <a:pt x="60480" y="30410"/>
                  </a:lnTo>
                  <a:lnTo>
                    <a:pt x="56454" y="33856"/>
                  </a:lnTo>
                  <a:lnTo>
                    <a:pt x="52540" y="37428"/>
                  </a:lnTo>
                  <a:lnTo>
                    <a:pt x="48740" y="41122"/>
                  </a:lnTo>
                  <a:lnTo>
                    <a:pt x="45060" y="44935"/>
                  </a:lnTo>
                  <a:lnTo>
                    <a:pt x="41502" y="48863"/>
                  </a:lnTo>
                  <a:lnTo>
                    <a:pt x="38071" y="52901"/>
                  </a:lnTo>
                  <a:lnTo>
                    <a:pt x="34769" y="57046"/>
                  </a:lnTo>
                  <a:lnTo>
                    <a:pt x="31600" y="61294"/>
                  </a:lnTo>
                  <a:lnTo>
                    <a:pt x="28568" y="65640"/>
                  </a:lnTo>
                  <a:lnTo>
                    <a:pt x="25675" y="70080"/>
                  </a:lnTo>
                  <a:lnTo>
                    <a:pt x="22924" y="74609"/>
                  </a:lnTo>
                  <a:lnTo>
                    <a:pt x="20318" y="79223"/>
                  </a:lnTo>
                  <a:lnTo>
                    <a:pt x="17859" y="83918"/>
                  </a:lnTo>
                  <a:lnTo>
                    <a:pt x="15551" y="88688"/>
                  </a:lnTo>
                  <a:lnTo>
                    <a:pt x="13395" y="93529"/>
                  </a:lnTo>
                  <a:lnTo>
                    <a:pt x="11393" y="98436"/>
                  </a:lnTo>
                  <a:lnTo>
                    <a:pt x="9548" y="103404"/>
                  </a:lnTo>
                  <a:lnTo>
                    <a:pt x="7862" y="108427"/>
                  </a:lnTo>
                  <a:lnTo>
                    <a:pt x="6335" y="113502"/>
                  </a:lnTo>
                  <a:lnTo>
                    <a:pt x="4970" y="118623"/>
                  </a:lnTo>
                  <a:lnTo>
                    <a:pt x="3769" y="123784"/>
                  </a:lnTo>
                  <a:lnTo>
                    <a:pt x="2731" y="128981"/>
                  </a:lnTo>
                  <a:lnTo>
                    <a:pt x="1858" y="134208"/>
                  </a:lnTo>
                  <a:lnTo>
                    <a:pt x="1152" y="139460"/>
                  </a:lnTo>
                  <a:lnTo>
                    <a:pt x="613" y="144731"/>
                  </a:lnTo>
                  <a:lnTo>
                    <a:pt x="240" y="150018"/>
                  </a:lnTo>
                  <a:lnTo>
                    <a:pt x="36" y="155313"/>
                  </a:lnTo>
                  <a:lnTo>
                    <a:pt x="0" y="160612"/>
                  </a:lnTo>
                  <a:lnTo>
                    <a:pt x="131" y="165910"/>
                  </a:lnTo>
                  <a:lnTo>
                    <a:pt x="430" y="171201"/>
                  </a:lnTo>
                  <a:lnTo>
                    <a:pt x="897" y="176480"/>
                  </a:lnTo>
                  <a:lnTo>
                    <a:pt x="1531" y="181741"/>
                  </a:lnTo>
                  <a:lnTo>
                    <a:pt x="2332" y="186979"/>
                  </a:lnTo>
                  <a:lnTo>
                    <a:pt x="3298" y="192190"/>
                  </a:lnTo>
                  <a:lnTo>
                    <a:pt x="4429" y="197367"/>
                  </a:lnTo>
                  <a:lnTo>
                    <a:pt x="5723" y="202506"/>
                  </a:lnTo>
                  <a:lnTo>
                    <a:pt x="7180" y="207601"/>
                  </a:lnTo>
                  <a:lnTo>
                    <a:pt x="8797" y="212648"/>
                  </a:lnTo>
                  <a:lnTo>
                    <a:pt x="10573" y="217640"/>
                  </a:lnTo>
                  <a:lnTo>
                    <a:pt x="12507" y="222574"/>
                  </a:lnTo>
                  <a:lnTo>
                    <a:pt x="14596" y="227444"/>
                  </a:lnTo>
                  <a:lnTo>
                    <a:pt x="16839" y="232246"/>
                  </a:lnTo>
                  <a:lnTo>
                    <a:pt x="19233" y="236974"/>
                  </a:lnTo>
                  <a:lnTo>
                    <a:pt x="21775" y="241623"/>
                  </a:lnTo>
                  <a:lnTo>
                    <a:pt x="24463" y="246190"/>
                  </a:lnTo>
                  <a:lnTo>
                    <a:pt x="27295" y="250670"/>
                  </a:lnTo>
                  <a:lnTo>
                    <a:pt x="30267" y="255057"/>
                  </a:lnTo>
                  <a:lnTo>
                    <a:pt x="33377" y="259348"/>
                  </a:lnTo>
                  <a:lnTo>
                    <a:pt x="36622" y="263538"/>
                  </a:lnTo>
                  <a:lnTo>
                    <a:pt x="39997" y="267623"/>
                  </a:lnTo>
                  <a:lnTo>
                    <a:pt x="43501" y="271599"/>
                  </a:lnTo>
                  <a:lnTo>
                    <a:pt x="47128" y="275462"/>
                  </a:lnTo>
                  <a:lnTo>
                    <a:pt x="50876" y="279208"/>
                  </a:lnTo>
                  <a:lnTo>
                    <a:pt x="54741" y="282834"/>
                  </a:lnTo>
                  <a:lnTo>
                    <a:pt x="58719" y="286335"/>
                  </a:lnTo>
                  <a:lnTo>
                    <a:pt x="62806" y="289708"/>
                  </a:lnTo>
                  <a:lnTo>
                    <a:pt x="66998" y="292950"/>
                  </a:lnTo>
                  <a:lnTo>
                    <a:pt x="71291" y="296058"/>
                  </a:lnTo>
                  <a:lnTo>
                    <a:pt x="75680" y="299028"/>
                  </a:lnTo>
                  <a:lnTo>
                    <a:pt x="80161" y="301857"/>
                  </a:lnTo>
                  <a:lnTo>
                    <a:pt x="84729" y="304543"/>
                  </a:lnTo>
                  <a:lnTo>
                    <a:pt x="89380" y="307083"/>
                  </a:lnTo>
                  <a:lnTo>
                    <a:pt x="94109" y="309474"/>
                  </a:lnTo>
                  <a:lnTo>
                    <a:pt x="98912" y="311714"/>
                  </a:lnTo>
                  <a:lnTo>
                    <a:pt x="103783" y="313800"/>
                  </a:lnTo>
                  <a:lnTo>
                    <a:pt x="108718" y="315731"/>
                  </a:lnTo>
                  <a:lnTo>
                    <a:pt x="113712" y="317505"/>
                  </a:lnTo>
                  <a:lnTo>
                    <a:pt x="118759" y="319120"/>
                  </a:lnTo>
                  <a:lnTo>
                    <a:pt x="123855" y="320573"/>
                  </a:lnTo>
                  <a:lnTo>
                    <a:pt x="128995" y="321865"/>
                  </a:lnTo>
                  <a:lnTo>
                    <a:pt x="134173" y="322993"/>
                  </a:lnTo>
                  <a:lnTo>
                    <a:pt x="139384" y="323956"/>
                  </a:lnTo>
                  <a:lnTo>
                    <a:pt x="144623" y="324754"/>
                  </a:lnTo>
                  <a:lnTo>
                    <a:pt x="149884" y="325385"/>
                  </a:lnTo>
                  <a:lnTo>
                    <a:pt x="155163" y="325849"/>
                  </a:lnTo>
                  <a:lnTo>
                    <a:pt x="160454" y="326145"/>
                  </a:lnTo>
                  <a:lnTo>
                    <a:pt x="165752" y="326274"/>
                  </a:lnTo>
                  <a:lnTo>
                    <a:pt x="171051" y="326235"/>
                  </a:lnTo>
                  <a:lnTo>
                    <a:pt x="176346" y="326027"/>
                  </a:lnTo>
                  <a:lnTo>
                    <a:pt x="181633" y="325652"/>
                  </a:lnTo>
                  <a:lnTo>
                    <a:pt x="186904" y="325110"/>
                  </a:lnTo>
                  <a:lnTo>
                    <a:pt x="192156" y="324401"/>
                  </a:lnTo>
                  <a:lnTo>
                    <a:pt x="197382" y="323525"/>
                  </a:lnTo>
                  <a:lnTo>
                    <a:pt x="202578" y="322485"/>
                  </a:lnTo>
                  <a:lnTo>
                    <a:pt x="207739" y="321280"/>
                  </a:lnTo>
                  <a:lnTo>
                    <a:pt x="212859" y="319912"/>
                  </a:lnTo>
                  <a:lnTo>
                    <a:pt x="217933" y="318383"/>
                  </a:lnTo>
                  <a:lnTo>
                    <a:pt x="222955" y="316694"/>
                  </a:lnTo>
                  <a:lnTo>
                    <a:pt x="227922" y="314846"/>
                  </a:lnTo>
                  <a:lnTo>
                    <a:pt x="232828" y="312842"/>
                  </a:lnTo>
                  <a:lnTo>
                    <a:pt x="237668" y="310683"/>
                  </a:lnTo>
                  <a:lnTo>
                    <a:pt x="242437" y="308372"/>
                  </a:lnTo>
                  <a:lnTo>
                    <a:pt x="247130" y="305911"/>
                  </a:lnTo>
                  <a:lnTo>
                    <a:pt x="251743" y="303303"/>
                  </a:lnTo>
                  <a:lnTo>
                    <a:pt x="256270" y="300549"/>
                  </a:lnTo>
                  <a:lnTo>
                    <a:pt x="260709" y="297654"/>
                  </a:lnTo>
                  <a:lnTo>
                    <a:pt x="265053" y="294619"/>
                  </a:lnTo>
                  <a:lnTo>
                    <a:pt x="269299" y="291448"/>
                  </a:lnTo>
                  <a:lnTo>
                    <a:pt x="273442" y="288144"/>
                  </a:lnTo>
                  <a:lnTo>
                    <a:pt x="277479" y="284710"/>
                  </a:lnTo>
                  <a:lnTo>
                    <a:pt x="281404" y="281150"/>
                  </a:lnTo>
                  <a:lnTo>
                    <a:pt x="285215" y="277468"/>
                  </a:lnTo>
                  <a:lnTo>
                    <a:pt x="288907" y="273666"/>
                  </a:lnTo>
                  <a:lnTo>
                    <a:pt x="292477" y="269750"/>
                  </a:lnTo>
                  <a:lnTo>
                    <a:pt x="295921" y="265722"/>
                  </a:lnTo>
                  <a:lnTo>
                    <a:pt x="299235" y="261587"/>
                  </a:lnTo>
                  <a:lnTo>
                    <a:pt x="302417" y="257349"/>
                  </a:lnTo>
                  <a:lnTo>
                    <a:pt x="305463" y="253013"/>
                  </a:lnTo>
                  <a:lnTo>
                    <a:pt x="308370" y="248582"/>
                  </a:lnTo>
                  <a:lnTo>
                    <a:pt x="311135" y="244061"/>
                  </a:lnTo>
                  <a:lnTo>
                    <a:pt x="313755" y="239455"/>
                  </a:lnTo>
                  <a:lnTo>
                    <a:pt x="316228" y="234768"/>
                  </a:lnTo>
                  <a:lnTo>
                    <a:pt x="318551" y="230005"/>
                  </a:lnTo>
                  <a:lnTo>
                    <a:pt x="320722" y="225171"/>
                  </a:lnTo>
                  <a:lnTo>
                    <a:pt x="322739" y="220270"/>
                  </a:lnTo>
                  <a:lnTo>
                    <a:pt x="324599" y="215308"/>
                  </a:lnTo>
                  <a:lnTo>
                    <a:pt x="326301" y="210289"/>
                  </a:lnTo>
                  <a:lnTo>
                    <a:pt x="327843" y="205220"/>
                  </a:lnTo>
                  <a:lnTo>
                    <a:pt x="329224" y="200103"/>
                  </a:lnTo>
                  <a:lnTo>
                    <a:pt x="330442" y="194946"/>
                  </a:lnTo>
                  <a:lnTo>
                    <a:pt x="331496" y="189752"/>
                  </a:lnTo>
                  <a:lnTo>
                    <a:pt x="332384" y="184528"/>
                  </a:lnTo>
                  <a:lnTo>
                    <a:pt x="333107" y="179278"/>
                  </a:lnTo>
                  <a:lnTo>
                    <a:pt x="333663" y="174008"/>
                  </a:lnTo>
                  <a:lnTo>
                    <a:pt x="334051" y="168723"/>
                  </a:lnTo>
                  <a:lnTo>
                    <a:pt x="334272" y="163428"/>
                  </a:lnTo>
                  <a:lnTo>
                    <a:pt x="334325" y="158129"/>
                  </a:lnTo>
                  <a:lnTo>
                    <a:pt x="334210" y="152831"/>
                  </a:lnTo>
                  <a:lnTo>
                    <a:pt x="333927" y="147539"/>
                  </a:lnTo>
                  <a:lnTo>
                    <a:pt x="333476" y="142259"/>
                  </a:lnTo>
                  <a:lnTo>
                    <a:pt x="332858" y="136996"/>
                  </a:lnTo>
                  <a:lnTo>
                    <a:pt x="332074" y="131755"/>
                  </a:lnTo>
                  <a:lnTo>
                    <a:pt x="331124" y="126541"/>
                  </a:lnTo>
                  <a:lnTo>
                    <a:pt x="330009" y="121361"/>
                  </a:lnTo>
                  <a:lnTo>
                    <a:pt x="328731" y="116218"/>
                  </a:lnTo>
                  <a:lnTo>
                    <a:pt x="327290" y="111118"/>
                  </a:lnTo>
                  <a:lnTo>
                    <a:pt x="325688" y="106067"/>
                  </a:lnTo>
                  <a:lnTo>
                    <a:pt x="323927" y="101069"/>
                  </a:lnTo>
                  <a:lnTo>
                    <a:pt x="322009" y="96129"/>
                  </a:lnTo>
                  <a:lnTo>
                    <a:pt x="319934" y="91252"/>
                  </a:lnTo>
                  <a:lnTo>
                    <a:pt x="317707" y="86444"/>
                  </a:lnTo>
                  <a:lnTo>
                    <a:pt x="315328" y="81709"/>
                  </a:lnTo>
                  <a:lnTo>
                    <a:pt x="312800" y="77051"/>
                  </a:lnTo>
                  <a:lnTo>
                    <a:pt x="310125" y="72476"/>
                  </a:lnTo>
                  <a:lnTo>
                    <a:pt x="307308" y="67988"/>
                  </a:lnTo>
                  <a:lnTo>
                    <a:pt x="304349" y="63592"/>
                  </a:lnTo>
                  <a:lnTo>
                    <a:pt x="301252" y="59291"/>
                  </a:lnTo>
                  <a:lnTo>
                    <a:pt x="298021" y="55091"/>
                  </a:lnTo>
                  <a:lnTo>
                    <a:pt x="294658" y="50995"/>
                  </a:lnTo>
                  <a:lnTo>
                    <a:pt x="291167" y="47008"/>
                  </a:lnTo>
                  <a:lnTo>
                    <a:pt x="287551" y="43134"/>
                  </a:lnTo>
                  <a:lnTo>
                    <a:pt x="283815" y="39376"/>
                  </a:lnTo>
                  <a:lnTo>
                    <a:pt x="279961" y="35739"/>
                  </a:lnTo>
                  <a:lnTo>
                    <a:pt x="275993" y="32226"/>
                  </a:lnTo>
                  <a:lnTo>
                    <a:pt x="271917" y="28840"/>
                  </a:lnTo>
                  <a:lnTo>
                    <a:pt x="267735" y="25585"/>
                  </a:lnTo>
                  <a:lnTo>
                    <a:pt x="263452" y="22464"/>
                  </a:lnTo>
                  <a:lnTo>
                    <a:pt x="259072" y="19480"/>
                  </a:lnTo>
                  <a:lnTo>
                    <a:pt x="254600" y="16637"/>
                  </a:lnTo>
                  <a:lnTo>
                    <a:pt x="250040" y="13937"/>
                  </a:lnTo>
                  <a:lnTo>
                    <a:pt x="245397" y="11383"/>
                  </a:lnTo>
                  <a:lnTo>
                    <a:pt x="240675" y="8978"/>
                  </a:lnTo>
                  <a:lnTo>
                    <a:pt x="235880" y="6723"/>
                  </a:lnTo>
                  <a:lnTo>
                    <a:pt x="231015" y="4621"/>
                  </a:lnTo>
                  <a:lnTo>
                    <a:pt x="226086" y="2675"/>
                  </a:lnTo>
                  <a:lnTo>
                    <a:pt x="221098" y="886"/>
                  </a:lnTo>
                  <a:lnTo>
                    <a:pt x="167160" y="159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53937" cy="167167"/>
            </a:xfrm>
            <a:custGeom>
              <a:avLst/>
              <a:pathLst>
                <a:path w="53937" h="167167">
                  <a:moveTo>
                    <a:pt x="53937" y="8940"/>
                  </a:moveTo>
                  <a:lnTo>
                    <a:pt x="48126" y="7077"/>
                  </a:lnTo>
                  <a:lnTo>
                    <a:pt x="42252" y="5427"/>
                  </a:lnTo>
                  <a:lnTo>
                    <a:pt x="36321" y="3993"/>
                  </a:lnTo>
                  <a:lnTo>
                    <a:pt x="30342" y="2776"/>
                  </a:lnTo>
                  <a:lnTo>
                    <a:pt x="24322" y="1778"/>
                  </a:lnTo>
                  <a:lnTo>
                    <a:pt x="18270" y="1001"/>
                  </a:lnTo>
                  <a:lnTo>
                    <a:pt x="12193" y="445"/>
                  </a:lnTo>
                  <a:lnTo>
                    <a:pt x="6100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51725" y="1681503"/>
              <a:ext cx="34799" cy="167167"/>
            </a:xfrm>
            <a:custGeom>
              <a:avLst/>
              <a:pathLst>
                <a:path w="34799" h="167167">
                  <a:moveTo>
                    <a:pt x="34799" y="0"/>
                  </a:moveTo>
                  <a:lnTo>
                    <a:pt x="27790" y="147"/>
                  </a:lnTo>
                  <a:lnTo>
                    <a:pt x="20793" y="587"/>
                  </a:lnTo>
                  <a:lnTo>
                    <a:pt x="13821" y="1321"/>
                  </a:lnTo>
                  <a:lnTo>
                    <a:pt x="6886" y="2346"/>
                  </a:lnTo>
                  <a:lnTo>
                    <a:pt x="0" y="3662"/>
                  </a:lnTo>
                  <a:lnTo>
                    <a:pt x="3479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51725" y="1685165"/>
              <a:ext cx="34799" cy="163505"/>
            </a:xfrm>
            <a:custGeom>
              <a:avLst/>
              <a:pathLst>
                <a:path w="34799" h="163505">
                  <a:moveTo>
                    <a:pt x="0" y="0"/>
                  </a:moveTo>
                  <a:lnTo>
                    <a:pt x="34799" y="1635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96119" y="1685165"/>
              <a:ext cx="90405" cy="163505"/>
            </a:xfrm>
            <a:custGeom>
              <a:avLst/>
              <a:pathLst>
                <a:path w="90405" h="163505">
                  <a:moveTo>
                    <a:pt x="55605" y="0"/>
                  </a:moveTo>
                  <a:lnTo>
                    <a:pt x="49716" y="1365"/>
                  </a:lnTo>
                  <a:lnTo>
                    <a:pt x="43879" y="2942"/>
                  </a:lnTo>
                  <a:lnTo>
                    <a:pt x="38103" y="4730"/>
                  </a:lnTo>
                  <a:lnTo>
                    <a:pt x="32396" y="6725"/>
                  </a:lnTo>
                  <a:lnTo>
                    <a:pt x="26765" y="8925"/>
                  </a:lnTo>
                  <a:lnTo>
                    <a:pt x="21216" y="11327"/>
                  </a:lnTo>
                  <a:lnTo>
                    <a:pt x="15759" y="13929"/>
                  </a:lnTo>
                  <a:lnTo>
                    <a:pt x="10399" y="16726"/>
                  </a:lnTo>
                  <a:lnTo>
                    <a:pt x="5143" y="19715"/>
                  </a:lnTo>
                  <a:lnTo>
                    <a:pt x="0" y="22892"/>
                  </a:lnTo>
                  <a:lnTo>
                    <a:pt x="90405" y="1635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78" y="1681503"/>
              <a:ext cx="334293" cy="334334"/>
            </a:xfrm>
            <a:custGeom>
              <a:avLst/>
              <a:pathLst>
                <a:path w="334293" h="334334">
                  <a:moveTo>
                    <a:pt x="76741" y="26554"/>
                  </a:moveTo>
                  <a:lnTo>
                    <a:pt x="72326" y="29493"/>
                  </a:lnTo>
                  <a:lnTo>
                    <a:pt x="68005" y="32571"/>
                  </a:lnTo>
                  <a:lnTo>
                    <a:pt x="63785" y="35784"/>
                  </a:lnTo>
                  <a:lnTo>
                    <a:pt x="59669" y="39130"/>
                  </a:lnTo>
                  <a:lnTo>
                    <a:pt x="55661" y="42604"/>
                  </a:lnTo>
                  <a:lnTo>
                    <a:pt x="51765" y="46204"/>
                  </a:lnTo>
                  <a:lnTo>
                    <a:pt x="47985" y="49926"/>
                  </a:lnTo>
                  <a:lnTo>
                    <a:pt x="44325" y="53765"/>
                  </a:lnTo>
                  <a:lnTo>
                    <a:pt x="40789" y="57719"/>
                  </a:lnTo>
                  <a:lnTo>
                    <a:pt x="37380" y="61783"/>
                  </a:lnTo>
                  <a:lnTo>
                    <a:pt x="34102" y="65953"/>
                  </a:lnTo>
                  <a:lnTo>
                    <a:pt x="30958" y="70225"/>
                  </a:lnTo>
                  <a:lnTo>
                    <a:pt x="27951" y="74595"/>
                  </a:lnTo>
                  <a:lnTo>
                    <a:pt x="25084" y="79058"/>
                  </a:lnTo>
                  <a:lnTo>
                    <a:pt x="22360" y="83609"/>
                  </a:lnTo>
                  <a:lnTo>
                    <a:pt x="19782" y="88245"/>
                  </a:lnTo>
                  <a:lnTo>
                    <a:pt x="17352" y="92960"/>
                  </a:lnTo>
                  <a:lnTo>
                    <a:pt x="15073" y="97750"/>
                  </a:lnTo>
                  <a:lnTo>
                    <a:pt x="12947" y="102610"/>
                  </a:lnTo>
                  <a:lnTo>
                    <a:pt x="10977" y="107534"/>
                  </a:lnTo>
                  <a:lnTo>
                    <a:pt x="9164" y="112519"/>
                  </a:lnTo>
                  <a:lnTo>
                    <a:pt x="7509" y="117559"/>
                  </a:lnTo>
                  <a:lnTo>
                    <a:pt x="6016" y="122649"/>
                  </a:lnTo>
                  <a:lnTo>
                    <a:pt x="4684" y="127783"/>
                  </a:lnTo>
                  <a:lnTo>
                    <a:pt x="3517" y="132957"/>
                  </a:lnTo>
                  <a:lnTo>
                    <a:pt x="2514" y="138166"/>
                  </a:lnTo>
                  <a:lnTo>
                    <a:pt x="1676" y="143404"/>
                  </a:lnTo>
                  <a:lnTo>
                    <a:pt x="1006" y="148666"/>
                  </a:lnTo>
                  <a:lnTo>
                    <a:pt x="502" y="153946"/>
                  </a:lnTo>
                  <a:lnTo>
                    <a:pt x="167" y="159240"/>
                  </a:lnTo>
                  <a:lnTo>
                    <a:pt x="0" y="164542"/>
                  </a:lnTo>
                  <a:lnTo>
                    <a:pt x="0" y="169846"/>
                  </a:lnTo>
                  <a:lnTo>
                    <a:pt x="170" y="175148"/>
                  </a:lnTo>
                  <a:lnTo>
                    <a:pt x="507" y="180441"/>
                  </a:lnTo>
                  <a:lnTo>
                    <a:pt x="1012" y="185722"/>
                  </a:lnTo>
                  <a:lnTo>
                    <a:pt x="1684" y="190983"/>
                  </a:lnTo>
                  <a:lnTo>
                    <a:pt x="2523" y="196221"/>
                  </a:lnTo>
                  <a:lnTo>
                    <a:pt x="3528" y="201429"/>
                  </a:lnTo>
                  <a:lnTo>
                    <a:pt x="4697" y="206603"/>
                  </a:lnTo>
                  <a:lnTo>
                    <a:pt x="6030" y="211737"/>
                  </a:lnTo>
                  <a:lnTo>
                    <a:pt x="7525" y="216826"/>
                  </a:lnTo>
                  <a:lnTo>
                    <a:pt x="9181" y="221866"/>
                  </a:lnTo>
                  <a:lnTo>
                    <a:pt x="10996" y="226850"/>
                  </a:lnTo>
                  <a:lnTo>
                    <a:pt x="12968" y="231774"/>
                  </a:lnTo>
                  <a:lnTo>
                    <a:pt x="15096" y="236633"/>
                  </a:lnTo>
                  <a:lnTo>
                    <a:pt x="17376" y="241422"/>
                  </a:lnTo>
                  <a:lnTo>
                    <a:pt x="19807" y="246137"/>
                  </a:lnTo>
                  <a:lnTo>
                    <a:pt x="22387" y="250771"/>
                  </a:lnTo>
                  <a:lnTo>
                    <a:pt x="25112" y="255322"/>
                  </a:lnTo>
                  <a:lnTo>
                    <a:pt x="27981" y="259784"/>
                  </a:lnTo>
                  <a:lnTo>
                    <a:pt x="30989" y="264153"/>
                  </a:lnTo>
                  <a:lnTo>
                    <a:pt x="34135" y="268424"/>
                  </a:lnTo>
                  <a:lnTo>
                    <a:pt x="37414" y="272593"/>
                  </a:lnTo>
                  <a:lnTo>
                    <a:pt x="40825" y="276656"/>
                  </a:lnTo>
                  <a:lnTo>
                    <a:pt x="44362" y="280608"/>
                  </a:lnTo>
                  <a:lnTo>
                    <a:pt x="48023" y="284447"/>
                  </a:lnTo>
                  <a:lnTo>
                    <a:pt x="51804" y="288167"/>
                  </a:lnTo>
                  <a:lnTo>
                    <a:pt x="55701" y="291766"/>
                  </a:lnTo>
                  <a:lnTo>
                    <a:pt x="59710" y="295239"/>
                  </a:lnTo>
                  <a:lnTo>
                    <a:pt x="63827" y="298583"/>
                  </a:lnTo>
                  <a:lnTo>
                    <a:pt x="68049" y="301795"/>
                  </a:lnTo>
                  <a:lnTo>
                    <a:pt x="72370" y="304871"/>
                  </a:lnTo>
                  <a:lnTo>
                    <a:pt x="76787" y="307809"/>
                  </a:lnTo>
                  <a:lnTo>
                    <a:pt x="81294" y="310605"/>
                  </a:lnTo>
                  <a:lnTo>
                    <a:pt x="85888" y="313256"/>
                  </a:lnTo>
                  <a:lnTo>
                    <a:pt x="90564" y="315761"/>
                  </a:lnTo>
                  <a:lnTo>
                    <a:pt x="95317" y="318116"/>
                  </a:lnTo>
                  <a:lnTo>
                    <a:pt x="100142" y="320319"/>
                  </a:lnTo>
                  <a:lnTo>
                    <a:pt x="105035" y="322367"/>
                  </a:lnTo>
                  <a:lnTo>
                    <a:pt x="109990" y="324260"/>
                  </a:lnTo>
                  <a:lnTo>
                    <a:pt x="115003" y="325994"/>
                  </a:lnTo>
                  <a:lnTo>
                    <a:pt x="120069" y="327568"/>
                  </a:lnTo>
                  <a:lnTo>
                    <a:pt x="125181" y="328981"/>
                  </a:lnTo>
                  <a:lnTo>
                    <a:pt x="130336" y="330231"/>
                  </a:lnTo>
                  <a:lnTo>
                    <a:pt x="135528" y="331317"/>
                  </a:lnTo>
                  <a:lnTo>
                    <a:pt x="140752" y="332238"/>
                  </a:lnTo>
                  <a:lnTo>
                    <a:pt x="146003" y="332992"/>
                  </a:lnTo>
                  <a:lnTo>
                    <a:pt x="151274" y="333579"/>
                  </a:lnTo>
                  <a:lnTo>
                    <a:pt x="156562" y="333999"/>
                  </a:lnTo>
                  <a:lnTo>
                    <a:pt x="161861" y="334251"/>
                  </a:lnTo>
                  <a:lnTo>
                    <a:pt x="167164" y="334334"/>
                  </a:lnTo>
                  <a:lnTo>
                    <a:pt x="172468" y="334250"/>
                  </a:lnTo>
                  <a:lnTo>
                    <a:pt x="177766" y="333997"/>
                  </a:lnTo>
                  <a:lnTo>
                    <a:pt x="183054" y="333576"/>
                  </a:lnTo>
                  <a:lnTo>
                    <a:pt x="188326" y="332987"/>
                  </a:lnTo>
                  <a:lnTo>
                    <a:pt x="193576" y="332232"/>
                  </a:lnTo>
                  <a:lnTo>
                    <a:pt x="198800" y="331310"/>
                  </a:lnTo>
                  <a:lnTo>
                    <a:pt x="203991" y="330223"/>
                  </a:lnTo>
                  <a:lnTo>
                    <a:pt x="209146" y="328972"/>
                  </a:lnTo>
                  <a:lnTo>
                    <a:pt x="214259" y="327558"/>
                  </a:lnTo>
                  <a:lnTo>
                    <a:pt x="219324" y="325983"/>
                  </a:lnTo>
                  <a:lnTo>
                    <a:pt x="224336" y="324247"/>
                  </a:lnTo>
                  <a:lnTo>
                    <a:pt x="229291" y="322354"/>
                  </a:lnTo>
                  <a:lnTo>
                    <a:pt x="234183" y="320304"/>
                  </a:lnTo>
                  <a:lnTo>
                    <a:pt x="239008" y="318100"/>
                  </a:lnTo>
                  <a:lnTo>
                    <a:pt x="243760" y="315744"/>
                  </a:lnTo>
                  <a:lnTo>
                    <a:pt x="248436" y="313239"/>
                  </a:lnTo>
                  <a:lnTo>
                    <a:pt x="253029" y="310586"/>
                  </a:lnTo>
                  <a:lnTo>
                    <a:pt x="257536" y="307789"/>
                  </a:lnTo>
                  <a:lnTo>
                    <a:pt x="261952" y="304851"/>
                  </a:lnTo>
                  <a:lnTo>
                    <a:pt x="266273" y="301773"/>
                  </a:lnTo>
                  <a:lnTo>
                    <a:pt x="270494" y="298561"/>
                  </a:lnTo>
                  <a:lnTo>
                    <a:pt x="274610" y="295216"/>
                  </a:lnTo>
                  <a:lnTo>
                    <a:pt x="278619" y="291742"/>
                  </a:lnTo>
                  <a:lnTo>
                    <a:pt x="282515" y="288142"/>
                  </a:lnTo>
                  <a:lnTo>
                    <a:pt x="286295" y="284421"/>
                  </a:lnTo>
                  <a:lnTo>
                    <a:pt x="289955" y="280582"/>
                  </a:lnTo>
                  <a:lnTo>
                    <a:pt x="293492" y="276628"/>
                  </a:lnTo>
                  <a:lnTo>
                    <a:pt x="296901" y="272565"/>
                  </a:lnTo>
                  <a:lnTo>
                    <a:pt x="300179" y="268395"/>
                  </a:lnTo>
                  <a:lnTo>
                    <a:pt x="303324" y="264123"/>
                  </a:lnTo>
                  <a:lnTo>
                    <a:pt x="306332" y="259754"/>
                  </a:lnTo>
                  <a:lnTo>
                    <a:pt x="309199" y="255292"/>
                  </a:lnTo>
                  <a:lnTo>
                    <a:pt x="311924" y="250740"/>
                  </a:lnTo>
                  <a:lnTo>
                    <a:pt x="314502" y="246105"/>
                  </a:lnTo>
                  <a:lnTo>
                    <a:pt x="316932" y="241390"/>
                  </a:lnTo>
                  <a:lnTo>
                    <a:pt x="319212" y="236600"/>
                  </a:lnTo>
                  <a:lnTo>
                    <a:pt x="321338" y="231741"/>
                  </a:lnTo>
                  <a:lnTo>
                    <a:pt x="323309" y="226816"/>
                  </a:lnTo>
                  <a:lnTo>
                    <a:pt x="325123" y="221832"/>
                  </a:lnTo>
                  <a:lnTo>
                    <a:pt x="326778" y="216792"/>
                  </a:lnTo>
                  <a:lnTo>
                    <a:pt x="328272" y="211703"/>
                  </a:lnTo>
                  <a:lnTo>
                    <a:pt x="329604" y="206568"/>
                  </a:lnTo>
                  <a:lnTo>
                    <a:pt x="330772" y="201394"/>
                  </a:lnTo>
                  <a:lnTo>
                    <a:pt x="331776" y="196185"/>
                  </a:lnTo>
                  <a:lnTo>
                    <a:pt x="332614" y="190948"/>
                  </a:lnTo>
                  <a:lnTo>
                    <a:pt x="333285" y="185686"/>
                  </a:lnTo>
                  <a:lnTo>
                    <a:pt x="333789" y="180406"/>
                  </a:lnTo>
                  <a:lnTo>
                    <a:pt x="334125" y="175112"/>
                  </a:lnTo>
                  <a:lnTo>
                    <a:pt x="334293" y="169810"/>
                  </a:lnTo>
                  <a:lnTo>
                    <a:pt x="334293" y="164506"/>
                  </a:lnTo>
                  <a:lnTo>
                    <a:pt x="334124" y="159204"/>
                  </a:lnTo>
                  <a:lnTo>
                    <a:pt x="333787" y="153910"/>
                  </a:lnTo>
                  <a:lnTo>
                    <a:pt x="333283" y="148630"/>
                  </a:lnTo>
                  <a:lnTo>
                    <a:pt x="332611" y="143368"/>
                  </a:lnTo>
                  <a:lnTo>
                    <a:pt x="331773" y="138131"/>
                  </a:lnTo>
                  <a:lnTo>
                    <a:pt x="330769" y="132922"/>
                  </a:lnTo>
                  <a:lnTo>
                    <a:pt x="329600" y="127748"/>
                  </a:lnTo>
                  <a:lnTo>
                    <a:pt x="328267" y="122614"/>
                  </a:lnTo>
                  <a:lnTo>
                    <a:pt x="326773" y="117525"/>
                  </a:lnTo>
                  <a:lnTo>
                    <a:pt x="325117" y="112485"/>
                  </a:lnTo>
                  <a:lnTo>
                    <a:pt x="323303" y="107501"/>
                  </a:lnTo>
                  <a:lnTo>
                    <a:pt x="321331" y="102576"/>
                  </a:lnTo>
                  <a:lnTo>
                    <a:pt x="319204" y="97717"/>
                  </a:lnTo>
                  <a:lnTo>
                    <a:pt x="316924" y="92928"/>
                  </a:lnTo>
                  <a:lnTo>
                    <a:pt x="314494" y="88213"/>
                  </a:lnTo>
                  <a:lnTo>
                    <a:pt x="311915" y="83578"/>
                  </a:lnTo>
                  <a:lnTo>
                    <a:pt x="309190" y="79027"/>
                  </a:lnTo>
                  <a:lnTo>
                    <a:pt x="306322" y="74565"/>
                  </a:lnTo>
                  <a:lnTo>
                    <a:pt x="303314" y="70196"/>
                  </a:lnTo>
                  <a:lnTo>
                    <a:pt x="300169" y="65925"/>
                  </a:lnTo>
                  <a:lnTo>
                    <a:pt x="296890" y="61755"/>
                  </a:lnTo>
                  <a:lnTo>
                    <a:pt x="293480" y="57692"/>
                  </a:lnTo>
                  <a:lnTo>
                    <a:pt x="289943" y="53739"/>
                  </a:lnTo>
                  <a:lnTo>
                    <a:pt x="286282" y="49900"/>
                  </a:lnTo>
                  <a:lnTo>
                    <a:pt x="282502" y="46179"/>
                  </a:lnTo>
                  <a:lnTo>
                    <a:pt x="278605" y="42580"/>
                  </a:lnTo>
                  <a:lnTo>
                    <a:pt x="274596" y="39107"/>
                  </a:lnTo>
                  <a:lnTo>
                    <a:pt x="270479" y="35762"/>
                  </a:lnTo>
                  <a:lnTo>
                    <a:pt x="266258" y="32550"/>
                  </a:lnTo>
                  <a:lnTo>
                    <a:pt x="261937" y="29473"/>
                  </a:lnTo>
                  <a:lnTo>
                    <a:pt x="257521" y="26535"/>
                  </a:lnTo>
                  <a:lnTo>
                    <a:pt x="253014" y="23738"/>
                  </a:lnTo>
                  <a:lnTo>
                    <a:pt x="248420" y="21086"/>
                  </a:lnTo>
                  <a:lnTo>
                    <a:pt x="243744" y="18581"/>
                  </a:lnTo>
                  <a:lnTo>
                    <a:pt x="238992" y="16226"/>
                  </a:lnTo>
                  <a:lnTo>
                    <a:pt x="234167" y="14022"/>
                  </a:lnTo>
                  <a:lnTo>
                    <a:pt x="229274" y="11973"/>
                  </a:lnTo>
                  <a:lnTo>
                    <a:pt x="224319" y="10080"/>
                  </a:lnTo>
                  <a:lnTo>
                    <a:pt x="219306" y="8345"/>
                  </a:lnTo>
                  <a:lnTo>
                    <a:pt x="214241" y="6770"/>
                  </a:lnTo>
                  <a:lnTo>
                    <a:pt x="209129" y="5357"/>
                  </a:lnTo>
                  <a:lnTo>
                    <a:pt x="203974" y="4107"/>
                  </a:lnTo>
                  <a:lnTo>
                    <a:pt x="198782" y="3020"/>
                  </a:lnTo>
                  <a:lnTo>
                    <a:pt x="193558" y="2099"/>
                  </a:lnTo>
                  <a:lnTo>
                    <a:pt x="188308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6" y="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0458" y="2126963"/>
              <a:ext cx="20829" cy="167167"/>
            </a:xfrm>
            <a:custGeom>
              <a:avLst/>
              <a:pathLst>
                <a:path w="20829" h="167167">
                  <a:moveTo>
                    <a:pt x="20829" y="0"/>
                  </a:moveTo>
                  <a:lnTo>
                    <a:pt x="10394" y="326"/>
                  </a:lnTo>
                  <a:lnTo>
                    <a:pt x="0" y="1302"/>
                  </a:lnTo>
                  <a:lnTo>
                    <a:pt x="2082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0458" y="2128266"/>
              <a:ext cx="20829" cy="165864"/>
            </a:xfrm>
            <a:custGeom>
              <a:avLst/>
              <a:pathLst>
                <a:path w="20829" h="165864">
                  <a:moveTo>
                    <a:pt x="0" y="0"/>
                  </a:moveTo>
                  <a:lnTo>
                    <a:pt x="20829" y="1658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0458" y="2128266"/>
              <a:ext cx="20829" cy="165864"/>
            </a:xfrm>
            <a:custGeom>
              <a:avLst/>
              <a:pathLst>
                <a:path w="20829" h="165864">
                  <a:moveTo>
                    <a:pt x="0" y="0"/>
                  </a:moveTo>
                  <a:lnTo>
                    <a:pt x="20829" y="1658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0458" y="2128266"/>
              <a:ext cx="20829" cy="165864"/>
            </a:xfrm>
            <a:custGeom>
              <a:avLst/>
              <a:pathLst>
                <a:path w="20829" h="165864">
                  <a:moveTo>
                    <a:pt x="0" y="0"/>
                  </a:moveTo>
                  <a:lnTo>
                    <a:pt x="20829" y="1658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0458" y="2128266"/>
              <a:ext cx="20829" cy="165864"/>
            </a:xfrm>
            <a:custGeom>
              <a:avLst/>
              <a:pathLst>
                <a:path w="20829" h="165864">
                  <a:moveTo>
                    <a:pt x="0" y="0"/>
                  </a:moveTo>
                  <a:lnTo>
                    <a:pt x="20829" y="1658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0458" y="2128266"/>
              <a:ext cx="20829" cy="165864"/>
            </a:xfrm>
            <a:custGeom>
              <a:avLst/>
              <a:pathLst>
                <a:path w="20829" h="165864">
                  <a:moveTo>
                    <a:pt x="0" y="0"/>
                  </a:moveTo>
                  <a:lnTo>
                    <a:pt x="20829" y="1658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0458" y="2128266"/>
              <a:ext cx="20829" cy="165864"/>
            </a:xfrm>
            <a:custGeom>
              <a:avLst/>
              <a:pathLst>
                <a:path w="20829" h="165864">
                  <a:moveTo>
                    <a:pt x="0" y="0"/>
                  </a:moveTo>
                  <a:lnTo>
                    <a:pt x="20829" y="1658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0458" y="2128266"/>
              <a:ext cx="20829" cy="165864"/>
            </a:xfrm>
            <a:custGeom>
              <a:avLst/>
              <a:pathLst>
                <a:path w="20829" h="165864">
                  <a:moveTo>
                    <a:pt x="0" y="0"/>
                  </a:moveTo>
                  <a:lnTo>
                    <a:pt x="20829" y="1658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0458" y="2128266"/>
              <a:ext cx="20829" cy="165864"/>
            </a:xfrm>
            <a:custGeom>
              <a:avLst/>
              <a:pathLst>
                <a:path w="20829" h="165864">
                  <a:moveTo>
                    <a:pt x="0" y="0"/>
                  </a:moveTo>
                  <a:lnTo>
                    <a:pt x="20829" y="1658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0458" y="2128266"/>
              <a:ext cx="20829" cy="165864"/>
            </a:xfrm>
            <a:custGeom>
              <a:avLst/>
              <a:pathLst>
                <a:path w="20829" h="165864">
                  <a:moveTo>
                    <a:pt x="0" y="0"/>
                  </a:moveTo>
                  <a:lnTo>
                    <a:pt x="20829" y="1658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0458" y="2128266"/>
              <a:ext cx="20829" cy="165864"/>
            </a:xfrm>
            <a:custGeom>
              <a:avLst/>
              <a:pathLst>
                <a:path w="20829" h="165864">
                  <a:moveTo>
                    <a:pt x="0" y="0"/>
                  </a:moveTo>
                  <a:lnTo>
                    <a:pt x="20829" y="1658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0458" y="2128266"/>
              <a:ext cx="20829" cy="165864"/>
            </a:xfrm>
            <a:custGeom>
              <a:avLst/>
              <a:pathLst>
                <a:path w="20829" h="165864">
                  <a:moveTo>
                    <a:pt x="0" y="0"/>
                  </a:moveTo>
                  <a:lnTo>
                    <a:pt x="20829" y="1658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0458" y="2128266"/>
              <a:ext cx="20829" cy="165864"/>
            </a:xfrm>
            <a:custGeom>
              <a:avLst/>
              <a:pathLst>
                <a:path w="20829" h="165864">
                  <a:moveTo>
                    <a:pt x="0" y="0"/>
                  </a:moveTo>
                  <a:lnTo>
                    <a:pt x="20829" y="1658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0458" y="2128266"/>
              <a:ext cx="20829" cy="165864"/>
            </a:xfrm>
            <a:custGeom>
              <a:avLst/>
              <a:pathLst>
                <a:path w="20829" h="165864">
                  <a:moveTo>
                    <a:pt x="0" y="0"/>
                  </a:moveTo>
                  <a:lnTo>
                    <a:pt x="20829" y="1658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60458" y="2128266"/>
              <a:ext cx="20829" cy="165864"/>
            </a:xfrm>
            <a:custGeom>
              <a:avLst/>
              <a:pathLst>
                <a:path w="20829" h="165864">
                  <a:moveTo>
                    <a:pt x="0" y="0"/>
                  </a:moveTo>
                  <a:lnTo>
                    <a:pt x="20829" y="1658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34" y="2128266"/>
              <a:ext cx="334311" cy="333030"/>
            </a:xfrm>
            <a:custGeom>
              <a:avLst/>
              <a:pathLst>
                <a:path w="334311" h="333030">
                  <a:moveTo>
                    <a:pt x="146324" y="0"/>
                  </a:moveTo>
                  <a:lnTo>
                    <a:pt x="141076" y="743"/>
                  </a:lnTo>
                  <a:lnTo>
                    <a:pt x="135853" y="1653"/>
                  </a:lnTo>
                  <a:lnTo>
                    <a:pt x="130663" y="2728"/>
                  </a:lnTo>
                  <a:lnTo>
                    <a:pt x="125509" y="3967"/>
                  </a:lnTo>
                  <a:lnTo>
                    <a:pt x="120397" y="5369"/>
                  </a:lnTo>
                  <a:lnTo>
                    <a:pt x="115332" y="6932"/>
                  </a:lnTo>
                  <a:lnTo>
                    <a:pt x="110319" y="8655"/>
                  </a:lnTo>
                  <a:lnTo>
                    <a:pt x="105363" y="10536"/>
                  </a:lnTo>
                  <a:lnTo>
                    <a:pt x="100469" y="12573"/>
                  </a:lnTo>
                  <a:lnTo>
                    <a:pt x="95642" y="14764"/>
                  </a:lnTo>
                  <a:lnTo>
                    <a:pt x="90888" y="17108"/>
                  </a:lnTo>
                  <a:lnTo>
                    <a:pt x="86209" y="19601"/>
                  </a:lnTo>
                  <a:lnTo>
                    <a:pt x="81613" y="22240"/>
                  </a:lnTo>
                  <a:lnTo>
                    <a:pt x="77102" y="25025"/>
                  </a:lnTo>
                  <a:lnTo>
                    <a:pt x="72682" y="27951"/>
                  </a:lnTo>
                  <a:lnTo>
                    <a:pt x="68357" y="31015"/>
                  </a:lnTo>
                  <a:lnTo>
                    <a:pt x="64131" y="34216"/>
                  </a:lnTo>
                  <a:lnTo>
                    <a:pt x="60009" y="37548"/>
                  </a:lnTo>
                  <a:lnTo>
                    <a:pt x="55994" y="41010"/>
                  </a:lnTo>
                  <a:lnTo>
                    <a:pt x="52092" y="44597"/>
                  </a:lnTo>
                  <a:lnTo>
                    <a:pt x="48305" y="48306"/>
                  </a:lnTo>
                  <a:lnTo>
                    <a:pt x="44637" y="52133"/>
                  </a:lnTo>
                  <a:lnTo>
                    <a:pt x="41093" y="56075"/>
                  </a:lnTo>
                  <a:lnTo>
                    <a:pt x="37675" y="60127"/>
                  </a:lnTo>
                  <a:lnTo>
                    <a:pt x="34388" y="64285"/>
                  </a:lnTo>
                  <a:lnTo>
                    <a:pt x="31234" y="68546"/>
                  </a:lnTo>
                  <a:lnTo>
                    <a:pt x="28217" y="72904"/>
                  </a:lnTo>
                  <a:lnTo>
                    <a:pt x="25339" y="77356"/>
                  </a:lnTo>
                  <a:lnTo>
                    <a:pt x="22604" y="81897"/>
                  </a:lnTo>
                  <a:lnTo>
                    <a:pt x="20015" y="86522"/>
                  </a:lnTo>
                  <a:lnTo>
                    <a:pt x="17573" y="91227"/>
                  </a:lnTo>
                  <a:lnTo>
                    <a:pt x="15282" y="96007"/>
                  </a:lnTo>
                  <a:lnTo>
                    <a:pt x="13143" y="100857"/>
                  </a:lnTo>
                  <a:lnTo>
                    <a:pt x="11160" y="105773"/>
                  </a:lnTo>
                  <a:lnTo>
                    <a:pt x="9333" y="110749"/>
                  </a:lnTo>
                  <a:lnTo>
                    <a:pt x="7665" y="115781"/>
                  </a:lnTo>
                  <a:lnTo>
                    <a:pt x="6157" y="120862"/>
                  </a:lnTo>
                  <a:lnTo>
                    <a:pt x="4811" y="125990"/>
                  </a:lnTo>
                  <a:lnTo>
                    <a:pt x="3628" y="131157"/>
                  </a:lnTo>
                  <a:lnTo>
                    <a:pt x="2610" y="136359"/>
                  </a:lnTo>
                  <a:lnTo>
                    <a:pt x="1757" y="141591"/>
                  </a:lnTo>
                  <a:lnTo>
                    <a:pt x="1071" y="146847"/>
                  </a:lnTo>
                  <a:lnTo>
                    <a:pt x="552" y="152122"/>
                  </a:lnTo>
                  <a:lnTo>
                    <a:pt x="200" y="157411"/>
                  </a:lnTo>
                  <a:lnTo>
                    <a:pt x="16" y="162709"/>
                  </a:lnTo>
                  <a:lnTo>
                    <a:pt x="0" y="168010"/>
                  </a:lnTo>
                  <a:lnTo>
                    <a:pt x="152" y="173308"/>
                  </a:lnTo>
                  <a:lnTo>
                    <a:pt x="472" y="178600"/>
                  </a:lnTo>
                  <a:lnTo>
                    <a:pt x="959" y="183878"/>
                  </a:lnTo>
                  <a:lnTo>
                    <a:pt x="1614" y="189138"/>
                  </a:lnTo>
                  <a:lnTo>
                    <a:pt x="2435" y="194375"/>
                  </a:lnTo>
                  <a:lnTo>
                    <a:pt x="3422" y="199583"/>
                  </a:lnTo>
                  <a:lnTo>
                    <a:pt x="4573" y="204757"/>
                  </a:lnTo>
                  <a:lnTo>
                    <a:pt x="5888" y="209893"/>
                  </a:lnTo>
                  <a:lnTo>
                    <a:pt x="7365" y="214983"/>
                  </a:lnTo>
                  <a:lnTo>
                    <a:pt x="9003" y="220025"/>
                  </a:lnTo>
                  <a:lnTo>
                    <a:pt x="10799" y="225012"/>
                  </a:lnTo>
                  <a:lnTo>
                    <a:pt x="12753" y="229940"/>
                  </a:lnTo>
                  <a:lnTo>
                    <a:pt x="14863" y="234803"/>
                  </a:lnTo>
                  <a:lnTo>
                    <a:pt x="17125" y="239597"/>
                  </a:lnTo>
                  <a:lnTo>
                    <a:pt x="19538" y="244316"/>
                  </a:lnTo>
                  <a:lnTo>
                    <a:pt x="22100" y="248957"/>
                  </a:lnTo>
                  <a:lnTo>
                    <a:pt x="24807" y="253514"/>
                  </a:lnTo>
                  <a:lnTo>
                    <a:pt x="27658" y="257983"/>
                  </a:lnTo>
                  <a:lnTo>
                    <a:pt x="30648" y="262360"/>
                  </a:lnTo>
                  <a:lnTo>
                    <a:pt x="33777" y="266639"/>
                  </a:lnTo>
                  <a:lnTo>
                    <a:pt x="37039" y="270817"/>
                  </a:lnTo>
                  <a:lnTo>
                    <a:pt x="40432" y="274890"/>
                  </a:lnTo>
                  <a:lnTo>
                    <a:pt x="43952" y="278853"/>
                  </a:lnTo>
                  <a:lnTo>
                    <a:pt x="47597" y="282702"/>
                  </a:lnTo>
                  <a:lnTo>
                    <a:pt x="51361" y="286434"/>
                  </a:lnTo>
                  <a:lnTo>
                    <a:pt x="55242" y="290045"/>
                  </a:lnTo>
                  <a:lnTo>
                    <a:pt x="59236" y="293531"/>
                  </a:lnTo>
                  <a:lnTo>
                    <a:pt x="63338" y="296888"/>
                  </a:lnTo>
                  <a:lnTo>
                    <a:pt x="67544" y="300114"/>
                  </a:lnTo>
                  <a:lnTo>
                    <a:pt x="71850" y="303204"/>
                  </a:lnTo>
                  <a:lnTo>
                    <a:pt x="76253" y="306157"/>
                  </a:lnTo>
                  <a:lnTo>
                    <a:pt x="80747" y="308969"/>
                  </a:lnTo>
                  <a:lnTo>
                    <a:pt x="85327" y="311636"/>
                  </a:lnTo>
                  <a:lnTo>
                    <a:pt x="89990" y="314157"/>
                  </a:lnTo>
                  <a:lnTo>
                    <a:pt x="94731" y="316529"/>
                  </a:lnTo>
                  <a:lnTo>
                    <a:pt x="99544" y="318750"/>
                  </a:lnTo>
                  <a:lnTo>
                    <a:pt x="104425" y="320816"/>
                  </a:lnTo>
                  <a:lnTo>
                    <a:pt x="109370" y="322727"/>
                  </a:lnTo>
                  <a:lnTo>
                    <a:pt x="114372" y="324481"/>
                  </a:lnTo>
                  <a:lnTo>
                    <a:pt x="119428" y="326074"/>
                  </a:lnTo>
                  <a:lnTo>
                    <a:pt x="124532" y="327507"/>
                  </a:lnTo>
                  <a:lnTo>
                    <a:pt x="129678" y="328777"/>
                  </a:lnTo>
                  <a:lnTo>
                    <a:pt x="134862" y="329883"/>
                  </a:lnTo>
                  <a:lnTo>
                    <a:pt x="140079" y="330825"/>
                  </a:lnTo>
                  <a:lnTo>
                    <a:pt x="145322" y="331600"/>
                  </a:lnTo>
                  <a:lnTo>
                    <a:pt x="150588" y="332209"/>
                  </a:lnTo>
                  <a:lnTo>
                    <a:pt x="155871" y="332650"/>
                  </a:lnTo>
                  <a:lnTo>
                    <a:pt x="161164" y="332924"/>
                  </a:lnTo>
                  <a:lnTo>
                    <a:pt x="166464" y="333030"/>
                  </a:lnTo>
                  <a:lnTo>
                    <a:pt x="171765" y="332968"/>
                  </a:lnTo>
                  <a:lnTo>
                    <a:pt x="177060" y="332738"/>
                  </a:lnTo>
                  <a:lnTo>
                    <a:pt x="182346" y="332340"/>
                  </a:lnTo>
                  <a:lnTo>
                    <a:pt x="187617" y="331774"/>
                  </a:lnTo>
                  <a:lnTo>
                    <a:pt x="192867" y="331042"/>
                  </a:lnTo>
                  <a:lnTo>
                    <a:pt x="198091" y="330144"/>
                  </a:lnTo>
                  <a:lnTo>
                    <a:pt x="203284" y="329080"/>
                  </a:lnTo>
                  <a:lnTo>
                    <a:pt x="208441" y="327853"/>
                  </a:lnTo>
                  <a:lnTo>
                    <a:pt x="213556" y="326462"/>
                  </a:lnTo>
                  <a:lnTo>
                    <a:pt x="218624" y="324910"/>
                  </a:lnTo>
                  <a:lnTo>
                    <a:pt x="223641" y="323198"/>
                  </a:lnTo>
                  <a:lnTo>
                    <a:pt x="228601" y="321328"/>
                  </a:lnTo>
                  <a:lnTo>
                    <a:pt x="233499" y="319302"/>
                  </a:lnTo>
                  <a:lnTo>
                    <a:pt x="238331" y="317121"/>
                  </a:lnTo>
                  <a:lnTo>
                    <a:pt x="243091" y="314788"/>
                  </a:lnTo>
                  <a:lnTo>
                    <a:pt x="247774" y="312306"/>
                  </a:lnTo>
                  <a:lnTo>
                    <a:pt x="252377" y="309676"/>
                  </a:lnTo>
                  <a:lnTo>
                    <a:pt x="256894" y="306902"/>
                  </a:lnTo>
                  <a:lnTo>
                    <a:pt x="261320" y="303986"/>
                  </a:lnTo>
                  <a:lnTo>
                    <a:pt x="265652" y="300930"/>
                  </a:lnTo>
                  <a:lnTo>
                    <a:pt x="269885" y="297740"/>
                  </a:lnTo>
                  <a:lnTo>
                    <a:pt x="274015" y="294416"/>
                  </a:lnTo>
                  <a:lnTo>
                    <a:pt x="278037" y="290963"/>
                  </a:lnTo>
                  <a:lnTo>
                    <a:pt x="281947" y="287385"/>
                  </a:lnTo>
                  <a:lnTo>
                    <a:pt x="285742" y="283684"/>
                  </a:lnTo>
                  <a:lnTo>
                    <a:pt x="289418" y="279865"/>
                  </a:lnTo>
                  <a:lnTo>
                    <a:pt x="292971" y="275931"/>
                  </a:lnTo>
                  <a:lnTo>
                    <a:pt x="296398" y="271887"/>
                  </a:lnTo>
                  <a:lnTo>
                    <a:pt x="299694" y="267736"/>
                  </a:lnTo>
                  <a:lnTo>
                    <a:pt x="302858" y="263482"/>
                  </a:lnTo>
                  <a:lnTo>
                    <a:pt x="305885" y="259130"/>
                  </a:lnTo>
                  <a:lnTo>
                    <a:pt x="308772" y="254685"/>
                  </a:lnTo>
                  <a:lnTo>
                    <a:pt x="311517" y="250150"/>
                  </a:lnTo>
                  <a:lnTo>
                    <a:pt x="314117" y="245531"/>
                  </a:lnTo>
                  <a:lnTo>
                    <a:pt x="316569" y="240831"/>
                  </a:lnTo>
                  <a:lnTo>
                    <a:pt x="318870" y="236056"/>
                  </a:lnTo>
                  <a:lnTo>
                    <a:pt x="321019" y="231210"/>
                  </a:lnTo>
                  <a:lnTo>
                    <a:pt x="323014" y="226299"/>
                  </a:lnTo>
                  <a:lnTo>
                    <a:pt x="324852" y="221327"/>
                  </a:lnTo>
                  <a:lnTo>
                    <a:pt x="326531" y="216299"/>
                  </a:lnTo>
                  <a:lnTo>
                    <a:pt x="328050" y="211221"/>
                  </a:lnTo>
                  <a:lnTo>
                    <a:pt x="329407" y="206096"/>
                  </a:lnTo>
                  <a:lnTo>
                    <a:pt x="330601" y="200932"/>
                  </a:lnTo>
                  <a:lnTo>
                    <a:pt x="331631" y="195732"/>
                  </a:lnTo>
                  <a:lnTo>
                    <a:pt x="332495" y="190502"/>
                  </a:lnTo>
                  <a:lnTo>
                    <a:pt x="333193" y="185247"/>
                  </a:lnTo>
                  <a:lnTo>
                    <a:pt x="333724" y="179973"/>
                  </a:lnTo>
                  <a:lnTo>
                    <a:pt x="334088" y="174685"/>
                  </a:lnTo>
                  <a:lnTo>
                    <a:pt x="334283" y="169388"/>
                  </a:lnTo>
                  <a:lnTo>
                    <a:pt x="334311" y="164087"/>
                  </a:lnTo>
                  <a:lnTo>
                    <a:pt x="334171" y="158788"/>
                  </a:lnTo>
                  <a:lnTo>
                    <a:pt x="333862" y="153496"/>
                  </a:lnTo>
                  <a:lnTo>
                    <a:pt x="333387" y="148217"/>
                  </a:lnTo>
                  <a:lnTo>
                    <a:pt x="332743" y="142955"/>
                  </a:lnTo>
                  <a:lnTo>
                    <a:pt x="331934" y="137716"/>
                  </a:lnTo>
                  <a:lnTo>
                    <a:pt x="330959" y="132506"/>
                  </a:lnTo>
                  <a:lnTo>
                    <a:pt x="329819" y="127329"/>
                  </a:lnTo>
                  <a:lnTo>
                    <a:pt x="328515" y="122191"/>
                  </a:lnTo>
                  <a:lnTo>
                    <a:pt x="327049" y="117097"/>
                  </a:lnTo>
                  <a:lnTo>
                    <a:pt x="325423" y="112052"/>
                  </a:lnTo>
                  <a:lnTo>
                    <a:pt x="323637" y="107061"/>
                  </a:lnTo>
                  <a:lnTo>
                    <a:pt x="321694" y="102129"/>
                  </a:lnTo>
                  <a:lnTo>
                    <a:pt x="319595" y="97261"/>
                  </a:lnTo>
                  <a:lnTo>
                    <a:pt x="317344" y="92463"/>
                  </a:lnTo>
                  <a:lnTo>
                    <a:pt x="314941" y="87738"/>
                  </a:lnTo>
                  <a:lnTo>
                    <a:pt x="312390" y="83091"/>
                  </a:lnTo>
                  <a:lnTo>
                    <a:pt x="309692" y="78528"/>
                  </a:lnTo>
                  <a:lnTo>
                    <a:pt x="306851" y="74053"/>
                  </a:lnTo>
                  <a:lnTo>
                    <a:pt x="303870" y="69670"/>
                  </a:lnTo>
                  <a:lnTo>
                    <a:pt x="300752" y="65383"/>
                  </a:lnTo>
                  <a:lnTo>
                    <a:pt x="297499" y="61198"/>
                  </a:lnTo>
                  <a:lnTo>
                    <a:pt x="294115" y="57118"/>
                  </a:lnTo>
                  <a:lnTo>
                    <a:pt x="290603" y="53147"/>
                  </a:lnTo>
                  <a:lnTo>
                    <a:pt x="286967" y="49290"/>
                  </a:lnTo>
                  <a:lnTo>
                    <a:pt x="283211" y="45550"/>
                  </a:lnTo>
                  <a:lnTo>
                    <a:pt x="279338" y="41930"/>
                  </a:lnTo>
                  <a:lnTo>
                    <a:pt x="275352" y="38436"/>
                  </a:lnTo>
                  <a:lnTo>
                    <a:pt x="271257" y="35069"/>
                  </a:lnTo>
                  <a:lnTo>
                    <a:pt x="267058" y="31834"/>
                  </a:lnTo>
                  <a:lnTo>
                    <a:pt x="262758" y="28734"/>
                  </a:lnTo>
                  <a:lnTo>
                    <a:pt x="258362" y="25772"/>
                  </a:lnTo>
                  <a:lnTo>
                    <a:pt x="253875" y="22951"/>
                  </a:lnTo>
                  <a:lnTo>
                    <a:pt x="249300" y="20273"/>
                  </a:lnTo>
                  <a:lnTo>
                    <a:pt x="244643" y="17742"/>
                  </a:lnTo>
                  <a:lnTo>
                    <a:pt x="239907" y="15359"/>
                  </a:lnTo>
                  <a:lnTo>
                    <a:pt x="235099" y="13128"/>
                  </a:lnTo>
                  <a:lnTo>
                    <a:pt x="230222" y="11051"/>
                  </a:lnTo>
                  <a:lnTo>
                    <a:pt x="225282" y="9129"/>
                  </a:lnTo>
                  <a:lnTo>
                    <a:pt x="220283" y="7365"/>
                  </a:lnTo>
                  <a:lnTo>
                    <a:pt x="215231" y="5760"/>
                  </a:lnTo>
                  <a:lnTo>
                    <a:pt x="210131" y="4316"/>
                  </a:lnTo>
                  <a:lnTo>
                    <a:pt x="204987" y="3034"/>
                  </a:lnTo>
                  <a:lnTo>
                    <a:pt x="199806" y="1917"/>
                  </a:lnTo>
                  <a:lnTo>
                    <a:pt x="194591" y="964"/>
                  </a:lnTo>
                  <a:lnTo>
                    <a:pt x="189349" y="177"/>
                  </a:lnTo>
                  <a:lnTo>
                    <a:pt x="167153" y="1658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22195" cy="167167"/>
            </a:xfrm>
            <a:custGeom>
              <a:avLst/>
              <a:pathLst>
                <a:path w="22195" h="167167">
                  <a:moveTo>
                    <a:pt x="22195" y="1480"/>
                  </a:moveTo>
                  <a:lnTo>
                    <a:pt x="14821" y="658"/>
                  </a:lnTo>
                  <a:lnTo>
                    <a:pt x="7418" y="16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003" y="2633064"/>
              <a:ext cx="3744" cy="167167"/>
            </a:xfrm>
            <a:custGeom>
              <a:avLst/>
              <a:pathLst>
                <a:path w="3744" h="167167">
                  <a:moveTo>
                    <a:pt x="3744" y="0"/>
                  </a:moveTo>
                  <a:lnTo>
                    <a:pt x="0" y="41"/>
                  </a:lnTo>
                  <a:lnTo>
                    <a:pt x="374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003" y="2633106"/>
              <a:ext cx="3744" cy="167125"/>
            </a:xfrm>
            <a:custGeom>
              <a:avLst/>
              <a:pathLst>
                <a:path w="3744" h="167125">
                  <a:moveTo>
                    <a:pt x="0" y="0"/>
                  </a:moveTo>
                  <a:lnTo>
                    <a:pt x="3744" y="1671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003" y="2633106"/>
              <a:ext cx="3744" cy="167125"/>
            </a:xfrm>
            <a:custGeom>
              <a:avLst/>
              <a:pathLst>
                <a:path w="3744" h="167125">
                  <a:moveTo>
                    <a:pt x="0" y="0"/>
                  </a:moveTo>
                  <a:lnTo>
                    <a:pt x="3744" y="1671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003" y="2633106"/>
              <a:ext cx="3744" cy="167125"/>
            </a:xfrm>
            <a:custGeom>
              <a:avLst/>
              <a:pathLst>
                <a:path w="3744" h="167125">
                  <a:moveTo>
                    <a:pt x="0" y="0"/>
                  </a:moveTo>
                  <a:lnTo>
                    <a:pt x="3744" y="1671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003" y="2633106"/>
              <a:ext cx="3744" cy="167125"/>
            </a:xfrm>
            <a:custGeom>
              <a:avLst/>
              <a:pathLst>
                <a:path w="3744" h="167125">
                  <a:moveTo>
                    <a:pt x="0" y="0"/>
                  </a:moveTo>
                  <a:lnTo>
                    <a:pt x="3744" y="1671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003" y="2633106"/>
              <a:ext cx="3744" cy="167125"/>
            </a:xfrm>
            <a:custGeom>
              <a:avLst/>
              <a:pathLst>
                <a:path w="3744" h="167125">
                  <a:moveTo>
                    <a:pt x="0" y="0"/>
                  </a:moveTo>
                  <a:lnTo>
                    <a:pt x="3744" y="1671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003" y="2633106"/>
              <a:ext cx="3744" cy="167125"/>
            </a:xfrm>
            <a:custGeom>
              <a:avLst/>
              <a:pathLst>
                <a:path w="3744" h="167125">
                  <a:moveTo>
                    <a:pt x="0" y="0"/>
                  </a:moveTo>
                  <a:lnTo>
                    <a:pt x="3744" y="1671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003" y="2633106"/>
              <a:ext cx="3744" cy="167125"/>
            </a:xfrm>
            <a:custGeom>
              <a:avLst/>
              <a:pathLst>
                <a:path w="3744" h="167125">
                  <a:moveTo>
                    <a:pt x="0" y="0"/>
                  </a:moveTo>
                  <a:lnTo>
                    <a:pt x="3744" y="1671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003" y="2633106"/>
              <a:ext cx="3744" cy="167125"/>
            </a:xfrm>
            <a:custGeom>
              <a:avLst/>
              <a:pathLst>
                <a:path w="3744" h="167125">
                  <a:moveTo>
                    <a:pt x="0" y="0"/>
                  </a:moveTo>
                  <a:lnTo>
                    <a:pt x="3744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003" y="2633106"/>
              <a:ext cx="3744" cy="167125"/>
            </a:xfrm>
            <a:custGeom>
              <a:avLst/>
              <a:pathLst>
                <a:path w="3744" h="167125">
                  <a:moveTo>
                    <a:pt x="0" y="0"/>
                  </a:moveTo>
                  <a:lnTo>
                    <a:pt x="3744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003" y="2633106"/>
              <a:ext cx="3744" cy="167125"/>
            </a:xfrm>
            <a:custGeom>
              <a:avLst/>
              <a:pathLst>
                <a:path w="3744" h="167125">
                  <a:moveTo>
                    <a:pt x="0" y="0"/>
                  </a:moveTo>
                  <a:lnTo>
                    <a:pt x="3744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003" y="2633106"/>
              <a:ext cx="3744" cy="167125"/>
            </a:xfrm>
            <a:custGeom>
              <a:avLst/>
              <a:pathLst>
                <a:path w="3744" h="167125">
                  <a:moveTo>
                    <a:pt x="0" y="0"/>
                  </a:moveTo>
                  <a:lnTo>
                    <a:pt x="3744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7003" y="2633106"/>
              <a:ext cx="3744" cy="167125"/>
            </a:xfrm>
            <a:custGeom>
              <a:avLst/>
              <a:pathLst>
                <a:path w="3744" h="167125">
                  <a:moveTo>
                    <a:pt x="0" y="0"/>
                  </a:moveTo>
                  <a:lnTo>
                    <a:pt x="3744" y="1671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7003" y="2633106"/>
              <a:ext cx="3744" cy="167125"/>
            </a:xfrm>
            <a:custGeom>
              <a:avLst/>
              <a:pathLst>
                <a:path w="3744" h="167125">
                  <a:moveTo>
                    <a:pt x="0" y="0"/>
                  </a:moveTo>
                  <a:lnTo>
                    <a:pt x="3744" y="1671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81" y="2633106"/>
              <a:ext cx="334326" cy="334281"/>
            </a:xfrm>
            <a:custGeom>
              <a:avLst/>
              <a:pathLst>
                <a:path w="334326" h="334281">
                  <a:moveTo>
                    <a:pt x="163422" y="0"/>
                  </a:moveTo>
                  <a:lnTo>
                    <a:pt x="158140" y="201"/>
                  </a:lnTo>
                  <a:lnTo>
                    <a:pt x="152866" y="570"/>
                  </a:lnTo>
                  <a:lnTo>
                    <a:pt x="147607" y="1106"/>
                  </a:lnTo>
                  <a:lnTo>
                    <a:pt x="142368" y="1807"/>
                  </a:lnTo>
                  <a:lnTo>
                    <a:pt x="137153" y="2674"/>
                  </a:lnTo>
                  <a:lnTo>
                    <a:pt x="131968" y="3705"/>
                  </a:lnTo>
                  <a:lnTo>
                    <a:pt x="126819" y="4900"/>
                  </a:lnTo>
                  <a:lnTo>
                    <a:pt x="121710" y="6257"/>
                  </a:lnTo>
                  <a:lnTo>
                    <a:pt x="116646" y="7774"/>
                  </a:lnTo>
                  <a:lnTo>
                    <a:pt x="111633" y="9451"/>
                  </a:lnTo>
                  <a:lnTo>
                    <a:pt x="106675" y="11286"/>
                  </a:lnTo>
                  <a:lnTo>
                    <a:pt x="101778" y="13277"/>
                  </a:lnTo>
                  <a:lnTo>
                    <a:pt x="96946" y="15421"/>
                  </a:lnTo>
                  <a:lnTo>
                    <a:pt x="92185" y="17717"/>
                  </a:lnTo>
                  <a:lnTo>
                    <a:pt x="87498" y="20163"/>
                  </a:lnTo>
                  <a:lnTo>
                    <a:pt x="82891" y="22755"/>
                  </a:lnTo>
                  <a:lnTo>
                    <a:pt x="78369" y="25492"/>
                  </a:lnTo>
                  <a:lnTo>
                    <a:pt x="73935" y="28371"/>
                  </a:lnTo>
                  <a:lnTo>
                    <a:pt x="69594" y="31388"/>
                  </a:lnTo>
                  <a:lnTo>
                    <a:pt x="65351" y="34541"/>
                  </a:lnTo>
                  <a:lnTo>
                    <a:pt x="61210" y="37826"/>
                  </a:lnTo>
                  <a:lnTo>
                    <a:pt x="57175" y="41241"/>
                  </a:lnTo>
                  <a:lnTo>
                    <a:pt x="53250" y="44782"/>
                  </a:lnTo>
                  <a:lnTo>
                    <a:pt x="49438" y="48445"/>
                  </a:lnTo>
                  <a:lnTo>
                    <a:pt x="45745" y="52227"/>
                  </a:lnTo>
                  <a:lnTo>
                    <a:pt x="42173" y="56123"/>
                  </a:lnTo>
                  <a:lnTo>
                    <a:pt x="38725" y="60131"/>
                  </a:lnTo>
                  <a:lnTo>
                    <a:pt x="35407" y="64245"/>
                  </a:lnTo>
                  <a:lnTo>
                    <a:pt x="32220" y="68463"/>
                  </a:lnTo>
                  <a:lnTo>
                    <a:pt x="29168" y="72779"/>
                  </a:lnTo>
                  <a:lnTo>
                    <a:pt x="26253" y="77190"/>
                  </a:lnTo>
                  <a:lnTo>
                    <a:pt x="23480" y="81690"/>
                  </a:lnTo>
                  <a:lnTo>
                    <a:pt x="20851" y="86276"/>
                  </a:lnTo>
                  <a:lnTo>
                    <a:pt x="18368" y="90943"/>
                  </a:lnTo>
                  <a:lnTo>
                    <a:pt x="16033" y="95685"/>
                  </a:lnTo>
                  <a:lnTo>
                    <a:pt x="13850" y="100500"/>
                  </a:lnTo>
                  <a:lnTo>
                    <a:pt x="11820" y="105381"/>
                  </a:lnTo>
                  <a:lnTo>
                    <a:pt x="9946" y="110323"/>
                  </a:lnTo>
                  <a:lnTo>
                    <a:pt x="8228" y="115323"/>
                  </a:lnTo>
                  <a:lnTo>
                    <a:pt x="6670" y="120374"/>
                  </a:lnTo>
                  <a:lnTo>
                    <a:pt x="5272" y="125472"/>
                  </a:lnTo>
                  <a:lnTo>
                    <a:pt x="4036" y="130612"/>
                  </a:lnTo>
                  <a:lnTo>
                    <a:pt x="2963" y="135788"/>
                  </a:lnTo>
                  <a:lnTo>
                    <a:pt x="2054" y="140996"/>
                  </a:lnTo>
                  <a:lnTo>
                    <a:pt x="1310" y="146229"/>
                  </a:lnTo>
                  <a:lnTo>
                    <a:pt x="733" y="151484"/>
                  </a:lnTo>
                  <a:lnTo>
                    <a:pt x="321" y="156754"/>
                  </a:lnTo>
                  <a:lnTo>
                    <a:pt x="77" y="162035"/>
                  </a:lnTo>
                  <a:lnTo>
                    <a:pt x="0" y="167320"/>
                  </a:lnTo>
                  <a:lnTo>
                    <a:pt x="89" y="172606"/>
                  </a:lnTo>
                  <a:lnTo>
                    <a:pt x="346" y="177886"/>
                  </a:lnTo>
                  <a:lnTo>
                    <a:pt x="770" y="183155"/>
                  </a:lnTo>
                  <a:lnTo>
                    <a:pt x="1360" y="188408"/>
                  </a:lnTo>
                  <a:lnTo>
                    <a:pt x="2116" y="193640"/>
                  </a:lnTo>
                  <a:lnTo>
                    <a:pt x="3037" y="198845"/>
                  </a:lnTo>
                  <a:lnTo>
                    <a:pt x="4122" y="204019"/>
                  </a:lnTo>
                  <a:lnTo>
                    <a:pt x="5370" y="209156"/>
                  </a:lnTo>
                  <a:lnTo>
                    <a:pt x="6779" y="214251"/>
                  </a:lnTo>
                  <a:lnTo>
                    <a:pt x="8350" y="219298"/>
                  </a:lnTo>
                  <a:lnTo>
                    <a:pt x="10079" y="224294"/>
                  </a:lnTo>
                  <a:lnTo>
                    <a:pt x="11965" y="229232"/>
                  </a:lnTo>
                  <a:lnTo>
                    <a:pt x="14006" y="234108"/>
                  </a:lnTo>
                  <a:lnTo>
                    <a:pt x="16201" y="238918"/>
                  </a:lnTo>
                  <a:lnTo>
                    <a:pt x="18546" y="243655"/>
                  </a:lnTo>
                  <a:lnTo>
                    <a:pt x="21040" y="248316"/>
                  </a:lnTo>
                  <a:lnTo>
                    <a:pt x="23680" y="252896"/>
                  </a:lnTo>
                  <a:lnTo>
                    <a:pt x="26464" y="257389"/>
                  </a:lnTo>
                  <a:lnTo>
                    <a:pt x="29388" y="261793"/>
                  </a:lnTo>
                  <a:lnTo>
                    <a:pt x="32451" y="266102"/>
                  </a:lnTo>
                  <a:lnTo>
                    <a:pt x="35647" y="270312"/>
                  </a:lnTo>
                  <a:lnTo>
                    <a:pt x="38976" y="274419"/>
                  </a:lnTo>
                  <a:lnTo>
                    <a:pt x="42432" y="278419"/>
                  </a:lnTo>
                  <a:lnTo>
                    <a:pt x="46014" y="282307"/>
                  </a:lnTo>
                  <a:lnTo>
                    <a:pt x="49716" y="286080"/>
                  </a:lnTo>
                  <a:lnTo>
                    <a:pt x="53536" y="289734"/>
                  </a:lnTo>
                  <a:lnTo>
                    <a:pt x="57469" y="293266"/>
                  </a:lnTo>
                  <a:lnTo>
                    <a:pt x="61513" y="296671"/>
                  </a:lnTo>
                  <a:lnTo>
                    <a:pt x="65662" y="299947"/>
                  </a:lnTo>
                  <a:lnTo>
                    <a:pt x="69912" y="303090"/>
                  </a:lnTo>
                  <a:lnTo>
                    <a:pt x="74260" y="306097"/>
                  </a:lnTo>
                  <a:lnTo>
                    <a:pt x="78700" y="308965"/>
                  </a:lnTo>
                  <a:lnTo>
                    <a:pt x="83229" y="311691"/>
                  </a:lnTo>
                  <a:lnTo>
                    <a:pt x="87842" y="314273"/>
                  </a:lnTo>
                  <a:lnTo>
                    <a:pt x="92534" y="316707"/>
                  </a:lnTo>
                  <a:lnTo>
                    <a:pt x="97301" y="318992"/>
                  </a:lnTo>
                  <a:lnTo>
                    <a:pt x="102138" y="321126"/>
                  </a:lnTo>
                  <a:lnTo>
                    <a:pt x="107040" y="323105"/>
                  </a:lnTo>
                  <a:lnTo>
                    <a:pt x="112001" y="324928"/>
                  </a:lnTo>
                  <a:lnTo>
                    <a:pt x="117019" y="326593"/>
                  </a:lnTo>
                  <a:lnTo>
                    <a:pt x="122086" y="328099"/>
                  </a:lnTo>
                  <a:lnTo>
                    <a:pt x="127198" y="329444"/>
                  </a:lnTo>
                  <a:lnTo>
                    <a:pt x="132350" y="330627"/>
                  </a:lnTo>
                  <a:lnTo>
                    <a:pt x="137537" y="331646"/>
                  </a:lnTo>
                  <a:lnTo>
                    <a:pt x="142754" y="332500"/>
                  </a:lnTo>
                  <a:lnTo>
                    <a:pt x="147995" y="333189"/>
                  </a:lnTo>
                  <a:lnTo>
                    <a:pt x="153255" y="333713"/>
                  </a:lnTo>
                  <a:lnTo>
                    <a:pt x="158530" y="334069"/>
                  </a:lnTo>
                  <a:lnTo>
                    <a:pt x="163812" y="334259"/>
                  </a:lnTo>
                  <a:lnTo>
                    <a:pt x="169099" y="334281"/>
                  </a:lnTo>
                  <a:lnTo>
                    <a:pt x="174383" y="334137"/>
                  </a:lnTo>
                  <a:lnTo>
                    <a:pt x="179660" y="333825"/>
                  </a:lnTo>
                  <a:lnTo>
                    <a:pt x="184924" y="333347"/>
                  </a:lnTo>
                  <a:lnTo>
                    <a:pt x="190171" y="332702"/>
                  </a:lnTo>
                  <a:lnTo>
                    <a:pt x="195395" y="331892"/>
                  </a:lnTo>
                  <a:lnTo>
                    <a:pt x="200591" y="330917"/>
                  </a:lnTo>
                  <a:lnTo>
                    <a:pt x="205753" y="329778"/>
                  </a:lnTo>
                  <a:lnTo>
                    <a:pt x="210876" y="328477"/>
                  </a:lnTo>
                  <a:lnTo>
                    <a:pt x="215956" y="327014"/>
                  </a:lnTo>
                  <a:lnTo>
                    <a:pt x="220987" y="325392"/>
                  </a:lnTo>
                  <a:lnTo>
                    <a:pt x="225964" y="323611"/>
                  </a:lnTo>
                  <a:lnTo>
                    <a:pt x="230883" y="321673"/>
                  </a:lnTo>
                  <a:lnTo>
                    <a:pt x="235738" y="319582"/>
                  </a:lnTo>
                  <a:lnTo>
                    <a:pt x="240524" y="317337"/>
                  </a:lnTo>
                  <a:lnTo>
                    <a:pt x="245236" y="314943"/>
                  </a:lnTo>
                  <a:lnTo>
                    <a:pt x="249871" y="312400"/>
                  </a:lnTo>
                  <a:lnTo>
                    <a:pt x="254423" y="309713"/>
                  </a:lnTo>
                  <a:lnTo>
                    <a:pt x="258888" y="306883"/>
                  </a:lnTo>
                  <a:lnTo>
                    <a:pt x="263261" y="303913"/>
                  </a:lnTo>
                  <a:lnTo>
                    <a:pt x="267538" y="300806"/>
                  </a:lnTo>
                  <a:lnTo>
                    <a:pt x="271715" y="297565"/>
                  </a:lnTo>
                  <a:lnTo>
                    <a:pt x="275787" y="294195"/>
                  </a:lnTo>
                  <a:lnTo>
                    <a:pt x="279750" y="290697"/>
                  </a:lnTo>
                  <a:lnTo>
                    <a:pt x="283601" y="287075"/>
                  </a:lnTo>
                  <a:lnTo>
                    <a:pt x="287335" y="283334"/>
                  </a:lnTo>
                  <a:lnTo>
                    <a:pt x="290950" y="279476"/>
                  </a:lnTo>
                  <a:lnTo>
                    <a:pt x="294440" y="275506"/>
                  </a:lnTo>
                  <a:lnTo>
                    <a:pt x="297803" y="271428"/>
                  </a:lnTo>
                  <a:lnTo>
                    <a:pt x="301036" y="267245"/>
                  </a:lnTo>
                  <a:lnTo>
                    <a:pt x="304135" y="262962"/>
                  </a:lnTo>
                  <a:lnTo>
                    <a:pt x="307096" y="258584"/>
                  </a:lnTo>
                  <a:lnTo>
                    <a:pt x="309918" y="254114"/>
                  </a:lnTo>
                  <a:lnTo>
                    <a:pt x="312597" y="249557"/>
                  </a:lnTo>
                  <a:lnTo>
                    <a:pt x="315131" y="244917"/>
                  </a:lnTo>
                  <a:lnTo>
                    <a:pt x="317517" y="240200"/>
                  </a:lnTo>
                  <a:lnTo>
                    <a:pt x="319752" y="235409"/>
                  </a:lnTo>
                  <a:lnTo>
                    <a:pt x="321835" y="230551"/>
                  </a:lnTo>
                  <a:lnTo>
                    <a:pt x="323763" y="225629"/>
                  </a:lnTo>
                  <a:lnTo>
                    <a:pt x="325534" y="220648"/>
                  </a:lnTo>
                  <a:lnTo>
                    <a:pt x="327147" y="215614"/>
                  </a:lnTo>
                  <a:lnTo>
                    <a:pt x="328600" y="210532"/>
                  </a:lnTo>
                  <a:lnTo>
                    <a:pt x="329892" y="205406"/>
                  </a:lnTo>
                  <a:lnTo>
                    <a:pt x="331021" y="200241"/>
                  </a:lnTo>
                  <a:lnTo>
                    <a:pt x="331986" y="195044"/>
                  </a:lnTo>
                  <a:lnTo>
                    <a:pt x="332787" y="189819"/>
                  </a:lnTo>
                  <a:lnTo>
                    <a:pt x="333421" y="184571"/>
                  </a:lnTo>
                  <a:lnTo>
                    <a:pt x="333890" y="179305"/>
                  </a:lnTo>
                  <a:lnTo>
                    <a:pt x="334192" y="174028"/>
                  </a:lnTo>
                  <a:lnTo>
                    <a:pt x="334326" y="168743"/>
                  </a:lnTo>
                  <a:lnTo>
                    <a:pt x="334294" y="163457"/>
                  </a:lnTo>
                  <a:lnTo>
                    <a:pt x="334094" y="158174"/>
                  </a:lnTo>
                  <a:lnTo>
                    <a:pt x="333728" y="152901"/>
                  </a:lnTo>
                  <a:lnTo>
                    <a:pt x="333195" y="147642"/>
                  </a:lnTo>
                  <a:lnTo>
                    <a:pt x="332496" y="142402"/>
                  </a:lnTo>
                  <a:lnTo>
                    <a:pt x="331632" y="137187"/>
                  </a:lnTo>
                  <a:lnTo>
                    <a:pt x="330603" y="132002"/>
                  </a:lnTo>
                  <a:lnTo>
                    <a:pt x="329410" y="126852"/>
                  </a:lnTo>
                  <a:lnTo>
                    <a:pt x="328056" y="121742"/>
                  </a:lnTo>
                  <a:lnTo>
                    <a:pt x="326541" y="116677"/>
                  </a:lnTo>
                  <a:lnTo>
                    <a:pt x="324866" y="111664"/>
                  </a:lnTo>
                  <a:lnTo>
                    <a:pt x="323033" y="106705"/>
                  </a:lnTo>
                  <a:lnTo>
                    <a:pt x="321045" y="101807"/>
                  </a:lnTo>
                  <a:lnTo>
                    <a:pt x="318903" y="96974"/>
                  </a:lnTo>
                  <a:lnTo>
                    <a:pt x="316609" y="92212"/>
                  </a:lnTo>
                  <a:lnTo>
                    <a:pt x="314166" y="87524"/>
                  </a:lnTo>
                  <a:lnTo>
                    <a:pt x="311575" y="82916"/>
                  </a:lnTo>
                  <a:lnTo>
                    <a:pt x="308841" y="78392"/>
                  </a:lnTo>
                  <a:lnTo>
                    <a:pt x="305964" y="73957"/>
                  </a:lnTo>
                  <a:lnTo>
                    <a:pt x="302949" y="69615"/>
                  </a:lnTo>
                  <a:lnTo>
                    <a:pt x="299798" y="65371"/>
                  </a:lnTo>
                  <a:lnTo>
                    <a:pt x="296514" y="61228"/>
                  </a:lnTo>
                  <a:lnTo>
                    <a:pt x="293101" y="57191"/>
                  </a:lnTo>
                  <a:lnTo>
                    <a:pt x="289562" y="53264"/>
                  </a:lnTo>
                  <a:lnTo>
                    <a:pt x="285901" y="49451"/>
                  </a:lnTo>
                  <a:lnTo>
                    <a:pt x="282121" y="45756"/>
                  </a:lnTo>
                  <a:lnTo>
                    <a:pt x="278226" y="42182"/>
                  </a:lnTo>
                  <a:lnTo>
                    <a:pt x="274220" y="38733"/>
                  </a:lnTo>
                  <a:lnTo>
                    <a:pt x="270107" y="35412"/>
                  </a:lnTo>
                  <a:lnTo>
                    <a:pt x="265891" y="32223"/>
                  </a:lnTo>
                  <a:lnTo>
                    <a:pt x="261576" y="29169"/>
                  </a:lnTo>
                  <a:lnTo>
                    <a:pt x="257167" y="26253"/>
                  </a:lnTo>
                  <a:lnTo>
                    <a:pt x="252668" y="23478"/>
                  </a:lnTo>
                  <a:lnTo>
                    <a:pt x="248083" y="20846"/>
                  </a:lnTo>
                  <a:lnTo>
                    <a:pt x="243418" y="18361"/>
                  </a:lnTo>
                  <a:lnTo>
                    <a:pt x="238676" y="16024"/>
                  </a:lnTo>
                  <a:lnTo>
                    <a:pt x="233863" y="13839"/>
                  </a:lnTo>
                  <a:lnTo>
                    <a:pt x="228983" y="11807"/>
                  </a:lnTo>
                  <a:lnTo>
                    <a:pt x="224041" y="9930"/>
                  </a:lnTo>
                  <a:lnTo>
                    <a:pt x="219042" y="8210"/>
                  </a:lnTo>
                  <a:lnTo>
                    <a:pt x="213991" y="6649"/>
                  </a:lnTo>
                  <a:lnTo>
                    <a:pt x="167167" y="1671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46824" cy="167167"/>
            </a:xfrm>
            <a:custGeom>
              <a:avLst/>
              <a:pathLst>
                <a:path w="46824" h="167167">
                  <a:moveTo>
                    <a:pt x="46824" y="6691"/>
                  </a:moveTo>
                  <a:lnTo>
                    <a:pt x="41101" y="5131"/>
                  </a:lnTo>
                  <a:lnTo>
                    <a:pt x="35326" y="3775"/>
                  </a:lnTo>
                  <a:lnTo>
                    <a:pt x="29506" y="2624"/>
                  </a:lnTo>
                  <a:lnTo>
                    <a:pt x="23650" y="1681"/>
                  </a:lnTo>
                  <a:lnTo>
                    <a:pt x="17763" y="946"/>
                  </a:lnTo>
                  <a:lnTo>
                    <a:pt x="11854" y="420"/>
                  </a:lnTo>
                  <a:lnTo>
                    <a:pt x="5931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7978" y="3170392"/>
              <a:ext cx="18002" cy="167167"/>
            </a:xfrm>
            <a:custGeom>
              <a:avLst/>
              <a:pathLst>
                <a:path w="18002" h="167167">
                  <a:moveTo>
                    <a:pt x="18002" y="0"/>
                  </a:moveTo>
                  <a:lnTo>
                    <a:pt x="8987" y="243"/>
                  </a:lnTo>
                  <a:lnTo>
                    <a:pt x="0" y="972"/>
                  </a:lnTo>
                  <a:lnTo>
                    <a:pt x="180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7978" y="3171364"/>
              <a:ext cx="18002" cy="166195"/>
            </a:xfrm>
            <a:custGeom>
              <a:avLst/>
              <a:pathLst>
                <a:path w="18002" h="166195">
                  <a:moveTo>
                    <a:pt x="0" y="0"/>
                  </a:moveTo>
                  <a:lnTo>
                    <a:pt x="18002" y="1661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7978" y="3171364"/>
              <a:ext cx="18002" cy="166195"/>
            </a:xfrm>
            <a:custGeom>
              <a:avLst/>
              <a:pathLst>
                <a:path w="18002" h="166195">
                  <a:moveTo>
                    <a:pt x="0" y="0"/>
                  </a:moveTo>
                  <a:lnTo>
                    <a:pt x="18002" y="1661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7978" y="3171364"/>
              <a:ext cx="18002" cy="166195"/>
            </a:xfrm>
            <a:custGeom>
              <a:avLst/>
              <a:pathLst>
                <a:path w="18002" h="166195">
                  <a:moveTo>
                    <a:pt x="0" y="0"/>
                  </a:moveTo>
                  <a:lnTo>
                    <a:pt x="18002" y="1661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7978" y="3171364"/>
              <a:ext cx="18002" cy="166195"/>
            </a:xfrm>
            <a:custGeom>
              <a:avLst/>
              <a:pathLst>
                <a:path w="18002" h="166195">
                  <a:moveTo>
                    <a:pt x="0" y="0"/>
                  </a:moveTo>
                  <a:lnTo>
                    <a:pt x="18002" y="1661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7978" y="3171364"/>
              <a:ext cx="18002" cy="166195"/>
            </a:xfrm>
            <a:custGeom>
              <a:avLst/>
              <a:pathLst>
                <a:path w="18002" h="166195">
                  <a:moveTo>
                    <a:pt x="0" y="0"/>
                  </a:moveTo>
                  <a:lnTo>
                    <a:pt x="18002" y="1661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7978" y="3171364"/>
              <a:ext cx="18002" cy="166195"/>
            </a:xfrm>
            <a:custGeom>
              <a:avLst/>
              <a:pathLst>
                <a:path w="18002" h="166195">
                  <a:moveTo>
                    <a:pt x="0" y="0"/>
                  </a:moveTo>
                  <a:lnTo>
                    <a:pt x="18002" y="1661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7978" y="3171364"/>
              <a:ext cx="18002" cy="166195"/>
            </a:xfrm>
            <a:custGeom>
              <a:avLst/>
              <a:pathLst>
                <a:path w="18002" h="166195">
                  <a:moveTo>
                    <a:pt x="0" y="0"/>
                  </a:moveTo>
                  <a:lnTo>
                    <a:pt x="18002" y="166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7978" y="3171364"/>
              <a:ext cx="18002" cy="166195"/>
            </a:xfrm>
            <a:custGeom>
              <a:avLst/>
              <a:pathLst>
                <a:path w="18002" h="166195">
                  <a:moveTo>
                    <a:pt x="0" y="0"/>
                  </a:moveTo>
                  <a:lnTo>
                    <a:pt x="18002" y="166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7978" y="3171364"/>
              <a:ext cx="18002" cy="166195"/>
            </a:xfrm>
            <a:custGeom>
              <a:avLst/>
              <a:pathLst>
                <a:path w="18002" h="166195">
                  <a:moveTo>
                    <a:pt x="0" y="0"/>
                  </a:moveTo>
                  <a:lnTo>
                    <a:pt x="18002" y="166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7978" y="3171364"/>
              <a:ext cx="18002" cy="166195"/>
            </a:xfrm>
            <a:custGeom>
              <a:avLst/>
              <a:pathLst>
                <a:path w="18002" h="166195">
                  <a:moveTo>
                    <a:pt x="0" y="0"/>
                  </a:moveTo>
                  <a:lnTo>
                    <a:pt x="18002" y="166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7978" y="3171364"/>
              <a:ext cx="18002" cy="166195"/>
            </a:xfrm>
            <a:custGeom>
              <a:avLst/>
              <a:pathLst>
                <a:path w="18002" h="166195">
                  <a:moveTo>
                    <a:pt x="0" y="0"/>
                  </a:moveTo>
                  <a:lnTo>
                    <a:pt x="18002" y="1661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7978" y="3171364"/>
              <a:ext cx="18002" cy="166195"/>
            </a:xfrm>
            <a:custGeom>
              <a:avLst/>
              <a:pathLst>
                <a:path w="18002" h="166195">
                  <a:moveTo>
                    <a:pt x="0" y="0"/>
                  </a:moveTo>
                  <a:lnTo>
                    <a:pt x="18002" y="1661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20" y="3171364"/>
              <a:ext cx="334321" cy="333362"/>
            </a:xfrm>
            <a:custGeom>
              <a:avLst/>
              <a:pathLst>
                <a:path w="334321" h="333362">
                  <a:moveTo>
                    <a:pt x="149157" y="0"/>
                  </a:moveTo>
                  <a:lnTo>
                    <a:pt x="143916" y="651"/>
                  </a:lnTo>
                  <a:lnTo>
                    <a:pt x="138698" y="1468"/>
                  </a:lnTo>
                  <a:lnTo>
                    <a:pt x="133508" y="2449"/>
                  </a:lnTo>
                  <a:lnTo>
                    <a:pt x="128352" y="3594"/>
                  </a:lnTo>
                  <a:lnTo>
                    <a:pt x="123235" y="4901"/>
                  </a:lnTo>
                  <a:lnTo>
                    <a:pt x="118161" y="6370"/>
                  </a:lnTo>
                  <a:lnTo>
                    <a:pt x="113136" y="7997"/>
                  </a:lnTo>
                  <a:lnTo>
                    <a:pt x="108166" y="9783"/>
                  </a:lnTo>
                  <a:lnTo>
                    <a:pt x="103254" y="11725"/>
                  </a:lnTo>
                  <a:lnTo>
                    <a:pt x="98406" y="13821"/>
                  </a:lnTo>
                  <a:lnTo>
                    <a:pt x="93626" y="16069"/>
                  </a:lnTo>
                  <a:lnTo>
                    <a:pt x="88921" y="18467"/>
                  </a:lnTo>
                  <a:lnTo>
                    <a:pt x="84293" y="21012"/>
                  </a:lnTo>
                  <a:lnTo>
                    <a:pt x="79747" y="23702"/>
                  </a:lnTo>
                  <a:lnTo>
                    <a:pt x="75290" y="26535"/>
                  </a:lnTo>
                  <a:lnTo>
                    <a:pt x="70923" y="29507"/>
                  </a:lnTo>
                  <a:lnTo>
                    <a:pt x="66653" y="32615"/>
                  </a:lnTo>
                  <a:lnTo>
                    <a:pt x="62483" y="35857"/>
                  </a:lnTo>
                  <a:lnTo>
                    <a:pt x="58418" y="39229"/>
                  </a:lnTo>
                  <a:lnTo>
                    <a:pt x="54461" y="42728"/>
                  </a:lnTo>
                  <a:lnTo>
                    <a:pt x="50617" y="46350"/>
                  </a:lnTo>
                  <a:lnTo>
                    <a:pt x="46889" y="50091"/>
                  </a:lnTo>
                  <a:lnTo>
                    <a:pt x="43281" y="53949"/>
                  </a:lnTo>
                  <a:lnTo>
                    <a:pt x="39797" y="57918"/>
                  </a:lnTo>
                  <a:lnTo>
                    <a:pt x="36440" y="61996"/>
                  </a:lnTo>
                  <a:lnTo>
                    <a:pt x="33214" y="66177"/>
                  </a:lnTo>
                  <a:lnTo>
                    <a:pt x="30121" y="70459"/>
                  </a:lnTo>
                  <a:lnTo>
                    <a:pt x="27165" y="74836"/>
                  </a:lnTo>
                  <a:lnTo>
                    <a:pt x="24349" y="79304"/>
                  </a:lnTo>
                  <a:lnTo>
                    <a:pt x="21675" y="83859"/>
                  </a:lnTo>
                  <a:lnTo>
                    <a:pt x="19146" y="88496"/>
                  </a:lnTo>
                  <a:lnTo>
                    <a:pt x="16766" y="93211"/>
                  </a:lnTo>
                  <a:lnTo>
                    <a:pt x="14535" y="97998"/>
                  </a:lnTo>
                  <a:lnTo>
                    <a:pt x="12457" y="102854"/>
                  </a:lnTo>
                  <a:lnTo>
                    <a:pt x="10533" y="107773"/>
                  </a:lnTo>
                  <a:lnTo>
                    <a:pt x="8766" y="112750"/>
                  </a:lnTo>
                  <a:lnTo>
                    <a:pt x="7156" y="117781"/>
                  </a:lnTo>
                  <a:lnTo>
                    <a:pt x="5707" y="122860"/>
                  </a:lnTo>
                  <a:lnTo>
                    <a:pt x="4418" y="127982"/>
                  </a:lnTo>
                  <a:lnTo>
                    <a:pt x="3292" y="133142"/>
                  </a:lnTo>
                  <a:lnTo>
                    <a:pt x="2330" y="138335"/>
                  </a:lnTo>
                  <a:lnTo>
                    <a:pt x="1532" y="143556"/>
                  </a:lnTo>
                  <a:lnTo>
                    <a:pt x="900" y="148800"/>
                  </a:lnTo>
                  <a:lnTo>
                    <a:pt x="433" y="154061"/>
                  </a:lnTo>
                  <a:lnTo>
                    <a:pt x="133" y="159334"/>
                  </a:lnTo>
                  <a:lnTo>
                    <a:pt x="0" y="164614"/>
                  </a:lnTo>
                  <a:lnTo>
                    <a:pt x="33" y="169896"/>
                  </a:lnTo>
                  <a:lnTo>
                    <a:pt x="233" y="175174"/>
                  </a:lnTo>
                  <a:lnTo>
                    <a:pt x="600" y="180443"/>
                  </a:lnTo>
                  <a:lnTo>
                    <a:pt x="1134" y="185697"/>
                  </a:lnTo>
                  <a:lnTo>
                    <a:pt x="1833" y="190933"/>
                  </a:lnTo>
                  <a:lnTo>
                    <a:pt x="2697" y="196143"/>
                  </a:lnTo>
                  <a:lnTo>
                    <a:pt x="3725" y="201324"/>
                  </a:lnTo>
                  <a:lnTo>
                    <a:pt x="4916" y="206470"/>
                  </a:lnTo>
                  <a:lnTo>
                    <a:pt x="6269" y="211575"/>
                  </a:lnTo>
                  <a:lnTo>
                    <a:pt x="7783" y="216635"/>
                  </a:lnTo>
                  <a:lnTo>
                    <a:pt x="9456" y="221645"/>
                  </a:lnTo>
                  <a:lnTo>
                    <a:pt x="11287" y="226599"/>
                  </a:lnTo>
                  <a:lnTo>
                    <a:pt x="13273" y="231493"/>
                  </a:lnTo>
                  <a:lnTo>
                    <a:pt x="15413" y="236322"/>
                  </a:lnTo>
                  <a:lnTo>
                    <a:pt x="17704" y="241081"/>
                  </a:lnTo>
                  <a:lnTo>
                    <a:pt x="20144" y="245765"/>
                  </a:lnTo>
                  <a:lnTo>
                    <a:pt x="22731" y="250370"/>
                  </a:lnTo>
                  <a:lnTo>
                    <a:pt x="25462" y="254890"/>
                  </a:lnTo>
                  <a:lnTo>
                    <a:pt x="28335" y="259323"/>
                  </a:lnTo>
                  <a:lnTo>
                    <a:pt x="31347" y="263662"/>
                  </a:lnTo>
                  <a:lnTo>
                    <a:pt x="34493" y="267904"/>
                  </a:lnTo>
                  <a:lnTo>
                    <a:pt x="37773" y="272044"/>
                  </a:lnTo>
                  <a:lnTo>
                    <a:pt x="41181" y="276079"/>
                  </a:lnTo>
                  <a:lnTo>
                    <a:pt x="44716" y="280004"/>
                  </a:lnTo>
                  <a:lnTo>
                    <a:pt x="48372" y="283815"/>
                  </a:lnTo>
                  <a:lnTo>
                    <a:pt x="52147" y="287509"/>
                  </a:lnTo>
                  <a:lnTo>
                    <a:pt x="56037" y="291082"/>
                  </a:lnTo>
                  <a:lnTo>
                    <a:pt x="60038" y="294530"/>
                  </a:lnTo>
                  <a:lnTo>
                    <a:pt x="64146" y="297850"/>
                  </a:lnTo>
                  <a:lnTo>
                    <a:pt x="68356" y="301039"/>
                  </a:lnTo>
                  <a:lnTo>
                    <a:pt x="72665" y="304093"/>
                  </a:lnTo>
                  <a:lnTo>
                    <a:pt x="77069" y="307009"/>
                  </a:lnTo>
                  <a:lnTo>
                    <a:pt x="81562" y="309785"/>
                  </a:lnTo>
                  <a:lnTo>
                    <a:pt x="86141" y="312417"/>
                  </a:lnTo>
                  <a:lnTo>
                    <a:pt x="90801" y="314904"/>
                  </a:lnTo>
                  <a:lnTo>
                    <a:pt x="95537" y="317242"/>
                  </a:lnTo>
                  <a:lnTo>
                    <a:pt x="100345" y="319429"/>
                  </a:lnTo>
                  <a:lnTo>
                    <a:pt x="105219" y="321463"/>
                  </a:lnTo>
                  <a:lnTo>
                    <a:pt x="110155" y="323343"/>
                  </a:lnTo>
                  <a:lnTo>
                    <a:pt x="115148" y="325065"/>
                  </a:lnTo>
                  <a:lnTo>
                    <a:pt x="120193" y="326629"/>
                  </a:lnTo>
                  <a:lnTo>
                    <a:pt x="125285" y="328033"/>
                  </a:lnTo>
                  <a:lnTo>
                    <a:pt x="130418" y="329275"/>
                  </a:lnTo>
                  <a:lnTo>
                    <a:pt x="135588" y="330354"/>
                  </a:lnTo>
                  <a:lnTo>
                    <a:pt x="140790" y="331269"/>
                  </a:lnTo>
                  <a:lnTo>
                    <a:pt x="146018" y="332020"/>
                  </a:lnTo>
                  <a:lnTo>
                    <a:pt x="151267" y="332605"/>
                  </a:lnTo>
                  <a:lnTo>
                    <a:pt x="156532" y="333024"/>
                  </a:lnTo>
                  <a:lnTo>
                    <a:pt x="161808" y="333277"/>
                  </a:lnTo>
                  <a:lnTo>
                    <a:pt x="167089" y="333362"/>
                  </a:lnTo>
                  <a:lnTo>
                    <a:pt x="172370" y="333281"/>
                  </a:lnTo>
                  <a:lnTo>
                    <a:pt x="177646" y="333033"/>
                  </a:lnTo>
                  <a:lnTo>
                    <a:pt x="182911" y="332618"/>
                  </a:lnTo>
                  <a:lnTo>
                    <a:pt x="188161" y="332038"/>
                  </a:lnTo>
                  <a:lnTo>
                    <a:pt x="193390" y="331291"/>
                  </a:lnTo>
                  <a:lnTo>
                    <a:pt x="198592" y="330380"/>
                  </a:lnTo>
                  <a:lnTo>
                    <a:pt x="203764" y="329305"/>
                  </a:lnTo>
                  <a:lnTo>
                    <a:pt x="208898" y="328068"/>
                  </a:lnTo>
                  <a:lnTo>
                    <a:pt x="213991" y="326668"/>
                  </a:lnTo>
                  <a:lnTo>
                    <a:pt x="219037" y="325109"/>
                  </a:lnTo>
                  <a:lnTo>
                    <a:pt x="224032" y="323391"/>
                  </a:lnTo>
                  <a:lnTo>
                    <a:pt x="228969" y="321515"/>
                  </a:lnTo>
                  <a:lnTo>
                    <a:pt x="233845" y="319485"/>
                  </a:lnTo>
                  <a:lnTo>
                    <a:pt x="238655" y="317302"/>
                  </a:lnTo>
                  <a:lnTo>
                    <a:pt x="243393" y="314968"/>
                  </a:lnTo>
                  <a:lnTo>
                    <a:pt x="248055" y="312485"/>
                  </a:lnTo>
                  <a:lnTo>
                    <a:pt x="252636" y="309857"/>
                  </a:lnTo>
                  <a:lnTo>
                    <a:pt x="257132" y="307085"/>
                  </a:lnTo>
                  <a:lnTo>
                    <a:pt x="261538" y="304172"/>
                  </a:lnTo>
                  <a:lnTo>
                    <a:pt x="265849" y="301122"/>
                  </a:lnTo>
                  <a:lnTo>
                    <a:pt x="270063" y="297937"/>
                  </a:lnTo>
                  <a:lnTo>
                    <a:pt x="274173" y="294620"/>
                  </a:lnTo>
                  <a:lnTo>
                    <a:pt x="278177" y="291175"/>
                  </a:lnTo>
                  <a:lnTo>
                    <a:pt x="282070" y="287606"/>
                  </a:lnTo>
                  <a:lnTo>
                    <a:pt x="285848" y="283915"/>
                  </a:lnTo>
                  <a:lnTo>
                    <a:pt x="289508" y="280107"/>
                  </a:lnTo>
                  <a:lnTo>
                    <a:pt x="293045" y="276185"/>
                  </a:lnTo>
                  <a:lnTo>
                    <a:pt x="296457" y="272153"/>
                  </a:lnTo>
                  <a:lnTo>
                    <a:pt x="299740" y="268015"/>
                  </a:lnTo>
                  <a:lnTo>
                    <a:pt x="302890" y="263776"/>
                  </a:lnTo>
                  <a:lnTo>
                    <a:pt x="305905" y="259439"/>
                  </a:lnTo>
                  <a:lnTo>
                    <a:pt x="308782" y="255010"/>
                  </a:lnTo>
                  <a:lnTo>
                    <a:pt x="311517" y="250491"/>
                  </a:lnTo>
                  <a:lnTo>
                    <a:pt x="314108" y="245889"/>
                  </a:lnTo>
                  <a:lnTo>
                    <a:pt x="316552" y="241207"/>
                  </a:lnTo>
                  <a:lnTo>
                    <a:pt x="318847" y="236450"/>
                  </a:lnTo>
                  <a:lnTo>
                    <a:pt x="320991" y="231623"/>
                  </a:lnTo>
                  <a:lnTo>
                    <a:pt x="322981" y="226730"/>
                  </a:lnTo>
                  <a:lnTo>
                    <a:pt x="324816" y="221777"/>
                  </a:lnTo>
                  <a:lnTo>
                    <a:pt x="326493" y="216769"/>
                  </a:lnTo>
                  <a:lnTo>
                    <a:pt x="328011" y="211710"/>
                  </a:lnTo>
                  <a:lnTo>
                    <a:pt x="329369" y="206606"/>
                  </a:lnTo>
                  <a:lnTo>
                    <a:pt x="330565" y="201461"/>
                  </a:lnTo>
                  <a:lnTo>
                    <a:pt x="331597" y="196282"/>
                  </a:lnTo>
                  <a:lnTo>
                    <a:pt x="332466" y="191072"/>
                  </a:lnTo>
                  <a:lnTo>
                    <a:pt x="333169" y="185837"/>
                  </a:lnTo>
                  <a:lnTo>
                    <a:pt x="333707" y="180583"/>
                  </a:lnTo>
                  <a:lnTo>
                    <a:pt x="334078" y="175314"/>
                  </a:lnTo>
                  <a:lnTo>
                    <a:pt x="334283" y="170037"/>
                  </a:lnTo>
                  <a:lnTo>
                    <a:pt x="334321" y="164755"/>
                  </a:lnTo>
                  <a:lnTo>
                    <a:pt x="334192" y="159475"/>
                  </a:lnTo>
                  <a:lnTo>
                    <a:pt x="333896" y="154201"/>
                  </a:lnTo>
                  <a:lnTo>
                    <a:pt x="333434" y="148940"/>
                  </a:lnTo>
                  <a:lnTo>
                    <a:pt x="332806" y="143696"/>
                  </a:lnTo>
                  <a:lnTo>
                    <a:pt x="332012" y="138474"/>
                  </a:lnTo>
                  <a:lnTo>
                    <a:pt x="331054" y="133280"/>
                  </a:lnTo>
                  <a:lnTo>
                    <a:pt x="329933" y="128119"/>
                  </a:lnTo>
                  <a:lnTo>
                    <a:pt x="328649" y="122995"/>
                  </a:lnTo>
                  <a:lnTo>
                    <a:pt x="327203" y="117915"/>
                  </a:lnTo>
                  <a:lnTo>
                    <a:pt x="325598" y="112883"/>
                  </a:lnTo>
                  <a:lnTo>
                    <a:pt x="323835" y="107905"/>
                  </a:lnTo>
                  <a:lnTo>
                    <a:pt x="321915" y="102984"/>
                  </a:lnTo>
                  <a:lnTo>
                    <a:pt x="319841" y="98127"/>
                  </a:lnTo>
                  <a:lnTo>
                    <a:pt x="317615" y="93337"/>
                  </a:lnTo>
                  <a:lnTo>
                    <a:pt x="315238" y="88621"/>
                  </a:lnTo>
                  <a:lnTo>
                    <a:pt x="312713" y="83981"/>
                  </a:lnTo>
                  <a:lnTo>
                    <a:pt x="310043" y="79424"/>
                  </a:lnTo>
                  <a:lnTo>
                    <a:pt x="307231" y="74954"/>
                  </a:lnTo>
                  <a:lnTo>
                    <a:pt x="304279" y="70574"/>
                  </a:lnTo>
                  <a:lnTo>
                    <a:pt x="301189" y="66290"/>
                  </a:lnTo>
                  <a:lnTo>
                    <a:pt x="297966" y="62106"/>
                  </a:lnTo>
                  <a:lnTo>
                    <a:pt x="294613" y="58025"/>
                  </a:lnTo>
                  <a:lnTo>
                    <a:pt x="291132" y="54053"/>
                  </a:lnTo>
                  <a:lnTo>
                    <a:pt x="287527" y="50192"/>
                  </a:lnTo>
                  <a:lnTo>
                    <a:pt x="283803" y="46448"/>
                  </a:lnTo>
                  <a:lnTo>
                    <a:pt x="279961" y="42823"/>
                  </a:lnTo>
                  <a:lnTo>
                    <a:pt x="276008" y="39321"/>
                  </a:lnTo>
                  <a:lnTo>
                    <a:pt x="271945" y="35945"/>
                  </a:lnTo>
                  <a:lnTo>
                    <a:pt x="267778" y="32700"/>
                  </a:lnTo>
                  <a:lnTo>
                    <a:pt x="263511" y="29588"/>
                  </a:lnTo>
                  <a:lnTo>
                    <a:pt x="259147" y="26612"/>
                  </a:lnTo>
                  <a:lnTo>
                    <a:pt x="254691" y="23776"/>
                  </a:lnTo>
                  <a:lnTo>
                    <a:pt x="250148" y="21082"/>
                  </a:lnTo>
                  <a:lnTo>
                    <a:pt x="245523" y="18533"/>
                  </a:lnTo>
                  <a:lnTo>
                    <a:pt x="240819" y="16131"/>
                  </a:lnTo>
                  <a:lnTo>
                    <a:pt x="236041" y="13879"/>
                  </a:lnTo>
                  <a:lnTo>
                    <a:pt x="231195" y="11778"/>
                  </a:lnTo>
                  <a:lnTo>
                    <a:pt x="226285" y="9833"/>
                  </a:lnTo>
                  <a:lnTo>
                    <a:pt x="167159" y="1661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59125" cy="167167"/>
            </a:xfrm>
            <a:custGeom>
              <a:avLst/>
              <a:pathLst>
                <a:path w="59125" h="167167">
                  <a:moveTo>
                    <a:pt x="59125" y="10805"/>
                  </a:moveTo>
                  <a:lnTo>
                    <a:pt x="53435" y="8770"/>
                  </a:lnTo>
                  <a:lnTo>
                    <a:pt x="47675" y="6942"/>
                  </a:lnTo>
                  <a:lnTo>
                    <a:pt x="41853" y="5324"/>
                  </a:lnTo>
                  <a:lnTo>
                    <a:pt x="35976" y="3917"/>
                  </a:lnTo>
                  <a:lnTo>
                    <a:pt x="30052" y="2723"/>
                  </a:lnTo>
                  <a:lnTo>
                    <a:pt x="24089" y="1744"/>
                  </a:lnTo>
                  <a:lnTo>
                    <a:pt x="18094" y="982"/>
                  </a:lnTo>
                  <a:lnTo>
                    <a:pt x="12076" y="436"/>
                  </a:lnTo>
                  <a:lnTo>
                    <a:pt x="6041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554" y="3707720"/>
              <a:ext cx="4194" cy="167167"/>
            </a:xfrm>
            <a:custGeom>
              <a:avLst/>
              <a:pathLst>
                <a:path w="4194" h="167167">
                  <a:moveTo>
                    <a:pt x="4194" y="0"/>
                  </a:moveTo>
                  <a:lnTo>
                    <a:pt x="0" y="52"/>
                  </a:lnTo>
                  <a:lnTo>
                    <a:pt x="419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554" y="3707773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554" y="3707773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554" y="3707773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554" y="3707773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554" y="3707773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554" y="3707773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554" y="3707773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554" y="3707773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554" y="3707773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554" y="3707773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554" y="3707773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81" y="3707720"/>
              <a:ext cx="334326" cy="334321"/>
            </a:xfrm>
            <a:custGeom>
              <a:avLst/>
              <a:pathLst>
                <a:path w="334326" h="334321">
                  <a:moveTo>
                    <a:pt x="162972" y="52"/>
                  </a:moveTo>
                  <a:lnTo>
                    <a:pt x="157693" y="268"/>
                  </a:lnTo>
                  <a:lnTo>
                    <a:pt x="152424" y="651"/>
                  </a:lnTo>
                  <a:lnTo>
                    <a:pt x="147169" y="1200"/>
                  </a:lnTo>
                  <a:lnTo>
                    <a:pt x="141934" y="1915"/>
                  </a:lnTo>
                  <a:lnTo>
                    <a:pt x="136724" y="2795"/>
                  </a:lnTo>
                  <a:lnTo>
                    <a:pt x="131545" y="3839"/>
                  </a:lnTo>
                  <a:lnTo>
                    <a:pt x="126402" y="5046"/>
                  </a:lnTo>
                  <a:lnTo>
                    <a:pt x="121299" y="6415"/>
                  </a:lnTo>
                  <a:lnTo>
                    <a:pt x="116242" y="7945"/>
                  </a:lnTo>
                  <a:lnTo>
                    <a:pt x="111236" y="9634"/>
                  </a:lnTo>
                  <a:lnTo>
                    <a:pt x="106285" y="11480"/>
                  </a:lnTo>
                  <a:lnTo>
                    <a:pt x="101396" y="13482"/>
                  </a:lnTo>
                  <a:lnTo>
                    <a:pt x="96572" y="15637"/>
                  </a:lnTo>
                  <a:lnTo>
                    <a:pt x="91819" y="17943"/>
                  </a:lnTo>
                  <a:lnTo>
                    <a:pt x="87141" y="20399"/>
                  </a:lnTo>
                  <a:lnTo>
                    <a:pt x="82543" y="23001"/>
                  </a:lnTo>
                  <a:lnTo>
                    <a:pt x="78029" y="25747"/>
                  </a:lnTo>
                  <a:lnTo>
                    <a:pt x="73604" y="28635"/>
                  </a:lnTo>
                  <a:lnTo>
                    <a:pt x="69273" y="31661"/>
                  </a:lnTo>
                  <a:lnTo>
                    <a:pt x="65040" y="34822"/>
                  </a:lnTo>
                  <a:lnTo>
                    <a:pt x="60909" y="38115"/>
                  </a:lnTo>
                  <a:lnTo>
                    <a:pt x="56884" y="41538"/>
                  </a:lnTo>
                  <a:lnTo>
                    <a:pt x="52969" y="45085"/>
                  </a:lnTo>
                  <a:lnTo>
                    <a:pt x="49168" y="48755"/>
                  </a:lnTo>
                  <a:lnTo>
                    <a:pt x="45485" y="52543"/>
                  </a:lnTo>
                  <a:lnTo>
                    <a:pt x="41923" y="56446"/>
                  </a:lnTo>
                  <a:lnTo>
                    <a:pt x="38487" y="60459"/>
                  </a:lnTo>
                  <a:lnTo>
                    <a:pt x="35179" y="64579"/>
                  </a:lnTo>
                  <a:lnTo>
                    <a:pt x="32003" y="68801"/>
                  </a:lnTo>
                  <a:lnTo>
                    <a:pt x="28962" y="73121"/>
                  </a:lnTo>
                  <a:lnTo>
                    <a:pt x="26059" y="77536"/>
                  </a:lnTo>
                  <a:lnTo>
                    <a:pt x="23297" y="82040"/>
                  </a:lnTo>
                  <a:lnTo>
                    <a:pt x="20679" y="86629"/>
                  </a:lnTo>
                  <a:lnTo>
                    <a:pt x="18207" y="91298"/>
                  </a:lnTo>
                  <a:lnTo>
                    <a:pt x="15884" y="96043"/>
                  </a:lnTo>
                  <a:lnTo>
                    <a:pt x="13712" y="100859"/>
                  </a:lnTo>
                  <a:lnTo>
                    <a:pt x="11693" y="105742"/>
                  </a:lnTo>
                  <a:lnTo>
                    <a:pt x="9830" y="110686"/>
                  </a:lnTo>
                  <a:lnTo>
                    <a:pt x="8123" y="115686"/>
                  </a:lnTo>
                  <a:lnTo>
                    <a:pt x="6576" y="120738"/>
                  </a:lnTo>
                  <a:lnTo>
                    <a:pt x="5189" y="125836"/>
                  </a:lnTo>
                  <a:lnTo>
                    <a:pt x="3964" y="130975"/>
                  </a:lnTo>
                  <a:lnTo>
                    <a:pt x="2901" y="136150"/>
                  </a:lnTo>
                  <a:lnTo>
                    <a:pt x="2003" y="141357"/>
                  </a:lnTo>
                  <a:lnTo>
                    <a:pt x="1270" y="146589"/>
                  </a:lnTo>
                  <a:lnTo>
                    <a:pt x="703" y="151842"/>
                  </a:lnTo>
                  <a:lnTo>
                    <a:pt x="302" y="157110"/>
                  </a:lnTo>
                  <a:lnTo>
                    <a:pt x="67" y="162388"/>
                  </a:lnTo>
                  <a:lnTo>
                    <a:pt x="0" y="167671"/>
                  </a:lnTo>
                  <a:lnTo>
                    <a:pt x="99" y="172954"/>
                  </a:lnTo>
                  <a:lnTo>
                    <a:pt x="365" y="178230"/>
                  </a:lnTo>
                  <a:lnTo>
                    <a:pt x="798" y="183496"/>
                  </a:lnTo>
                  <a:lnTo>
                    <a:pt x="1397" y="188745"/>
                  </a:lnTo>
                  <a:lnTo>
                    <a:pt x="2162" y="193973"/>
                  </a:lnTo>
                  <a:lnTo>
                    <a:pt x="3091" y="199174"/>
                  </a:lnTo>
                  <a:lnTo>
                    <a:pt x="4185" y="204343"/>
                  </a:lnTo>
                  <a:lnTo>
                    <a:pt x="5441" y="209475"/>
                  </a:lnTo>
                  <a:lnTo>
                    <a:pt x="6859" y="214564"/>
                  </a:lnTo>
                  <a:lnTo>
                    <a:pt x="8437" y="219606"/>
                  </a:lnTo>
                  <a:lnTo>
                    <a:pt x="10173" y="224596"/>
                  </a:lnTo>
                  <a:lnTo>
                    <a:pt x="12066" y="229529"/>
                  </a:lnTo>
                  <a:lnTo>
                    <a:pt x="14115" y="234399"/>
                  </a:lnTo>
                  <a:lnTo>
                    <a:pt x="16316" y="239202"/>
                  </a:lnTo>
                  <a:lnTo>
                    <a:pt x="18667" y="243933"/>
                  </a:lnTo>
                  <a:lnTo>
                    <a:pt x="21167" y="248588"/>
                  </a:lnTo>
                  <a:lnTo>
                    <a:pt x="23813" y="253161"/>
                  </a:lnTo>
                  <a:lnTo>
                    <a:pt x="26602" y="257648"/>
                  </a:lnTo>
                  <a:lnTo>
                    <a:pt x="29532" y="262045"/>
                  </a:lnTo>
                  <a:lnTo>
                    <a:pt x="32599" y="266347"/>
                  </a:lnTo>
                  <a:lnTo>
                    <a:pt x="35800" y="270550"/>
                  </a:lnTo>
                  <a:lnTo>
                    <a:pt x="39133" y="274649"/>
                  </a:lnTo>
                  <a:lnTo>
                    <a:pt x="42594" y="278642"/>
                  </a:lnTo>
                  <a:lnTo>
                    <a:pt x="46178" y="282523"/>
                  </a:lnTo>
                  <a:lnTo>
                    <a:pt x="49884" y="286288"/>
                  </a:lnTo>
                  <a:lnTo>
                    <a:pt x="53707" y="289935"/>
                  </a:lnTo>
                  <a:lnTo>
                    <a:pt x="57644" y="293459"/>
                  </a:lnTo>
                  <a:lnTo>
                    <a:pt x="61689" y="296857"/>
                  </a:lnTo>
                  <a:lnTo>
                    <a:pt x="65840" y="300126"/>
                  </a:lnTo>
                  <a:lnTo>
                    <a:pt x="70093" y="303261"/>
                  </a:lnTo>
                  <a:lnTo>
                    <a:pt x="74442" y="306261"/>
                  </a:lnTo>
                  <a:lnTo>
                    <a:pt x="78884" y="309122"/>
                  </a:lnTo>
                  <a:lnTo>
                    <a:pt x="83414" y="311841"/>
                  </a:lnTo>
                  <a:lnTo>
                    <a:pt x="88027" y="314415"/>
                  </a:lnTo>
                  <a:lnTo>
                    <a:pt x="92720" y="316842"/>
                  </a:lnTo>
                  <a:lnTo>
                    <a:pt x="97487" y="319120"/>
                  </a:lnTo>
                  <a:lnTo>
                    <a:pt x="102324" y="321246"/>
                  </a:lnTo>
                  <a:lnTo>
                    <a:pt x="107226" y="323218"/>
                  </a:lnTo>
                  <a:lnTo>
                    <a:pt x="112187" y="325035"/>
                  </a:lnTo>
                  <a:lnTo>
                    <a:pt x="117203" y="326693"/>
                  </a:lnTo>
                  <a:lnTo>
                    <a:pt x="122269" y="328192"/>
                  </a:lnTo>
                  <a:lnTo>
                    <a:pt x="127380" y="329531"/>
                  </a:lnTo>
                  <a:lnTo>
                    <a:pt x="132531" y="330707"/>
                  </a:lnTo>
                  <a:lnTo>
                    <a:pt x="137717" y="331720"/>
                  </a:lnTo>
                  <a:lnTo>
                    <a:pt x="142931" y="332568"/>
                  </a:lnTo>
                  <a:lnTo>
                    <a:pt x="148170" y="333252"/>
                  </a:lnTo>
                  <a:lnTo>
                    <a:pt x="153428" y="333769"/>
                  </a:lnTo>
                  <a:lnTo>
                    <a:pt x="158700" y="334120"/>
                  </a:lnTo>
                  <a:lnTo>
                    <a:pt x="163980" y="334304"/>
                  </a:lnTo>
                  <a:lnTo>
                    <a:pt x="169263" y="334321"/>
                  </a:lnTo>
                  <a:lnTo>
                    <a:pt x="174545" y="334171"/>
                  </a:lnTo>
                  <a:lnTo>
                    <a:pt x="179819" y="333855"/>
                  </a:lnTo>
                  <a:lnTo>
                    <a:pt x="185080" y="333372"/>
                  </a:lnTo>
                  <a:lnTo>
                    <a:pt x="190323" y="332723"/>
                  </a:lnTo>
                  <a:lnTo>
                    <a:pt x="195543" y="331908"/>
                  </a:lnTo>
                  <a:lnTo>
                    <a:pt x="200735" y="330929"/>
                  </a:lnTo>
                  <a:lnTo>
                    <a:pt x="205894" y="329787"/>
                  </a:lnTo>
                  <a:lnTo>
                    <a:pt x="211013" y="328482"/>
                  </a:lnTo>
                  <a:lnTo>
                    <a:pt x="216089" y="327015"/>
                  </a:lnTo>
                  <a:lnTo>
                    <a:pt x="221116" y="325389"/>
                  </a:lnTo>
                  <a:lnTo>
                    <a:pt x="226089" y="323606"/>
                  </a:lnTo>
                  <a:lnTo>
                    <a:pt x="231003" y="321665"/>
                  </a:lnTo>
                  <a:lnTo>
                    <a:pt x="235854" y="319571"/>
                  </a:lnTo>
                  <a:lnTo>
                    <a:pt x="240636" y="317324"/>
                  </a:lnTo>
                  <a:lnTo>
                    <a:pt x="245344" y="314927"/>
                  </a:lnTo>
                  <a:lnTo>
                    <a:pt x="249974" y="312383"/>
                  </a:lnTo>
                  <a:lnTo>
                    <a:pt x="254522" y="309694"/>
                  </a:lnTo>
                  <a:lnTo>
                    <a:pt x="258983" y="306862"/>
                  </a:lnTo>
                  <a:lnTo>
                    <a:pt x="263351" y="303891"/>
                  </a:lnTo>
                  <a:lnTo>
                    <a:pt x="267624" y="300783"/>
                  </a:lnTo>
                  <a:lnTo>
                    <a:pt x="271796" y="297542"/>
                  </a:lnTo>
                  <a:lnTo>
                    <a:pt x="275864" y="294170"/>
                  </a:lnTo>
                  <a:lnTo>
                    <a:pt x="279823" y="290672"/>
                  </a:lnTo>
                  <a:lnTo>
                    <a:pt x="283670" y="287050"/>
                  </a:lnTo>
                  <a:lnTo>
                    <a:pt x="287400" y="283308"/>
                  </a:lnTo>
                  <a:lnTo>
                    <a:pt x="291010" y="279451"/>
                  </a:lnTo>
                  <a:lnTo>
                    <a:pt x="294497" y="275481"/>
                  </a:lnTo>
                  <a:lnTo>
                    <a:pt x="297856" y="271403"/>
                  </a:lnTo>
                  <a:lnTo>
                    <a:pt x="301085" y="267221"/>
                  </a:lnTo>
                  <a:lnTo>
                    <a:pt x="304179" y="262939"/>
                  </a:lnTo>
                  <a:lnTo>
                    <a:pt x="307138" y="258562"/>
                  </a:lnTo>
                  <a:lnTo>
                    <a:pt x="309956" y="254093"/>
                  </a:lnTo>
                  <a:lnTo>
                    <a:pt x="312631" y="249537"/>
                  </a:lnTo>
                  <a:lnTo>
                    <a:pt x="315162" y="244899"/>
                  </a:lnTo>
                  <a:lnTo>
                    <a:pt x="317544" y="240183"/>
                  </a:lnTo>
                  <a:lnTo>
                    <a:pt x="319777" y="235395"/>
                  </a:lnTo>
                  <a:lnTo>
                    <a:pt x="321856" y="230538"/>
                  </a:lnTo>
                  <a:lnTo>
                    <a:pt x="323782" y="225618"/>
                  </a:lnTo>
                  <a:lnTo>
                    <a:pt x="325551" y="220639"/>
                  </a:lnTo>
                  <a:lnTo>
                    <a:pt x="327161" y="215607"/>
                  </a:lnTo>
                  <a:lnTo>
                    <a:pt x="328612" y="210527"/>
                  </a:lnTo>
                  <a:lnTo>
                    <a:pt x="329902" y="205404"/>
                  </a:lnTo>
                  <a:lnTo>
                    <a:pt x="331029" y="200242"/>
                  </a:lnTo>
                  <a:lnTo>
                    <a:pt x="331992" y="195047"/>
                  </a:lnTo>
                  <a:lnTo>
                    <a:pt x="332791" y="189824"/>
                  </a:lnTo>
                  <a:lnTo>
                    <a:pt x="333424" y="184579"/>
                  </a:lnTo>
                  <a:lnTo>
                    <a:pt x="333892" y="179317"/>
                  </a:lnTo>
                  <a:lnTo>
                    <a:pt x="334192" y="174042"/>
                  </a:lnTo>
                  <a:lnTo>
                    <a:pt x="334326" y="168760"/>
                  </a:lnTo>
                  <a:lnTo>
                    <a:pt x="334293" y="163477"/>
                  </a:lnTo>
                  <a:lnTo>
                    <a:pt x="334093" y="158197"/>
                  </a:lnTo>
                  <a:lnTo>
                    <a:pt x="333726" y="152927"/>
                  </a:lnTo>
                  <a:lnTo>
                    <a:pt x="333193" y="147670"/>
                  </a:lnTo>
                  <a:lnTo>
                    <a:pt x="332494" y="142433"/>
                  </a:lnTo>
                  <a:lnTo>
                    <a:pt x="331630" y="137221"/>
                  </a:lnTo>
                  <a:lnTo>
                    <a:pt x="330601" y="132039"/>
                  </a:lnTo>
                  <a:lnTo>
                    <a:pt x="329409" y="126892"/>
                  </a:lnTo>
                  <a:lnTo>
                    <a:pt x="328056" y="121785"/>
                  </a:lnTo>
                  <a:lnTo>
                    <a:pt x="326541" y="116723"/>
                  </a:lnTo>
                  <a:lnTo>
                    <a:pt x="324867" y="111712"/>
                  </a:lnTo>
                  <a:lnTo>
                    <a:pt x="323036" y="106756"/>
                  </a:lnTo>
                  <a:lnTo>
                    <a:pt x="321049" y="101860"/>
                  </a:lnTo>
                  <a:lnTo>
                    <a:pt x="318909" y="97030"/>
                  </a:lnTo>
                  <a:lnTo>
                    <a:pt x="316616" y="92270"/>
                  </a:lnTo>
                  <a:lnTo>
                    <a:pt x="314175" y="87584"/>
                  </a:lnTo>
                  <a:lnTo>
                    <a:pt x="311587" y="82979"/>
                  </a:lnTo>
                  <a:lnTo>
                    <a:pt x="308854" y="78457"/>
                  </a:lnTo>
                  <a:lnTo>
                    <a:pt x="305980" y="74023"/>
                  </a:lnTo>
                  <a:lnTo>
                    <a:pt x="302967" y="69683"/>
                  </a:lnTo>
                  <a:lnTo>
                    <a:pt x="299819" y="65441"/>
                  </a:lnTo>
                  <a:lnTo>
                    <a:pt x="296538" y="61299"/>
                  </a:lnTo>
                  <a:lnTo>
                    <a:pt x="293128" y="57264"/>
                  </a:lnTo>
                  <a:lnTo>
                    <a:pt x="289592" y="53338"/>
                  </a:lnTo>
                  <a:lnTo>
                    <a:pt x="285933" y="49526"/>
                  </a:lnTo>
                  <a:lnTo>
                    <a:pt x="282156" y="45832"/>
                  </a:lnTo>
                  <a:lnTo>
                    <a:pt x="278265" y="42259"/>
                  </a:lnTo>
                  <a:lnTo>
                    <a:pt x="274262" y="38810"/>
                  </a:lnTo>
                  <a:lnTo>
                    <a:pt x="270152" y="35490"/>
                  </a:lnTo>
                  <a:lnTo>
                    <a:pt x="265940" y="32301"/>
                  </a:lnTo>
                  <a:lnTo>
                    <a:pt x="261628" y="29247"/>
                  </a:lnTo>
                  <a:lnTo>
                    <a:pt x="257223" y="26331"/>
                  </a:lnTo>
                  <a:lnTo>
                    <a:pt x="252727" y="23555"/>
                  </a:lnTo>
                  <a:lnTo>
                    <a:pt x="248146" y="20923"/>
                  </a:lnTo>
                  <a:lnTo>
                    <a:pt x="243484" y="18437"/>
                  </a:lnTo>
                  <a:lnTo>
                    <a:pt x="238746" y="16100"/>
                  </a:lnTo>
                  <a:lnTo>
                    <a:pt x="233936" y="13913"/>
                  </a:lnTo>
                  <a:lnTo>
                    <a:pt x="229060" y="11880"/>
                  </a:lnTo>
                  <a:lnTo>
                    <a:pt x="224122" y="10001"/>
                  </a:lnTo>
                  <a:lnTo>
                    <a:pt x="219127" y="8280"/>
                  </a:lnTo>
                  <a:lnTo>
                    <a:pt x="214080" y="6717"/>
                  </a:lnTo>
                  <a:lnTo>
                    <a:pt x="208986" y="5315"/>
                  </a:lnTo>
                  <a:lnTo>
                    <a:pt x="203850" y="4074"/>
                  </a:lnTo>
                  <a:lnTo>
                    <a:pt x="198678" y="2996"/>
                  </a:lnTo>
                  <a:lnTo>
                    <a:pt x="193474" y="2083"/>
                  </a:lnTo>
                  <a:lnTo>
                    <a:pt x="188244" y="1334"/>
                  </a:lnTo>
                  <a:lnTo>
                    <a:pt x="182993" y="750"/>
                  </a:lnTo>
                  <a:lnTo>
                    <a:pt x="177726" y="333"/>
                  </a:lnTo>
                  <a:lnTo>
                    <a:pt x="172449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093" y="4213821"/>
              <a:ext cx="4194" cy="167167"/>
            </a:xfrm>
            <a:custGeom>
              <a:avLst/>
              <a:pathLst>
                <a:path w="4194" h="167167">
                  <a:moveTo>
                    <a:pt x="4194" y="0"/>
                  </a:moveTo>
                  <a:lnTo>
                    <a:pt x="0" y="52"/>
                  </a:lnTo>
                  <a:lnTo>
                    <a:pt x="419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093" y="4213874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093" y="4213874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093" y="4213874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093" y="4213874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093" y="4213874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093" y="4213874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093" y="4213874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093" y="4213874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093" y="4213874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7093" y="4213874"/>
              <a:ext cx="4194" cy="167114"/>
            </a:xfrm>
            <a:custGeom>
              <a:avLst/>
              <a:pathLst>
                <a:path w="4194" h="167114">
                  <a:moveTo>
                    <a:pt x="0" y="0"/>
                  </a:moveTo>
                  <a:lnTo>
                    <a:pt x="4194" y="1671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21" y="4213821"/>
              <a:ext cx="334326" cy="334321"/>
            </a:xfrm>
            <a:custGeom>
              <a:avLst/>
              <a:pathLst>
                <a:path w="334326" h="334321">
                  <a:moveTo>
                    <a:pt x="162972" y="52"/>
                  </a:moveTo>
                  <a:lnTo>
                    <a:pt x="157693" y="268"/>
                  </a:lnTo>
                  <a:lnTo>
                    <a:pt x="152424" y="651"/>
                  </a:lnTo>
                  <a:lnTo>
                    <a:pt x="147169" y="1200"/>
                  </a:lnTo>
                  <a:lnTo>
                    <a:pt x="141934" y="1915"/>
                  </a:lnTo>
                  <a:lnTo>
                    <a:pt x="136724" y="2795"/>
                  </a:lnTo>
                  <a:lnTo>
                    <a:pt x="131545" y="3839"/>
                  </a:lnTo>
                  <a:lnTo>
                    <a:pt x="126402" y="5046"/>
                  </a:lnTo>
                  <a:lnTo>
                    <a:pt x="121299" y="6415"/>
                  </a:lnTo>
                  <a:lnTo>
                    <a:pt x="116242" y="7945"/>
                  </a:lnTo>
                  <a:lnTo>
                    <a:pt x="111236" y="9634"/>
                  </a:lnTo>
                  <a:lnTo>
                    <a:pt x="106285" y="11480"/>
                  </a:lnTo>
                  <a:lnTo>
                    <a:pt x="101396" y="13482"/>
                  </a:lnTo>
                  <a:lnTo>
                    <a:pt x="96572" y="15637"/>
                  </a:lnTo>
                  <a:lnTo>
                    <a:pt x="91819" y="17943"/>
                  </a:lnTo>
                  <a:lnTo>
                    <a:pt x="87141" y="20399"/>
                  </a:lnTo>
                  <a:lnTo>
                    <a:pt x="82543" y="23001"/>
                  </a:lnTo>
                  <a:lnTo>
                    <a:pt x="78029" y="25747"/>
                  </a:lnTo>
                  <a:lnTo>
                    <a:pt x="73604" y="28635"/>
                  </a:lnTo>
                  <a:lnTo>
                    <a:pt x="69273" y="31661"/>
                  </a:lnTo>
                  <a:lnTo>
                    <a:pt x="65040" y="34822"/>
                  </a:lnTo>
                  <a:lnTo>
                    <a:pt x="60909" y="38115"/>
                  </a:lnTo>
                  <a:lnTo>
                    <a:pt x="56884" y="41538"/>
                  </a:lnTo>
                  <a:lnTo>
                    <a:pt x="52969" y="45085"/>
                  </a:lnTo>
                  <a:lnTo>
                    <a:pt x="49168" y="48755"/>
                  </a:lnTo>
                  <a:lnTo>
                    <a:pt x="45485" y="52543"/>
                  </a:lnTo>
                  <a:lnTo>
                    <a:pt x="41923" y="56446"/>
                  </a:lnTo>
                  <a:lnTo>
                    <a:pt x="38487" y="60459"/>
                  </a:lnTo>
                  <a:lnTo>
                    <a:pt x="35179" y="64579"/>
                  </a:lnTo>
                  <a:lnTo>
                    <a:pt x="32003" y="68801"/>
                  </a:lnTo>
                  <a:lnTo>
                    <a:pt x="28962" y="73121"/>
                  </a:lnTo>
                  <a:lnTo>
                    <a:pt x="26059" y="77536"/>
                  </a:lnTo>
                  <a:lnTo>
                    <a:pt x="23297" y="82040"/>
                  </a:lnTo>
                  <a:lnTo>
                    <a:pt x="20679" y="86629"/>
                  </a:lnTo>
                  <a:lnTo>
                    <a:pt x="18207" y="91298"/>
                  </a:lnTo>
                  <a:lnTo>
                    <a:pt x="15884" y="96043"/>
                  </a:lnTo>
                  <a:lnTo>
                    <a:pt x="13712" y="100859"/>
                  </a:lnTo>
                  <a:lnTo>
                    <a:pt x="11693" y="105742"/>
                  </a:lnTo>
                  <a:lnTo>
                    <a:pt x="9830" y="110686"/>
                  </a:lnTo>
                  <a:lnTo>
                    <a:pt x="8123" y="115686"/>
                  </a:lnTo>
                  <a:lnTo>
                    <a:pt x="6576" y="120738"/>
                  </a:lnTo>
                  <a:lnTo>
                    <a:pt x="5189" y="125836"/>
                  </a:lnTo>
                  <a:lnTo>
                    <a:pt x="3964" y="130975"/>
                  </a:lnTo>
                  <a:lnTo>
                    <a:pt x="2901" y="136150"/>
                  </a:lnTo>
                  <a:lnTo>
                    <a:pt x="2003" y="141357"/>
                  </a:lnTo>
                  <a:lnTo>
                    <a:pt x="1270" y="146589"/>
                  </a:lnTo>
                  <a:lnTo>
                    <a:pt x="703" y="151842"/>
                  </a:lnTo>
                  <a:lnTo>
                    <a:pt x="302" y="157110"/>
                  </a:lnTo>
                  <a:lnTo>
                    <a:pt x="67" y="162388"/>
                  </a:lnTo>
                  <a:lnTo>
                    <a:pt x="0" y="167671"/>
                  </a:lnTo>
                  <a:lnTo>
                    <a:pt x="99" y="172954"/>
                  </a:lnTo>
                  <a:lnTo>
                    <a:pt x="365" y="178230"/>
                  </a:lnTo>
                  <a:lnTo>
                    <a:pt x="798" y="183496"/>
                  </a:lnTo>
                  <a:lnTo>
                    <a:pt x="1397" y="188745"/>
                  </a:lnTo>
                  <a:lnTo>
                    <a:pt x="2162" y="193973"/>
                  </a:lnTo>
                  <a:lnTo>
                    <a:pt x="3091" y="199174"/>
                  </a:lnTo>
                  <a:lnTo>
                    <a:pt x="4185" y="204343"/>
                  </a:lnTo>
                  <a:lnTo>
                    <a:pt x="5441" y="209475"/>
                  </a:lnTo>
                  <a:lnTo>
                    <a:pt x="6859" y="214564"/>
                  </a:lnTo>
                  <a:lnTo>
                    <a:pt x="8437" y="219606"/>
                  </a:lnTo>
                  <a:lnTo>
                    <a:pt x="10173" y="224596"/>
                  </a:lnTo>
                  <a:lnTo>
                    <a:pt x="12066" y="229529"/>
                  </a:lnTo>
                  <a:lnTo>
                    <a:pt x="14115" y="234399"/>
                  </a:lnTo>
                  <a:lnTo>
                    <a:pt x="16316" y="239202"/>
                  </a:lnTo>
                  <a:lnTo>
                    <a:pt x="18667" y="243933"/>
                  </a:lnTo>
                  <a:lnTo>
                    <a:pt x="21167" y="248588"/>
                  </a:lnTo>
                  <a:lnTo>
                    <a:pt x="23813" y="253161"/>
                  </a:lnTo>
                  <a:lnTo>
                    <a:pt x="26602" y="257648"/>
                  </a:lnTo>
                  <a:lnTo>
                    <a:pt x="29532" y="262045"/>
                  </a:lnTo>
                  <a:lnTo>
                    <a:pt x="32599" y="266347"/>
                  </a:lnTo>
                  <a:lnTo>
                    <a:pt x="35800" y="270550"/>
                  </a:lnTo>
                  <a:lnTo>
                    <a:pt x="39133" y="274649"/>
                  </a:lnTo>
                  <a:lnTo>
                    <a:pt x="42594" y="278642"/>
                  </a:lnTo>
                  <a:lnTo>
                    <a:pt x="46178" y="282523"/>
                  </a:lnTo>
                  <a:lnTo>
                    <a:pt x="49884" y="286288"/>
                  </a:lnTo>
                  <a:lnTo>
                    <a:pt x="53707" y="289935"/>
                  </a:lnTo>
                  <a:lnTo>
                    <a:pt x="57644" y="293459"/>
                  </a:lnTo>
                  <a:lnTo>
                    <a:pt x="61689" y="296857"/>
                  </a:lnTo>
                  <a:lnTo>
                    <a:pt x="65840" y="300126"/>
                  </a:lnTo>
                  <a:lnTo>
                    <a:pt x="70093" y="303261"/>
                  </a:lnTo>
                  <a:lnTo>
                    <a:pt x="74442" y="306261"/>
                  </a:lnTo>
                  <a:lnTo>
                    <a:pt x="78884" y="309122"/>
                  </a:lnTo>
                  <a:lnTo>
                    <a:pt x="83414" y="311841"/>
                  </a:lnTo>
                  <a:lnTo>
                    <a:pt x="88027" y="314415"/>
                  </a:lnTo>
                  <a:lnTo>
                    <a:pt x="92720" y="316842"/>
                  </a:lnTo>
                  <a:lnTo>
                    <a:pt x="97487" y="319120"/>
                  </a:lnTo>
                  <a:lnTo>
                    <a:pt x="102324" y="321246"/>
                  </a:lnTo>
                  <a:lnTo>
                    <a:pt x="107226" y="323218"/>
                  </a:lnTo>
                  <a:lnTo>
                    <a:pt x="112187" y="325035"/>
                  </a:lnTo>
                  <a:lnTo>
                    <a:pt x="117203" y="326693"/>
                  </a:lnTo>
                  <a:lnTo>
                    <a:pt x="122269" y="328192"/>
                  </a:lnTo>
                  <a:lnTo>
                    <a:pt x="127380" y="329531"/>
                  </a:lnTo>
                  <a:lnTo>
                    <a:pt x="132531" y="330707"/>
                  </a:lnTo>
                  <a:lnTo>
                    <a:pt x="137717" y="331720"/>
                  </a:lnTo>
                  <a:lnTo>
                    <a:pt x="142931" y="332568"/>
                  </a:lnTo>
                  <a:lnTo>
                    <a:pt x="148170" y="333252"/>
                  </a:lnTo>
                  <a:lnTo>
                    <a:pt x="153428" y="333769"/>
                  </a:lnTo>
                  <a:lnTo>
                    <a:pt x="158700" y="334120"/>
                  </a:lnTo>
                  <a:lnTo>
                    <a:pt x="163980" y="334304"/>
                  </a:lnTo>
                  <a:lnTo>
                    <a:pt x="169263" y="334321"/>
                  </a:lnTo>
                  <a:lnTo>
                    <a:pt x="174545" y="334171"/>
                  </a:lnTo>
                  <a:lnTo>
                    <a:pt x="179819" y="333855"/>
                  </a:lnTo>
                  <a:lnTo>
                    <a:pt x="185080" y="333372"/>
                  </a:lnTo>
                  <a:lnTo>
                    <a:pt x="190323" y="332723"/>
                  </a:lnTo>
                  <a:lnTo>
                    <a:pt x="195543" y="331908"/>
                  </a:lnTo>
                  <a:lnTo>
                    <a:pt x="200735" y="330929"/>
                  </a:lnTo>
                  <a:lnTo>
                    <a:pt x="205894" y="329787"/>
                  </a:lnTo>
                  <a:lnTo>
                    <a:pt x="211013" y="328482"/>
                  </a:lnTo>
                  <a:lnTo>
                    <a:pt x="216089" y="327015"/>
                  </a:lnTo>
                  <a:lnTo>
                    <a:pt x="221116" y="325389"/>
                  </a:lnTo>
                  <a:lnTo>
                    <a:pt x="226089" y="323606"/>
                  </a:lnTo>
                  <a:lnTo>
                    <a:pt x="231003" y="321665"/>
                  </a:lnTo>
                  <a:lnTo>
                    <a:pt x="235854" y="319571"/>
                  </a:lnTo>
                  <a:lnTo>
                    <a:pt x="240636" y="317324"/>
                  </a:lnTo>
                  <a:lnTo>
                    <a:pt x="245344" y="314927"/>
                  </a:lnTo>
                  <a:lnTo>
                    <a:pt x="249974" y="312383"/>
                  </a:lnTo>
                  <a:lnTo>
                    <a:pt x="254522" y="309694"/>
                  </a:lnTo>
                  <a:lnTo>
                    <a:pt x="258983" y="306862"/>
                  </a:lnTo>
                  <a:lnTo>
                    <a:pt x="263351" y="303891"/>
                  </a:lnTo>
                  <a:lnTo>
                    <a:pt x="267624" y="300783"/>
                  </a:lnTo>
                  <a:lnTo>
                    <a:pt x="271796" y="297542"/>
                  </a:lnTo>
                  <a:lnTo>
                    <a:pt x="275864" y="294170"/>
                  </a:lnTo>
                  <a:lnTo>
                    <a:pt x="279823" y="290672"/>
                  </a:lnTo>
                  <a:lnTo>
                    <a:pt x="283670" y="287050"/>
                  </a:lnTo>
                  <a:lnTo>
                    <a:pt x="287400" y="283308"/>
                  </a:lnTo>
                  <a:lnTo>
                    <a:pt x="291010" y="279451"/>
                  </a:lnTo>
                  <a:lnTo>
                    <a:pt x="294497" y="275481"/>
                  </a:lnTo>
                  <a:lnTo>
                    <a:pt x="297856" y="271403"/>
                  </a:lnTo>
                  <a:lnTo>
                    <a:pt x="301085" y="267221"/>
                  </a:lnTo>
                  <a:lnTo>
                    <a:pt x="304179" y="262939"/>
                  </a:lnTo>
                  <a:lnTo>
                    <a:pt x="307138" y="258562"/>
                  </a:lnTo>
                  <a:lnTo>
                    <a:pt x="309956" y="254093"/>
                  </a:lnTo>
                  <a:lnTo>
                    <a:pt x="312631" y="249537"/>
                  </a:lnTo>
                  <a:lnTo>
                    <a:pt x="315162" y="244899"/>
                  </a:lnTo>
                  <a:lnTo>
                    <a:pt x="317544" y="240183"/>
                  </a:lnTo>
                  <a:lnTo>
                    <a:pt x="319777" y="235395"/>
                  </a:lnTo>
                  <a:lnTo>
                    <a:pt x="321856" y="230538"/>
                  </a:lnTo>
                  <a:lnTo>
                    <a:pt x="323782" y="225618"/>
                  </a:lnTo>
                  <a:lnTo>
                    <a:pt x="325551" y="220639"/>
                  </a:lnTo>
                  <a:lnTo>
                    <a:pt x="327161" y="215607"/>
                  </a:lnTo>
                  <a:lnTo>
                    <a:pt x="328612" y="210527"/>
                  </a:lnTo>
                  <a:lnTo>
                    <a:pt x="329902" y="205404"/>
                  </a:lnTo>
                  <a:lnTo>
                    <a:pt x="331029" y="200242"/>
                  </a:lnTo>
                  <a:lnTo>
                    <a:pt x="331992" y="195047"/>
                  </a:lnTo>
                  <a:lnTo>
                    <a:pt x="332791" y="189824"/>
                  </a:lnTo>
                  <a:lnTo>
                    <a:pt x="333424" y="184579"/>
                  </a:lnTo>
                  <a:lnTo>
                    <a:pt x="333892" y="179317"/>
                  </a:lnTo>
                  <a:lnTo>
                    <a:pt x="334192" y="174042"/>
                  </a:lnTo>
                  <a:lnTo>
                    <a:pt x="334326" y="168760"/>
                  </a:lnTo>
                  <a:lnTo>
                    <a:pt x="334293" y="163477"/>
                  </a:lnTo>
                  <a:lnTo>
                    <a:pt x="334093" y="158197"/>
                  </a:lnTo>
                  <a:lnTo>
                    <a:pt x="333726" y="152927"/>
                  </a:lnTo>
                  <a:lnTo>
                    <a:pt x="333193" y="147670"/>
                  </a:lnTo>
                  <a:lnTo>
                    <a:pt x="332494" y="142433"/>
                  </a:lnTo>
                  <a:lnTo>
                    <a:pt x="331630" y="137221"/>
                  </a:lnTo>
                  <a:lnTo>
                    <a:pt x="330601" y="132039"/>
                  </a:lnTo>
                  <a:lnTo>
                    <a:pt x="329409" y="126892"/>
                  </a:lnTo>
                  <a:lnTo>
                    <a:pt x="328056" y="121785"/>
                  </a:lnTo>
                  <a:lnTo>
                    <a:pt x="326541" y="116723"/>
                  </a:lnTo>
                  <a:lnTo>
                    <a:pt x="324867" y="111712"/>
                  </a:lnTo>
                  <a:lnTo>
                    <a:pt x="323036" y="106756"/>
                  </a:lnTo>
                  <a:lnTo>
                    <a:pt x="321049" y="101860"/>
                  </a:lnTo>
                  <a:lnTo>
                    <a:pt x="318909" y="97030"/>
                  </a:lnTo>
                  <a:lnTo>
                    <a:pt x="316616" y="92270"/>
                  </a:lnTo>
                  <a:lnTo>
                    <a:pt x="314175" y="87584"/>
                  </a:lnTo>
                  <a:lnTo>
                    <a:pt x="311587" y="82979"/>
                  </a:lnTo>
                  <a:lnTo>
                    <a:pt x="308854" y="78457"/>
                  </a:lnTo>
                  <a:lnTo>
                    <a:pt x="305980" y="74023"/>
                  </a:lnTo>
                  <a:lnTo>
                    <a:pt x="302967" y="69683"/>
                  </a:lnTo>
                  <a:lnTo>
                    <a:pt x="299819" y="65441"/>
                  </a:lnTo>
                  <a:lnTo>
                    <a:pt x="296538" y="61299"/>
                  </a:lnTo>
                  <a:lnTo>
                    <a:pt x="293128" y="57264"/>
                  </a:lnTo>
                  <a:lnTo>
                    <a:pt x="289592" y="53338"/>
                  </a:lnTo>
                  <a:lnTo>
                    <a:pt x="285933" y="49526"/>
                  </a:lnTo>
                  <a:lnTo>
                    <a:pt x="282156" y="45832"/>
                  </a:lnTo>
                  <a:lnTo>
                    <a:pt x="278265" y="42259"/>
                  </a:lnTo>
                  <a:lnTo>
                    <a:pt x="274262" y="38810"/>
                  </a:lnTo>
                  <a:lnTo>
                    <a:pt x="270152" y="35490"/>
                  </a:lnTo>
                  <a:lnTo>
                    <a:pt x="265940" y="32301"/>
                  </a:lnTo>
                  <a:lnTo>
                    <a:pt x="261628" y="29247"/>
                  </a:lnTo>
                  <a:lnTo>
                    <a:pt x="257223" y="26331"/>
                  </a:lnTo>
                  <a:lnTo>
                    <a:pt x="252727" y="23555"/>
                  </a:lnTo>
                  <a:lnTo>
                    <a:pt x="248146" y="20923"/>
                  </a:lnTo>
                  <a:lnTo>
                    <a:pt x="243484" y="18437"/>
                  </a:lnTo>
                  <a:lnTo>
                    <a:pt x="238746" y="16100"/>
                  </a:lnTo>
                  <a:lnTo>
                    <a:pt x="233936" y="13913"/>
                  </a:lnTo>
                  <a:lnTo>
                    <a:pt x="229060" y="11880"/>
                  </a:lnTo>
                  <a:lnTo>
                    <a:pt x="224122" y="10001"/>
                  </a:lnTo>
                  <a:lnTo>
                    <a:pt x="219127" y="8280"/>
                  </a:lnTo>
                  <a:lnTo>
                    <a:pt x="214080" y="6717"/>
                  </a:lnTo>
                  <a:lnTo>
                    <a:pt x="208986" y="5315"/>
                  </a:lnTo>
                  <a:lnTo>
                    <a:pt x="203850" y="4074"/>
                  </a:lnTo>
                  <a:lnTo>
                    <a:pt x="198678" y="2996"/>
                  </a:lnTo>
                  <a:lnTo>
                    <a:pt x="193474" y="2083"/>
                  </a:lnTo>
                  <a:lnTo>
                    <a:pt x="188244" y="1334"/>
                  </a:lnTo>
                  <a:lnTo>
                    <a:pt x="182993" y="750"/>
                  </a:lnTo>
                  <a:lnTo>
                    <a:pt x="177726" y="333"/>
                  </a:lnTo>
                  <a:lnTo>
                    <a:pt x="172449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805" y="4659281"/>
              <a:ext cx="719" cy="167167"/>
            </a:xfrm>
            <a:custGeom>
              <a:avLst/>
              <a:pathLst>
                <a:path w="719" h="167167">
                  <a:moveTo>
                    <a:pt x="719" y="0"/>
                  </a:moveTo>
                  <a:lnTo>
                    <a:pt x="0" y="1"/>
                  </a:lnTo>
                  <a:lnTo>
                    <a:pt x="71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40187" y="4659283"/>
              <a:ext cx="146337" cy="167165"/>
            </a:xfrm>
            <a:custGeom>
              <a:avLst/>
              <a:pathLst>
                <a:path w="146337" h="167165">
                  <a:moveTo>
                    <a:pt x="145618" y="0"/>
                  </a:moveTo>
                  <a:lnTo>
                    <a:pt x="140072" y="115"/>
                  </a:lnTo>
                  <a:lnTo>
                    <a:pt x="134533" y="415"/>
                  </a:lnTo>
                  <a:lnTo>
                    <a:pt x="129007" y="899"/>
                  </a:lnTo>
                  <a:lnTo>
                    <a:pt x="123499" y="1565"/>
                  </a:lnTo>
                  <a:lnTo>
                    <a:pt x="118017" y="2414"/>
                  </a:lnTo>
                  <a:lnTo>
                    <a:pt x="112566" y="3445"/>
                  </a:lnTo>
                  <a:lnTo>
                    <a:pt x="107153" y="4655"/>
                  </a:lnTo>
                  <a:lnTo>
                    <a:pt x="101782" y="6045"/>
                  </a:lnTo>
                  <a:lnTo>
                    <a:pt x="96461" y="7612"/>
                  </a:lnTo>
                  <a:lnTo>
                    <a:pt x="91194" y="9355"/>
                  </a:lnTo>
                  <a:lnTo>
                    <a:pt x="85989" y="11271"/>
                  </a:lnTo>
                  <a:lnTo>
                    <a:pt x="80849" y="13359"/>
                  </a:lnTo>
                  <a:lnTo>
                    <a:pt x="75782" y="15617"/>
                  </a:lnTo>
                  <a:lnTo>
                    <a:pt x="70792" y="18042"/>
                  </a:lnTo>
                  <a:lnTo>
                    <a:pt x="65886" y="20630"/>
                  </a:lnTo>
                  <a:lnTo>
                    <a:pt x="61068" y="23380"/>
                  </a:lnTo>
                  <a:lnTo>
                    <a:pt x="56345" y="26289"/>
                  </a:lnTo>
                  <a:lnTo>
                    <a:pt x="51720" y="29352"/>
                  </a:lnTo>
                  <a:lnTo>
                    <a:pt x="47199" y="32567"/>
                  </a:lnTo>
                  <a:lnTo>
                    <a:pt x="42788" y="35931"/>
                  </a:lnTo>
                  <a:lnTo>
                    <a:pt x="38491" y="39439"/>
                  </a:lnTo>
                  <a:lnTo>
                    <a:pt x="34312" y="43088"/>
                  </a:lnTo>
                  <a:lnTo>
                    <a:pt x="30257" y="46873"/>
                  </a:lnTo>
                  <a:lnTo>
                    <a:pt x="26329" y="50791"/>
                  </a:lnTo>
                  <a:lnTo>
                    <a:pt x="22534" y="54837"/>
                  </a:lnTo>
                  <a:lnTo>
                    <a:pt x="18875" y="59006"/>
                  </a:lnTo>
                  <a:lnTo>
                    <a:pt x="15357" y="63295"/>
                  </a:lnTo>
                  <a:lnTo>
                    <a:pt x="11982" y="67698"/>
                  </a:lnTo>
                  <a:lnTo>
                    <a:pt x="8756" y="72211"/>
                  </a:lnTo>
                  <a:lnTo>
                    <a:pt x="5681" y="76828"/>
                  </a:lnTo>
                  <a:lnTo>
                    <a:pt x="2761" y="81545"/>
                  </a:lnTo>
                  <a:lnTo>
                    <a:pt x="0" y="86356"/>
                  </a:lnTo>
                  <a:lnTo>
                    <a:pt x="146337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57" y="4659281"/>
              <a:ext cx="334326" cy="334323"/>
            </a:xfrm>
            <a:custGeom>
              <a:avLst/>
              <a:pathLst>
                <a:path w="334326" h="334323">
                  <a:moveTo>
                    <a:pt x="20829" y="86357"/>
                  </a:moveTo>
                  <a:lnTo>
                    <a:pt x="18348" y="91024"/>
                  </a:lnTo>
                  <a:lnTo>
                    <a:pt x="16015" y="95766"/>
                  </a:lnTo>
                  <a:lnTo>
                    <a:pt x="13833" y="100580"/>
                  </a:lnTo>
                  <a:lnTo>
                    <a:pt x="11805" y="105461"/>
                  </a:lnTo>
                  <a:lnTo>
                    <a:pt x="9932" y="110403"/>
                  </a:lnTo>
                  <a:lnTo>
                    <a:pt x="8216" y="115402"/>
                  </a:lnTo>
                  <a:lnTo>
                    <a:pt x="6659" y="120453"/>
                  </a:lnTo>
                  <a:lnTo>
                    <a:pt x="5262" y="125550"/>
                  </a:lnTo>
                  <a:lnTo>
                    <a:pt x="4028" y="130689"/>
                  </a:lnTo>
                  <a:lnTo>
                    <a:pt x="2956" y="135865"/>
                  </a:lnTo>
                  <a:lnTo>
                    <a:pt x="2049" y="141071"/>
                  </a:lnTo>
                  <a:lnTo>
                    <a:pt x="1306" y="146304"/>
                  </a:lnTo>
                  <a:lnTo>
                    <a:pt x="730" y="151558"/>
                  </a:lnTo>
                  <a:lnTo>
                    <a:pt x="319" y="156827"/>
                  </a:lnTo>
                  <a:lnTo>
                    <a:pt x="76" y="162107"/>
                  </a:lnTo>
                  <a:lnTo>
                    <a:pt x="0" y="167392"/>
                  </a:lnTo>
                  <a:lnTo>
                    <a:pt x="90" y="172676"/>
                  </a:lnTo>
                  <a:lnTo>
                    <a:pt x="348" y="177955"/>
                  </a:lnTo>
                  <a:lnTo>
                    <a:pt x="772" y="183223"/>
                  </a:lnTo>
                  <a:lnTo>
                    <a:pt x="1363" y="188475"/>
                  </a:lnTo>
                  <a:lnTo>
                    <a:pt x="2119" y="193706"/>
                  </a:lnTo>
                  <a:lnTo>
                    <a:pt x="3041" y="198910"/>
                  </a:lnTo>
                  <a:lnTo>
                    <a:pt x="4126" y="204083"/>
                  </a:lnTo>
                  <a:lnTo>
                    <a:pt x="5375" y="209219"/>
                  </a:lnTo>
                  <a:lnTo>
                    <a:pt x="6785" y="214312"/>
                  </a:lnTo>
                  <a:lnTo>
                    <a:pt x="8356" y="219359"/>
                  </a:lnTo>
                  <a:lnTo>
                    <a:pt x="10085" y="224353"/>
                  </a:lnTo>
                  <a:lnTo>
                    <a:pt x="11971" y="229290"/>
                  </a:lnTo>
                  <a:lnTo>
                    <a:pt x="14013" y="234165"/>
                  </a:lnTo>
                  <a:lnTo>
                    <a:pt x="16207" y="238973"/>
                  </a:lnTo>
                  <a:lnTo>
                    <a:pt x="18553" y="243710"/>
                  </a:lnTo>
                  <a:lnTo>
                    <a:pt x="21047" y="248370"/>
                  </a:lnTo>
                  <a:lnTo>
                    <a:pt x="23687" y="252948"/>
                  </a:lnTo>
                  <a:lnTo>
                    <a:pt x="26470" y="257441"/>
                  </a:lnTo>
                  <a:lnTo>
                    <a:pt x="29394" y="261844"/>
                  </a:lnTo>
                  <a:lnTo>
                    <a:pt x="32456" y="266152"/>
                  </a:lnTo>
                  <a:lnTo>
                    <a:pt x="35653" y="270361"/>
                  </a:lnTo>
                  <a:lnTo>
                    <a:pt x="38981" y="274467"/>
                  </a:lnTo>
                  <a:lnTo>
                    <a:pt x="42437" y="278465"/>
                  </a:lnTo>
                  <a:lnTo>
                    <a:pt x="46017" y="282353"/>
                  </a:lnTo>
                  <a:lnTo>
                    <a:pt x="49719" y="286125"/>
                  </a:lnTo>
                  <a:lnTo>
                    <a:pt x="53538" y="289778"/>
                  </a:lnTo>
                  <a:lnTo>
                    <a:pt x="57471" y="293309"/>
                  </a:lnTo>
                  <a:lnTo>
                    <a:pt x="61514" y="296714"/>
                  </a:lnTo>
                  <a:lnTo>
                    <a:pt x="65662" y="299989"/>
                  </a:lnTo>
                  <a:lnTo>
                    <a:pt x="69911" y="303132"/>
                  </a:lnTo>
                  <a:lnTo>
                    <a:pt x="74258" y="306138"/>
                  </a:lnTo>
                  <a:lnTo>
                    <a:pt x="78698" y="309006"/>
                  </a:lnTo>
                  <a:lnTo>
                    <a:pt x="83226" y="311731"/>
                  </a:lnTo>
                  <a:lnTo>
                    <a:pt x="87838" y="314313"/>
                  </a:lnTo>
                  <a:lnTo>
                    <a:pt x="92529" y="316747"/>
                  </a:lnTo>
                  <a:lnTo>
                    <a:pt x="97295" y="319032"/>
                  </a:lnTo>
                  <a:lnTo>
                    <a:pt x="102131" y="321165"/>
                  </a:lnTo>
                  <a:lnTo>
                    <a:pt x="107032" y="323144"/>
                  </a:lnTo>
                  <a:lnTo>
                    <a:pt x="111993" y="324967"/>
                  </a:lnTo>
                  <a:lnTo>
                    <a:pt x="117009" y="326632"/>
                  </a:lnTo>
                  <a:lnTo>
                    <a:pt x="122075" y="328138"/>
                  </a:lnTo>
                  <a:lnTo>
                    <a:pt x="127186" y="329483"/>
                  </a:lnTo>
                  <a:lnTo>
                    <a:pt x="132337" y="330666"/>
                  </a:lnTo>
                  <a:lnTo>
                    <a:pt x="137523" y="331685"/>
                  </a:lnTo>
                  <a:lnTo>
                    <a:pt x="142739" y="332540"/>
                  </a:lnTo>
                  <a:lnTo>
                    <a:pt x="147979" y="333230"/>
                  </a:lnTo>
                  <a:lnTo>
                    <a:pt x="153238" y="333753"/>
                  </a:lnTo>
                  <a:lnTo>
                    <a:pt x="158511" y="334110"/>
                  </a:lnTo>
                  <a:lnTo>
                    <a:pt x="163793" y="334300"/>
                  </a:lnTo>
                  <a:lnTo>
                    <a:pt x="169078" y="334323"/>
                  </a:lnTo>
                  <a:lnTo>
                    <a:pt x="174362" y="334179"/>
                  </a:lnTo>
                  <a:lnTo>
                    <a:pt x="179638" y="333869"/>
                  </a:lnTo>
                  <a:lnTo>
                    <a:pt x="184901" y="333391"/>
                  </a:lnTo>
                  <a:lnTo>
                    <a:pt x="190147" y="332747"/>
                  </a:lnTo>
                  <a:lnTo>
                    <a:pt x="195370" y="331938"/>
                  </a:lnTo>
                  <a:lnTo>
                    <a:pt x="200565" y="330964"/>
                  </a:lnTo>
                  <a:lnTo>
                    <a:pt x="205726" y="329826"/>
                  </a:lnTo>
                  <a:lnTo>
                    <a:pt x="210849" y="328526"/>
                  </a:lnTo>
                  <a:lnTo>
                    <a:pt x="215928" y="327065"/>
                  </a:lnTo>
                  <a:lnTo>
                    <a:pt x="220959" y="325443"/>
                  </a:lnTo>
                  <a:lnTo>
                    <a:pt x="225935" y="323664"/>
                  </a:lnTo>
                  <a:lnTo>
                    <a:pt x="230853" y="321728"/>
                  </a:lnTo>
                  <a:lnTo>
                    <a:pt x="235707" y="319637"/>
                  </a:lnTo>
                  <a:lnTo>
                    <a:pt x="240493" y="317394"/>
                  </a:lnTo>
                  <a:lnTo>
                    <a:pt x="245205" y="315001"/>
                  </a:lnTo>
                  <a:lnTo>
                    <a:pt x="249840" y="312460"/>
                  </a:lnTo>
                  <a:lnTo>
                    <a:pt x="254392" y="309774"/>
                  </a:lnTo>
                  <a:lnTo>
                    <a:pt x="258856" y="306945"/>
                  </a:lnTo>
                  <a:lnTo>
                    <a:pt x="263229" y="303977"/>
                  </a:lnTo>
                  <a:lnTo>
                    <a:pt x="267506" y="300872"/>
                  </a:lnTo>
                  <a:lnTo>
                    <a:pt x="271682" y="297633"/>
                  </a:lnTo>
                  <a:lnTo>
                    <a:pt x="275755" y="294264"/>
                  </a:lnTo>
                  <a:lnTo>
                    <a:pt x="279718" y="290768"/>
                  </a:lnTo>
                  <a:lnTo>
                    <a:pt x="283569" y="287148"/>
                  </a:lnTo>
                  <a:lnTo>
                    <a:pt x="287304" y="283408"/>
                  </a:lnTo>
                  <a:lnTo>
                    <a:pt x="290919" y="279552"/>
                  </a:lnTo>
                  <a:lnTo>
                    <a:pt x="294410" y="275584"/>
                  </a:lnTo>
                  <a:lnTo>
                    <a:pt x="297773" y="271507"/>
                  </a:lnTo>
                  <a:lnTo>
                    <a:pt x="301006" y="267326"/>
                  </a:lnTo>
                  <a:lnTo>
                    <a:pt x="304106" y="263045"/>
                  </a:lnTo>
                  <a:lnTo>
                    <a:pt x="307068" y="258668"/>
                  </a:lnTo>
                  <a:lnTo>
                    <a:pt x="309891" y="254200"/>
                  </a:lnTo>
                  <a:lnTo>
                    <a:pt x="312571" y="249645"/>
                  </a:lnTo>
                  <a:lnTo>
                    <a:pt x="315106" y="245007"/>
                  </a:lnTo>
                  <a:lnTo>
                    <a:pt x="317492" y="240291"/>
                  </a:lnTo>
                  <a:lnTo>
                    <a:pt x="319729" y="235502"/>
                  </a:lnTo>
                  <a:lnTo>
                    <a:pt x="321813" y="230645"/>
                  </a:lnTo>
                  <a:lnTo>
                    <a:pt x="323742" y="225725"/>
                  </a:lnTo>
                  <a:lnTo>
                    <a:pt x="325515" y="220746"/>
                  </a:lnTo>
                  <a:lnTo>
                    <a:pt x="327130" y="215713"/>
                  </a:lnTo>
                  <a:lnTo>
                    <a:pt x="328585" y="210632"/>
                  </a:lnTo>
                  <a:lnTo>
                    <a:pt x="329878" y="205508"/>
                  </a:lnTo>
                  <a:lnTo>
                    <a:pt x="331009" y="200345"/>
                  </a:lnTo>
                  <a:lnTo>
                    <a:pt x="331976" y="195149"/>
                  </a:lnTo>
                  <a:lnTo>
                    <a:pt x="332778" y="189925"/>
                  </a:lnTo>
                  <a:lnTo>
                    <a:pt x="333415" y="184678"/>
                  </a:lnTo>
                  <a:lnTo>
                    <a:pt x="333885" y="179414"/>
                  </a:lnTo>
                  <a:lnTo>
                    <a:pt x="334189" y="174137"/>
                  </a:lnTo>
                  <a:lnTo>
                    <a:pt x="334326" y="168854"/>
                  </a:lnTo>
                  <a:lnTo>
                    <a:pt x="334296" y="163569"/>
                  </a:lnTo>
                  <a:lnTo>
                    <a:pt x="334098" y="158287"/>
                  </a:lnTo>
                  <a:lnTo>
                    <a:pt x="333734" y="153014"/>
                  </a:lnTo>
                  <a:lnTo>
                    <a:pt x="333203" y="147756"/>
                  </a:lnTo>
                  <a:lnTo>
                    <a:pt x="332507" y="142517"/>
                  </a:lnTo>
                  <a:lnTo>
                    <a:pt x="331645" y="137302"/>
                  </a:lnTo>
                  <a:lnTo>
                    <a:pt x="330619" y="132118"/>
                  </a:lnTo>
                  <a:lnTo>
                    <a:pt x="329429" y="126968"/>
                  </a:lnTo>
                  <a:lnTo>
                    <a:pt x="328077" y="121859"/>
                  </a:lnTo>
                  <a:lnTo>
                    <a:pt x="326564" y="116795"/>
                  </a:lnTo>
                  <a:lnTo>
                    <a:pt x="324892" y="111781"/>
                  </a:lnTo>
                  <a:lnTo>
                    <a:pt x="323063" y="106822"/>
                  </a:lnTo>
                  <a:lnTo>
                    <a:pt x="321077" y="101924"/>
                  </a:lnTo>
                  <a:lnTo>
                    <a:pt x="318938" y="97091"/>
                  </a:lnTo>
                  <a:lnTo>
                    <a:pt x="316646" y="92329"/>
                  </a:lnTo>
                  <a:lnTo>
                    <a:pt x="314206" y="87641"/>
                  </a:lnTo>
                  <a:lnTo>
                    <a:pt x="311618" y="83032"/>
                  </a:lnTo>
                  <a:lnTo>
                    <a:pt x="308886" y="78508"/>
                  </a:lnTo>
                  <a:lnTo>
                    <a:pt x="306013" y="74072"/>
                  </a:lnTo>
                  <a:lnTo>
                    <a:pt x="303001" y="69729"/>
                  </a:lnTo>
                  <a:lnTo>
                    <a:pt x="299852" y="65484"/>
                  </a:lnTo>
                  <a:lnTo>
                    <a:pt x="296572" y="61340"/>
                  </a:lnTo>
                  <a:lnTo>
                    <a:pt x="293161" y="57302"/>
                  </a:lnTo>
                  <a:lnTo>
                    <a:pt x="289625" y="53374"/>
                  </a:lnTo>
                  <a:lnTo>
                    <a:pt x="285967" y="49560"/>
                  </a:lnTo>
                  <a:lnTo>
                    <a:pt x="282190" y="45863"/>
                  </a:lnTo>
                  <a:lnTo>
                    <a:pt x="278297" y="42287"/>
                  </a:lnTo>
                  <a:lnTo>
                    <a:pt x="274294" y="38837"/>
                  </a:lnTo>
                  <a:lnTo>
                    <a:pt x="270184" y="35514"/>
                  </a:lnTo>
                  <a:lnTo>
                    <a:pt x="265970" y="32323"/>
                  </a:lnTo>
                  <a:lnTo>
                    <a:pt x="261658" y="29267"/>
                  </a:lnTo>
                  <a:lnTo>
                    <a:pt x="257252" y="26349"/>
                  </a:lnTo>
                  <a:lnTo>
                    <a:pt x="252755" y="23572"/>
                  </a:lnTo>
                  <a:lnTo>
                    <a:pt x="248173" y="20938"/>
                  </a:lnTo>
                  <a:lnTo>
                    <a:pt x="243510" y="18450"/>
                  </a:lnTo>
                  <a:lnTo>
                    <a:pt x="238770" y="16111"/>
                  </a:lnTo>
                  <a:lnTo>
                    <a:pt x="233959" y="13923"/>
                  </a:lnTo>
                  <a:lnTo>
                    <a:pt x="229081" y="11888"/>
                  </a:lnTo>
                  <a:lnTo>
                    <a:pt x="224142" y="10008"/>
                  </a:lnTo>
                  <a:lnTo>
                    <a:pt x="219145" y="8286"/>
                  </a:lnTo>
                  <a:lnTo>
                    <a:pt x="214097" y="6722"/>
                  </a:lnTo>
                  <a:lnTo>
                    <a:pt x="209001" y="5319"/>
                  </a:lnTo>
                  <a:lnTo>
                    <a:pt x="203864" y="4077"/>
                  </a:lnTo>
                  <a:lnTo>
                    <a:pt x="198690" y="2999"/>
                  </a:lnTo>
                  <a:lnTo>
                    <a:pt x="193484" y="2084"/>
                  </a:lnTo>
                  <a:lnTo>
                    <a:pt x="188252" y="1335"/>
                  </a:lnTo>
                  <a:lnTo>
                    <a:pt x="182999" y="751"/>
                  </a:lnTo>
                  <a:lnTo>
                    <a:pt x="177731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70" y="5018213"/>
              <a:ext cx="334308" cy="334333"/>
            </a:xfrm>
            <a:custGeom>
              <a:avLst/>
              <a:pathLst>
                <a:path w="334308" h="334333">
                  <a:moveTo>
                    <a:pt x="167090" y="0"/>
                  </a:moveTo>
                  <a:lnTo>
                    <a:pt x="161792" y="85"/>
                  </a:lnTo>
                  <a:lnTo>
                    <a:pt x="156500" y="339"/>
                  </a:lnTo>
                  <a:lnTo>
                    <a:pt x="151218" y="760"/>
                  </a:lnTo>
                  <a:lnTo>
                    <a:pt x="145953" y="1349"/>
                  </a:lnTo>
                  <a:lnTo>
                    <a:pt x="140708" y="2104"/>
                  </a:lnTo>
                  <a:lnTo>
                    <a:pt x="135491" y="3025"/>
                  </a:lnTo>
                  <a:lnTo>
                    <a:pt x="130305" y="4110"/>
                  </a:lnTo>
                  <a:lnTo>
                    <a:pt x="125156" y="5360"/>
                  </a:lnTo>
                  <a:lnTo>
                    <a:pt x="120049" y="6772"/>
                  </a:lnTo>
                  <a:lnTo>
                    <a:pt x="114990" y="8345"/>
                  </a:lnTo>
                  <a:lnTo>
                    <a:pt x="109983" y="10078"/>
                  </a:lnTo>
                  <a:lnTo>
                    <a:pt x="105033" y="11969"/>
                  </a:lnTo>
                  <a:lnTo>
                    <a:pt x="100146" y="14015"/>
                  </a:lnTo>
                  <a:lnTo>
                    <a:pt x="95326" y="16215"/>
                  </a:lnTo>
                  <a:lnTo>
                    <a:pt x="90579" y="18567"/>
                  </a:lnTo>
                  <a:lnTo>
                    <a:pt x="85908" y="21069"/>
                  </a:lnTo>
                  <a:lnTo>
                    <a:pt x="81319" y="23717"/>
                  </a:lnTo>
                  <a:lnTo>
                    <a:pt x="76816" y="26509"/>
                  </a:lnTo>
                  <a:lnTo>
                    <a:pt x="72403" y="29442"/>
                  </a:lnTo>
                  <a:lnTo>
                    <a:pt x="68086" y="32514"/>
                  </a:lnTo>
                  <a:lnTo>
                    <a:pt x="63869" y="35721"/>
                  </a:lnTo>
                  <a:lnTo>
                    <a:pt x="59755" y="39060"/>
                  </a:lnTo>
                  <a:lnTo>
                    <a:pt x="55749" y="42528"/>
                  </a:lnTo>
                  <a:lnTo>
                    <a:pt x="51855" y="46121"/>
                  </a:lnTo>
                  <a:lnTo>
                    <a:pt x="48077" y="49835"/>
                  </a:lnTo>
                  <a:lnTo>
                    <a:pt x="44419" y="53668"/>
                  </a:lnTo>
                  <a:lnTo>
                    <a:pt x="40883" y="57614"/>
                  </a:lnTo>
                  <a:lnTo>
                    <a:pt x="37475" y="61671"/>
                  </a:lnTo>
                  <a:lnTo>
                    <a:pt x="34197" y="65833"/>
                  </a:lnTo>
                  <a:lnTo>
                    <a:pt x="31052" y="70098"/>
                  </a:lnTo>
                  <a:lnTo>
                    <a:pt x="28044" y="74459"/>
                  </a:lnTo>
                  <a:lnTo>
                    <a:pt x="25176" y="78914"/>
                  </a:lnTo>
                  <a:lnTo>
                    <a:pt x="22451" y="83458"/>
                  </a:lnTo>
                  <a:lnTo>
                    <a:pt x="19871" y="88085"/>
                  </a:lnTo>
                  <a:lnTo>
                    <a:pt x="17439" y="92793"/>
                  </a:lnTo>
                  <a:lnTo>
                    <a:pt x="15157" y="97574"/>
                  </a:lnTo>
                  <a:lnTo>
                    <a:pt x="13028" y="102426"/>
                  </a:lnTo>
                  <a:lnTo>
                    <a:pt x="11053" y="107343"/>
                  </a:lnTo>
                  <a:lnTo>
                    <a:pt x="9236" y="112320"/>
                  </a:lnTo>
                  <a:lnTo>
                    <a:pt x="7577" y="117352"/>
                  </a:lnTo>
                  <a:lnTo>
                    <a:pt x="6079" y="122434"/>
                  </a:lnTo>
                  <a:lnTo>
                    <a:pt x="4742" y="127561"/>
                  </a:lnTo>
                  <a:lnTo>
                    <a:pt x="3568" y="132727"/>
                  </a:lnTo>
                  <a:lnTo>
                    <a:pt x="2559" y="137929"/>
                  </a:lnTo>
                  <a:lnTo>
                    <a:pt x="1715" y="143160"/>
                  </a:lnTo>
                  <a:lnTo>
                    <a:pt x="1037" y="148414"/>
                  </a:lnTo>
                  <a:lnTo>
                    <a:pt x="527" y="153688"/>
                  </a:lnTo>
                  <a:lnTo>
                    <a:pt x="183" y="158975"/>
                  </a:lnTo>
                  <a:lnTo>
                    <a:pt x="7" y="164271"/>
                  </a:lnTo>
                  <a:lnTo>
                    <a:pt x="0" y="169569"/>
                  </a:lnTo>
                  <a:lnTo>
                    <a:pt x="160" y="174865"/>
                  </a:lnTo>
                  <a:lnTo>
                    <a:pt x="487" y="180153"/>
                  </a:lnTo>
                  <a:lnTo>
                    <a:pt x="983" y="185428"/>
                  </a:lnTo>
                  <a:lnTo>
                    <a:pt x="1645" y="190685"/>
                  </a:lnTo>
                  <a:lnTo>
                    <a:pt x="2473" y="195918"/>
                  </a:lnTo>
                  <a:lnTo>
                    <a:pt x="3467" y="201122"/>
                  </a:lnTo>
                  <a:lnTo>
                    <a:pt x="4625" y="206293"/>
                  </a:lnTo>
                  <a:lnTo>
                    <a:pt x="5947" y="211424"/>
                  </a:lnTo>
                  <a:lnTo>
                    <a:pt x="7430" y="216510"/>
                  </a:lnTo>
                  <a:lnTo>
                    <a:pt x="9074" y="221547"/>
                  </a:lnTo>
                  <a:lnTo>
                    <a:pt x="10877" y="226529"/>
                  </a:lnTo>
                  <a:lnTo>
                    <a:pt x="12837" y="231452"/>
                  </a:lnTo>
                  <a:lnTo>
                    <a:pt x="14952" y="236310"/>
                  </a:lnTo>
                  <a:lnTo>
                    <a:pt x="17219" y="241098"/>
                  </a:lnTo>
                  <a:lnTo>
                    <a:pt x="19638" y="245812"/>
                  </a:lnTo>
                  <a:lnTo>
                    <a:pt x="22204" y="250448"/>
                  </a:lnTo>
                  <a:lnTo>
                    <a:pt x="24916" y="254999"/>
                  </a:lnTo>
                  <a:lnTo>
                    <a:pt x="27771" y="259463"/>
                  </a:lnTo>
                  <a:lnTo>
                    <a:pt x="30766" y="263833"/>
                  </a:lnTo>
                  <a:lnTo>
                    <a:pt x="33898" y="268107"/>
                  </a:lnTo>
                  <a:lnTo>
                    <a:pt x="37164" y="272279"/>
                  </a:lnTo>
                  <a:lnTo>
                    <a:pt x="40560" y="276346"/>
                  </a:lnTo>
                  <a:lnTo>
                    <a:pt x="44084" y="280303"/>
                  </a:lnTo>
                  <a:lnTo>
                    <a:pt x="47731" y="284146"/>
                  </a:lnTo>
                  <a:lnTo>
                    <a:pt x="51498" y="287872"/>
                  </a:lnTo>
                  <a:lnTo>
                    <a:pt x="55381" y="291476"/>
                  </a:lnTo>
                  <a:lnTo>
                    <a:pt x="59377" y="294956"/>
                  </a:lnTo>
                  <a:lnTo>
                    <a:pt x="63481" y="298307"/>
                  </a:lnTo>
                  <a:lnTo>
                    <a:pt x="67689" y="301526"/>
                  </a:lnTo>
                  <a:lnTo>
                    <a:pt x="71997" y="304611"/>
                  </a:lnTo>
                  <a:lnTo>
                    <a:pt x="76400" y="307557"/>
                  </a:lnTo>
                  <a:lnTo>
                    <a:pt x="80895" y="310363"/>
                  </a:lnTo>
                  <a:lnTo>
                    <a:pt x="85476" y="313024"/>
                  </a:lnTo>
                  <a:lnTo>
                    <a:pt x="90139" y="315539"/>
                  </a:lnTo>
                  <a:lnTo>
                    <a:pt x="94880" y="317905"/>
                  </a:lnTo>
                  <a:lnTo>
                    <a:pt x="99694" y="320120"/>
                  </a:lnTo>
                  <a:lnTo>
                    <a:pt x="104575" y="322181"/>
                  </a:lnTo>
                  <a:lnTo>
                    <a:pt x="109519" y="324086"/>
                  </a:lnTo>
                  <a:lnTo>
                    <a:pt x="114520" y="325834"/>
                  </a:lnTo>
                  <a:lnTo>
                    <a:pt x="119575" y="327422"/>
                  </a:lnTo>
                  <a:lnTo>
                    <a:pt x="124678" y="328849"/>
                  </a:lnTo>
                  <a:lnTo>
                    <a:pt x="129823" y="330114"/>
                  </a:lnTo>
                  <a:lnTo>
                    <a:pt x="135005" y="331215"/>
                  </a:lnTo>
                  <a:lnTo>
                    <a:pt x="140220" y="332151"/>
                  </a:lnTo>
                  <a:lnTo>
                    <a:pt x="145462" y="332922"/>
                  </a:lnTo>
                  <a:lnTo>
                    <a:pt x="150726" y="333526"/>
                  </a:lnTo>
                  <a:lnTo>
                    <a:pt x="156007" y="333963"/>
                  </a:lnTo>
                  <a:lnTo>
                    <a:pt x="161298" y="334232"/>
                  </a:lnTo>
                  <a:lnTo>
                    <a:pt x="166595" y="334333"/>
                  </a:lnTo>
                  <a:lnTo>
                    <a:pt x="171893" y="334267"/>
                  </a:lnTo>
                  <a:lnTo>
                    <a:pt x="177186" y="334033"/>
                  </a:lnTo>
                  <a:lnTo>
                    <a:pt x="182470" y="333631"/>
                  </a:lnTo>
                  <a:lnTo>
                    <a:pt x="187737" y="333062"/>
                  </a:lnTo>
                  <a:lnTo>
                    <a:pt x="192984" y="332326"/>
                  </a:lnTo>
                  <a:lnTo>
                    <a:pt x="198205" y="331424"/>
                  </a:lnTo>
                  <a:lnTo>
                    <a:pt x="203395" y="330358"/>
                  </a:lnTo>
                  <a:lnTo>
                    <a:pt x="208549" y="329127"/>
                  </a:lnTo>
                  <a:lnTo>
                    <a:pt x="213660" y="327734"/>
                  </a:lnTo>
                  <a:lnTo>
                    <a:pt x="218726" y="326179"/>
                  </a:lnTo>
                  <a:lnTo>
                    <a:pt x="223739" y="324465"/>
                  </a:lnTo>
                  <a:lnTo>
                    <a:pt x="228695" y="322592"/>
                  </a:lnTo>
                  <a:lnTo>
                    <a:pt x="233590" y="320564"/>
                  </a:lnTo>
                  <a:lnTo>
                    <a:pt x="238418" y="318381"/>
                  </a:lnTo>
                  <a:lnTo>
                    <a:pt x="243174" y="316047"/>
                  </a:lnTo>
                  <a:lnTo>
                    <a:pt x="247854" y="313563"/>
                  </a:lnTo>
                  <a:lnTo>
                    <a:pt x="252453" y="310932"/>
                  </a:lnTo>
                  <a:lnTo>
                    <a:pt x="256966" y="308156"/>
                  </a:lnTo>
                  <a:lnTo>
                    <a:pt x="261389" y="305239"/>
                  </a:lnTo>
                  <a:lnTo>
                    <a:pt x="265717" y="302183"/>
                  </a:lnTo>
                  <a:lnTo>
                    <a:pt x="269947" y="298991"/>
                  </a:lnTo>
                  <a:lnTo>
                    <a:pt x="274073" y="295668"/>
                  </a:lnTo>
                  <a:lnTo>
                    <a:pt x="278091" y="292215"/>
                  </a:lnTo>
                  <a:lnTo>
                    <a:pt x="281998" y="288636"/>
                  </a:lnTo>
                  <a:lnTo>
                    <a:pt x="285790" y="284935"/>
                  </a:lnTo>
                  <a:lnTo>
                    <a:pt x="289463" y="281116"/>
                  </a:lnTo>
                  <a:lnTo>
                    <a:pt x="293013" y="277183"/>
                  </a:lnTo>
                  <a:lnTo>
                    <a:pt x="296436" y="273139"/>
                  </a:lnTo>
                  <a:lnTo>
                    <a:pt x="299729" y="268988"/>
                  </a:lnTo>
                  <a:lnTo>
                    <a:pt x="302889" y="264736"/>
                  </a:lnTo>
                  <a:lnTo>
                    <a:pt x="305913" y="260385"/>
                  </a:lnTo>
                  <a:lnTo>
                    <a:pt x="308798" y="255941"/>
                  </a:lnTo>
                  <a:lnTo>
                    <a:pt x="311540" y="251407"/>
                  </a:lnTo>
                  <a:lnTo>
                    <a:pt x="314137" y="246789"/>
                  </a:lnTo>
                  <a:lnTo>
                    <a:pt x="316587" y="242091"/>
                  </a:lnTo>
                  <a:lnTo>
                    <a:pt x="318886" y="237317"/>
                  </a:lnTo>
                  <a:lnTo>
                    <a:pt x="321033" y="232474"/>
                  </a:lnTo>
                  <a:lnTo>
                    <a:pt x="323025" y="227564"/>
                  </a:lnTo>
                  <a:lnTo>
                    <a:pt x="324861" y="222594"/>
                  </a:lnTo>
                  <a:lnTo>
                    <a:pt x="326538" y="217568"/>
                  </a:lnTo>
                  <a:lnTo>
                    <a:pt x="328055" y="212492"/>
                  </a:lnTo>
                  <a:lnTo>
                    <a:pt x="329411" y="207370"/>
                  </a:lnTo>
                  <a:lnTo>
                    <a:pt x="330603" y="202207"/>
                  </a:lnTo>
                  <a:lnTo>
                    <a:pt x="331632" y="197010"/>
                  </a:lnTo>
                  <a:lnTo>
                    <a:pt x="332495" y="191782"/>
                  </a:lnTo>
                  <a:lnTo>
                    <a:pt x="333192" y="186530"/>
                  </a:lnTo>
                  <a:lnTo>
                    <a:pt x="333722" y="181258"/>
                  </a:lnTo>
                  <a:lnTo>
                    <a:pt x="334085" y="175972"/>
                  </a:lnTo>
                  <a:lnTo>
                    <a:pt x="334280" y="170677"/>
                  </a:lnTo>
                  <a:lnTo>
                    <a:pt x="334308" y="165379"/>
                  </a:lnTo>
                  <a:lnTo>
                    <a:pt x="334167" y="160083"/>
                  </a:lnTo>
                  <a:lnTo>
                    <a:pt x="333859" y="154793"/>
                  </a:lnTo>
                  <a:lnTo>
                    <a:pt x="333383" y="149516"/>
                  </a:lnTo>
                  <a:lnTo>
                    <a:pt x="332740" y="144257"/>
                  </a:lnTo>
                  <a:lnTo>
                    <a:pt x="331931" y="139021"/>
                  </a:lnTo>
                  <a:lnTo>
                    <a:pt x="330956" y="133813"/>
                  </a:lnTo>
                  <a:lnTo>
                    <a:pt x="329817" y="128639"/>
                  </a:lnTo>
                  <a:lnTo>
                    <a:pt x="328514" y="123503"/>
                  </a:lnTo>
                  <a:lnTo>
                    <a:pt x="327049" y="118411"/>
                  </a:lnTo>
                  <a:lnTo>
                    <a:pt x="325424" y="113368"/>
                  </a:lnTo>
                  <a:lnTo>
                    <a:pt x="323639" y="108379"/>
                  </a:lnTo>
                  <a:lnTo>
                    <a:pt x="321698" y="103450"/>
                  </a:lnTo>
                  <a:lnTo>
                    <a:pt x="319601" y="98584"/>
                  </a:lnTo>
                  <a:lnTo>
                    <a:pt x="317351" y="93787"/>
                  </a:lnTo>
                  <a:lnTo>
                    <a:pt x="314950" y="89064"/>
                  </a:lnTo>
                  <a:lnTo>
                    <a:pt x="312400" y="84419"/>
                  </a:lnTo>
                  <a:lnTo>
                    <a:pt x="309705" y="79858"/>
                  </a:lnTo>
                  <a:lnTo>
                    <a:pt x="306867" y="75384"/>
                  </a:lnTo>
                  <a:lnTo>
                    <a:pt x="303888" y="71002"/>
                  </a:lnTo>
                  <a:lnTo>
                    <a:pt x="300772" y="66717"/>
                  </a:lnTo>
                  <a:lnTo>
                    <a:pt x="297521" y="62533"/>
                  </a:lnTo>
                  <a:lnTo>
                    <a:pt x="294140" y="58454"/>
                  </a:lnTo>
                  <a:lnTo>
                    <a:pt x="290631" y="54484"/>
                  </a:lnTo>
                  <a:lnTo>
                    <a:pt x="286998" y="50628"/>
                  </a:lnTo>
                  <a:lnTo>
                    <a:pt x="283244" y="46888"/>
                  </a:lnTo>
                  <a:lnTo>
                    <a:pt x="279374" y="43269"/>
                  </a:lnTo>
                  <a:lnTo>
                    <a:pt x="275391" y="39775"/>
                  </a:lnTo>
                  <a:lnTo>
                    <a:pt x="271300" y="36409"/>
                  </a:lnTo>
                  <a:lnTo>
                    <a:pt x="267104" y="33174"/>
                  </a:lnTo>
                  <a:lnTo>
                    <a:pt x="262807" y="30074"/>
                  </a:lnTo>
                  <a:lnTo>
                    <a:pt x="258414" y="27111"/>
                  </a:lnTo>
                  <a:lnTo>
                    <a:pt x="253930" y="24289"/>
                  </a:lnTo>
                  <a:lnTo>
                    <a:pt x="249359" y="21611"/>
                  </a:lnTo>
                  <a:lnTo>
                    <a:pt x="244705" y="19078"/>
                  </a:lnTo>
                  <a:lnTo>
                    <a:pt x="239973" y="16695"/>
                  </a:lnTo>
                  <a:lnTo>
                    <a:pt x="235167" y="14463"/>
                  </a:lnTo>
                  <a:lnTo>
                    <a:pt x="230294" y="12384"/>
                  </a:lnTo>
                  <a:lnTo>
                    <a:pt x="225357" y="10461"/>
                  </a:lnTo>
                  <a:lnTo>
                    <a:pt x="220362" y="8695"/>
                  </a:lnTo>
                  <a:lnTo>
                    <a:pt x="215313" y="7088"/>
                  </a:lnTo>
                  <a:lnTo>
                    <a:pt x="210216" y="5642"/>
                  </a:lnTo>
                  <a:lnTo>
                    <a:pt x="205075" y="4358"/>
                  </a:lnTo>
                  <a:lnTo>
                    <a:pt x="199896" y="3238"/>
                  </a:lnTo>
                  <a:lnTo>
                    <a:pt x="194685" y="2283"/>
                  </a:lnTo>
                  <a:lnTo>
                    <a:pt x="189446" y="1493"/>
                  </a:lnTo>
                  <a:lnTo>
                    <a:pt x="184184" y="870"/>
                  </a:lnTo>
                  <a:lnTo>
                    <a:pt x="178906" y="413"/>
                  </a:lnTo>
                  <a:lnTo>
                    <a:pt x="173615" y="125"/>
                  </a:lnTo>
                  <a:lnTo>
                    <a:pt x="168318" y="4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1168" cy="167167"/>
            </a:xfrm>
            <a:custGeom>
              <a:avLst/>
              <a:pathLst>
                <a:path w="1168" h="167167">
                  <a:moveTo>
                    <a:pt x="1168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813219" y="5269756"/>
              <a:ext cx="151282" cy="167167"/>
            </a:xfrm>
            <a:custGeom>
              <a:avLst/>
              <a:pathLst>
                <a:path w="151282" h="167167">
                  <a:moveTo>
                    <a:pt x="151282" y="0"/>
                  </a:moveTo>
                  <a:lnTo>
                    <a:pt x="145879" y="87"/>
                  </a:lnTo>
                  <a:lnTo>
                    <a:pt x="140482" y="349"/>
                  </a:lnTo>
                  <a:lnTo>
                    <a:pt x="135097" y="785"/>
                  </a:lnTo>
                  <a:lnTo>
                    <a:pt x="129728" y="1395"/>
                  </a:lnTo>
                  <a:lnTo>
                    <a:pt x="124382" y="2178"/>
                  </a:lnTo>
                  <a:lnTo>
                    <a:pt x="119064" y="3133"/>
                  </a:lnTo>
                  <a:lnTo>
                    <a:pt x="113780" y="4260"/>
                  </a:lnTo>
                  <a:lnTo>
                    <a:pt x="108534" y="5557"/>
                  </a:lnTo>
                  <a:lnTo>
                    <a:pt x="103334" y="7023"/>
                  </a:lnTo>
                  <a:lnTo>
                    <a:pt x="98183" y="8657"/>
                  </a:lnTo>
                  <a:lnTo>
                    <a:pt x="93089" y="10455"/>
                  </a:lnTo>
                  <a:lnTo>
                    <a:pt x="88054" y="12418"/>
                  </a:lnTo>
                  <a:lnTo>
                    <a:pt x="83086" y="14542"/>
                  </a:lnTo>
                  <a:lnTo>
                    <a:pt x="78189" y="16826"/>
                  </a:lnTo>
                  <a:lnTo>
                    <a:pt x="73369" y="19266"/>
                  </a:lnTo>
                  <a:lnTo>
                    <a:pt x="68630" y="21862"/>
                  </a:lnTo>
                  <a:lnTo>
                    <a:pt x="63977" y="24609"/>
                  </a:lnTo>
                  <a:lnTo>
                    <a:pt x="59415" y="27505"/>
                  </a:lnTo>
                  <a:lnTo>
                    <a:pt x="54950" y="30546"/>
                  </a:lnTo>
                  <a:lnTo>
                    <a:pt x="50585" y="33731"/>
                  </a:lnTo>
                  <a:lnTo>
                    <a:pt x="46325" y="37055"/>
                  </a:lnTo>
                  <a:lnTo>
                    <a:pt x="42175" y="40515"/>
                  </a:lnTo>
                  <a:lnTo>
                    <a:pt x="38139" y="44107"/>
                  </a:lnTo>
                  <a:lnTo>
                    <a:pt x="34221" y="47828"/>
                  </a:lnTo>
                  <a:lnTo>
                    <a:pt x="30425" y="51673"/>
                  </a:lnTo>
                  <a:lnTo>
                    <a:pt x="26756" y="55640"/>
                  </a:lnTo>
                  <a:lnTo>
                    <a:pt x="23217" y="59722"/>
                  </a:lnTo>
                  <a:lnTo>
                    <a:pt x="19811" y="63917"/>
                  </a:lnTo>
                  <a:lnTo>
                    <a:pt x="16543" y="68220"/>
                  </a:lnTo>
                  <a:lnTo>
                    <a:pt x="13416" y="72626"/>
                  </a:lnTo>
                  <a:lnTo>
                    <a:pt x="10433" y="77131"/>
                  </a:lnTo>
                  <a:lnTo>
                    <a:pt x="7596" y="81730"/>
                  </a:lnTo>
                  <a:lnTo>
                    <a:pt x="4910" y="86418"/>
                  </a:lnTo>
                  <a:lnTo>
                    <a:pt x="2377" y="91191"/>
                  </a:lnTo>
                  <a:lnTo>
                    <a:pt x="0" y="96043"/>
                  </a:lnTo>
                  <a:lnTo>
                    <a:pt x="15128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36" y="5269756"/>
              <a:ext cx="334319" cy="334331"/>
            </a:xfrm>
            <a:custGeom>
              <a:avLst/>
              <a:pathLst>
                <a:path w="334319" h="334331">
                  <a:moveTo>
                    <a:pt x="15882" y="96043"/>
                  </a:moveTo>
                  <a:lnTo>
                    <a:pt x="13697" y="100889"/>
                  </a:lnTo>
                  <a:lnTo>
                    <a:pt x="11667" y="105802"/>
                  </a:lnTo>
                  <a:lnTo>
                    <a:pt x="9795" y="110777"/>
                  </a:lnTo>
                  <a:lnTo>
                    <a:pt x="8081" y="115809"/>
                  </a:lnTo>
                  <a:lnTo>
                    <a:pt x="6529" y="120894"/>
                  </a:lnTo>
                  <a:lnTo>
                    <a:pt x="5139" y="126025"/>
                  </a:lnTo>
                  <a:lnTo>
                    <a:pt x="3912" y="131197"/>
                  </a:lnTo>
                  <a:lnTo>
                    <a:pt x="2851" y="136406"/>
                  </a:lnTo>
                  <a:lnTo>
                    <a:pt x="1956" y="141646"/>
                  </a:lnTo>
                  <a:lnTo>
                    <a:pt x="1228" y="146912"/>
                  </a:lnTo>
                  <a:lnTo>
                    <a:pt x="668" y="152199"/>
                  </a:lnTo>
                  <a:lnTo>
                    <a:pt x="276" y="157500"/>
                  </a:lnTo>
                  <a:lnTo>
                    <a:pt x="53" y="162811"/>
                  </a:lnTo>
                  <a:lnTo>
                    <a:pt x="0" y="168127"/>
                  </a:lnTo>
                  <a:lnTo>
                    <a:pt x="115" y="173442"/>
                  </a:lnTo>
                  <a:lnTo>
                    <a:pt x="399" y="178750"/>
                  </a:lnTo>
                  <a:lnTo>
                    <a:pt x="851" y="184047"/>
                  </a:lnTo>
                  <a:lnTo>
                    <a:pt x="1472" y="189327"/>
                  </a:lnTo>
                  <a:lnTo>
                    <a:pt x="2260" y="194584"/>
                  </a:lnTo>
                  <a:lnTo>
                    <a:pt x="3215" y="199813"/>
                  </a:lnTo>
                  <a:lnTo>
                    <a:pt x="4336" y="205010"/>
                  </a:lnTo>
                  <a:lnTo>
                    <a:pt x="5622" y="210168"/>
                  </a:lnTo>
                  <a:lnTo>
                    <a:pt x="7071" y="215283"/>
                  </a:lnTo>
                  <a:lnTo>
                    <a:pt x="8682" y="220349"/>
                  </a:lnTo>
                  <a:lnTo>
                    <a:pt x="10453" y="225361"/>
                  </a:lnTo>
                  <a:lnTo>
                    <a:pt x="12383" y="230314"/>
                  </a:lnTo>
                  <a:lnTo>
                    <a:pt x="14469" y="235204"/>
                  </a:lnTo>
                  <a:lnTo>
                    <a:pt x="16709" y="240025"/>
                  </a:lnTo>
                  <a:lnTo>
                    <a:pt x="19102" y="244772"/>
                  </a:lnTo>
                  <a:lnTo>
                    <a:pt x="21644" y="249440"/>
                  </a:lnTo>
                  <a:lnTo>
                    <a:pt x="24334" y="254026"/>
                  </a:lnTo>
                  <a:lnTo>
                    <a:pt x="27168" y="258523"/>
                  </a:lnTo>
                  <a:lnTo>
                    <a:pt x="30143" y="262928"/>
                  </a:lnTo>
                  <a:lnTo>
                    <a:pt x="33258" y="267237"/>
                  </a:lnTo>
                  <a:lnTo>
                    <a:pt x="36507" y="271444"/>
                  </a:lnTo>
                  <a:lnTo>
                    <a:pt x="39889" y="275546"/>
                  </a:lnTo>
                  <a:lnTo>
                    <a:pt x="43399" y="279538"/>
                  </a:lnTo>
                  <a:lnTo>
                    <a:pt x="47035" y="283416"/>
                  </a:lnTo>
                  <a:lnTo>
                    <a:pt x="50792" y="287177"/>
                  </a:lnTo>
                  <a:lnTo>
                    <a:pt x="54666" y="290817"/>
                  </a:lnTo>
                  <a:lnTo>
                    <a:pt x="58655" y="294331"/>
                  </a:lnTo>
                  <a:lnTo>
                    <a:pt x="62753" y="297717"/>
                  </a:lnTo>
                  <a:lnTo>
                    <a:pt x="66957" y="300971"/>
                  </a:lnTo>
                  <a:lnTo>
                    <a:pt x="71262" y="304089"/>
                  </a:lnTo>
                  <a:lnTo>
                    <a:pt x="75664" y="307069"/>
                  </a:lnTo>
                  <a:lnTo>
                    <a:pt x="80159" y="309908"/>
                  </a:lnTo>
                  <a:lnTo>
                    <a:pt x="84741" y="312602"/>
                  </a:lnTo>
                  <a:lnTo>
                    <a:pt x="89407" y="315150"/>
                  </a:lnTo>
                  <a:lnTo>
                    <a:pt x="94152" y="317547"/>
                  </a:lnTo>
                  <a:lnTo>
                    <a:pt x="98971" y="319793"/>
                  </a:lnTo>
                  <a:lnTo>
                    <a:pt x="103858" y="321884"/>
                  </a:lnTo>
                  <a:lnTo>
                    <a:pt x="108809" y="323818"/>
                  </a:lnTo>
                  <a:lnTo>
                    <a:pt x="113820" y="325595"/>
                  </a:lnTo>
                  <a:lnTo>
                    <a:pt x="118884" y="327211"/>
                  </a:lnTo>
                  <a:lnTo>
                    <a:pt x="123997" y="328665"/>
                  </a:lnTo>
                  <a:lnTo>
                    <a:pt x="129154" y="329956"/>
                  </a:lnTo>
                  <a:lnTo>
                    <a:pt x="134350" y="331082"/>
                  </a:lnTo>
                  <a:lnTo>
                    <a:pt x="139578" y="332043"/>
                  </a:lnTo>
                  <a:lnTo>
                    <a:pt x="144834" y="332836"/>
                  </a:lnTo>
                  <a:lnTo>
                    <a:pt x="150113" y="333463"/>
                  </a:lnTo>
                  <a:lnTo>
                    <a:pt x="155410" y="333921"/>
                  </a:lnTo>
                  <a:lnTo>
                    <a:pt x="160718" y="334210"/>
                  </a:lnTo>
                  <a:lnTo>
                    <a:pt x="166032" y="334331"/>
                  </a:lnTo>
                  <a:lnTo>
                    <a:pt x="171348" y="334282"/>
                  </a:lnTo>
                  <a:lnTo>
                    <a:pt x="176660" y="334064"/>
                  </a:lnTo>
                  <a:lnTo>
                    <a:pt x="181962" y="333678"/>
                  </a:lnTo>
                  <a:lnTo>
                    <a:pt x="187248" y="333123"/>
                  </a:lnTo>
                  <a:lnTo>
                    <a:pt x="192515" y="332401"/>
                  </a:lnTo>
                  <a:lnTo>
                    <a:pt x="197756" y="331511"/>
                  </a:lnTo>
                  <a:lnTo>
                    <a:pt x="202966" y="330456"/>
                  </a:lnTo>
                  <a:lnTo>
                    <a:pt x="208140" y="329235"/>
                  </a:lnTo>
                  <a:lnTo>
                    <a:pt x="213272" y="327850"/>
                  </a:lnTo>
                  <a:lnTo>
                    <a:pt x="218358" y="326302"/>
                  </a:lnTo>
                  <a:lnTo>
                    <a:pt x="223392" y="324594"/>
                  </a:lnTo>
                  <a:lnTo>
                    <a:pt x="228370" y="322727"/>
                  </a:lnTo>
                  <a:lnTo>
                    <a:pt x="233285" y="320702"/>
                  </a:lnTo>
                  <a:lnTo>
                    <a:pt x="238133" y="318522"/>
                  </a:lnTo>
                  <a:lnTo>
                    <a:pt x="242910" y="316189"/>
                  </a:lnTo>
                  <a:lnTo>
                    <a:pt x="247610" y="313705"/>
                  </a:lnTo>
                  <a:lnTo>
                    <a:pt x="252229" y="311073"/>
                  </a:lnTo>
                  <a:lnTo>
                    <a:pt x="256761" y="308296"/>
                  </a:lnTo>
                  <a:lnTo>
                    <a:pt x="261203" y="305375"/>
                  </a:lnTo>
                  <a:lnTo>
                    <a:pt x="265550" y="302315"/>
                  </a:lnTo>
                  <a:lnTo>
                    <a:pt x="269798" y="299119"/>
                  </a:lnTo>
                  <a:lnTo>
                    <a:pt x="273941" y="295789"/>
                  </a:lnTo>
                  <a:lnTo>
                    <a:pt x="277977" y="292329"/>
                  </a:lnTo>
                  <a:lnTo>
                    <a:pt x="281901" y="288742"/>
                  </a:lnTo>
                  <a:lnTo>
                    <a:pt x="285708" y="285032"/>
                  </a:lnTo>
                  <a:lnTo>
                    <a:pt x="289396" y="281203"/>
                  </a:lnTo>
                  <a:lnTo>
                    <a:pt x="292960" y="277259"/>
                  </a:lnTo>
                  <a:lnTo>
                    <a:pt x="296397" y="273204"/>
                  </a:lnTo>
                  <a:lnTo>
                    <a:pt x="299703" y="269041"/>
                  </a:lnTo>
                  <a:lnTo>
                    <a:pt x="302876" y="264775"/>
                  </a:lnTo>
                  <a:lnTo>
                    <a:pt x="305911" y="260411"/>
                  </a:lnTo>
                  <a:lnTo>
                    <a:pt x="308805" y="255952"/>
                  </a:lnTo>
                  <a:lnTo>
                    <a:pt x="311557" y="251403"/>
                  </a:lnTo>
                  <a:lnTo>
                    <a:pt x="314162" y="246770"/>
                  </a:lnTo>
                  <a:lnTo>
                    <a:pt x="316619" y="242055"/>
                  </a:lnTo>
                  <a:lnTo>
                    <a:pt x="318924" y="237265"/>
                  </a:lnTo>
                  <a:lnTo>
                    <a:pt x="321077" y="232405"/>
                  </a:lnTo>
                  <a:lnTo>
                    <a:pt x="323073" y="227478"/>
                  </a:lnTo>
                  <a:lnTo>
                    <a:pt x="324912" y="222490"/>
                  </a:lnTo>
                  <a:lnTo>
                    <a:pt x="326591" y="217446"/>
                  </a:lnTo>
                  <a:lnTo>
                    <a:pt x="328109" y="212351"/>
                  </a:lnTo>
                  <a:lnTo>
                    <a:pt x="329465" y="207211"/>
                  </a:lnTo>
                  <a:lnTo>
                    <a:pt x="330656" y="202030"/>
                  </a:lnTo>
                  <a:lnTo>
                    <a:pt x="331682" y="196814"/>
                  </a:lnTo>
                  <a:lnTo>
                    <a:pt x="332541" y="191568"/>
                  </a:lnTo>
                  <a:lnTo>
                    <a:pt x="333233" y="186298"/>
                  </a:lnTo>
                  <a:lnTo>
                    <a:pt x="333758" y="181008"/>
                  </a:lnTo>
                  <a:lnTo>
                    <a:pt x="334114" y="175703"/>
                  </a:lnTo>
                  <a:lnTo>
                    <a:pt x="334301" y="170391"/>
                  </a:lnTo>
                  <a:lnTo>
                    <a:pt x="334319" y="165075"/>
                  </a:lnTo>
                  <a:lnTo>
                    <a:pt x="334167" y="159761"/>
                  </a:lnTo>
                  <a:lnTo>
                    <a:pt x="333848" y="154455"/>
                  </a:lnTo>
                  <a:lnTo>
                    <a:pt x="333359" y="149161"/>
                  </a:lnTo>
                  <a:lnTo>
                    <a:pt x="332703" y="143886"/>
                  </a:lnTo>
                  <a:lnTo>
                    <a:pt x="331879" y="138634"/>
                  </a:lnTo>
                  <a:lnTo>
                    <a:pt x="330888" y="133411"/>
                  </a:lnTo>
                  <a:lnTo>
                    <a:pt x="329732" y="128223"/>
                  </a:lnTo>
                  <a:lnTo>
                    <a:pt x="328411" y="123073"/>
                  </a:lnTo>
                  <a:lnTo>
                    <a:pt x="326928" y="117968"/>
                  </a:lnTo>
                  <a:lnTo>
                    <a:pt x="325283" y="112913"/>
                  </a:lnTo>
                  <a:lnTo>
                    <a:pt x="323478" y="107913"/>
                  </a:lnTo>
                  <a:lnTo>
                    <a:pt x="321515" y="102973"/>
                  </a:lnTo>
                  <a:lnTo>
                    <a:pt x="319396" y="98098"/>
                  </a:lnTo>
                  <a:lnTo>
                    <a:pt x="317122" y="93292"/>
                  </a:lnTo>
                  <a:lnTo>
                    <a:pt x="314698" y="88561"/>
                  </a:lnTo>
                  <a:lnTo>
                    <a:pt x="312124" y="83910"/>
                  </a:lnTo>
                  <a:lnTo>
                    <a:pt x="309403" y="79343"/>
                  </a:lnTo>
                  <a:lnTo>
                    <a:pt x="306539" y="74865"/>
                  </a:lnTo>
                  <a:lnTo>
                    <a:pt x="303533" y="70480"/>
                  </a:lnTo>
                  <a:lnTo>
                    <a:pt x="300390" y="66193"/>
                  </a:lnTo>
                  <a:lnTo>
                    <a:pt x="297112" y="62008"/>
                  </a:lnTo>
                  <a:lnTo>
                    <a:pt x="293703" y="57929"/>
                  </a:lnTo>
                  <a:lnTo>
                    <a:pt x="290166" y="53961"/>
                  </a:lnTo>
                  <a:lnTo>
                    <a:pt x="286504" y="50107"/>
                  </a:lnTo>
                  <a:lnTo>
                    <a:pt x="282721" y="46372"/>
                  </a:lnTo>
                  <a:lnTo>
                    <a:pt x="278822" y="42758"/>
                  </a:lnTo>
                  <a:lnTo>
                    <a:pt x="274810" y="39271"/>
                  </a:lnTo>
                  <a:lnTo>
                    <a:pt x="270689" y="35913"/>
                  </a:lnTo>
                  <a:lnTo>
                    <a:pt x="266463" y="32688"/>
                  </a:lnTo>
                  <a:lnTo>
                    <a:pt x="262137" y="29598"/>
                  </a:lnTo>
                  <a:lnTo>
                    <a:pt x="257715" y="26648"/>
                  </a:lnTo>
                  <a:lnTo>
                    <a:pt x="253201" y="23840"/>
                  </a:lnTo>
                  <a:lnTo>
                    <a:pt x="248600" y="21177"/>
                  </a:lnTo>
                  <a:lnTo>
                    <a:pt x="243917" y="18661"/>
                  </a:lnTo>
                  <a:lnTo>
                    <a:pt x="239156" y="16296"/>
                  </a:lnTo>
                  <a:lnTo>
                    <a:pt x="234323" y="14083"/>
                  </a:lnTo>
                  <a:lnTo>
                    <a:pt x="229421" y="12025"/>
                  </a:lnTo>
                  <a:lnTo>
                    <a:pt x="224457" y="10124"/>
                  </a:lnTo>
                  <a:lnTo>
                    <a:pt x="219435" y="8382"/>
                  </a:lnTo>
                  <a:lnTo>
                    <a:pt x="214359" y="6800"/>
                  </a:lnTo>
                  <a:lnTo>
                    <a:pt x="209236" y="5380"/>
                  </a:lnTo>
                  <a:lnTo>
                    <a:pt x="204071" y="4124"/>
                  </a:lnTo>
                  <a:lnTo>
                    <a:pt x="198868" y="3033"/>
                  </a:lnTo>
                  <a:lnTo>
                    <a:pt x="193633" y="2108"/>
                  </a:lnTo>
                  <a:lnTo>
                    <a:pt x="188372" y="1350"/>
                  </a:lnTo>
                  <a:lnTo>
                    <a:pt x="183089" y="760"/>
                  </a:lnTo>
                  <a:lnTo>
                    <a:pt x="177789" y="338"/>
                  </a:lnTo>
                  <a:lnTo>
                    <a:pt x="172479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3699" y="5399291"/>
              <a:ext cx="2516" cy="167167"/>
            </a:xfrm>
            <a:custGeom>
              <a:avLst/>
              <a:pathLst>
                <a:path w="2516" h="167167">
                  <a:moveTo>
                    <a:pt x="2516" y="0"/>
                  </a:moveTo>
                  <a:lnTo>
                    <a:pt x="0" y="18"/>
                  </a:lnTo>
                  <a:lnTo>
                    <a:pt x="251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3699" y="5399310"/>
              <a:ext cx="2516" cy="167148"/>
            </a:xfrm>
            <a:custGeom>
              <a:avLst/>
              <a:pathLst>
                <a:path w="2516" h="167148">
                  <a:moveTo>
                    <a:pt x="0" y="0"/>
                  </a:moveTo>
                  <a:lnTo>
                    <a:pt x="251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3699" y="5399310"/>
              <a:ext cx="2516" cy="167148"/>
            </a:xfrm>
            <a:custGeom>
              <a:avLst/>
              <a:pathLst>
                <a:path w="2516" h="167148">
                  <a:moveTo>
                    <a:pt x="0" y="0"/>
                  </a:moveTo>
                  <a:lnTo>
                    <a:pt x="251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3699" y="5399310"/>
              <a:ext cx="2516" cy="167148"/>
            </a:xfrm>
            <a:custGeom>
              <a:avLst/>
              <a:pathLst>
                <a:path w="2516" h="167148">
                  <a:moveTo>
                    <a:pt x="0" y="0"/>
                  </a:moveTo>
                  <a:lnTo>
                    <a:pt x="251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3699" y="5399310"/>
              <a:ext cx="2516" cy="167148"/>
            </a:xfrm>
            <a:custGeom>
              <a:avLst/>
              <a:pathLst>
                <a:path w="2516" h="167148">
                  <a:moveTo>
                    <a:pt x="0" y="0"/>
                  </a:moveTo>
                  <a:lnTo>
                    <a:pt x="251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3699" y="5399310"/>
              <a:ext cx="2516" cy="167148"/>
            </a:xfrm>
            <a:custGeom>
              <a:avLst/>
              <a:pathLst>
                <a:path w="2516" h="167148">
                  <a:moveTo>
                    <a:pt x="0" y="0"/>
                  </a:moveTo>
                  <a:lnTo>
                    <a:pt x="2516" y="1671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3699" y="5399310"/>
              <a:ext cx="2516" cy="167148"/>
            </a:xfrm>
            <a:custGeom>
              <a:avLst/>
              <a:pathLst>
                <a:path w="2516" h="167148">
                  <a:moveTo>
                    <a:pt x="0" y="0"/>
                  </a:moveTo>
                  <a:lnTo>
                    <a:pt x="2516" y="1671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50" y="5399310"/>
              <a:ext cx="334314" cy="334313"/>
            </a:xfrm>
            <a:custGeom>
              <a:avLst/>
              <a:pathLst>
                <a:path w="334314" h="334313">
                  <a:moveTo>
                    <a:pt x="164648" y="0"/>
                  </a:moveTo>
                  <a:lnTo>
                    <a:pt x="159362" y="163"/>
                  </a:lnTo>
                  <a:lnTo>
                    <a:pt x="154083" y="493"/>
                  </a:lnTo>
                  <a:lnTo>
                    <a:pt x="148818" y="990"/>
                  </a:lnTo>
                  <a:lnTo>
                    <a:pt x="143571" y="1654"/>
                  </a:lnTo>
                  <a:lnTo>
                    <a:pt x="138347" y="2483"/>
                  </a:lnTo>
                  <a:lnTo>
                    <a:pt x="133153" y="3477"/>
                  </a:lnTo>
                  <a:lnTo>
                    <a:pt x="127992" y="4635"/>
                  </a:lnTo>
                  <a:lnTo>
                    <a:pt x="122871" y="5955"/>
                  </a:lnTo>
                  <a:lnTo>
                    <a:pt x="117794" y="7437"/>
                  </a:lnTo>
                  <a:lnTo>
                    <a:pt x="112767" y="9079"/>
                  </a:lnTo>
                  <a:lnTo>
                    <a:pt x="107794" y="10879"/>
                  </a:lnTo>
                  <a:lnTo>
                    <a:pt x="102880" y="12835"/>
                  </a:lnTo>
                  <a:lnTo>
                    <a:pt x="98031" y="14946"/>
                  </a:lnTo>
                  <a:lnTo>
                    <a:pt x="93251" y="17209"/>
                  </a:lnTo>
                  <a:lnTo>
                    <a:pt x="88545" y="19622"/>
                  </a:lnTo>
                  <a:lnTo>
                    <a:pt x="83917" y="22183"/>
                  </a:lnTo>
                  <a:lnTo>
                    <a:pt x="79373" y="24889"/>
                  </a:lnTo>
                  <a:lnTo>
                    <a:pt x="74917" y="27737"/>
                  </a:lnTo>
                  <a:lnTo>
                    <a:pt x="70553" y="30725"/>
                  </a:lnTo>
                  <a:lnTo>
                    <a:pt x="66286" y="33850"/>
                  </a:lnTo>
                  <a:lnTo>
                    <a:pt x="62120" y="37108"/>
                  </a:lnTo>
                  <a:lnTo>
                    <a:pt x="58059" y="40496"/>
                  </a:lnTo>
                  <a:lnTo>
                    <a:pt x="54107" y="44010"/>
                  </a:lnTo>
                  <a:lnTo>
                    <a:pt x="50268" y="47648"/>
                  </a:lnTo>
                  <a:lnTo>
                    <a:pt x="46546" y="51406"/>
                  </a:lnTo>
                  <a:lnTo>
                    <a:pt x="42945" y="55280"/>
                  </a:lnTo>
                  <a:lnTo>
                    <a:pt x="39469" y="59265"/>
                  </a:lnTo>
                  <a:lnTo>
                    <a:pt x="36120" y="63358"/>
                  </a:lnTo>
                  <a:lnTo>
                    <a:pt x="32902" y="67556"/>
                  </a:lnTo>
                  <a:lnTo>
                    <a:pt x="29819" y="71853"/>
                  </a:lnTo>
                  <a:lnTo>
                    <a:pt x="26873" y="76245"/>
                  </a:lnTo>
                  <a:lnTo>
                    <a:pt x="24068" y="80729"/>
                  </a:lnTo>
                  <a:lnTo>
                    <a:pt x="21406" y="85299"/>
                  </a:lnTo>
                  <a:lnTo>
                    <a:pt x="18889" y="89950"/>
                  </a:lnTo>
                  <a:lnTo>
                    <a:pt x="16522" y="94680"/>
                  </a:lnTo>
                  <a:lnTo>
                    <a:pt x="14305" y="99481"/>
                  </a:lnTo>
                  <a:lnTo>
                    <a:pt x="12241" y="104351"/>
                  </a:lnTo>
                  <a:lnTo>
                    <a:pt x="10332" y="109283"/>
                  </a:lnTo>
                  <a:lnTo>
                    <a:pt x="8580" y="114273"/>
                  </a:lnTo>
                  <a:lnTo>
                    <a:pt x="6986" y="119316"/>
                  </a:lnTo>
                  <a:lnTo>
                    <a:pt x="5553" y="124407"/>
                  </a:lnTo>
                  <a:lnTo>
                    <a:pt x="4282" y="129541"/>
                  </a:lnTo>
                  <a:lnTo>
                    <a:pt x="3174" y="134712"/>
                  </a:lnTo>
                  <a:lnTo>
                    <a:pt x="2230" y="139916"/>
                  </a:lnTo>
                  <a:lnTo>
                    <a:pt x="1451" y="145147"/>
                  </a:lnTo>
                  <a:lnTo>
                    <a:pt x="838" y="150400"/>
                  </a:lnTo>
                  <a:lnTo>
                    <a:pt x="392" y="155670"/>
                  </a:lnTo>
                  <a:lnTo>
                    <a:pt x="112" y="160951"/>
                  </a:lnTo>
                  <a:lnTo>
                    <a:pt x="0" y="166239"/>
                  </a:lnTo>
                  <a:lnTo>
                    <a:pt x="54" y="171527"/>
                  </a:lnTo>
                  <a:lnTo>
                    <a:pt x="277" y="176811"/>
                  </a:lnTo>
                  <a:lnTo>
                    <a:pt x="666" y="182086"/>
                  </a:lnTo>
                  <a:lnTo>
                    <a:pt x="1222" y="187345"/>
                  </a:lnTo>
                  <a:lnTo>
                    <a:pt x="1944" y="192584"/>
                  </a:lnTo>
                  <a:lnTo>
                    <a:pt x="2831" y="197798"/>
                  </a:lnTo>
                  <a:lnTo>
                    <a:pt x="3883" y="202981"/>
                  </a:lnTo>
                  <a:lnTo>
                    <a:pt x="5098" y="208129"/>
                  </a:lnTo>
                  <a:lnTo>
                    <a:pt x="6475" y="213235"/>
                  </a:lnTo>
                  <a:lnTo>
                    <a:pt x="8014" y="218295"/>
                  </a:lnTo>
                  <a:lnTo>
                    <a:pt x="9711" y="223304"/>
                  </a:lnTo>
                  <a:lnTo>
                    <a:pt x="11567" y="228257"/>
                  </a:lnTo>
                  <a:lnTo>
                    <a:pt x="13578" y="233148"/>
                  </a:lnTo>
                  <a:lnTo>
                    <a:pt x="15742" y="237974"/>
                  </a:lnTo>
                  <a:lnTo>
                    <a:pt x="18058" y="242728"/>
                  </a:lnTo>
                  <a:lnTo>
                    <a:pt x="20524" y="247407"/>
                  </a:lnTo>
                  <a:lnTo>
                    <a:pt x="23136" y="252006"/>
                  </a:lnTo>
                  <a:lnTo>
                    <a:pt x="25893" y="256519"/>
                  </a:lnTo>
                  <a:lnTo>
                    <a:pt x="28790" y="260943"/>
                  </a:lnTo>
                  <a:lnTo>
                    <a:pt x="31827" y="265274"/>
                  </a:lnTo>
                  <a:lnTo>
                    <a:pt x="34999" y="269506"/>
                  </a:lnTo>
                  <a:lnTo>
                    <a:pt x="38303" y="273636"/>
                  </a:lnTo>
                  <a:lnTo>
                    <a:pt x="41736" y="277659"/>
                  </a:lnTo>
                  <a:lnTo>
                    <a:pt x="45294" y="281571"/>
                  </a:lnTo>
                  <a:lnTo>
                    <a:pt x="48975" y="285369"/>
                  </a:lnTo>
                  <a:lnTo>
                    <a:pt x="52774" y="289049"/>
                  </a:lnTo>
                  <a:lnTo>
                    <a:pt x="56687" y="292606"/>
                  </a:lnTo>
                  <a:lnTo>
                    <a:pt x="60711" y="296038"/>
                  </a:lnTo>
                  <a:lnTo>
                    <a:pt x="64842" y="299341"/>
                  </a:lnTo>
                  <a:lnTo>
                    <a:pt x="69075" y="302512"/>
                  </a:lnTo>
                  <a:lnTo>
                    <a:pt x="73406" y="305547"/>
                  </a:lnTo>
                  <a:lnTo>
                    <a:pt x="77831" y="308444"/>
                  </a:lnTo>
                  <a:lnTo>
                    <a:pt x="82345" y="311199"/>
                  </a:lnTo>
                  <a:lnTo>
                    <a:pt x="86945" y="313810"/>
                  </a:lnTo>
                  <a:lnTo>
                    <a:pt x="91624" y="316274"/>
                  </a:lnTo>
                  <a:lnTo>
                    <a:pt x="96379" y="318589"/>
                  </a:lnTo>
                  <a:lnTo>
                    <a:pt x="101205" y="320753"/>
                  </a:lnTo>
                  <a:lnTo>
                    <a:pt x="106097" y="322762"/>
                  </a:lnTo>
                  <a:lnTo>
                    <a:pt x="111051" y="324616"/>
                  </a:lnTo>
                  <a:lnTo>
                    <a:pt x="116060" y="326312"/>
                  </a:lnTo>
                  <a:lnTo>
                    <a:pt x="121120" y="327849"/>
                  </a:lnTo>
                  <a:lnTo>
                    <a:pt x="126227" y="329225"/>
                  </a:lnTo>
                  <a:lnTo>
                    <a:pt x="131375" y="330439"/>
                  </a:lnTo>
                  <a:lnTo>
                    <a:pt x="136558" y="331490"/>
                  </a:lnTo>
                  <a:lnTo>
                    <a:pt x="141772" y="332376"/>
                  </a:lnTo>
                  <a:lnTo>
                    <a:pt x="147011" y="333096"/>
                  </a:lnTo>
                  <a:lnTo>
                    <a:pt x="152271" y="333651"/>
                  </a:lnTo>
                  <a:lnTo>
                    <a:pt x="157546" y="334038"/>
                  </a:lnTo>
                  <a:lnTo>
                    <a:pt x="162830" y="334259"/>
                  </a:lnTo>
                  <a:lnTo>
                    <a:pt x="168118" y="334313"/>
                  </a:lnTo>
                  <a:lnTo>
                    <a:pt x="173406" y="334199"/>
                  </a:lnTo>
                  <a:lnTo>
                    <a:pt x="178687" y="333918"/>
                  </a:lnTo>
                  <a:lnTo>
                    <a:pt x="183957" y="333470"/>
                  </a:lnTo>
                  <a:lnTo>
                    <a:pt x="189210" y="332855"/>
                  </a:lnTo>
                  <a:lnTo>
                    <a:pt x="194441" y="332075"/>
                  </a:lnTo>
                  <a:lnTo>
                    <a:pt x="199644" y="331130"/>
                  </a:lnTo>
                  <a:lnTo>
                    <a:pt x="204815" y="330020"/>
                  </a:lnTo>
                  <a:lnTo>
                    <a:pt x="209949" y="328748"/>
                  </a:lnTo>
                  <a:lnTo>
                    <a:pt x="215039" y="327313"/>
                  </a:lnTo>
                  <a:lnTo>
                    <a:pt x="220082" y="325719"/>
                  </a:lnTo>
                  <a:lnTo>
                    <a:pt x="225072" y="323965"/>
                  </a:lnTo>
                  <a:lnTo>
                    <a:pt x="230003" y="322055"/>
                  </a:lnTo>
                  <a:lnTo>
                    <a:pt x="234872" y="319990"/>
                  </a:lnTo>
                  <a:lnTo>
                    <a:pt x="239673" y="317772"/>
                  </a:lnTo>
                  <a:lnTo>
                    <a:pt x="244402" y="315402"/>
                  </a:lnTo>
                  <a:lnTo>
                    <a:pt x="249053" y="312885"/>
                  </a:lnTo>
                  <a:lnTo>
                    <a:pt x="253622" y="310222"/>
                  </a:lnTo>
                  <a:lnTo>
                    <a:pt x="258105" y="307415"/>
                  </a:lnTo>
                  <a:lnTo>
                    <a:pt x="262496" y="304468"/>
                  </a:lnTo>
                  <a:lnTo>
                    <a:pt x="266792" y="301384"/>
                  </a:lnTo>
                  <a:lnTo>
                    <a:pt x="270989" y="298165"/>
                  </a:lnTo>
                  <a:lnTo>
                    <a:pt x="275081" y="294815"/>
                  </a:lnTo>
                  <a:lnTo>
                    <a:pt x="279066" y="291337"/>
                  </a:lnTo>
                  <a:lnTo>
                    <a:pt x="282939" y="287735"/>
                  </a:lnTo>
                  <a:lnTo>
                    <a:pt x="286695" y="284013"/>
                  </a:lnTo>
                  <a:lnTo>
                    <a:pt x="290332" y="280173"/>
                  </a:lnTo>
                  <a:lnTo>
                    <a:pt x="293846" y="276220"/>
                  </a:lnTo>
                  <a:lnTo>
                    <a:pt x="297233" y="272158"/>
                  </a:lnTo>
                  <a:lnTo>
                    <a:pt x="300490" y="267991"/>
                  </a:lnTo>
                  <a:lnTo>
                    <a:pt x="303613" y="263723"/>
                  </a:lnTo>
                  <a:lnTo>
                    <a:pt x="306600" y="259358"/>
                  </a:lnTo>
                  <a:lnTo>
                    <a:pt x="309447" y="254901"/>
                  </a:lnTo>
                  <a:lnTo>
                    <a:pt x="312152" y="250357"/>
                  </a:lnTo>
                  <a:lnTo>
                    <a:pt x="314711" y="245729"/>
                  </a:lnTo>
                  <a:lnTo>
                    <a:pt x="317123" y="241022"/>
                  </a:lnTo>
                  <a:lnTo>
                    <a:pt x="319385" y="236241"/>
                  </a:lnTo>
                  <a:lnTo>
                    <a:pt x="321494" y="231391"/>
                  </a:lnTo>
                  <a:lnTo>
                    <a:pt x="323449" y="226477"/>
                  </a:lnTo>
                  <a:lnTo>
                    <a:pt x="325248" y="221504"/>
                  </a:lnTo>
                  <a:lnTo>
                    <a:pt x="326888" y="216476"/>
                  </a:lnTo>
                  <a:lnTo>
                    <a:pt x="328369" y="211398"/>
                  </a:lnTo>
                  <a:lnTo>
                    <a:pt x="329688" y="206277"/>
                  </a:lnTo>
                  <a:lnTo>
                    <a:pt x="330844" y="201116"/>
                  </a:lnTo>
                  <a:lnTo>
                    <a:pt x="331837" y="195921"/>
                  </a:lnTo>
                  <a:lnTo>
                    <a:pt x="332665" y="190698"/>
                  </a:lnTo>
                  <a:lnTo>
                    <a:pt x="333327" y="185450"/>
                  </a:lnTo>
                  <a:lnTo>
                    <a:pt x="333823" y="180185"/>
                  </a:lnTo>
                  <a:lnTo>
                    <a:pt x="334152" y="174906"/>
                  </a:lnTo>
                  <a:lnTo>
                    <a:pt x="334314" y="169620"/>
                  </a:lnTo>
                  <a:lnTo>
                    <a:pt x="334308" y="164331"/>
                  </a:lnTo>
                  <a:lnTo>
                    <a:pt x="334135" y="159045"/>
                  </a:lnTo>
                  <a:lnTo>
                    <a:pt x="333796" y="153768"/>
                  </a:lnTo>
                  <a:lnTo>
                    <a:pt x="333289" y="148503"/>
                  </a:lnTo>
                  <a:lnTo>
                    <a:pt x="332616" y="143257"/>
                  </a:lnTo>
                  <a:lnTo>
                    <a:pt x="331777" y="138036"/>
                  </a:lnTo>
                  <a:lnTo>
                    <a:pt x="330774" y="132843"/>
                  </a:lnTo>
                  <a:lnTo>
                    <a:pt x="329607" y="127684"/>
                  </a:lnTo>
                  <a:lnTo>
                    <a:pt x="328277" y="122566"/>
                  </a:lnTo>
                  <a:lnTo>
                    <a:pt x="326786" y="117491"/>
                  </a:lnTo>
                  <a:lnTo>
                    <a:pt x="325136" y="112467"/>
                  </a:lnTo>
                  <a:lnTo>
                    <a:pt x="323327" y="107497"/>
                  </a:lnTo>
                  <a:lnTo>
                    <a:pt x="321362" y="102587"/>
                  </a:lnTo>
                  <a:lnTo>
                    <a:pt x="319242" y="97741"/>
                  </a:lnTo>
                  <a:lnTo>
                    <a:pt x="316971" y="92965"/>
                  </a:lnTo>
                  <a:lnTo>
                    <a:pt x="314549" y="88264"/>
                  </a:lnTo>
                  <a:lnTo>
                    <a:pt x="311980" y="83641"/>
                  </a:lnTo>
                  <a:lnTo>
                    <a:pt x="309266" y="79101"/>
                  </a:lnTo>
                  <a:lnTo>
                    <a:pt x="306409" y="74650"/>
                  </a:lnTo>
                  <a:lnTo>
                    <a:pt x="303414" y="70292"/>
                  </a:lnTo>
                  <a:lnTo>
                    <a:pt x="300282" y="66030"/>
                  </a:lnTo>
                  <a:lnTo>
                    <a:pt x="297016" y="61870"/>
                  </a:lnTo>
                  <a:lnTo>
                    <a:pt x="293621" y="57815"/>
                  </a:lnTo>
                  <a:lnTo>
                    <a:pt x="290099" y="53869"/>
                  </a:lnTo>
                  <a:lnTo>
                    <a:pt x="286454" y="50037"/>
                  </a:lnTo>
                  <a:lnTo>
                    <a:pt x="282690" y="46322"/>
                  </a:lnTo>
                  <a:lnTo>
                    <a:pt x="278810" y="42728"/>
                  </a:lnTo>
                  <a:lnTo>
                    <a:pt x="274818" y="39259"/>
                  </a:lnTo>
                  <a:lnTo>
                    <a:pt x="270719" y="35917"/>
                  </a:lnTo>
                  <a:lnTo>
                    <a:pt x="266516" y="32707"/>
                  </a:lnTo>
                  <a:lnTo>
                    <a:pt x="262213" y="29632"/>
                  </a:lnTo>
                  <a:lnTo>
                    <a:pt x="257815" y="26694"/>
                  </a:lnTo>
                  <a:lnTo>
                    <a:pt x="253327" y="23897"/>
                  </a:lnTo>
                  <a:lnTo>
                    <a:pt x="248752" y="21243"/>
                  </a:lnTo>
                  <a:lnTo>
                    <a:pt x="244096" y="18735"/>
                  </a:lnTo>
                  <a:lnTo>
                    <a:pt x="239363" y="16375"/>
                  </a:lnTo>
                  <a:lnTo>
                    <a:pt x="234557" y="14167"/>
                  </a:lnTo>
                  <a:lnTo>
                    <a:pt x="229684" y="12112"/>
                  </a:lnTo>
                  <a:lnTo>
                    <a:pt x="224748" y="10212"/>
                  </a:lnTo>
                  <a:lnTo>
                    <a:pt x="219755" y="8468"/>
                  </a:lnTo>
                  <a:lnTo>
                    <a:pt x="214709" y="6884"/>
                  </a:lnTo>
                  <a:lnTo>
                    <a:pt x="209616" y="5460"/>
                  </a:lnTo>
                  <a:lnTo>
                    <a:pt x="204480" y="4199"/>
                  </a:lnTo>
                  <a:lnTo>
                    <a:pt x="167164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37315" cy="167167"/>
            </a:xfrm>
            <a:custGeom>
              <a:avLst/>
              <a:pathLst>
                <a:path w="37315" h="167167">
                  <a:moveTo>
                    <a:pt x="37315" y="4217"/>
                  </a:moveTo>
                  <a:lnTo>
                    <a:pt x="31176" y="2932"/>
                  </a:lnTo>
                  <a:lnTo>
                    <a:pt x="24994" y="1879"/>
                  </a:lnTo>
                  <a:lnTo>
                    <a:pt x="18776" y="1057"/>
                  </a:lnTo>
                  <a:lnTo>
                    <a:pt x="12532" y="470"/>
                  </a:lnTo>
                  <a:lnTo>
                    <a:pt x="6270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9660" y="5399291"/>
              <a:ext cx="43883" cy="167167"/>
            </a:xfrm>
            <a:custGeom>
              <a:avLst/>
              <a:pathLst>
                <a:path w="43883" h="167167">
                  <a:moveTo>
                    <a:pt x="43883" y="0"/>
                  </a:moveTo>
                  <a:lnTo>
                    <a:pt x="37541" y="120"/>
                  </a:lnTo>
                  <a:lnTo>
                    <a:pt x="31208" y="481"/>
                  </a:lnTo>
                  <a:lnTo>
                    <a:pt x="24894" y="1082"/>
                  </a:lnTo>
                  <a:lnTo>
                    <a:pt x="18607" y="1921"/>
                  </a:lnTo>
                  <a:lnTo>
                    <a:pt x="12356" y="2999"/>
                  </a:lnTo>
                  <a:lnTo>
                    <a:pt x="6151" y="4314"/>
                  </a:lnTo>
                  <a:lnTo>
                    <a:pt x="0" y="5862"/>
                  </a:lnTo>
                  <a:lnTo>
                    <a:pt x="438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9660" y="5405154"/>
              <a:ext cx="43883" cy="161304"/>
            </a:xfrm>
            <a:custGeom>
              <a:avLst/>
              <a:pathLst>
                <a:path w="43883" h="161304">
                  <a:moveTo>
                    <a:pt x="0" y="0"/>
                  </a:moveTo>
                  <a:lnTo>
                    <a:pt x="43883" y="161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9660" y="5405154"/>
              <a:ext cx="43883" cy="161304"/>
            </a:xfrm>
            <a:custGeom>
              <a:avLst/>
              <a:pathLst>
                <a:path w="43883" h="161304">
                  <a:moveTo>
                    <a:pt x="0" y="0"/>
                  </a:moveTo>
                  <a:lnTo>
                    <a:pt x="43883" y="161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9660" y="5405154"/>
              <a:ext cx="43883" cy="161304"/>
            </a:xfrm>
            <a:custGeom>
              <a:avLst/>
              <a:pathLst>
                <a:path w="43883" h="161304">
                  <a:moveTo>
                    <a:pt x="0" y="0"/>
                  </a:moveTo>
                  <a:lnTo>
                    <a:pt x="43883" y="161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9660" y="5405154"/>
              <a:ext cx="43883" cy="161304"/>
            </a:xfrm>
            <a:custGeom>
              <a:avLst/>
              <a:pathLst>
                <a:path w="43883" h="161304">
                  <a:moveTo>
                    <a:pt x="0" y="0"/>
                  </a:moveTo>
                  <a:lnTo>
                    <a:pt x="43883" y="1613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9660" y="5405154"/>
              <a:ext cx="43883" cy="161304"/>
            </a:xfrm>
            <a:custGeom>
              <a:avLst/>
              <a:pathLst>
                <a:path w="43883" h="161304">
                  <a:moveTo>
                    <a:pt x="0" y="0"/>
                  </a:moveTo>
                  <a:lnTo>
                    <a:pt x="43883" y="1613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83" y="5405154"/>
              <a:ext cx="167160" cy="273498"/>
            </a:xfrm>
            <a:custGeom>
              <a:avLst/>
              <a:pathLst>
                <a:path w="167160" h="273498">
                  <a:moveTo>
                    <a:pt x="123276" y="0"/>
                  </a:moveTo>
                  <a:lnTo>
                    <a:pt x="118075" y="1506"/>
                  </a:lnTo>
                  <a:lnTo>
                    <a:pt x="112925" y="3179"/>
                  </a:lnTo>
                  <a:lnTo>
                    <a:pt x="107831" y="5019"/>
                  </a:lnTo>
                  <a:lnTo>
                    <a:pt x="102801" y="7022"/>
                  </a:lnTo>
                  <a:lnTo>
                    <a:pt x="97837" y="9188"/>
                  </a:lnTo>
                  <a:lnTo>
                    <a:pt x="92946" y="11513"/>
                  </a:lnTo>
                  <a:lnTo>
                    <a:pt x="88134" y="13996"/>
                  </a:lnTo>
                  <a:lnTo>
                    <a:pt x="83404" y="16632"/>
                  </a:lnTo>
                  <a:lnTo>
                    <a:pt x="78762" y="19421"/>
                  </a:lnTo>
                  <a:lnTo>
                    <a:pt x="74213" y="22359"/>
                  </a:lnTo>
                  <a:lnTo>
                    <a:pt x="69761" y="25442"/>
                  </a:lnTo>
                  <a:lnTo>
                    <a:pt x="65412" y="28668"/>
                  </a:lnTo>
                  <a:lnTo>
                    <a:pt x="61169" y="32034"/>
                  </a:lnTo>
                  <a:lnTo>
                    <a:pt x="57037" y="35534"/>
                  </a:lnTo>
                  <a:lnTo>
                    <a:pt x="53021" y="39167"/>
                  </a:lnTo>
                  <a:lnTo>
                    <a:pt x="49125" y="42928"/>
                  </a:lnTo>
                  <a:lnTo>
                    <a:pt x="45353" y="46814"/>
                  </a:lnTo>
                  <a:lnTo>
                    <a:pt x="41709" y="50819"/>
                  </a:lnTo>
                  <a:lnTo>
                    <a:pt x="38196" y="54940"/>
                  </a:lnTo>
                  <a:lnTo>
                    <a:pt x="34818" y="59173"/>
                  </a:lnTo>
                  <a:lnTo>
                    <a:pt x="31580" y="63513"/>
                  </a:lnTo>
                  <a:lnTo>
                    <a:pt x="28484" y="67956"/>
                  </a:lnTo>
                  <a:lnTo>
                    <a:pt x="25533" y="72497"/>
                  </a:lnTo>
                  <a:lnTo>
                    <a:pt x="22731" y="77131"/>
                  </a:lnTo>
                  <a:lnTo>
                    <a:pt x="20080" y="81853"/>
                  </a:lnTo>
                  <a:lnTo>
                    <a:pt x="17584" y="86658"/>
                  </a:lnTo>
                  <a:lnTo>
                    <a:pt x="15244" y="91542"/>
                  </a:lnTo>
                  <a:lnTo>
                    <a:pt x="13065" y="96499"/>
                  </a:lnTo>
                  <a:lnTo>
                    <a:pt x="11046" y="101525"/>
                  </a:lnTo>
                  <a:lnTo>
                    <a:pt x="9192" y="106612"/>
                  </a:lnTo>
                  <a:lnTo>
                    <a:pt x="7503" y="111758"/>
                  </a:lnTo>
                  <a:lnTo>
                    <a:pt x="5982" y="116955"/>
                  </a:lnTo>
                  <a:lnTo>
                    <a:pt x="4631" y="122199"/>
                  </a:lnTo>
                  <a:lnTo>
                    <a:pt x="3449" y="127484"/>
                  </a:lnTo>
                  <a:lnTo>
                    <a:pt x="2440" y="132804"/>
                  </a:lnTo>
                  <a:lnTo>
                    <a:pt x="1603" y="138154"/>
                  </a:lnTo>
                  <a:lnTo>
                    <a:pt x="940" y="143529"/>
                  </a:lnTo>
                  <a:lnTo>
                    <a:pt x="451" y="148922"/>
                  </a:lnTo>
                  <a:lnTo>
                    <a:pt x="138" y="154328"/>
                  </a:lnTo>
                  <a:lnTo>
                    <a:pt x="0" y="159741"/>
                  </a:lnTo>
                  <a:lnTo>
                    <a:pt x="37" y="165157"/>
                  </a:lnTo>
                  <a:lnTo>
                    <a:pt x="249" y="170568"/>
                  </a:lnTo>
                  <a:lnTo>
                    <a:pt x="637" y="175969"/>
                  </a:lnTo>
                  <a:lnTo>
                    <a:pt x="1199" y="181355"/>
                  </a:lnTo>
                  <a:lnTo>
                    <a:pt x="1936" y="186720"/>
                  </a:lnTo>
                  <a:lnTo>
                    <a:pt x="2845" y="192058"/>
                  </a:lnTo>
                  <a:lnTo>
                    <a:pt x="3928" y="197364"/>
                  </a:lnTo>
                  <a:lnTo>
                    <a:pt x="5181" y="202632"/>
                  </a:lnTo>
                  <a:lnTo>
                    <a:pt x="6605" y="207857"/>
                  </a:lnTo>
                  <a:lnTo>
                    <a:pt x="8197" y="213033"/>
                  </a:lnTo>
                  <a:lnTo>
                    <a:pt x="9956" y="218155"/>
                  </a:lnTo>
                  <a:lnTo>
                    <a:pt x="11880" y="223217"/>
                  </a:lnTo>
                  <a:lnTo>
                    <a:pt x="13967" y="228214"/>
                  </a:lnTo>
                  <a:lnTo>
                    <a:pt x="16214" y="233141"/>
                  </a:lnTo>
                  <a:lnTo>
                    <a:pt x="18620" y="237992"/>
                  </a:lnTo>
                  <a:lnTo>
                    <a:pt x="21182" y="242763"/>
                  </a:lnTo>
                  <a:lnTo>
                    <a:pt x="23897" y="247448"/>
                  </a:lnTo>
                  <a:lnTo>
                    <a:pt x="26763" y="252043"/>
                  </a:lnTo>
                  <a:lnTo>
                    <a:pt x="29775" y="256543"/>
                  </a:lnTo>
                  <a:lnTo>
                    <a:pt x="32932" y="260943"/>
                  </a:lnTo>
                  <a:lnTo>
                    <a:pt x="36230" y="265239"/>
                  </a:lnTo>
                  <a:lnTo>
                    <a:pt x="39665" y="269425"/>
                  </a:lnTo>
                  <a:lnTo>
                    <a:pt x="43234" y="273498"/>
                  </a:lnTo>
                  <a:lnTo>
                    <a:pt x="167160" y="161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899618" y="5399291"/>
              <a:ext cx="291081" cy="334329"/>
            </a:xfrm>
            <a:custGeom>
              <a:avLst/>
              <a:pathLst>
                <a:path w="291081" h="334329">
                  <a:moveTo>
                    <a:pt x="0" y="279360"/>
                  </a:moveTo>
                  <a:lnTo>
                    <a:pt x="3631" y="283245"/>
                  </a:lnTo>
                  <a:lnTo>
                    <a:pt x="7384" y="287013"/>
                  </a:lnTo>
                  <a:lnTo>
                    <a:pt x="11255" y="290659"/>
                  </a:lnTo>
                  <a:lnTo>
                    <a:pt x="15240" y="294181"/>
                  </a:lnTo>
                  <a:lnTo>
                    <a:pt x="19335" y="297573"/>
                  </a:lnTo>
                  <a:lnTo>
                    <a:pt x="23536" y="300834"/>
                  </a:lnTo>
                  <a:lnTo>
                    <a:pt x="27838" y="303960"/>
                  </a:lnTo>
                  <a:lnTo>
                    <a:pt x="32238" y="306947"/>
                  </a:lnTo>
                  <a:lnTo>
                    <a:pt x="36730" y="309792"/>
                  </a:lnTo>
                  <a:lnTo>
                    <a:pt x="41311" y="312494"/>
                  </a:lnTo>
                  <a:lnTo>
                    <a:pt x="45975" y="315048"/>
                  </a:lnTo>
                  <a:lnTo>
                    <a:pt x="50719" y="317452"/>
                  </a:lnTo>
                  <a:lnTo>
                    <a:pt x="55536" y="319705"/>
                  </a:lnTo>
                  <a:lnTo>
                    <a:pt x="60422" y="321803"/>
                  </a:lnTo>
                  <a:lnTo>
                    <a:pt x="65373" y="323745"/>
                  </a:lnTo>
                  <a:lnTo>
                    <a:pt x="70383" y="325528"/>
                  </a:lnTo>
                  <a:lnTo>
                    <a:pt x="75447" y="327151"/>
                  </a:lnTo>
                  <a:lnTo>
                    <a:pt x="80561" y="328612"/>
                  </a:lnTo>
                  <a:lnTo>
                    <a:pt x="85718" y="329909"/>
                  </a:lnTo>
                  <a:lnTo>
                    <a:pt x="90914" y="331042"/>
                  </a:lnTo>
                  <a:lnTo>
                    <a:pt x="96143" y="332010"/>
                  </a:lnTo>
                  <a:lnTo>
                    <a:pt x="101400" y="332810"/>
                  </a:lnTo>
                  <a:lnTo>
                    <a:pt x="106680" y="333443"/>
                  </a:lnTo>
                  <a:lnTo>
                    <a:pt x="111978" y="333907"/>
                  </a:lnTo>
                  <a:lnTo>
                    <a:pt x="117287" y="334203"/>
                  </a:lnTo>
                  <a:lnTo>
                    <a:pt x="122604" y="334329"/>
                  </a:lnTo>
                  <a:lnTo>
                    <a:pt x="127922" y="334287"/>
                  </a:lnTo>
                  <a:lnTo>
                    <a:pt x="133235" y="334075"/>
                  </a:lnTo>
                  <a:lnTo>
                    <a:pt x="138539" y="333694"/>
                  </a:lnTo>
                  <a:lnTo>
                    <a:pt x="143829" y="333145"/>
                  </a:lnTo>
                  <a:lnTo>
                    <a:pt x="149098" y="332428"/>
                  </a:lnTo>
                  <a:lnTo>
                    <a:pt x="154342" y="331544"/>
                  </a:lnTo>
                  <a:lnTo>
                    <a:pt x="159555" y="330493"/>
                  </a:lnTo>
                  <a:lnTo>
                    <a:pt x="164732" y="329277"/>
                  </a:lnTo>
                  <a:lnTo>
                    <a:pt x="169868" y="327897"/>
                  </a:lnTo>
                  <a:lnTo>
                    <a:pt x="174957" y="326355"/>
                  </a:lnTo>
                  <a:lnTo>
                    <a:pt x="179995" y="324651"/>
                  </a:lnTo>
                  <a:lnTo>
                    <a:pt x="184976" y="322788"/>
                  </a:lnTo>
                  <a:lnTo>
                    <a:pt x="189895" y="320767"/>
                  </a:lnTo>
                  <a:lnTo>
                    <a:pt x="194747" y="318591"/>
                  </a:lnTo>
                  <a:lnTo>
                    <a:pt x="199528" y="316262"/>
                  </a:lnTo>
                  <a:lnTo>
                    <a:pt x="204232" y="313782"/>
                  </a:lnTo>
                  <a:lnTo>
                    <a:pt x="208854" y="311153"/>
                  </a:lnTo>
                  <a:lnTo>
                    <a:pt x="213391" y="308379"/>
                  </a:lnTo>
                  <a:lnTo>
                    <a:pt x="217838" y="305462"/>
                  </a:lnTo>
                  <a:lnTo>
                    <a:pt x="222189" y="302404"/>
                  </a:lnTo>
                  <a:lnTo>
                    <a:pt x="226441" y="299210"/>
                  </a:lnTo>
                  <a:lnTo>
                    <a:pt x="230589" y="295883"/>
                  </a:lnTo>
                  <a:lnTo>
                    <a:pt x="234629" y="292425"/>
                  </a:lnTo>
                  <a:lnTo>
                    <a:pt x="238557" y="288840"/>
                  </a:lnTo>
                  <a:lnTo>
                    <a:pt x="242370" y="285133"/>
                  </a:lnTo>
                  <a:lnTo>
                    <a:pt x="246062" y="281305"/>
                  </a:lnTo>
                  <a:lnTo>
                    <a:pt x="249631" y="277363"/>
                  </a:lnTo>
                  <a:lnTo>
                    <a:pt x="253072" y="273309"/>
                  </a:lnTo>
                  <a:lnTo>
                    <a:pt x="256383" y="269147"/>
                  </a:lnTo>
                  <a:lnTo>
                    <a:pt x="259560" y="264882"/>
                  </a:lnTo>
                  <a:lnTo>
                    <a:pt x="262599" y="260519"/>
                  </a:lnTo>
                  <a:lnTo>
                    <a:pt x="265498" y="256061"/>
                  </a:lnTo>
                  <a:lnTo>
                    <a:pt x="268254" y="251512"/>
                  </a:lnTo>
                  <a:lnTo>
                    <a:pt x="270864" y="246879"/>
                  </a:lnTo>
                  <a:lnTo>
                    <a:pt x="273325" y="242165"/>
                  </a:lnTo>
                  <a:lnTo>
                    <a:pt x="275635" y="237375"/>
                  </a:lnTo>
                  <a:lnTo>
                    <a:pt x="277791" y="232514"/>
                  </a:lnTo>
                  <a:lnTo>
                    <a:pt x="279792" y="227587"/>
                  </a:lnTo>
                  <a:lnTo>
                    <a:pt x="281635" y="222598"/>
                  </a:lnTo>
                  <a:lnTo>
                    <a:pt x="283318" y="217554"/>
                  </a:lnTo>
                  <a:lnTo>
                    <a:pt x="284840" y="212458"/>
                  </a:lnTo>
                  <a:lnTo>
                    <a:pt x="286199" y="207317"/>
                  </a:lnTo>
                  <a:lnTo>
                    <a:pt x="287394" y="202135"/>
                  </a:lnTo>
                  <a:lnTo>
                    <a:pt x="288424" y="196918"/>
                  </a:lnTo>
                  <a:lnTo>
                    <a:pt x="289287" y="191671"/>
                  </a:lnTo>
                  <a:lnTo>
                    <a:pt x="289983" y="186398"/>
                  </a:lnTo>
                  <a:lnTo>
                    <a:pt x="290510" y="181107"/>
                  </a:lnTo>
                  <a:lnTo>
                    <a:pt x="290870" y="175801"/>
                  </a:lnTo>
                  <a:lnTo>
                    <a:pt x="291060" y="170487"/>
                  </a:lnTo>
                  <a:lnTo>
                    <a:pt x="291081" y="165169"/>
                  </a:lnTo>
                  <a:lnTo>
                    <a:pt x="290933" y="159853"/>
                  </a:lnTo>
                  <a:lnTo>
                    <a:pt x="290615" y="154544"/>
                  </a:lnTo>
                  <a:lnTo>
                    <a:pt x="290130" y="149249"/>
                  </a:lnTo>
                  <a:lnTo>
                    <a:pt x="289476" y="143971"/>
                  </a:lnTo>
                  <a:lnTo>
                    <a:pt x="288654" y="138717"/>
                  </a:lnTo>
                  <a:lnTo>
                    <a:pt x="287666" y="133492"/>
                  </a:lnTo>
                  <a:lnTo>
                    <a:pt x="286512" y="128301"/>
                  </a:lnTo>
                  <a:lnTo>
                    <a:pt x="285193" y="123149"/>
                  </a:lnTo>
                  <a:lnTo>
                    <a:pt x="283712" y="118042"/>
                  </a:lnTo>
                  <a:lnTo>
                    <a:pt x="282068" y="112984"/>
                  </a:lnTo>
                  <a:lnTo>
                    <a:pt x="280265" y="107981"/>
                  </a:lnTo>
                  <a:lnTo>
                    <a:pt x="278303" y="103038"/>
                  </a:lnTo>
                  <a:lnTo>
                    <a:pt x="276185" y="98160"/>
                  </a:lnTo>
                  <a:lnTo>
                    <a:pt x="273913" y="93352"/>
                  </a:lnTo>
                  <a:lnTo>
                    <a:pt x="271489" y="88619"/>
                  </a:lnTo>
                  <a:lnTo>
                    <a:pt x="268916" y="83965"/>
                  </a:lnTo>
                  <a:lnTo>
                    <a:pt x="266196" y="79395"/>
                  </a:lnTo>
                  <a:lnTo>
                    <a:pt x="263333" y="74914"/>
                  </a:lnTo>
                  <a:lnTo>
                    <a:pt x="260328" y="70527"/>
                  </a:lnTo>
                  <a:lnTo>
                    <a:pt x="257185" y="66237"/>
                  </a:lnTo>
                  <a:lnTo>
                    <a:pt x="253907" y="62049"/>
                  </a:lnTo>
                  <a:lnTo>
                    <a:pt x="250498" y="57968"/>
                  </a:lnTo>
                  <a:lnTo>
                    <a:pt x="246960" y="53997"/>
                  </a:lnTo>
                  <a:lnTo>
                    <a:pt x="243298" y="50141"/>
                  </a:lnTo>
                  <a:lnTo>
                    <a:pt x="239516" y="46403"/>
                  </a:lnTo>
                  <a:lnTo>
                    <a:pt x="235616" y="42788"/>
                  </a:lnTo>
                  <a:lnTo>
                    <a:pt x="231603" y="39298"/>
                  </a:lnTo>
                  <a:lnTo>
                    <a:pt x="227482" y="35938"/>
                  </a:lnTo>
                  <a:lnTo>
                    <a:pt x="223255" y="32710"/>
                  </a:lnTo>
                  <a:lnTo>
                    <a:pt x="218928" y="29619"/>
                  </a:lnTo>
                  <a:lnTo>
                    <a:pt x="214505" y="26667"/>
                  </a:lnTo>
                  <a:lnTo>
                    <a:pt x="209990" y="23857"/>
                  </a:lnTo>
                  <a:lnTo>
                    <a:pt x="205388" y="21192"/>
                  </a:lnTo>
                  <a:lnTo>
                    <a:pt x="200704" y="18674"/>
                  </a:lnTo>
                  <a:lnTo>
                    <a:pt x="195942" y="16307"/>
                  </a:lnTo>
                  <a:lnTo>
                    <a:pt x="191107" y="14093"/>
                  </a:lnTo>
                  <a:lnTo>
                    <a:pt x="186204" y="12034"/>
                  </a:lnTo>
                  <a:lnTo>
                    <a:pt x="181238" y="10131"/>
                  </a:lnTo>
                  <a:lnTo>
                    <a:pt x="176214" y="8388"/>
                  </a:lnTo>
                  <a:lnTo>
                    <a:pt x="171137" y="6805"/>
                  </a:lnTo>
                  <a:lnTo>
                    <a:pt x="166012" y="5384"/>
                  </a:lnTo>
                  <a:lnTo>
                    <a:pt x="160845" y="4127"/>
                  </a:lnTo>
                  <a:lnTo>
                    <a:pt x="155641" y="3036"/>
                  </a:lnTo>
                  <a:lnTo>
                    <a:pt x="150404" y="2110"/>
                  </a:lnTo>
                  <a:lnTo>
                    <a:pt x="145140" y="1351"/>
                  </a:lnTo>
                  <a:lnTo>
                    <a:pt x="139855" y="760"/>
                  </a:lnTo>
                  <a:lnTo>
                    <a:pt x="134554" y="338"/>
                  </a:lnTo>
                  <a:lnTo>
                    <a:pt x="129242" y="84"/>
                  </a:lnTo>
                  <a:lnTo>
                    <a:pt x="123925" y="0"/>
                  </a:lnTo>
                  <a:lnTo>
                    <a:pt x="12392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19859" y="5269756"/>
              <a:ext cx="25398" cy="167167"/>
            </a:xfrm>
            <a:custGeom>
              <a:avLst/>
              <a:pathLst>
                <a:path w="25398" h="167167">
                  <a:moveTo>
                    <a:pt x="25398" y="0"/>
                  </a:moveTo>
                  <a:lnTo>
                    <a:pt x="16903" y="216"/>
                  </a:lnTo>
                  <a:lnTo>
                    <a:pt x="8429" y="863"/>
                  </a:lnTo>
                  <a:lnTo>
                    <a:pt x="0" y="1940"/>
                  </a:lnTo>
                  <a:lnTo>
                    <a:pt x="253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19859" y="5271697"/>
              <a:ext cx="25398" cy="165226"/>
            </a:xfrm>
            <a:custGeom>
              <a:avLst/>
              <a:pathLst>
                <a:path w="25398" h="165226">
                  <a:moveTo>
                    <a:pt x="0" y="0"/>
                  </a:moveTo>
                  <a:lnTo>
                    <a:pt x="25398" y="165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19859" y="5271697"/>
              <a:ext cx="25398" cy="165226"/>
            </a:xfrm>
            <a:custGeom>
              <a:avLst/>
              <a:pathLst>
                <a:path w="25398" h="165226">
                  <a:moveTo>
                    <a:pt x="0" y="0"/>
                  </a:moveTo>
                  <a:lnTo>
                    <a:pt x="25398" y="165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19859" y="5271697"/>
              <a:ext cx="25398" cy="165226"/>
            </a:xfrm>
            <a:custGeom>
              <a:avLst/>
              <a:pathLst>
                <a:path w="25398" h="165226">
                  <a:moveTo>
                    <a:pt x="0" y="0"/>
                  </a:moveTo>
                  <a:lnTo>
                    <a:pt x="25398" y="1652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19859" y="5271697"/>
              <a:ext cx="25398" cy="165226"/>
            </a:xfrm>
            <a:custGeom>
              <a:avLst/>
              <a:pathLst>
                <a:path w="25398" h="165226">
                  <a:moveTo>
                    <a:pt x="0" y="0"/>
                  </a:moveTo>
                  <a:lnTo>
                    <a:pt x="25398" y="1652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79986" y="5271697"/>
              <a:ext cx="165271" cy="165226"/>
            </a:xfrm>
            <a:custGeom>
              <a:avLst/>
              <a:pathLst>
                <a:path w="165271" h="165226">
                  <a:moveTo>
                    <a:pt x="139873" y="0"/>
                  </a:moveTo>
                  <a:lnTo>
                    <a:pt x="134517" y="912"/>
                  </a:lnTo>
                  <a:lnTo>
                    <a:pt x="129194" y="1998"/>
                  </a:lnTo>
                  <a:lnTo>
                    <a:pt x="123909" y="3257"/>
                  </a:lnTo>
                  <a:lnTo>
                    <a:pt x="118667" y="4686"/>
                  </a:lnTo>
                  <a:lnTo>
                    <a:pt x="113475" y="6286"/>
                  </a:lnTo>
                  <a:lnTo>
                    <a:pt x="108338" y="8053"/>
                  </a:lnTo>
                  <a:lnTo>
                    <a:pt x="103260" y="9986"/>
                  </a:lnTo>
                  <a:lnTo>
                    <a:pt x="98249" y="12083"/>
                  </a:lnTo>
                  <a:lnTo>
                    <a:pt x="93308" y="14342"/>
                  </a:lnTo>
                  <a:lnTo>
                    <a:pt x="88443" y="16760"/>
                  </a:lnTo>
                  <a:lnTo>
                    <a:pt x="83659" y="19335"/>
                  </a:lnTo>
                  <a:lnTo>
                    <a:pt x="78961" y="22064"/>
                  </a:lnTo>
                  <a:lnTo>
                    <a:pt x="74355" y="24944"/>
                  </a:lnTo>
                  <a:lnTo>
                    <a:pt x="69844" y="27972"/>
                  </a:lnTo>
                  <a:lnTo>
                    <a:pt x="65434" y="31146"/>
                  </a:lnTo>
                  <a:lnTo>
                    <a:pt x="61130" y="34461"/>
                  </a:lnTo>
                  <a:lnTo>
                    <a:pt x="56936" y="37914"/>
                  </a:lnTo>
                  <a:lnTo>
                    <a:pt x="52856" y="41502"/>
                  </a:lnTo>
                  <a:lnTo>
                    <a:pt x="48895" y="45220"/>
                  </a:lnTo>
                  <a:lnTo>
                    <a:pt x="45057" y="49065"/>
                  </a:lnTo>
                  <a:lnTo>
                    <a:pt x="41346" y="53033"/>
                  </a:lnTo>
                  <a:lnTo>
                    <a:pt x="37765" y="57119"/>
                  </a:lnTo>
                  <a:lnTo>
                    <a:pt x="34320" y="61319"/>
                  </a:lnTo>
                  <a:lnTo>
                    <a:pt x="31012" y="65630"/>
                  </a:lnTo>
                  <a:lnTo>
                    <a:pt x="27847" y="70045"/>
                  </a:lnTo>
                  <a:lnTo>
                    <a:pt x="24827" y="74561"/>
                  </a:lnTo>
                  <a:lnTo>
                    <a:pt x="21955" y="79173"/>
                  </a:lnTo>
                  <a:lnTo>
                    <a:pt x="19234" y="83875"/>
                  </a:lnTo>
                  <a:lnTo>
                    <a:pt x="16668" y="88664"/>
                  </a:lnTo>
                  <a:lnTo>
                    <a:pt x="14258" y="93533"/>
                  </a:lnTo>
                  <a:lnTo>
                    <a:pt x="12008" y="98478"/>
                  </a:lnTo>
                  <a:lnTo>
                    <a:pt x="9920" y="103494"/>
                  </a:lnTo>
                  <a:lnTo>
                    <a:pt x="7996" y="108574"/>
                  </a:lnTo>
                  <a:lnTo>
                    <a:pt x="6238" y="113715"/>
                  </a:lnTo>
                  <a:lnTo>
                    <a:pt x="4648" y="118910"/>
                  </a:lnTo>
                  <a:lnTo>
                    <a:pt x="3228" y="124154"/>
                  </a:lnTo>
                  <a:lnTo>
                    <a:pt x="1979" y="129441"/>
                  </a:lnTo>
                  <a:lnTo>
                    <a:pt x="902" y="134766"/>
                  </a:lnTo>
                  <a:lnTo>
                    <a:pt x="0" y="140124"/>
                  </a:lnTo>
                  <a:lnTo>
                    <a:pt x="165271" y="1652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096" y="5269756"/>
              <a:ext cx="334314" cy="334332"/>
            </a:xfrm>
            <a:custGeom>
              <a:avLst/>
              <a:pathLst>
                <a:path w="334314" h="334332">
                  <a:moveTo>
                    <a:pt x="1889" y="142064"/>
                  </a:moveTo>
                  <a:lnTo>
                    <a:pt x="1175" y="147329"/>
                  </a:lnTo>
                  <a:lnTo>
                    <a:pt x="629" y="152614"/>
                  </a:lnTo>
                  <a:lnTo>
                    <a:pt x="250" y="157914"/>
                  </a:lnTo>
                  <a:lnTo>
                    <a:pt x="40" y="163223"/>
                  </a:lnTo>
                  <a:lnTo>
                    <a:pt x="0" y="168536"/>
                  </a:lnTo>
                  <a:lnTo>
                    <a:pt x="127" y="173848"/>
                  </a:lnTo>
                  <a:lnTo>
                    <a:pt x="424" y="179153"/>
                  </a:lnTo>
                  <a:lnTo>
                    <a:pt x="889" y="184446"/>
                  </a:lnTo>
                  <a:lnTo>
                    <a:pt x="1522" y="189721"/>
                  </a:lnTo>
                  <a:lnTo>
                    <a:pt x="2323" y="194974"/>
                  </a:lnTo>
                  <a:lnTo>
                    <a:pt x="3290" y="200198"/>
                  </a:lnTo>
                  <a:lnTo>
                    <a:pt x="4422" y="205389"/>
                  </a:lnTo>
                  <a:lnTo>
                    <a:pt x="5719" y="210542"/>
                  </a:lnTo>
                  <a:lnTo>
                    <a:pt x="7179" y="215650"/>
                  </a:lnTo>
                  <a:lnTo>
                    <a:pt x="8801" y="220710"/>
                  </a:lnTo>
                  <a:lnTo>
                    <a:pt x="10582" y="225716"/>
                  </a:lnTo>
                  <a:lnTo>
                    <a:pt x="12522" y="230662"/>
                  </a:lnTo>
                  <a:lnTo>
                    <a:pt x="14618" y="235544"/>
                  </a:lnTo>
                  <a:lnTo>
                    <a:pt x="16868" y="240358"/>
                  </a:lnTo>
                  <a:lnTo>
                    <a:pt x="19270" y="245097"/>
                  </a:lnTo>
                  <a:lnTo>
                    <a:pt x="21821" y="249758"/>
                  </a:lnTo>
                  <a:lnTo>
                    <a:pt x="24519" y="254335"/>
                  </a:lnTo>
                  <a:lnTo>
                    <a:pt x="27362" y="258824"/>
                  </a:lnTo>
                  <a:lnTo>
                    <a:pt x="30345" y="263220"/>
                  </a:lnTo>
                  <a:lnTo>
                    <a:pt x="33467" y="267520"/>
                  </a:lnTo>
                  <a:lnTo>
                    <a:pt x="36723" y="271718"/>
                  </a:lnTo>
                  <a:lnTo>
                    <a:pt x="40112" y="275810"/>
                  </a:lnTo>
                  <a:lnTo>
                    <a:pt x="43629" y="279793"/>
                  </a:lnTo>
                  <a:lnTo>
                    <a:pt x="47270" y="283662"/>
                  </a:lnTo>
                  <a:lnTo>
                    <a:pt x="51033" y="287413"/>
                  </a:lnTo>
                  <a:lnTo>
                    <a:pt x="54913" y="291043"/>
                  </a:lnTo>
                  <a:lnTo>
                    <a:pt x="58907" y="294548"/>
                  </a:lnTo>
                  <a:lnTo>
                    <a:pt x="63009" y="297924"/>
                  </a:lnTo>
                  <a:lnTo>
                    <a:pt x="67218" y="301168"/>
                  </a:lnTo>
                  <a:lnTo>
                    <a:pt x="71527" y="304276"/>
                  </a:lnTo>
                  <a:lnTo>
                    <a:pt x="75932" y="307246"/>
                  </a:lnTo>
                  <a:lnTo>
                    <a:pt x="80430" y="310075"/>
                  </a:lnTo>
                  <a:lnTo>
                    <a:pt x="85015" y="312759"/>
                  </a:lnTo>
                  <a:lnTo>
                    <a:pt x="89684" y="315296"/>
                  </a:lnTo>
                  <a:lnTo>
                    <a:pt x="94430" y="317683"/>
                  </a:lnTo>
                  <a:lnTo>
                    <a:pt x="99250" y="319919"/>
                  </a:lnTo>
                  <a:lnTo>
                    <a:pt x="104139" y="322000"/>
                  </a:lnTo>
                  <a:lnTo>
                    <a:pt x="109091" y="323924"/>
                  </a:lnTo>
                  <a:lnTo>
                    <a:pt x="114103" y="325690"/>
                  </a:lnTo>
                  <a:lnTo>
                    <a:pt x="119167" y="327297"/>
                  </a:lnTo>
                  <a:lnTo>
                    <a:pt x="124280" y="328741"/>
                  </a:lnTo>
                  <a:lnTo>
                    <a:pt x="129437" y="330022"/>
                  </a:lnTo>
                  <a:lnTo>
                    <a:pt x="134631" y="331139"/>
                  </a:lnTo>
                  <a:lnTo>
                    <a:pt x="139859" y="332090"/>
                  </a:lnTo>
                  <a:lnTo>
                    <a:pt x="145114" y="332874"/>
                  </a:lnTo>
                  <a:lnTo>
                    <a:pt x="150391" y="333491"/>
                  </a:lnTo>
                  <a:lnTo>
                    <a:pt x="155685" y="333940"/>
                  </a:lnTo>
                  <a:lnTo>
                    <a:pt x="160991" y="334220"/>
                  </a:lnTo>
                  <a:lnTo>
                    <a:pt x="166303" y="334332"/>
                  </a:lnTo>
                  <a:lnTo>
                    <a:pt x="171616" y="334275"/>
                  </a:lnTo>
                  <a:lnTo>
                    <a:pt x="176924" y="334049"/>
                  </a:lnTo>
                  <a:lnTo>
                    <a:pt x="182223" y="333654"/>
                  </a:lnTo>
                  <a:lnTo>
                    <a:pt x="187506" y="333092"/>
                  </a:lnTo>
                  <a:lnTo>
                    <a:pt x="192769" y="332361"/>
                  </a:lnTo>
                  <a:lnTo>
                    <a:pt x="198006" y="331464"/>
                  </a:lnTo>
                  <a:lnTo>
                    <a:pt x="203212" y="330401"/>
                  </a:lnTo>
                  <a:lnTo>
                    <a:pt x="208381" y="329173"/>
                  </a:lnTo>
                  <a:lnTo>
                    <a:pt x="213509" y="327781"/>
                  </a:lnTo>
                  <a:lnTo>
                    <a:pt x="218590" y="326227"/>
                  </a:lnTo>
                  <a:lnTo>
                    <a:pt x="223618" y="324512"/>
                  </a:lnTo>
                  <a:lnTo>
                    <a:pt x="228590" y="322639"/>
                  </a:lnTo>
                  <a:lnTo>
                    <a:pt x="233500" y="320608"/>
                  </a:lnTo>
                  <a:lnTo>
                    <a:pt x="238343" y="318422"/>
                  </a:lnTo>
                  <a:lnTo>
                    <a:pt x="243114" y="316084"/>
                  </a:lnTo>
                  <a:lnTo>
                    <a:pt x="247808" y="313595"/>
                  </a:lnTo>
                  <a:lnTo>
                    <a:pt x="252421" y="310958"/>
                  </a:lnTo>
                  <a:lnTo>
                    <a:pt x="256947" y="308176"/>
                  </a:lnTo>
                  <a:lnTo>
                    <a:pt x="261383" y="305251"/>
                  </a:lnTo>
                  <a:lnTo>
                    <a:pt x="265724" y="302187"/>
                  </a:lnTo>
                  <a:lnTo>
                    <a:pt x="269965" y="298986"/>
                  </a:lnTo>
                  <a:lnTo>
                    <a:pt x="274102" y="295653"/>
                  </a:lnTo>
                  <a:lnTo>
                    <a:pt x="278131" y="292189"/>
                  </a:lnTo>
                  <a:lnTo>
                    <a:pt x="282049" y="288600"/>
                  </a:lnTo>
                  <a:lnTo>
                    <a:pt x="285850" y="284887"/>
                  </a:lnTo>
                  <a:lnTo>
                    <a:pt x="289531" y="281056"/>
                  </a:lnTo>
                  <a:lnTo>
                    <a:pt x="293088" y="277109"/>
                  </a:lnTo>
                  <a:lnTo>
                    <a:pt x="296519" y="273052"/>
                  </a:lnTo>
                  <a:lnTo>
                    <a:pt x="299818" y="268887"/>
                  </a:lnTo>
                  <a:lnTo>
                    <a:pt x="302984" y="264620"/>
                  </a:lnTo>
                  <a:lnTo>
                    <a:pt x="306012" y="260255"/>
                  </a:lnTo>
                  <a:lnTo>
                    <a:pt x="308901" y="255795"/>
                  </a:lnTo>
                  <a:lnTo>
                    <a:pt x="311646" y="251246"/>
                  </a:lnTo>
                  <a:lnTo>
                    <a:pt x="314245" y="246612"/>
                  </a:lnTo>
                  <a:lnTo>
                    <a:pt x="316695" y="241897"/>
                  </a:lnTo>
                  <a:lnTo>
                    <a:pt x="318994" y="237107"/>
                  </a:lnTo>
                  <a:lnTo>
                    <a:pt x="321140" y="232247"/>
                  </a:lnTo>
                  <a:lnTo>
                    <a:pt x="323131" y="227320"/>
                  </a:lnTo>
                  <a:lnTo>
                    <a:pt x="324964" y="222333"/>
                  </a:lnTo>
                  <a:lnTo>
                    <a:pt x="326637" y="217291"/>
                  </a:lnTo>
                  <a:lnTo>
                    <a:pt x="328150" y="212197"/>
                  </a:lnTo>
                  <a:lnTo>
                    <a:pt x="329499" y="207058"/>
                  </a:lnTo>
                  <a:lnTo>
                    <a:pt x="330685" y="201879"/>
                  </a:lnTo>
                  <a:lnTo>
                    <a:pt x="331706" y="196665"/>
                  </a:lnTo>
                  <a:lnTo>
                    <a:pt x="332560" y="191421"/>
                  </a:lnTo>
                  <a:lnTo>
                    <a:pt x="333247" y="186152"/>
                  </a:lnTo>
                  <a:lnTo>
                    <a:pt x="333767" y="180864"/>
                  </a:lnTo>
                  <a:lnTo>
                    <a:pt x="334118" y="175563"/>
                  </a:lnTo>
                  <a:lnTo>
                    <a:pt x="334300" y="170253"/>
                  </a:lnTo>
                  <a:lnTo>
                    <a:pt x="334314" y="164939"/>
                  </a:lnTo>
                  <a:lnTo>
                    <a:pt x="334159" y="159629"/>
                  </a:lnTo>
                  <a:lnTo>
                    <a:pt x="333835" y="154325"/>
                  </a:lnTo>
                  <a:lnTo>
                    <a:pt x="333342" y="149035"/>
                  </a:lnTo>
                  <a:lnTo>
                    <a:pt x="332682" y="143763"/>
                  </a:lnTo>
                  <a:lnTo>
                    <a:pt x="331855" y="138514"/>
                  </a:lnTo>
                  <a:lnTo>
                    <a:pt x="330861" y="133295"/>
                  </a:lnTo>
                  <a:lnTo>
                    <a:pt x="329702" y="128110"/>
                  </a:lnTo>
                  <a:lnTo>
                    <a:pt x="328379" y="122964"/>
                  </a:lnTo>
                  <a:lnTo>
                    <a:pt x="326893" y="117863"/>
                  </a:lnTo>
                  <a:lnTo>
                    <a:pt x="325245" y="112811"/>
                  </a:lnTo>
                  <a:lnTo>
                    <a:pt x="323438" y="107815"/>
                  </a:lnTo>
                  <a:lnTo>
                    <a:pt x="321473" y="102879"/>
                  </a:lnTo>
                  <a:lnTo>
                    <a:pt x="319352" y="98007"/>
                  </a:lnTo>
                  <a:lnTo>
                    <a:pt x="317077" y="93205"/>
                  </a:lnTo>
                  <a:lnTo>
                    <a:pt x="314651" y="88479"/>
                  </a:lnTo>
                  <a:lnTo>
                    <a:pt x="312075" y="83831"/>
                  </a:lnTo>
                  <a:lnTo>
                    <a:pt x="309354" y="79268"/>
                  </a:lnTo>
                  <a:lnTo>
                    <a:pt x="306489" y="74793"/>
                  </a:lnTo>
                  <a:lnTo>
                    <a:pt x="303483" y="70412"/>
                  </a:lnTo>
                  <a:lnTo>
                    <a:pt x="300339" y="66129"/>
                  </a:lnTo>
                  <a:lnTo>
                    <a:pt x="297061" y="61948"/>
                  </a:lnTo>
                  <a:lnTo>
                    <a:pt x="293651" y="57873"/>
                  </a:lnTo>
                  <a:lnTo>
                    <a:pt x="290114" y="53908"/>
                  </a:lnTo>
                  <a:lnTo>
                    <a:pt x="286453" y="50058"/>
                  </a:lnTo>
                  <a:lnTo>
                    <a:pt x="282671" y="46326"/>
                  </a:lnTo>
                  <a:lnTo>
                    <a:pt x="278772" y="42716"/>
                  </a:lnTo>
                  <a:lnTo>
                    <a:pt x="274761" y="39232"/>
                  </a:lnTo>
                  <a:lnTo>
                    <a:pt x="270640" y="35877"/>
                  </a:lnTo>
                  <a:lnTo>
                    <a:pt x="266416" y="32655"/>
                  </a:lnTo>
                  <a:lnTo>
                    <a:pt x="262091" y="29569"/>
                  </a:lnTo>
                  <a:lnTo>
                    <a:pt x="257670" y="26621"/>
                  </a:lnTo>
                  <a:lnTo>
                    <a:pt x="253158" y="23816"/>
                  </a:lnTo>
                  <a:lnTo>
                    <a:pt x="248559" y="21155"/>
                  </a:lnTo>
                  <a:lnTo>
                    <a:pt x="243877" y="18642"/>
                  </a:lnTo>
                  <a:lnTo>
                    <a:pt x="239119" y="16279"/>
                  </a:lnTo>
                  <a:lnTo>
                    <a:pt x="234287" y="14069"/>
                  </a:lnTo>
                  <a:lnTo>
                    <a:pt x="229388" y="12013"/>
                  </a:lnTo>
                  <a:lnTo>
                    <a:pt x="224426" y="10114"/>
                  </a:lnTo>
                  <a:lnTo>
                    <a:pt x="219406" y="8373"/>
                  </a:lnTo>
                  <a:lnTo>
                    <a:pt x="214333" y="6793"/>
                  </a:lnTo>
                  <a:lnTo>
                    <a:pt x="209212" y="5375"/>
                  </a:lnTo>
                  <a:lnTo>
                    <a:pt x="204049" y="4120"/>
                  </a:lnTo>
                  <a:lnTo>
                    <a:pt x="198849" y="3030"/>
                  </a:lnTo>
                  <a:lnTo>
                    <a:pt x="193617" y="2106"/>
                  </a:lnTo>
                  <a:lnTo>
                    <a:pt x="188358" y="1349"/>
                  </a:lnTo>
                  <a:lnTo>
                    <a:pt x="183078" y="759"/>
                  </a:lnTo>
                  <a:lnTo>
                    <a:pt x="177781" y="337"/>
                  </a:lnTo>
                  <a:lnTo>
                    <a:pt x="172474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00893" y="5018213"/>
              <a:ext cx="20145" cy="167167"/>
            </a:xfrm>
            <a:custGeom>
              <a:avLst/>
              <a:pathLst>
                <a:path w="20145" h="167167">
                  <a:moveTo>
                    <a:pt x="20145" y="0"/>
                  </a:moveTo>
                  <a:lnTo>
                    <a:pt x="10054" y="304"/>
                  </a:lnTo>
                  <a:lnTo>
                    <a:pt x="0" y="1218"/>
                  </a:lnTo>
                  <a:lnTo>
                    <a:pt x="2014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00893" y="5019431"/>
              <a:ext cx="20145" cy="165949"/>
            </a:xfrm>
            <a:custGeom>
              <a:avLst/>
              <a:pathLst>
                <a:path w="20145" h="165949">
                  <a:moveTo>
                    <a:pt x="0" y="0"/>
                  </a:moveTo>
                  <a:lnTo>
                    <a:pt x="20145" y="165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00893" y="5019431"/>
              <a:ext cx="20145" cy="165949"/>
            </a:xfrm>
            <a:custGeom>
              <a:avLst/>
              <a:pathLst>
                <a:path w="20145" h="165949">
                  <a:moveTo>
                    <a:pt x="0" y="0"/>
                  </a:moveTo>
                  <a:lnTo>
                    <a:pt x="20145" y="1659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00893" y="5019431"/>
              <a:ext cx="20145" cy="165949"/>
            </a:xfrm>
            <a:custGeom>
              <a:avLst/>
              <a:pathLst>
                <a:path w="20145" h="165949">
                  <a:moveTo>
                    <a:pt x="0" y="0"/>
                  </a:moveTo>
                  <a:lnTo>
                    <a:pt x="20145" y="1659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84929" y="5019431"/>
              <a:ext cx="136109" cy="165949"/>
            </a:xfrm>
            <a:custGeom>
              <a:avLst/>
              <a:pathLst>
                <a:path w="136109" h="165949">
                  <a:moveTo>
                    <a:pt x="115964" y="0"/>
                  </a:moveTo>
                  <a:lnTo>
                    <a:pt x="110463" y="760"/>
                  </a:lnTo>
                  <a:lnTo>
                    <a:pt x="104990" y="1703"/>
                  </a:lnTo>
                  <a:lnTo>
                    <a:pt x="99551" y="2828"/>
                  </a:lnTo>
                  <a:lnTo>
                    <a:pt x="94153" y="4132"/>
                  </a:lnTo>
                  <a:lnTo>
                    <a:pt x="88801" y="5615"/>
                  </a:lnTo>
                  <a:lnTo>
                    <a:pt x="83502" y="7275"/>
                  </a:lnTo>
                  <a:lnTo>
                    <a:pt x="78260" y="9110"/>
                  </a:lnTo>
                  <a:lnTo>
                    <a:pt x="73082" y="11118"/>
                  </a:lnTo>
                  <a:lnTo>
                    <a:pt x="67974" y="13297"/>
                  </a:lnTo>
                  <a:lnTo>
                    <a:pt x="62941" y="15644"/>
                  </a:lnTo>
                  <a:lnTo>
                    <a:pt x="57989" y="18157"/>
                  </a:lnTo>
                  <a:lnTo>
                    <a:pt x="53123" y="20834"/>
                  </a:lnTo>
                  <a:lnTo>
                    <a:pt x="48349" y="23670"/>
                  </a:lnTo>
                  <a:lnTo>
                    <a:pt x="43671" y="26664"/>
                  </a:lnTo>
                  <a:lnTo>
                    <a:pt x="39096" y="29811"/>
                  </a:lnTo>
                  <a:lnTo>
                    <a:pt x="34627" y="33109"/>
                  </a:lnTo>
                  <a:lnTo>
                    <a:pt x="30271" y="36553"/>
                  </a:lnTo>
                  <a:lnTo>
                    <a:pt x="26031" y="40140"/>
                  </a:lnTo>
                  <a:lnTo>
                    <a:pt x="21913" y="43866"/>
                  </a:lnTo>
                  <a:lnTo>
                    <a:pt x="17921" y="47726"/>
                  </a:lnTo>
                  <a:lnTo>
                    <a:pt x="14059" y="51718"/>
                  </a:lnTo>
                  <a:lnTo>
                    <a:pt x="10332" y="55835"/>
                  </a:lnTo>
                  <a:lnTo>
                    <a:pt x="6744" y="60073"/>
                  </a:lnTo>
                  <a:lnTo>
                    <a:pt x="3298" y="64429"/>
                  </a:lnTo>
                  <a:lnTo>
                    <a:pt x="0" y="68896"/>
                  </a:lnTo>
                  <a:lnTo>
                    <a:pt x="136109" y="1659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3891" y="5018213"/>
              <a:ext cx="334294" cy="334334"/>
            </a:xfrm>
            <a:custGeom>
              <a:avLst/>
              <a:pathLst>
                <a:path w="334294" h="334334">
                  <a:moveTo>
                    <a:pt x="31038" y="70115"/>
                  </a:moveTo>
                  <a:lnTo>
                    <a:pt x="28027" y="74482"/>
                  </a:lnTo>
                  <a:lnTo>
                    <a:pt x="25156" y="78944"/>
                  </a:lnTo>
                  <a:lnTo>
                    <a:pt x="22428" y="83494"/>
                  </a:lnTo>
                  <a:lnTo>
                    <a:pt x="19846" y="88128"/>
                  </a:lnTo>
                  <a:lnTo>
                    <a:pt x="17412" y="92842"/>
                  </a:lnTo>
                  <a:lnTo>
                    <a:pt x="15129" y="97631"/>
                  </a:lnTo>
                  <a:lnTo>
                    <a:pt x="12999" y="102490"/>
                  </a:lnTo>
                  <a:lnTo>
                    <a:pt x="11024" y="107413"/>
                  </a:lnTo>
                  <a:lnTo>
                    <a:pt x="9207" y="112398"/>
                  </a:lnTo>
                  <a:lnTo>
                    <a:pt x="7548" y="117437"/>
                  </a:lnTo>
                  <a:lnTo>
                    <a:pt x="6051" y="122526"/>
                  </a:lnTo>
                  <a:lnTo>
                    <a:pt x="4715" y="127661"/>
                  </a:lnTo>
                  <a:lnTo>
                    <a:pt x="3543" y="132835"/>
                  </a:lnTo>
                  <a:lnTo>
                    <a:pt x="2536" y="138044"/>
                  </a:lnTo>
                  <a:lnTo>
                    <a:pt x="1695" y="143282"/>
                  </a:lnTo>
                  <a:lnTo>
                    <a:pt x="1021" y="148544"/>
                  </a:lnTo>
                  <a:lnTo>
                    <a:pt x="513" y="153825"/>
                  </a:lnTo>
                  <a:lnTo>
                    <a:pt x="174" y="159119"/>
                  </a:lnTo>
                  <a:lnTo>
                    <a:pt x="2" y="164421"/>
                  </a:lnTo>
                  <a:lnTo>
                    <a:pt x="0" y="169726"/>
                  </a:lnTo>
                  <a:lnTo>
                    <a:pt x="165" y="175029"/>
                  </a:lnTo>
                  <a:lnTo>
                    <a:pt x="498" y="180324"/>
                  </a:lnTo>
                  <a:lnTo>
                    <a:pt x="1000" y="185605"/>
                  </a:lnTo>
                  <a:lnTo>
                    <a:pt x="1669" y="190868"/>
                  </a:lnTo>
                  <a:lnTo>
                    <a:pt x="2504" y="196107"/>
                  </a:lnTo>
                  <a:lnTo>
                    <a:pt x="3505" y="201317"/>
                  </a:lnTo>
                  <a:lnTo>
                    <a:pt x="4671" y="206492"/>
                  </a:lnTo>
                  <a:lnTo>
                    <a:pt x="6001" y="211628"/>
                  </a:lnTo>
                  <a:lnTo>
                    <a:pt x="7493" y="216719"/>
                  </a:lnTo>
                  <a:lnTo>
                    <a:pt x="9146" y="221760"/>
                  </a:lnTo>
                  <a:lnTo>
                    <a:pt x="10958" y="226746"/>
                  </a:lnTo>
                  <a:lnTo>
                    <a:pt x="12927" y="231673"/>
                  </a:lnTo>
                  <a:lnTo>
                    <a:pt x="15051" y="236534"/>
                  </a:lnTo>
                  <a:lnTo>
                    <a:pt x="17329" y="241325"/>
                  </a:lnTo>
                  <a:lnTo>
                    <a:pt x="19758" y="246042"/>
                  </a:lnTo>
                  <a:lnTo>
                    <a:pt x="22335" y="250679"/>
                  </a:lnTo>
                  <a:lnTo>
                    <a:pt x="25058" y="255232"/>
                  </a:lnTo>
                  <a:lnTo>
                    <a:pt x="27924" y="259696"/>
                  </a:lnTo>
                  <a:lnTo>
                    <a:pt x="30930" y="264068"/>
                  </a:lnTo>
                  <a:lnTo>
                    <a:pt x="34073" y="268341"/>
                  </a:lnTo>
                  <a:lnTo>
                    <a:pt x="37351" y="272513"/>
                  </a:lnTo>
                  <a:lnTo>
                    <a:pt x="40759" y="276579"/>
                  </a:lnTo>
                  <a:lnTo>
                    <a:pt x="44294" y="280534"/>
                  </a:lnTo>
                  <a:lnTo>
                    <a:pt x="47954" y="284375"/>
                  </a:lnTo>
                  <a:lnTo>
                    <a:pt x="51733" y="288098"/>
                  </a:lnTo>
                  <a:lnTo>
                    <a:pt x="55628" y="291700"/>
                  </a:lnTo>
                  <a:lnTo>
                    <a:pt x="59636" y="295176"/>
                  </a:lnTo>
                  <a:lnTo>
                    <a:pt x="63752" y="298523"/>
                  </a:lnTo>
                  <a:lnTo>
                    <a:pt x="67972" y="301738"/>
                  </a:lnTo>
                  <a:lnTo>
                    <a:pt x="72292" y="304817"/>
                  </a:lnTo>
                  <a:lnTo>
                    <a:pt x="76708" y="307757"/>
                  </a:lnTo>
                  <a:lnTo>
                    <a:pt x="81215" y="310556"/>
                  </a:lnTo>
                  <a:lnTo>
                    <a:pt x="85808" y="313211"/>
                  </a:lnTo>
                  <a:lnTo>
                    <a:pt x="90483" y="315719"/>
                  </a:lnTo>
                  <a:lnTo>
                    <a:pt x="95236" y="318076"/>
                  </a:lnTo>
                  <a:lnTo>
                    <a:pt x="100060" y="320282"/>
                  </a:lnTo>
                  <a:lnTo>
                    <a:pt x="104953" y="322334"/>
                  </a:lnTo>
                  <a:lnTo>
                    <a:pt x="109908" y="324229"/>
                  </a:lnTo>
                  <a:lnTo>
                    <a:pt x="114921" y="325967"/>
                  </a:lnTo>
                  <a:lnTo>
                    <a:pt x="119986" y="327544"/>
                  </a:lnTo>
                  <a:lnTo>
                    <a:pt x="125099" y="328960"/>
                  </a:lnTo>
                  <a:lnTo>
                    <a:pt x="130254" y="330212"/>
                  </a:lnTo>
                  <a:lnTo>
                    <a:pt x="135446" y="331301"/>
                  </a:lnTo>
                  <a:lnTo>
                    <a:pt x="140670" y="332224"/>
                  </a:lnTo>
                  <a:lnTo>
                    <a:pt x="145921" y="332981"/>
                  </a:lnTo>
                  <a:lnTo>
                    <a:pt x="151193" y="333571"/>
                  </a:lnTo>
                  <a:lnTo>
                    <a:pt x="156482" y="333994"/>
                  </a:lnTo>
                  <a:lnTo>
                    <a:pt x="161781" y="334248"/>
                  </a:lnTo>
                  <a:lnTo>
                    <a:pt x="167085" y="334334"/>
                  </a:lnTo>
                  <a:lnTo>
                    <a:pt x="172390" y="334252"/>
                  </a:lnTo>
                  <a:lnTo>
                    <a:pt x="177689" y="334002"/>
                  </a:lnTo>
                  <a:lnTo>
                    <a:pt x="182978" y="333583"/>
                  </a:lnTo>
                  <a:lnTo>
                    <a:pt x="188250" y="332997"/>
                  </a:lnTo>
                  <a:lnTo>
                    <a:pt x="193502" y="332244"/>
                  </a:lnTo>
                  <a:lnTo>
                    <a:pt x="198727" y="331324"/>
                  </a:lnTo>
                  <a:lnTo>
                    <a:pt x="203920" y="330240"/>
                  </a:lnTo>
                  <a:lnTo>
                    <a:pt x="209076" y="328991"/>
                  </a:lnTo>
                  <a:lnTo>
                    <a:pt x="214190" y="327579"/>
                  </a:lnTo>
                  <a:lnTo>
                    <a:pt x="219256" y="326005"/>
                  </a:lnTo>
                  <a:lnTo>
                    <a:pt x="224270" y="324272"/>
                  </a:lnTo>
                  <a:lnTo>
                    <a:pt x="229227" y="322380"/>
                  </a:lnTo>
                  <a:lnTo>
                    <a:pt x="234120" y="320332"/>
                  </a:lnTo>
                  <a:lnTo>
                    <a:pt x="238947" y="318130"/>
                  </a:lnTo>
                  <a:lnTo>
                    <a:pt x="243701" y="315775"/>
                  </a:lnTo>
                  <a:lnTo>
                    <a:pt x="248378" y="313271"/>
                  </a:lnTo>
                  <a:lnTo>
                    <a:pt x="252973" y="310620"/>
                  </a:lnTo>
                  <a:lnTo>
                    <a:pt x="257482" y="307825"/>
                  </a:lnTo>
                  <a:lnTo>
                    <a:pt x="261900" y="304887"/>
                  </a:lnTo>
                  <a:lnTo>
                    <a:pt x="266222" y="301811"/>
                  </a:lnTo>
                  <a:lnTo>
                    <a:pt x="270445" y="298600"/>
                  </a:lnTo>
                  <a:lnTo>
                    <a:pt x="274564" y="295256"/>
                  </a:lnTo>
                  <a:lnTo>
                    <a:pt x="278574" y="291783"/>
                  </a:lnTo>
                  <a:lnTo>
                    <a:pt x="282472" y="288184"/>
                  </a:lnTo>
                  <a:lnTo>
                    <a:pt x="286254" y="284464"/>
                  </a:lnTo>
                  <a:lnTo>
                    <a:pt x="289916" y="280625"/>
                  </a:lnTo>
                  <a:lnTo>
                    <a:pt x="293455" y="276672"/>
                  </a:lnTo>
                  <a:lnTo>
                    <a:pt x="296866" y="272609"/>
                  </a:lnTo>
                  <a:lnTo>
                    <a:pt x="300146" y="268440"/>
                  </a:lnTo>
                  <a:lnTo>
                    <a:pt x="303293" y="264169"/>
                  </a:lnTo>
                  <a:lnTo>
                    <a:pt x="306302" y="259800"/>
                  </a:lnTo>
                  <a:lnTo>
                    <a:pt x="309172" y="255338"/>
                  </a:lnTo>
                  <a:lnTo>
                    <a:pt x="311898" y="250786"/>
                  </a:lnTo>
                  <a:lnTo>
                    <a:pt x="314478" y="246151"/>
                  </a:lnTo>
                  <a:lnTo>
                    <a:pt x="316911" y="241436"/>
                  </a:lnTo>
                  <a:lnTo>
                    <a:pt x="319192" y="236647"/>
                  </a:lnTo>
                  <a:lnTo>
                    <a:pt x="321320" y="231787"/>
                  </a:lnTo>
                  <a:lnTo>
                    <a:pt x="323293" y="226862"/>
                  </a:lnTo>
                  <a:lnTo>
                    <a:pt x="325108" y="221878"/>
                  </a:lnTo>
                  <a:lnTo>
                    <a:pt x="326765" y="216838"/>
                  </a:lnTo>
                  <a:lnTo>
                    <a:pt x="328261" y="211748"/>
                  </a:lnTo>
                  <a:lnTo>
                    <a:pt x="329594" y="206613"/>
                  </a:lnTo>
                  <a:lnTo>
                    <a:pt x="330764" y="201438"/>
                  </a:lnTo>
                  <a:lnTo>
                    <a:pt x="331769" y="196229"/>
                  </a:lnTo>
                  <a:lnTo>
                    <a:pt x="332608" y="190991"/>
                  </a:lnTo>
                  <a:lnTo>
                    <a:pt x="333281" y="185729"/>
                  </a:lnTo>
                  <a:lnTo>
                    <a:pt x="333786" y="180447"/>
                  </a:lnTo>
                  <a:lnTo>
                    <a:pt x="334124" y="175153"/>
                  </a:lnTo>
                  <a:lnTo>
                    <a:pt x="334293" y="169851"/>
                  </a:lnTo>
                  <a:lnTo>
                    <a:pt x="334294" y="164545"/>
                  </a:lnTo>
                  <a:lnTo>
                    <a:pt x="334127" y="159243"/>
                  </a:lnTo>
                  <a:lnTo>
                    <a:pt x="333791" y="153948"/>
                  </a:lnTo>
                  <a:lnTo>
                    <a:pt x="333288" y="148667"/>
                  </a:lnTo>
                  <a:lnTo>
                    <a:pt x="332617" y="143404"/>
                  </a:lnTo>
                  <a:lnTo>
                    <a:pt x="331780" y="138166"/>
                  </a:lnTo>
                  <a:lnTo>
                    <a:pt x="330777" y="132956"/>
                  </a:lnTo>
                  <a:lnTo>
                    <a:pt x="329609" y="127781"/>
                  </a:lnTo>
                  <a:lnTo>
                    <a:pt x="328277" y="122646"/>
                  </a:lnTo>
                  <a:lnTo>
                    <a:pt x="326783" y="117555"/>
                  </a:lnTo>
                  <a:lnTo>
                    <a:pt x="325129" y="112515"/>
                  </a:lnTo>
                  <a:lnTo>
                    <a:pt x="323315" y="107529"/>
                  </a:lnTo>
                  <a:lnTo>
                    <a:pt x="321344" y="102604"/>
                  </a:lnTo>
                  <a:lnTo>
                    <a:pt x="319218" y="97744"/>
                  </a:lnTo>
                  <a:lnTo>
                    <a:pt x="316938" y="92953"/>
                  </a:lnTo>
                  <a:lnTo>
                    <a:pt x="314508" y="88237"/>
                  </a:lnTo>
                  <a:lnTo>
                    <a:pt x="311929" y="83601"/>
                  </a:lnTo>
                  <a:lnTo>
                    <a:pt x="309204" y="79049"/>
                  </a:lnTo>
                  <a:lnTo>
                    <a:pt x="306337" y="74586"/>
                  </a:lnTo>
                  <a:lnTo>
                    <a:pt x="303329" y="70216"/>
                  </a:lnTo>
                  <a:lnTo>
                    <a:pt x="300184" y="65943"/>
                  </a:lnTo>
                  <a:lnTo>
                    <a:pt x="296905" y="61773"/>
                  </a:lnTo>
                  <a:lnTo>
                    <a:pt x="293495" y="57708"/>
                  </a:lnTo>
                  <a:lnTo>
                    <a:pt x="289958" y="53754"/>
                  </a:lnTo>
                  <a:lnTo>
                    <a:pt x="286298" y="49914"/>
                  </a:lnTo>
                  <a:lnTo>
                    <a:pt x="282517" y="46193"/>
                  </a:lnTo>
                  <a:lnTo>
                    <a:pt x="278620" y="42593"/>
                  </a:lnTo>
                  <a:lnTo>
                    <a:pt x="274611" y="39118"/>
                  </a:lnTo>
                  <a:lnTo>
                    <a:pt x="270494" y="35773"/>
                  </a:lnTo>
                  <a:lnTo>
                    <a:pt x="266272" y="32559"/>
                  </a:lnTo>
                  <a:lnTo>
                    <a:pt x="261951" y="29482"/>
                  </a:lnTo>
                  <a:lnTo>
                    <a:pt x="257534" y="26543"/>
                  </a:lnTo>
                  <a:lnTo>
                    <a:pt x="253027" y="23746"/>
                  </a:lnTo>
                  <a:lnTo>
                    <a:pt x="248432" y="21093"/>
                  </a:lnTo>
                  <a:lnTo>
                    <a:pt x="243756" y="18587"/>
                  </a:lnTo>
                  <a:lnTo>
                    <a:pt x="239003" y="16231"/>
                  </a:lnTo>
                  <a:lnTo>
                    <a:pt x="234177" y="14027"/>
                  </a:lnTo>
                  <a:lnTo>
                    <a:pt x="229284" y="11977"/>
                  </a:lnTo>
                  <a:lnTo>
                    <a:pt x="224328" y="10083"/>
                  </a:lnTo>
                  <a:lnTo>
                    <a:pt x="219315" y="8348"/>
                  </a:lnTo>
                  <a:lnTo>
                    <a:pt x="214249" y="6773"/>
                  </a:lnTo>
                  <a:lnTo>
                    <a:pt x="209136" y="5359"/>
                  </a:lnTo>
                  <a:lnTo>
                    <a:pt x="203980" y="4108"/>
                  </a:lnTo>
                  <a:lnTo>
                    <a:pt x="198788" y="3021"/>
                  </a:lnTo>
                  <a:lnTo>
                    <a:pt x="193563" y="2100"/>
                  </a:lnTo>
                  <a:lnTo>
                    <a:pt x="188312" y="1345"/>
                  </a:lnTo>
                  <a:lnTo>
                    <a:pt x="183039" y="757"/>
                  </a:lnTo>
                  <a:lnTo>
                    <a:pt x="177751" y="336"/>
                  </a:lnTo>
                  <a:lnTo>
                    <a:pt x="172452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14641" y="4659281"/>
              <a:ext cx="108593" cy="167167"/>
            </a:xfrm>
            <a:custGeom>
              <a:avLst/>
              <a:pathLst>
                <a:path w="108593" h="167167">
                  <a:moveTo>
                    <a:pt x="108593" y="0"/>
                  </a:moveTo>
                  <a:lnTo>
                    <a:pt x="102966" y="94"/>
                  </a:lnTo>
                  <a:lnTo>
                    <a:pt x="97345" y="378"/>
                  </a:lnTo>
                  <a:lnTo>
                    <a:pt x="91736" y="852"/>
                  </a:lnTo>
                  <a:lnTo>
                    <a:pt x="86147" y="1513"/>
                  </a:lnTo>
                  <a:lnTo>
                    <a:pt x="80583" y="2363"/>
                  </a:lnTo>
                  <a:lnTo>
                    <a:pt x="75051" y="3399"/>
                  </a:lnTo>
                  <a:lnTo>
                    <a:pt x="69557" y="4621"/>
                  </a:lnTo>
                  <a:lnTo>
                    <a:pt x="64108" y="6027"/>
                  </a:lnTo>
                  <a:lnTo>
                    <a:pt x="58708" y="7616"/>
                  </a:lnTo>
                  <a:lnTo>
                    <a:pt x="53365" y="9386"/>
                  </a:lnTo>
                  <a:lnTo>
                    <a:pt x="48085" y="11335"/>
                  </a:lnTo>
                  <a:lnTo>
                    <a:pt x="42874" y="13460"/>
                  </a:lnTo>
                  <a:lnTo>
                    <a:pt x="37736" y="15759"/>
                  </a:lnTo>
                  <a:lnTo>
                    <a:pt x="32680" y="18231"/>
                  </a:lnTo>
                  <a:lnTo>
                    <a:pt x="27709" y="20871"/>
                  </a:lnTo>
                  <a:lnTo>
                    <a:pt x="22830" y="23676"/>
                  </a:lnTo>
                  <a:lnTo>
                    <a:pt x="18048" y="26645"/>
                  </a:lnTo>
                  <a:lnTo>
                    <a:pt x="13369" y="29773"/>
                  </a:lnTo>
                  <a:lnTo>
                    <a:pt x="8798" y="33056"/>
                  </a:lnTo>
                  <a:lnTo>
                    <a:pt x="4339" y="36492"/>
                  </a:lnTo>
                  <a:lnTo>
                    <a:pt x="0" y="40075"/>
                  </a:lnTo>
                  <a:lnTo>
                    <a:pt x="10859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14641" y="4699357"/>
              <a:ext cx="108593" cy="127091"/>
            </a:xfrm>
            <a:custGeom>
              <a:avLst/>
              <a:pathLst>
                <a:path w="108593" h="127091">
                  <a:moveTo>
                    <a:pt x="0" y="0"/>
                  </a:moveTo>
                  <a:lnTo>
                    <a:pt x="108593" y="1270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14641" y="4699357"/>
              <a:ext cx="108593" cy="127091"/>
            </a:xfrm>
            <a:custGeom>
              <a:avLst/>
              <a:pathLst>
                <a:path w="108593" h="127091">
                  <a:moveTo>
                    <a:pt x="0" y="0"/>
                  </a:moveTo>
                  <a:lnTo>
                    <a:pt x="108593" y="1270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69" y="4699357"/>
              <a:ext cx="334332" cy="294241"/>
            </a:xfrm>
            <a:custGeom>
              <a:avLst/>
              <a:pathLst>
                <a:path w="334332" h="294241">
                  <a:moveTo>
                    <a:pt x="58571" y="0"/>
                  </a:moveTo>
                  <a:lnTo>
                    <a:pt x="54584" y="3517"/>
                  </a:lnTo>
                  <a:lnTo>
                    <a:pt x="50712" y="7160"/>
                  </a:lnTo>
                  <a:lnTo>
                    <a:pt x="46957" y="10923"/>
                  </a:lnTo>
                  <a:lnTo>
                    <a:pt x="43324" y="14805"/>
                  </a:lnTo>
                  <a:lnTo>
                    <a:pt x="39816" y="18799"/>
                  </a:lnTo>
                  <a:lnTo>
                    <a:pt x="36436" y="22904"/>
                  </a:lnTo>
                  <a:lnTo>
                    <a:pt x="33189" y="27114"/>
                  </a:lnTo>
                  <a:lnTo>
                    <a:pt x="30078" y="31425"/>
                  </a:lnTo>
                  <a:lnTo>
                    <a:pt x="27105" y="35832"/>
                  </a:lnTo>
                  <a:lnTo>
                    <a:pt x="24274" y="40332"/>
                  </a:lnTo>
                  <a:lnTo>
                    <a:pt x="21587" y="44920"/>
                  </a:lnTo>
                  <a:lnTo>
                    <a:pt x="19048" y="49591"/>
                  </a:lnTo>
                  <a:lnTo>
                    <a:pt x="16658" y="54340"/>
                  </a:lnTo>
                  <a:lnTo>
                    <a:pt x="14421" y="59163"/>
                  </a:lnTo>
                  <a:lnTo>
                    <a:pt x="12338" y="64054"/>
                  </a:lnTo>
                  <a:lnTo>
                    <a:pt x="10412" y="69010"/>
                  </a:lnTo>
                  <a:lnTo>
                    <a:pt x="8644" y="74024"/>
                  </a:lnTo>
                  <a:lnTo>
                    <a:pt x="7037" y="79092"/>
                  </a:lnTo>
                  <a:lnTo>
                    <a:pt x="5591" y="84208"/>
                  </a:lnTo>
                  <a:lnTo>
                    <a:pt x="4310" y="89367"/>
                  </a:lnTo>
                  <a:lnTo>
                    <a:pt x="3192" y="94565"/>
                  </a:lnTo>
                  <a:lnTo>
                    <a:pt x="2241" y="99796"/>
                  </a:lnTo>
                  <a:lnTo>
                    <a:pt x="1456" y="105054"/>
                  </a:lnTo>
                  <a:lnTo>
                    <a:pt x="839" y="110335"/>
                  </a:lnTo>
                  <a:lnTo>
                    <a:pt x="391" y="115632"/>
                  </a:lnTo>
                  <a:lnTo>
                    <a:pt x="111" y="120941"/>
                  </a:lnTo>
                  <a:lnTo>
                    <a:pt x="0" y="126257"/>
                  </a:lnTo>
                  <a:lnTo>
                    <a:pt x="58" y="131573"/>
                  </a:lnTo>
                  <a:lnTo>
                    <a:pt x="285" y="136885"/>
                  </a:lnTo>
                  <a:lnTo>
                    <a:pt x="680" y="142186"/>
                  </a:lnTo>
                  <a:lnTo>
                    <a:pt x="1245" y="147473"/>
                  </a:lnTo>
                  <a:lnTo>
                    <a:pt x="1977" y="152739"/>
                  </a:lnTo>
                  <a:lnTo>
                    <a:pt x="2876" y="157979"/>
                  </a:lnTo>
                  <a:lnTo>
                    <a:pt x="3941" y="163187"/>
                  </a:lnTo>
                  <a:lnTo>
                    <a:pt x="5171" y="168360"/>
                  </a:lnTo>
                  <a:lnTo>
                    <a:pt x="6566" y="173490"/>
                  </a:lnTo>
                  <a:lnTo>
                    <a:pt x="8122" y="178574"/>
                  </a:lnTo>
                  <a:lnTo>
                    <a:pt x="9840" y="183605"/>
                  </a:lnTo>
                  <a:lnTo>
                    <a:pt x="11717" y="188579"/>
                  </a:lnTo>
                  <a:lnTo>
                    <a:pt x="13750" y="193491"/>
                  </a:lnTo>
                  <a:lnTo>
                    <a:pt x="15940" y="198336"/>
                  </a:lnTo>
                  <a:lnTo>
                    <a:pt x="18282" y="203109"/>
                  </a:lnTo>
                  <a:lnTo>
                    <a:pt x="20774" y="207805"/>
                  </a:lnTo>
                  <a:lnTo>
                    <a:pt x="23415" y="212419"/>
                  </a:lnTo>
                  <a:lnTo>
                    <a:pt x="26201" y="216947"/>
                  </a:lnTo>
                  <a:lnTo>
                    <a:pt x="29130" y="221385"/>
                  </a:lnTo>
                  <a:lnTo>
                    <a:pt x="32198" y="225726"/>
                  </a:lnTo>
                  <a:lnTo>
                    <a:pt x="35403" y="229968"/>
                  </a:lnTo>
                  <a:lnTo>
                    <a:pt x="38741" y="234106"/>
                  </a:lnTo>
                  <a:lnTo>
                    <a:pt x="42209" y="238136"/>
                  </a:lnTo>
                  <a:lnTo>
                    <a:pt x="45803" y="242053"/>
                  </a:lnTo>
                  <a:lnTo>
                    <a:pt x="49520" y="245854"/>
                  </a:lnTo>
                  <a:lnTo>
                    <a:pt x="53356" y="249535"/>
                  </a:lnTo>
                  <a:lnTo>
                    <a:pt x="57308" y="253093"/>
                  </a:lnTo>
                  <a:lnTo>
                    <a:pt x="61370" y="256522"/>
                  </a:lnTo>
                  <a:lnTo>
                    <a:pt x="65539" y="259821"/>
                  </a:lnTo>
                  <a:lnTo>
                    <a:pt x="69811" y="262986"/>
                  </a:lnTo>
                  <a:lnTo>
                    <a:pt x="74182" y="266013"/>
                  </a:lnTo>
                  <a:lnTo>
                    <a:pt x="78647" y="268899"/>
                  </a:lnTo>
                  <a:lnTo>
                    <a:pt x="83201" y="271642"/>
                  </a:lnTo>
                  <a:lnTo>
                    <a:pt x="87840" y="274239"/>
                  </a:lnTo>
                  <a:lnTo>
                    <a:pt x="92559" y="276687"/>
                  </a:lnTo>
                  <a:lnTo>
                    <a:pt x="97354" y="278984"/>
                  </a:lnTo>
                  <a:lnTo>
                    <a:pt x="102220" y="281127"/>
                  </a:lnTo>
                  <a:lnTo>
                    <a:pt x="107151" y="283115"/>
                  </a:lnTo>
                  <a:lnTo>
                    <a:pt x="112142" y="284944"/>
                  </a:lnTo>
                  <a:lnTo>
                    <a:pt x="117190" y="286614"/>
                  </a:lnTo>
                  <a:lnTo>
                    <a:pt x="122288" y="288122"/>
                  </a:lnTo>
                  <a:lnTo>
                    <a:pt x="127431" y="289468"/>
                  </a:lnTo>
                  <a:lnTo>
                    <a:pt x="132615" y="290649"/>
                  </a:lnTo>
                  <a:lnTo>
                    <a:pt x="137833" y="291665"/>
                  </a:lnTo>
                  <a:lnTo>
                    <a:pt x="143082" y="292515"/>
                  </a:lnTo>
                  <a:lnTo>
                    <a:pt x="148354" y="293197"/>
                  </a:lnTo>
                  <a:lnTo>
                    <a:pt x="153646" y="293711"/>
                  </a:lnTo>
                  <a:lnTo>
                    <a:pt x="158951" y="294057"/>
                  </a:lnTo>
                  <a:lnTo>
                    <a:pt x="164265" y="294234"/>
                  </a:lnTo>
                  <a:lnTo>
                    <a:pt x="169581" y="294241"/>
                  </a:lnTo>
                  <a:lnTo>
                    <a:pt x="174895" y="294080"/>
                  </a:lnTo>
                  <a:lnTo>
                    <a:pt x="180202" y="293750"/>
                  </a:lnTo>
                  <a:lnTo>
                    <a:pt x="185495" y="293251"/>
                  </a:lnTo>
                  <a:lnTo>
                    <a:pt x="190769" y="292584"/>
                  </a:lnTo>
                  <a:lnTo>
                    <a:pt x="196020" y="291750"/>
                  </a:lnTo>
                  <a:lnTo>
                    <a:pt x="201241" y="290749"/>
                  </a:lnTo>
                  <a:lnTo>
                    <a:pt x="206428" y="289582"/>
                  </a:lnTo>
                  <a:lnTo>
                    <a:pt x="211575" y="288252"/>
                  </a:lnTo>
                  <a:lnTo>
                    <a:pt x="216678" y="286758"/>
                  </a:lnTo>
                  <a:lnTo>
                    <a:pt x="221730" y="285103"/>
                  </a:lnTo>
                  <a:lnTo>
                    <a:pt x="226727" y="283288"/>
                  </a:lnTo>
                  <a:lnTo>
                    <a:pt x="231664" y="281315"/>
                  </a:lnTo>
                  <a:lnTo>
                    <a:pt x="236536" y="279185"/>
                  </a:lnTo>
                  <a:lnTo>
                    <a:pt x="241337" y="276903"/>
                  </a:lnTo>
                  <a:lnTo>
                    <a:pt x="246063" y="274468"/>
                  </a:lnTo>
                  <a:lnTo>
                    <a:pt x="250710" y="271885"/>
                  </a:lnTo>
                  <a:lnTo>
                    <a:pt x="255272" y="269155"/>
                  </a:lnTo>
                  <a:lnTo>
                    <a:pt x="259745" y="266281"/>
                  </a:lnTo>
                  <a:lnTo>
                    <a:pt x="264125" y="263267"/>
                  </a:lnTo>
                  <a:lnTo>
                    <a:pt x="268406" y="260115"/>
                  </a:lnTo>
                  <a:lnTo>
                    <a:pt x="272585" y="256828"/>
                  </a:lnTo>
                  <a:lnTo>
                    <a:pt x="276657" y="253410"/>
                  </a:lnTo>
                  <a:lnTo>
                    <a:pt x="280618" y="249864"/>
                  </a:lnTo>
                  <a:lnTo>
                    <a:pt x="284465" y="246195"/>
                  </a:lnTo>
                  <a:lnTo>
                    <a:pt x="288193" y="242404"/>
                  </a:lnTo>
                  <a:lnTo>
                    <a:pt x="291799" y="238497"/>
                  </a:lnTo>
                  <a:lnTo>
                    <a:pt x="295279" y="234478"/>
                  </a:lnTo>
                  <a:lnTo>
                    <a:pt x="298629" y="230349"/>
                  </a:lnTo>
                  <a:lnTo>
                    <a:pt x="301846" y="226117"/>
                  </a:lnTo>
                  <a:lnTo>
                    <a:pt x="304927" y="221784"/>
                  </a:lnTo>
                  <a:lnTo>
                    <a:pt x="307868" y="217355"/>
                  </a:lnTo>
                  <a:lnTo>
                    <a:pt x="310667" y="212835"/>
                  </a:lnTo>
                  <a:lnTo>
                    <a:pt x="313321" y="208229"/>
                  </a:lnTo>
                  <a:lnTo>
                    <a:pt x="315827" y="203540"/>
                  </a:lnTo>
                  <a:lnTo>
                    <a:pt x="318183" y="198774"/>
                  </a:lnTo>
                  <a:lnTo>
                    <a:pt x="320386" y="193935"/>
                  </a:lnTo>
                  <a:lnTo>
                    <a:pt x="322435" y="189029"/>
                  </a:lnTo>
                  <a:lnTo>
                    <a:pt x="324326" y="184060"/>
                  </a:lnTo>
                  <a:lnTo>
                    <a:pt x="326058" y="179034"/>
                  </a:lnTo>
                  <a:lnTo>
                    <a:pt x="327629" y="173955"/>
                  </a:lnTo>
                  <a:lnTo>
                    <a:pt x="329038" y="168828"/>
                  </a:lnTo>
                  <a:lnTo>
                    <a:pt x="330284" y="163660"/>
                  </a:lnTo>
                  <a:lnTo>
                    <a:pt x="331364" y="158454"/>
                  </a:lnTo>
                  <a:lnTo>
                    <a:pt x="332278" y="153217"/>
                  </a:lnTo>
                  <a:lnTo>
                    <a:pt x="333025" y="147953"/>
                  </a:lnTo>
                  <a:lnTo>
                    <a:pt x="333605" y="142668"/>
                  </a:lnTo>
                  <a:lnTo>
                    <a:pt x="334016" y="137368"/>
                  </a:lnTo>
                  <a:lnTo>
                    <a:pt x="334259" y="132057"/>
                  </a:lnTo>
                  <a:lnTo>
                    <a:pt x="334332" y="126741"/>
                  </a:lnTo>
                  <a:lnTo>
                    <a:pt x="334236" y="121425"/>
                  </a:lnTo>
                  <a:lnTo>
                    <a:pt x="333972" y="116115"/>
                  </a:lnTo>
                  <a:lnTo>
                    <a:pt x="333538" y="110816"/>
                  </a:lnTo>
                  <a:lnTo>
                    <a:pt x="332936" y="105534"/>
                  </a:lnTo>
                  <a:lnTo>
                    <a:pt x="332167" y="100273"/>
                  </a:lnTo>
                  <a:lnTo>
                    <a:pt x="331231" y="95040"/>
                  </a:lnTo>
                  <a:lnTo>
                    <a:pt x="330129" y="89839"/>
                  </a:lnTo>
                  <a:lnTo>
                    <a:pt x="328862" y="84676"/>
                  </a:lnTo>
                  <a:lnTo>
                    <a:pt x="327431" y="79555"/>
                  </a:lnTo>
                  <a:lnTo>
                    <a:pt x="325838" y="74483"/>
                  </a:lnTo>
                  <a:lnTo>
                    <a:pt x="324085" y="69464"/>
                  </a:lnTo>
                  <a:lnTo>
                    <a:pt x="322173" y="64503"/>
                  </a:lnTo>
                  <a:lnTo>
                    <a:pt x="320105" y="59605"/>
                  </a:lnTo>
                  <a:lnTo>
                    <a:pt x="317881" y="54776"/>
                  </a:lnTo>
                  <a:lnTo>
                    <a:pt x="167165" y="1270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50716" cy="167167"/>
            </a:xfrm>
            <a:custGeom>
              <a:avLst/>
              <a:pathLst>
                <a:path w="150716" h="167167">
                  <a:moveTo>
                    <a:pt x="150716" y="94852"/>
                  </a:moveTo>
                  <a:lnTo>
                    <a:pt x="148245" y="89912"/>
                  </a:lnTo>
                  <a:lnTo>
                    <a:pt x="145612" y="85057"/>
                  </a:lnTo>
                  <a:lnTo>
                    <a:pt x="142820" y="80291"/>
                  </a:lnTo>
                  <a:lnTo>
                    <a:pt x="139872" y="75620"/>
                  </a:lnTo>
                  <a:lnTo>
                    <a:pt x="136771" y="71050"/>
                  </a:lnTo>
                  <a:lnTo>
                    <a:pt x="133521" y="66584"/>
                  </a:lnTo>
                  <a:lnTo>
                    <a:pt x="130125" y="62228"/>
                  </a:lnTo>
                  <a:lnTo>
                    <a:pt x="126587" y="57986"/>
                  </a:lnTo>
                  <a:lnTo>
                    <a:pt x="122911" y="53864"/>
                  </a:lnTo>
                  <a:lnTo>
                    <a:pt x="119101" y="49865"/>
                  </a:lnTo>
                  <a:lnTo>
                    <a:pt x="115161" y="45994"/>
                  </a:lnTo>
                  <a:lnTo>
                    <a:pt x="111095" y="42256"/>
                  </a:lnTo>
                  <a:lnTo>
                    <a:pt x="106908" y="38654"/>
                  </a:lnTo>
                  <a:lnTo>
                    <a:pt x="102604" y="35192"/>
                  </a:lnTo>
                  <a:lnTo>
                    <a:pt x="98188" y="31875"/>
                  </a:lnTo>
                  <a:lnTo>
                    <a:pt x="93665" y="28705"/>
                  </a:lnTo>
                  <a:lnTo>
                    <a:pt x="89039" y="25686"/>
                  </a:lnTo>
                  <a:lnTo>
                    <a:pt x="84317" y="22822"/>
                  </a:lnTo>
                  <a:lnTo>
                    <a:pt x="79502" y="20115"/>
                  </a:lnTo>
                  <a:lnTo>
                    <a:pt x="74601" y="17569"/>
                  </a:lnTo>
                  <a:lnTo>
                    <a:pt x="69618" y="15186"/>
                  </a:lnTo>
                  <a:lnTo>
                    <a:pt x="64559" y="12969"/>
                  </a:lnTo>
                  <a:lnTo>
                    <a:pt x="59430" y="10920"/>
                  </a:lnTo>
                  <a:lnTo>
                    <a:pt x="54236" y="9042"/>
                  </a:lnTo>
                  <a:lnTo>
                    <a:pt x="48982" y="7337"/>
                  </a:lnTo>
                  <a:lnTo>
                    <a:pt x="43675" y="5806"/>
                  </a:lnTo>
                  <a:lnTo>
                    <a:pt x="38321" y="4451"/>
                  </a:lnTo>
                  <a:lnTo>
                    <a:pt x="32924" y="3274"/>
                  </a:lnTo>
                  <a:lnTo>
                    <a:pt x="27492" y="2276"/>
                  </a:lnTo>
                  <a:lnTo>
                    <a:pt x="22029" y="1457"/>
                  </a:lnTo>
                  <a:lnTo>
                    <a:pt x="16543" y="820"/>
                  </a:lnTo>
                  <a:lnTo>
                    <a:pt x="11039" y="364"/>
                  </a:lnTo>
                  <a:lnTo>
                    <a:pt x="5522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65248" y="4213821"/>
              <a:ext cx="63224" cy="167167"/>
            </a:xfrm>
            <a:custGeom>
              <a:avLst/>
              <a:pathLst>
                <a:path w="63224" h="167167">
                  <a:moveTo>
                    <a:pt x="63224" y="0"/>
                  </a:moveTo>
                  <a:lnTo>
                    <a:pt x="57330" y="103"/>
                  </a:lnTo>
                  <a:lnTo>
                    <a:pt x="51445" y="415"/>
                  </a:lnTo>
                  <a:lnTo>
                    <a:pt x="45574" y="934"/>
                  </a:lnTo>
                  <a:lnTo>
                    <a:pt x="39724" y="1659"/>
                  </a:lnTo>
                  <a:lnTo>
                    <a:pt x="33904" y="2591"/>
                  </a:lnTo>
                  <a:lnTo>
                    <a:pt x="28121" y="3727"/>
                  </a:lnTo>
                  <a:lnTo>
                    <a:pt x="22381" y="5066"/>
                  </a:lnTo>
                  <a:lnTo>
                    <a:pt x="16692" y="6606"/>
                  </a:lnTo>
                  <a:lnTo>
                    <a:pt x="11061" y="8346"/>
                  </a:lnTo>
                  <a:lnTo>
                    <a:pt x="5494" y="10284"/>
                  </a:lnTo>
                  <a:lnTo>
                    <a:pt x="0" y="12417"/>
                  </a:lnTo>
                  <a:lnTo>
                    <a:pt x="6322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65248" y="4226238"/>
              <a:ext cx="63224" cy="154750"/>
            </a:xfrm>
            <a:custGeom>
              <a:avLst/>
              <a:pathLst>
                <a:path w="63224" h="154750">
                  <a:moveTo>
                    <a:pt x="0" y="0"/>
                  </a:moveTo>
                  <a:lnTo>
                    <a:pt x="63224" y="1547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04" y="4226238"/>
              <a:ext cx="167167" cy="317510"/>
            </a:xfrm>
            <a:custGeom>
              <a:avLst/>
              <a:pathLst>
                <a:path w="167167" h="317510">
                  <a:moveTo>
                    <a:pt x="103943" y="0"/>
                  </a:moveTo>
                  <a:lnTo>
                    <a:pt x="99032" y="2098"/>
                  </a:lnTo>
                  <a:lnTo>
                    <a:pt x="94192" y="4352"/>
                  </a:lnTo>
                  <a:lnTo>
                    <a:pt x="89425" y="6759"/>
                  </a:lnTo>
                  <a:lnTo>
                    <a:pt x="84738" y="9318"/>
                  </a:lnTo>
                  <a:lnTo>
                    <a:pt x="80136" y="12025"/>
                  </a:lnTo>
                  <a:lnTo>
                    <a:pt x="75621" y="14877"/>
                  </a:lnTo>
                  <a:lnTo>
                    <a:pt x="71201" y="17872"/>
                  </a:lnTo>
                  <a:lnTo>
                    <a:pt x="66878" y="21007"/>
                  </a:lnTo>
                  <a:lnTo>
                    <a:pt x="62658" y="24279"/>
                  </a:lnTo>
                  <a:lnTo>
                    <a:pt x="58544" y="27683"/>
                  </a:lnTo>
                  <a:lnTo>
                    <a:pt x="54541" y="31217"/>
                  </a:lnTo>
                  <a:lnTo>
                    <a:pt x="50653" y="34877"/>
                  </a:lnTo>
                  <a:lnTo>
                    <a:pt x="46884" y="38660"/>
                  </a:lnTo>
                  <a:lnTo>
                    <a:pt x="43237" y="42561"/>
                  </a:lnTo>
                  <a:lnTo>
                    <a:pt x="39717" y="46576"/>
                  </a:lnTo>
                  <a:lnTo>
                    <a:pt x="36327" y="50702"/>
                  </a:lnTo>
                  <a:lnTo>
                    <a:pt x="33071" y="54934"/>
                  </a:lnTo>
                  <a:lnTo>
                    <a:pt x="29951" y="59268"/>
                  </a:lnTo>
                  <a:lnTo>
                    <a:pt x="26972" y="63699"/>
                  </a:lnTo>
                  <a:lnTo>
                    <a:pt x="24135" y="68223"/>
                  </a:lnTo>
                  <a:lnTo>
                    <a:pt x="21445" y="72835"/>
                  </a:lnTo>
                  <a:lnTo>
                    <a:pt x="18903" y="77531"/>
                  </a:lnTo>
                  <a:lnTo>
                    <a:pt x="16512" y="82306"/>
                  </a:lnTo>
                  <a:lnTo>
                    <a:pt x="14275" y="87155"/>
                  </a:lnTo>
                  <a:lnTo>
                    <a:pt x="12194" y="92072"/>
                  </a:lnTo>
                  <a:lnTo>
                    <a:pt x="10272" y="97054"/>
                  </a:lnTo>
                  <a:lnTo>
                    <a:pt x="8509" y="102095"/>
                  </a:lnTo>
                  <a:lnTo>
                    <a:pt x="6908" y="107189"/>
                  </a:lnTo>
                  <a:lnTo>
                    <a:pt x="5471" y="112332"/>
                  </a:lnTo>
                  <a:lnTo>
                    <a:pt x="4198" y="117518"/>
                  </a:lnTo>
                  <a:lnTo>
                    <a:pt x="3092" y="122742"/>
                  </a:lnTo>
                  <a:lnTo>
                    <a:pt x="2154" y="127998"/>
                  </a:lnTo>
                  <a:lnTo>
                    <a:pt x="1384" y="133282"/>
                  </a:lnTo>
                  <a:lnTo>
                    <a:pt x="783" y="138588"/>
                  </a:lnTo>
                  <a:lnTo>
                    <a:pt x="351" y="143910"/>
                  </a:lnTo>
                  <a:lnTo>
                    <a:pt x="90" y="149244"/>
                  </a:lnTo>
                  <a:lnTo>
                    <a:pt x="0" y="154583"/>
                  </a:lnTo>
                  <a:lnTo>
                    <a:pt x="79" y="159922"/>
                  </a:lnTo>
                  <a:lnTo>
                    <a:pt x="330" y="165256"/>
                  </a:lnTo>
                  <a:lnTo>
                    <a:pt x="751" y="170579"/>
                  </a:lnTo>
                  <a:lnTo>
                    <a:pt x="1341" y="175886"/>
                  </a:lnTo>
                  <a:lnTo>
                    <a:pt x="2101" y="181172"/>
                  </a:lnTo>
                  <a:lnTo>
                    <a:pt x="3029" y="186430"/>
                  </a:lnTo>
                  <a:lnTo>
                    <a:pt x="4124" y="191657"/>
                  </a:lnTo>
                  <a:lnTo>
                    <a:pt x="5386" y="196845"/>
                  </a:lnTo>
                  <a:lnTo>
                    <a:pt x="6813" y="201991"/>
                  </a:lnTo>
                  <a:lnTo>
                    <a:pt x="8404" y="207088"/>
                  </a:lnTo>
                  <a:lnTo>
                    <a:pt x="10157" y="212132"/>
                  </a:lnTo>
                  <a:lnTo>
                    <a:pt x="12069" y="217118"/>
                  </a:lnTo>
                  <a:lnTo>
                    <a:pt x="14141" y="222040"/>
                  </a:lnTo>
                  <a:lnTo>
                    <a:pt x="16368" y="226893"/>
                  </a:lnTo>
                  <a:lnTo>
                    <a:pt x="18749" y="231672"/>
                  </a:lnTo>
                  <a:lnTo>
                    <a:pt x="21281" y="236373"/>
                  </a:lnTo>
                  <a:lnTo>
                    <a:pt x="23963" y="240991"/>
                  </a:lnTo>
                  <a:lnTo>
                    <a:pt x="26790" y="245521"/>
                  </a:lnTo>
                  <a:lnTo>
                    <a:pt x="29761" y="249958"/>
                  </a:lnTo>
                  <a:lnTo>
                    <a:pt x="32872" y="254298"/>
                  </a:lnTo>
                  <a:lnTo>
                    <a:pt x="36120" y="258536"/>
                  </a:lnTo>
                  <a:lnTo>
                    <a:pt x="39502" y="262669"/>
                  </a:lnTo>
                  <a:lnTo>
                    <a:pt x="43014" y="266691"/>
                  </a:lnTo>
                  <a:lnTo>
                    <a:pt x="46652" y="270600"/>
                  </a:lnTo>
                  <a:lnTo>
                    <a:pt x="50414" y="274390"/>
                  </a:lnTo>
                  <a:lnTo>
                    <a:pt x="54294" y="278058"/>
                  </a:lnTo>
                  <a:lnTo>
                    <a:pt x="58290" y="281600"/>
                  </a:lnTo>
                  <a:lnTo>
                    <a:pt x="62397" y="285012"/>
                  </a:lnTo>
                  <a:lnTo>
                    <a:pt x="66611" y="288292"/>
                  </a:lnTo>
                  <a:lnTo>
                    <a:pt x="70928" y="291436"/>
                  </a:lnTo>
                  <a:lnTo>
                    <a:pt x="75342" y="294440"/>
                  </a:lnTo>
                  <a:lnTo>
                    <a:pt x="79851" y="297301"/>
                  </a:lnTo>
                  <a:lnTo>
                    <a:pt x="84448" y="300017"/>
                  </a:lnTo>
                  <a:lnTo>
                    <a:pt x="89130" y="302585"/>
                  </a:lnTo>
                  <a:lnTo>
                    <a:pt x="93892" y="305002"/>
                  </a:lnTo>
                  <a:lnTo>
                    <a:pt x="98728" y="307266"/>
                  </a:lnTo>
                  <a:lnTo>
                    <a:pt x="103634" y="309374"/>
                  </a:lnTo>
                  <a:lnTo>
                    <a:pt x="108605" y="311324"/>
                  </a:lnTo>
                  <a:lnTo>
                    <a:pt x="113636" y="313114"/>
                  </a:lnTo>
                  <a:lnTo>
                    <a:pt x="118721" y="314743"/>
                  </a:lnTo>
                  <a:lnTo>
                    <a:pt x="123856" y="316209"/>
                  </a:lnTo>
                  <a:lnTo>
                    <a:pt x="129034" y="317510"/>
                  </a:lnTo>
                  <a:lnTo>
                    <a:pt x="167167" y="1547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690339" y="4213821"/>
              <a:ext cx="205287" cy="334330"/>
            </a:xfrm>
            <a:custGeom>
              <a:avLst/>
              <a:pathLst>
                <a:path w="205287" h="334330">
                  <a:moveTo>
                    <a:pt x="0" y="329927"/>
                  </a:moveTo>
                  <a:lnTo>
                    <a:pt x="5195" y="331058"/>
                  </a:lnTo>
                  <a:lnTo>
                    <a:pt x="10424" y="332022"/>
                  </a:lnTo>
                  <a:lnTo>
                    <a:pt x="15681" y="332820"/>
                  </a:lnTo>
                  <a:lnTo>
                    <a:pt x="20961" y="333450"/>
                  </a:lnTo>
                  <a:lnTo>
                    <a:pt x="26258" y="333912"/>
                  </a:lnTo>
                  <a:lnTo>
                    <a:pt x="31567" y="334205"/>
                  </a:lnTo>
                  <a:lnTo>
                    <a:pt x="36883" y="334330"/>
                  </a:lnTo>
                  <a:lnTo>
                    <a:pt x="42200" y="334285"/>
                  </a:lnTo>
                  <a:lnTo>
                    <a:pt x="47512" y="334071"/>
                  </a:lnTo>
                  <a:lnTo>
                    <a:pt x="52816" y="333688"/>
                  </a:lnTo>
                  <a:lnTo>
                    <a:pt x="58104" y="333137"/>
                  </a:lnTo>
                  <a:lnTo>
                    <a:pt x="63373" y="332418"/>
                  </a:lnTo>
                  <a:lnTo>
                    <a:pt x="68615" y="331532"/>
                  </a:lnTo>
                  <a:lnTo>
                    <a:pt x="73827" y="330479"/>
                  </a:lnTo>
                  <a:lnTo>
                    <a:pt x="79003" y="329261"/>
                  </a:lnTo>
                  <a:lnTo>
                    <a:pt x="84138" y="327879"/>
                  </a:lnTo>
                  <a:lnTo>
                    <a:pt x="89225" y="326335"/>
                  </a:lnTo>
                  <a:lnTo>
                    <a:pt x="94262" y="324629"/>
                  </a:lnTo>
                  <a:lnTo>
                    <a:pt x="99241" y="322765"/>
                  </a:lnTo>
                  <a:lnTo>
                    <a:pt x="104159" y="320742"/>
                  </a:lnTo>
                  <a:lnTo>
                    <a:pt x="109010" y="318565"/>
                  </a:lnTo>
                  <a:lnTo>
                    <a:pt x="113789" y="316234"/>
                  </a:lnTo>
                  <a:lnTo>
                    <a:pt x="118491" y="313752"/>
                  </a:lnTo>
                  <a:lnTo>
                    <a:pt x="123113" y="311123"/>
                  </a:lnTo>
                  <a:lnTo>
                    <a:pt x="127648" y="308347"/>
                  </a:lnTo>
                  <a:lnTo>
                    <a:pt x="132093" y="305429"/>
                  </a:lnTo>
                  <a:lnTo>
                    <a:pt x="136442" y="302371"/>
                  </a:lnTo>
                  <a:lnTo>
                    <a:pt x="140692" y="299176"/>
                  </a:lnTo>
                  <a:lnTo>
                    <a:pt x="144839" y="295847"/>
                  </a:lnTo>
                  <a:lnTo>
                    <a:pt x="148877" y="292388"/>
                  </a:lnTo>
                  <a:lnTo>
                    <a:pt x="152804" y="288803"/>
                  </a:lnTo>
                  <a:lnTo>
                    <a:pt x="156614" y="285094"/>
                  </a:lnTo>
                  <a:lnTo>
                    <a:pt x="160305" y="281267"/>
                  </a:lnTo>
                  <a:lnTo>
                    <a:pt x="163872" y="277323"/>
                  </a:lnTo>
                  <a:lnTo>
                    <a:pt x="167311" y="273269"/>
                  </a:lnTo>
                  <a:lnTo>
                    <a:pt x="170621" y="269107"/>
                  </a:lnTo>
                  <a:lnTo>
                    <a:pt x="173796" y="264842"/>
                  </a:lnTo>
                  <a:lnTo>
                    <a:pt x="176833" y="260478"/>
                  </a:lnTo>
                  <a:lnTo>
                    <a:pt x="179731" y="256019"/>
                  </a:lnTo>
                  <a:lnTo>
                    <a:pt x="182485" y="251471"/>
                  </a:lnTo>
                  <a:lnTo>
                    <a:pt x="185093" y="246837"/>
                  </a:lnTo>
                  <a:lnTo>
                    <a:pt x="187552" y="242123"/>
                  </a:lnTo>
                  <a:lnTo>
                    <a:pt x="189861" y="237333"/>
                  </a:lnTo>
                  <a:lnTo>
                    <a:pt x="192016" y="232472"/>
                  </a:lnTo>
                  <a:lnTo>
                    <a:pt x="194015" y="227545"/>
                  </a:lnTo>
                  <a:lnTo>
                    <a:pt x="195856" y="222557"/>
                  </a:lnTo>
                  <a:lnTo>
                    <a:pt x="197538" y="217513"/>
                  </a:lnTo>
                  <a:lnTo>
                    <a:pt x="199058" y="212418"/>
                  </a:lnTo>
                  <a:lnTo>
                    <a:pt x="200416" y="207277"/>
                  </a:lnTo>
                  <a:lnTo>
                    <a:pt x="201610" y="202095"/>
                  </a:lnTo>
                  <a:lnTo>
                    <a:pt x="202638" y="196879"/>
                  </a:lnTo>
                  <a:lnTo>
                    <a:pt x="203499" y="191632"/>
                  </a:lnTo>
                  <a:lnTo>
                    <a:pt x="204194" y="186360"/>
                  </a:lnTo>
                  <a:lnTo>
                    <a:pt x="204720" y="181069"/>
                  </a:lnTo>
                  <a:lnTo>
                    <a:pt x="205078" y="175764"/>
                  </a:lnTo>
                  <a:lnTo>
                    <a:pt x="205267" y="170450"/>
                  </a:lnTo>
                  <a:lnTo>
                    <a:pt x="205287" y="165133"/>
                  </a:lnTo>
                  <a:lnTo>
                    <a:pt x="205138" y="159818"/>
                  </a:lnTo>
                  <a:lnTo>
                    <a:pt x="204819" y="154510"/>
                  </a:lnTo>
                  <a:lnTo>
                    <a:pt x="204333" y="149215"/>
                  </a:lnTo>
                  <a:lnTo>
                    <a:pt x="203678" y="143939"/>
                  </a:lnTo>
                  <a:lnTo>
                    <a:pt x="202855" y="138686"/>
                  </a:lnTo>
                  <a:lnTo>
                    <a:pt x="201866" y="133461"/>
                  </a:lnTo>
                  <a:lnTo>
                    <a:pt x="200711" y="128271"/>
                  </a:lnTo>
                  <a:lnTo>
                    <a:pt x="199392" y="123120"/>
                  </a:lnTo>
                  <a:lnTo>
                    <a:pt x="197910" y="118014"/>
                  </a:lnTo>
                  <a:lnTo>
                    <a:pt x="196266" y="112957"/>
                  </a:lnTo>
                  <a:lnTo>
                    <a:pt x="194461" y="107955"/>
                  </a:lnTo>
                  <a:lnTo>
                    <a:pt x="192499" y="103014"/>
                  </a:lnTo>
                  <a:lnTo>
                    <a:pt x="190381" y="98137"/>
                  </a:lnTo>
                  <a:lnTo>
                    <a:pt x="188108" y="93329"/>
                  </a:lnTo>
                  <a:lnTo>
                    <a:pt x="185684" y="88597"/>
                  </a:lnTo>
                  <a:lnTo>
                    <a:pt x="183111" y="83944"/>
                  </a:lnTo>
                  <a:lnTo>
                    <a:pt x="180391" y="79375"/>
                  </a:lnTo>
                  <a:lnTo>
                    <a:pt x="177527" y="74896"/>
                  </a:lnTo>
                  <a:lnTo>
                    <a:pt x="174522" y="70509"/>
                  </a:lnTo>
                  <a:lnTo>
                    <a:pt x="171379" y="66220"/>
                  </a:lnTo>
                  <a:lnTo>
                    <a:pt x="168101" y="62034"/>
                  </a:lnTo>
                  <a:lnTo>
                    <a:pt x="164691" y="57953"/>
                  </a:lnTo>
                  <a:lnTo>
                    <a:pt x="161154" y="53984"/>
                  </a:lnTo>
                  <a:lnTo>
                    <a:pt x="157492" y="50128"/>
                  </a:lnTo>
                  <a:lnTo>
                    <a:pt x="153710" y="46391"/>
                  </a:lnTo>
                  <a:lnTo>
                    <a:pt x="149810" y="42777"/>
                  </a:lnTo>
                  <a:lnTo>
                    <a:pt x="145798" y="39288"/>
                  </a:lnTo>
                  <a:lnTo>
                    <a:pt x="141676" y="35928"/>
                  </a:lnTo>
                  <a:lnTo>
                    <a:pt x="137450" y="32702"/>
                  </a:lnTo>
                  <a:lnTo>
                    <a:pt x="133123" y="29611"/>
                  </a:lnTo>
                  <a:lnTo>
                    <a:pt x="128700" y="26660"/>
                  </a:lnTo>
                  <a:lnTo>
                    <a:pt x="124186" y="23850"/>
                  </a:lnTo>
                  <a:lnTo>
                    <a:pt x="119585" y="21186"/>
                  </a:lnTo>
                  <a:lnTo>
                    <a:pt x="114901" y="18669"/>
                  </a:lnTo>
                  <a:lnTo>
                    <a:pt x="110139" y="16303"/>
                  </a:lnTo>
                  <a:lnTo>
                    <a:pt x="105305" y="14089"/>
                  </a:lnTo>
                  <a:lnTo>
                    <a:pt x="100402" y="12030"/>
                  </a:lnTo>
                  <a:lnTo>
                    <a:pt x="95437" y="10128"/>
                  </a:lnTo>
                  <a:lnTo>
                    <a:pt x="90414" y="8385"/>
                  </a:lnTo>
                  <a:lnTo>
                    <a:pt x="85337" y="6803"/>
                  </a:lnTo>
                  <a:lnTo>
                    <a:pt x="80213" y="5383"/>
                  </a:lnTo>
                  <a:lnTo>
                    <a:pt x="75047" y="4126"/>
                  </a:lnTo>
                  <a:lnTo>
                    <a:pt x="69843" y="3035"/>
                  </a:lnTo>
                  <a:lnTo>
                    <a:pt x="64607" y="2109"/>
                  </a:lnTo>
                  <a:lnTo>
                    <a:pt x="59344" y="1351"/>
                  </a:lnTo>
                  <a:lnTo>
                    <a:pt x="54060" y="760"/>
                  </a:lnTo>
                  <a:lnTo>
                    <a:pt x="48759" y="338"/>
                  </a:lnTo>
                  <a:lnTo>
                    <a:pt x="43448" y="84"/>
                  </a:lnTo>
                  <a:lnTo>
                    <a:pt x="38132" y="0"/>
                  </a:lnTo>
                  <a:lnTo>
                    <a:pt x="3813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8435" y="3707720"/>
              <a:ext cx="160575" cy="167167"/>
            </a:xfrm>
            <a:custGeom>
              <a:avLst/>
              <a:pathLst>
                <a:path w="160575" h="167167">
                  <a:moveTo>
                    <a:pt x="160575" y="0"/>
                  </a:moveTo>
                  <a:lnTo>
                    <a:pt x="155189" y="86"/>
                  </a:lnTo>
                  <a:lnTo>
                    <a:pt x="149809" y="347"/>
                  </a:lnTo>
                  <a:lnTo>
                    <a:pt x="144439" y="780"/>
                  </a:lnTo>
                  <a:lnTo>
                    <a:pt x="139086" y="1386"/>
                  </a:lnTo>
                  <a:lnTo>
                    <a:pt x="133756" y="2165"/>
                  </a:lnTo>
                  <a:lnTo>
                    <a:pt x="128454" y="3115"/>
                  </a:lnTo>
                  <a:lnTo>
                    <a:pt x="123184" y="4235"/>
                  </a:lnTo>
                  <a:lnTo>
                    <a:pt x="117954" y="5524"/>
                  </a:lnTo>
                  <a:lnTo>
                    <a:pt x="112768" y="6981"/>
                  </a:lnTo>
                  <a:lnTo>
                    <a:pt x="107632" y="8605"/>
                  </a:lnTo>
                  <a:lnTo>
                    <a:pt x="102550" y="10393"/>
                  </a:lnTo>
                  <a:lnTo>
                    <a:pt x="97529" y="12344"/>
                  </a:lnTo>
                  <a:lnTo>
                    <a:pt x="92573" y="14456"/>
                  </a:lnTo>
                  <a:lnTo>
                    <a:pt x="87688" y="16726"/>
                  </a:lnTo>
                  <a:lnTo>
                    <a:pt x="82879" y="19153"/>
                  </a:lnTo>
                  <a:lnTo>
                    <a:pt x="78150" y="21733"/>
                  </a:lnTo>
                  <a:lnTo>
                    <a:pt x="73507" y="24464"/>
                  </a:lnTo>
                  <a:lnTo>
                    <a:pt x="68954" y="27344"/>
                  </a:lnTo>
                  <a:lnTo>
                    <a:pt x="64496" y="30369"/>
                  </a:lnTo>
                  <a:lnTo>
                    <a:pt x="60139" y="33535"/>
                  </a:lnTo>
                  <a:lnTo>
                    <a:pt x="55885" y="36841"/>
                  </a:lnTo>
                  <a:lnTo>
                    <a:pt x="51740" y="40282"/>
                  </a:lnTo>
                  <a:lnTo>
                    <a:pt x="47708" y="43854"/>
                  </a:lnTo>
                  <a:lnTo>
                    <a:pt x="43794" y="47555"/>
                  </a:lnTo>
                  <a:lnTo>
                    <a:pt x="40001" y="51380"/>
                  </a:lnTo>
                  <a:lnTo>
                    <a:pt x="36332" y="55325"/>
                  </a:lnTo>
                  <a:lnTo>
                    <a:pt x="32793" y="59386"/>
                  </a:lnTo>
                  <a:lnTo>
                    <a:pt x="29387" y="63559"/>
                  </a:lnTo>
                  <a:lnTo>
                    <a:pt x="26117" y="67840"/>
                  </a:lnTo>
                  <a:lnTo>
                    <a:pt x="22986" y="72224"/>
                  </a:lnTo>
                  <a:lnTo>
                    <a:pt x="19999" y="76706"/>
                  </a:lnTo>
                  <a:lnTo>
                    <a:pt x="17157" y="81283"/>
                  </a:lnTo>
                  <a:lnTo>
                    <a:pt x="14464" y="85948"/>
                  </a:lnTo>
                  <a:lnTo>
                    <a:pt x="11923" y="90698"/>
                  </a:lnTo>
                  <a:lnTo>
                    <a:pt x="9536" y="95528"/>
                  </a:lnTo>
                  <a:lnTo>
                    <a:pt x="7307" y="100432"/>
                  </a:lnTo>
                  <a:lnTo>
                    <a:pt x="5236" y="105405"/>
                  </a:lnTo>
                  <a:lnTo>
                    <a:pt x="3327" y="110442"/>
                  </a:lnTo>
                  <a:lnTo>
                    <a:pt x="1580" y="115538"/>
                  </a:lnTo>
                  <a:lnTo>
                    <a:pt x="0" y="120688"/>
                  </a:lnTo>
                  <a:lnTo>
                    <a:pt x="16057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45" y="3707734"/>
              <a:ext cx="334332" cy="334308"/>
            </a:xfrm>
            <a:custGeom>
              <a:avLst/>
              <a:pathLst>
                <a:path w="334332" h="334308">
                  <a:moveTo>
                    <a:pt x="6590" y="120674"/>
                  </a:moveTo>
                  <a:lnTo>
                    <a:pt x="5196" y="125791"/>
                  </a:lnTo>
                  <a:lnTo>
                    <a:pt x="3966" y="130950"/>
                  </a:lnTo>
                  <a:lnTo>
                    <a:pt x="2899" y="136145"/>
                  </a:lnTo>
                  <a:lnTo>
                    <a:pt x="1998" y="141372"/>
                  </a:lnTo>
                  <a:lnTo>
                    <a:pt x="1264" y="146624"/>
                  </a:lnTo>
                  <a:lnTo>
                    <a:pt x="696" y="151897"/>
                  </a:lnTo>
                  <a:lnTo>
                    <a:pt x="296" y="157186"/>
                  </a:lnTo>
                  <a:lnTo>
                    <a:pt x="64" y="162484"/>
                  </a:lnTo>
                  <a:lnTo>
                    <a:pt x="0" y="167787"/>
                  </a:lnTo>
                  <a:lnTo>
                    <a:pt x="104" y="173090"/>
                  </a:lnTo>
                  <a:lnTo>
                    <a:pt x="376" y="178387"/>
                  </a:lnTo>
                  <a:lnTo>
                    <a:pt x="816" y="183672"/>
                  </a:lnTo>
                  <a:lnTo>
                    <a:pt x="1424" y="188941"/>
                  </a:lnTo>
                  <a:lnTo>
                    <a:pt x="2199" y="194187"/>
                  </a:lnTo>
                  <a:lnTo>
                    <a:pt x="3139" y="199407"/>
                  </a:lnTo>
                  <a:lnTo>
                    <a:pt x="4245" y="204594"/>
                  </a:lnTo>
                  <a:lnTo>
                    <a:pt x="5515" y="209743"/>
                  </a:lnTo>
                  <a:lnTo>
                    <a:pt x="6947" y="214850"/>
                  </a:lnTo>
                  <a:lnTo>
                    <a:pt x="8541" y="219908"/>
                  </a:lnTo>
                  <a:lnTo>
                    <a:pt x="10294" y="224914"/>
                  </a:lnTo>
                  <a:lnTo>
                    <a:pt x="12205" y="229861"/>
                  </a:lnTo>
                  <a:lnTo>
                    <a:pt x="14273" y="234745"/>
                  </a:lnTo>
                  <a:lnTo>
                    <a:pt x="16494" y="239561"/>
                  </a:lnTo>
                  <a:lnTo>
                    <a:pt x="18867" y="244304"/>
                  </a:lnTo>
                  <a:lnTo>
                    <a:pt x="21389" y="248970"/>
                  </a:lnTo>
                  <a:lnTo>
                    <a:pt x="24057" y="253553"/>
                  </a:lnTo>
                  <a:lnTo>
                    <a:pt x="26870" y="258049"/>
                  </a:lnTo>
                  <a:lnTo>
                    <a:pt x="29824" y="262454"/>
                  </a:lnTo>
                  <a:lnTo>
                    <a:pt x="32917" y="266763"/>
                  </a:lnTo>
                  <a:lnTo>
                    <a:pt x="36144" y="270971"/>
                  </a:lnTo>
                  <a:lnTo>
                    <a:pt x="39503" y="275076"/>
                  </a:lnTo>
                  <a:lnTo>
                    <a:pt x="42991" y="279071"/>
                  </a:lnTo>
                  <a:lnTo>
                    <a:pt x="46604" y="282954"/>
                  </a:lnTo>
                  <a:lnTo>
                    <a:pt x="50338" y="286720"/>
                  </a:lnTo>
                  <a:lnTo>
                    <a:pt x="54190" y="290366"/>
                  </a:lnTo>
                  <a:lnTo>
                    <a:pt x="58155" y="293888"/>
                  </a:lnTo>
                  <a:lnTo>
                    <a:pt x="62230" y="297282"/>
                  </a:lnTo>
                  <a:lnTo>
                    <a:pt x="66411" y="300545"/>
                  </a:lnTo>
                  <a:lnTo>
                    <a:pt x="70693" y="303674"/>
                  </a:lnTo>
                  <a:lnTo>
                    <a:pt x="75073" y="306666"/>
                  </a:lnTo>
                  <a:lnTo>
                    <a:pt x="79545" y="309517"/>
                  </a:lnTo>
                  <a:lnTo>
                    <a:pt x="84105" y="312225"/>
                  </a:lnTo>
                  <a:lnTo>
                    <a:pt x="88749" y="314787"/>
                  </a:lnTo>
                  <a:lnTo>
                    <a:pt x="93472" y="317200"/>
                  </a:lnTo>
                  <a:lnTo>
                    <a:pt x="98269" y="319462"/>
                  </a:lnTo>
                  <a:lnTo>
                    <a:pt x="103135" y="321571"/>
                  </a:lnTo>
                  <a:lnTo>
                    <a:pt x="108066" y="323525"/>
                  </a:lnTo>
                  <a:lnTo>
                    <a:pt x="113056" y="325321"/>
                  </a:lnTo>
                  <a:lnTo>
                    <a:pt x="118100" y="326958"/>
                  </a:lnTo>
                  <a:lnTo>
                    <a:pt x="123195" y="328434"/>
                  </a:lnTo>
                  <a:lnTo>
                    <a:pt x="128333" y="329747"/>
                  </a:lnTo>
                  <a:lnTo>
                    <a:pt x="133510" y="330898"/>
                  </a:lnTo>
                  <a:lnTo>
                    <a:pt x="138722" y="331883"/>
                  </a:lnTo>
                  <a:lnTo>
                    <a:pt x="143961" y="332702"/>
                  </a:lnTo>
                  <a:lnTo>
                    <a:pt x="149225" y="333355"/>
                  </a:lnTo>
                  <a:lnTo>
                    <a:pt x="154506" y="333840"/>
                  </a:lnTo>
                  <a:lnTo>
                    <a:pt x="159800" y="334158"/>
                  </a:lnTo>
                  <a:lnTo>
                    <a:pt x="165102" y="334308"/>
                  </a:lnTo>
                  <a:lnTo>
                    <a:pt x="170405" y="334289"/>
                  </a:lnTo>
                  <a:lnTo>
                    <a:pt x="175706" y="334102"/>
                  </a:lnTo>
                  <a:lnTo>
                    <a:pt x="180997" y="333747"/>
                  </a:lnTo>
                  <a:lnTo>
                    <a:pt x="186275" y="333225"/>
                  </a:lnTo>
                  <a:lnTo>
                    <a:pt x="191534" y="332535"/>
                  </a:lnTo>
                  <a:lnTo>
                    <a:pt x="196768" y="331679"/>
                  </a:lnTo>
                  <a:lnTo>
                    <a:pt x="201972" y="330657"/>
                  </a:lnTo>
                  <a:lnTo>
                    <a:pt x="207141" y="329470"/>
                  </a:lnTo>
                  <a:lnTo>
                    <a:pt x="212270" y="328121"/>
                  </a:lnTo>
                  <a:lnTo>
                    <a:pt x="217354" y="326609"/>
                  </a:lnTo>
                  <a:lnTo>
                    <a:pt x="222387" y="324936"/>
                  </a:lnTo>
                  <a:lnTo>
                    <a:pt x="227364" y="323105"/>
                  </a:lnTo>
                  <a:lnTo>
                    <a:pt x="232281" y="321117"/>
                  </a:lnTo>
                  <a:lnTo>
                    <a:pt x="237132" y="318974"/>
                  </a:lnTo>
                  <a:lnTo>
                    <a:pt x="241913" y="316678"/>
                  </a:lnTo>
                  <a:lnTo>
                    <a:pt x="246619" y="314232"/>
                  </a:lnTo>
                  <a:lnTo>
                    <a:pt x="251245" y="311637"/>
                  </a:lnTo>
                  <a:lnTo>
                    <a:pt x="255786" y="308897"/>
                  </a:lnTo>
                  <a:lnTo>
                    <a:pt x="260237" y="306015"/>
                  </a:lnTo>
                  <a:lnTo>
                    <a:pt x="264596" y="302993"/>
                  </a:lnTo>
                  <a:lnTo>
                    <a:pt x="268856" y="299833"/>
                  </a:lnTo>
                  <a:lnTo>
                    <a:pt x="273014" y="296541"/>
                  </a:lnTo>
                  <a:lnTo>
                    <a:pt x="277065" y="293118"/>
                  </a:lnTo>
                  <a:lnTo>
                    <a:pt x="281005" y="289568"/>
                  </a:lnTo>
                  <a:lnTo>
                    <a:pt x="284831" y="285895"/>
                  </a:lnTo>
                  <a:lnTo>
                    <a:pt x="288539" y="282103"/>
                  </a:lnTo>
                  <a:lnTo>
                    <a:pt x="292124" y="278195"/>
                  </a:lnTo>
                  <a:lnTo>
                    <a:pt x="295584" y="274175"/>
                  </a:lnTo>
                  <a:lnTo>
                    <a:pt x="298914" y="270048"/>
                  </a:lnTo>
                  <a:lnTo>
                    <a:pt x="302112" y="265816"/>
                  </a:lnTo>
                  <a:lnTo>
                    <a:pt x="305174" y="261486"/>
                  </a:lnTo>
                  <a:lnTo>
                    <a:pt x="308097" y="257061"/>
                  </a:lnTo>
                  <a:lnTo>
                    <a:pt x="310878" y="252545"/>
                  </a:lnTo>
                  <a:lnTo>
                    <a:pt x="313515" y="247943"/>
                  </a:lnTo>
                  <a:lnTo>
                    <a:pt x="316004" y="243260"/>
                  </a:lnTo>
                  <a:lnTo>
                    <a:pt x="318343" y="238500"/>
                  </a:lnTo>
                  <a:lnTo>
                    <a:pt x="320530" y="233668"/>
                  </a:lnTo>
                  <a:lnTo>
                    <a:pt x="322563" y="228770"/>
                  </a:lnTo>
                  <a:lnTo>
                    <a:pt x="324440" y="223809"/>
                  </a:lnTo>
                  <a:lnTo>
                    <a:pt x="326158" y="218791"/>
                  </a:lnTo>
                  <a:lnTo>
                    <a:pt x="327716" y="213722"/>
                  </a:lnTo>
                  <a:lnTo>
                    <a:pt x="329112" y="208605"/>
                  </a:lnTo>
                  <a:lnTo>
                    <a:pt x="330346" y="203447"/>
                  </a:lnTo>
                  <a:lnTo>
                    <a:pt x="331415" y="198253"/>
                  </a:lnTo>
                  <a:lnTo>
                    <a:pt x="332319" y="193027"/>
                  </a:lnTo>
                  <a:lnTo>
                    <a:pt x="333056" y="187774"/>
                  </a:lnTo>
                  <a:lnTo>
                    <a:pt x="333627" y="182502"/>
                  </a:lnTo>
                  <a:lnTo>
                    <a:pt x="334030" y="177213"/>
                  </a:lnTo>
                  <a:lnTo>
                    <a:pt x="334265" y="171915"/>
                  </a:lnTo>
                  <a:lnTo>
                    <a:pt x="334332" y="166612"/>
                  </a:lnTo>
                  <a:lnTo>
                    <a:pt x="334231" y="161309"/>
                  </a:lnTo>
                  <a:lnTo>
                    <a:pt x="333962" y="156012"/>
                  </a:lnTo>
                  <a:lnTo>
                    <a:pt x="333524" y="150727"/>
                  </a:lnTo>
                  <a:lnTo>
                    <a:pt x="332919" y="145458"/>
                  </a:lnTo>
                  <a:lnTo>
                    <a:pt x="332148" y="140211"/>
                  </a:lnTo>
                  <a:lnTo>
                    <a:pt x="331210" y="134991"/>
                  </a:lnTo>
                  <a:lnTo>
                    <a:pt x="330107" y="129803"/>
                  </a:lnTo>
                  <a:lnTo>
                    <a:pt x="328840" y="124653"/>
                  </a:lnTo>
                  <a:lnTo>
                    <a:pt x="327411" y="119546"/>
                  </a:lnTo>
                  <a:lnTo>
                    <a:pt x="325820" y="114486"/>
                  </a:lnTo>
                  <a:lnTo>
                    <a:pt x="324069" y="109480"/>
                  </a:lnTo>
                  <a:lnTo>
                    <a:pt x="322161" y="104531"/>
                  </a:lnTo>
                  <a:lnTo>
                    <a:pt x="320096" y="99646"/>
                  </a:lnTo>
                  <a:lnTo>
                    <a:pt x="317878" y="94829"/>
                  </a:lnTo>
                  <a:lnTo>
                    <a:pt x="315508" y="90084"/>
                  </a:lnTo>
                  <a:lnTo>
                    <a:pt x="312988" y="85417"/>
                  </a:lnTo>
                  <a:lnTo>
                    <a:pt x="310322" y="80833"/>
                  </a:lnTo>
                  <a:lnTo>
                    <a:pt x="307512" y="76335"/>
                  </a:lnTo>
                  <a:lnTo>
                    <a:pt x="304560" y="71928"/>
                  </a:lnTo>
                  <a:lnTo>
                    <a:pt x="301470" y="67618"/>
                  </a:lnTo>
                  <a:lnTo>
                    <a:pt x="298245" y="63408"/>
                  </a:lnTo>
                  <a:lnTo>
                    <a:pt x="294888" y="59302"/>
                  </a:lnTo>
                  <a:lnTo>
                    <a:pt x="291403" y="55304"/>
                  </a:lnTo>
                  <a:lnTo>
                    <a:pt x="287792" y="51419"/>
                  </a:lnTo>
                  <a:lnTo>
                    <a:pt x="284060" y="47651"/>
                  </a:lnTo>
                  <a:lnTo>
                    <a:pt x="280210" y="44003"/>
                  </a:lnTo>
                  <a:lnTo>
                    <a:pt x="276247" y="40479"/>
                  </a:lnTo>
                  <a:lnTo>
                    <a:pt x="272173" y="37083"/>
                  </a:lnTo>
                  <a:lnTo>
                    <a:pt x="267995" y="33817"/>
                  </a:lnTo>
                  <a:lnTo>
                    <a:pt x="263714" y="30686"/>
                  </a:lnTo>
                  <a:lnTo>
                    <a:pt x="259336" y="27691"/>
                  </a:lnTo>
                  <a:lnTo>
                    <a:pt x="254866" y="24838"/>
                  </a:lnTo>
                  <a:lnTo>
                    <a:pt x="250307" y="22127"/>
                  </a:lnTo>
                  <a:lnTo>
                    <a:pt x="245665" y="19563"/>
                  </a:lnTo>
                  <a:lnTo>
                    <a:pt x="240943" y="17147"/>
                  </a:lnTo>
                  <a:lnTo>
                    <a:pt x="236148" y="14882"/>
                  </a:lnTo>
                  <a:lnTo>
                    <a:pt x="231283" y="12770"/>
                  </a:lnTo>
                  <a:lnTo>
                    <a:pt x="226353" y="10814"/>
                  </a:lnTo>
                  <a:lnTo>
                    <a:pt x="221364" y="9015"/>
                  </a:lnTo>
                  <a:lnTo>
                    <a:pt x="216320" y="7376"/>
                  </a:lnTo>
                  <a:lnTo>
                    <a:pt x="211227" y="5897"/>
                  </a:lnTo>
                  <a:lnTo>
                    <a:pt x="206089" y="4580"/>
                  </a:lnTo>
                  <a:lnTo>
                    <a:pt x="200912" y="3427"/>
                  </a:lnTo>
                  <a:lnTo>
                    <a:pt x="195702" y="2439"/>
                  </a:lnTo>
                  <a:lnTo>
                    <a:pt x="190462" y="1617"/>
                  </a:lnTo>
                  <a:lnTo>
                    <a:pt x="185199" y="961"/>
                  </a:lnTo>
                  <a:lnTo>
                    <a:pt x="179918" y="473"/>
                  </a:lnTo>
                  <a:lnTo>
                    <a:pt x="174624" y="152"/>
                  </a:lnTo>
                  <a:lnTo>
                    <a:pt x="169323" y="0"/>
                  </a:lnTo>
                  <a:lnTo>
                    <a:pt x="167166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2157" cy="167167"/>
            </a:xfrm>
            <a:custGeom>
              <a:avLst/>
              <a:pathLst>
                <a:path w="2157" h="167167">
                  <a:moveTo>
                    <a:pt x="2157" y="1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2025-06-06T05:14:05Z</dcterms:modified>
  <cp:category/>
</cp:coreProperties>
</file>