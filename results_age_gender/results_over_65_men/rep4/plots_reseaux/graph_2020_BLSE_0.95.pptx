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72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12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18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149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72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79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149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12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31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79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31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18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18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75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07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79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77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757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31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77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07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63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72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12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420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94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18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49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72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12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79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31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18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74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72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12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18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72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12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524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69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18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72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12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18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72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21522" y="3170392"/>
              <a:ext cx="62256" cy="167167"/>
            </a:xfrm>
            <a:custGeom>
              <a:avLst/>
              <a:pathLst>
                <a:path w="62256" h="167167">
                  <a:moveTo>
                    <a:pt x="62256" y="0"/>
                  </a:moveTo>
                  <a:lnTo>
                    <a:pt x="56457" y="100"/>
                  </a:lnTo>
                  <a:lnTo>
                    <a:pt x="50666" y="402"/>
                  </a:lnTo>
                  <a:lnTo>
                    <a:pt x="44889" y="904"/>
                  </a:lnTo>
                  <a:lnTo>
                    <a:pt x="39133" y="1606"/>
                  </a:lnTo>
                  <a:lnTo>
                    <a:pt x="33404" y="2508"/>
                  </a:lnTo>
                  <a:lnTo>
                    <a:pt x="27710" y="3608"/>
                  </a:lnTo>
                  <a:lnTo>
                    <a:pt x="22058" y="4905"/>
                  </a:lnTo>
                  <a:lnTo>
                    <a:pt x="16454" y="6396"/>
                  </a:lnTo>
                  <a:lnTo>
                    <a:pt x="10905" y="8082"/>
                  </a:lnTo>
                  <a:lnTo>
                    <a:pt x="5418" y="9959"/>
                  </a:lnTo>
                  <a:lnTo>
                    <a:pt x="0" y="12025"/>
                  </a:lnTo>
                  <a:lnTo>
                    <a:pt x="6225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21522" y="3182417"/>
              <a:ext cx="62256" cy="155142"/>
            </a:xfrm>
            <a:custGeom>
              <a:avLst/>
              <a:pathLst>
                <a:path w="62256" h="155142">
                  <a:moveTo>
                    <a:pt x="0" y="0"/>
                  </a:moveTo>
                  <a:lnTo>
                    <a:pt x="62256" y="155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16631" y="3170479"/>
              <a:ext cx="334294" cy="334247"/>
            </a:xfrm>
            <a:custGeom>
              <a:avLst/>
              <a:pathLst>
                <a:path w="334294" h="334247">
                  <a:moveTo>
                    <a:pt x="104891" y="11938"/>
                  </a:moveTo>
                  <a:lnTo>
                    <a:pt x="100001" y="13991"/>
                  </a:lnTo>
                  <a:lnTo>
                    <a:pt x="95179" y="16198"/>
                  </a:lnTo>
                  <a:lnTo>
                    <a:pt x="90429" y="18556"/>
                  </a:lnTo>
                  <a:lnTo>
                    <a:pt x="85756" y="21065"/>
                  </a:lnTo>
                  <a:lnTo>
                    <a:pt x="81166" y="23720"/>
                  </a:lnTo>
                  <a:lnTo>
                    <a:pt x="76661" y="26520"/>
                  </a:lnTo>
                  <a:lnTo>
                    <a:pt x="72248" y="29461"/>
                  </a:lnTo>
                  <a:lnTo>
                    <a:pt x="67931" y="32540"/>
                  </a:lnTo>
                  <a:lnTo>
                    <a:pt x="63713" y="35755"/>
                  </a:lnTo>
                  <a:lnTo>
                    <a:pt x="59599" y="39102"/>
                  </a:lnTo>
                  <a:lnTo>
                    <a:pt x="55594" y="42578"/>
                  </a:lnTo>
                  <a:lnTo>
                    <a:pt x="51701" y="46179"/>
                  </a:lnTo>
                  <a:lnTo>
                    <a:pt x="47924" y="49902"/>
                  </a:lnTo>
                  <a:lnTo>
                    <a:pt x="44267" y="53743"/>
                  </a:lnTo>
                  <a:lnTo>
                    <a:pt x="40733" y="57698"/>
                  </a:lnTo>
                  <a:lnTo>
                    <a:pt x="37327" y="61763"/>
                  </a:lnTo>
                  <a:lnTo>
                    <a:pt x="34052" y="65934"/>
                  </a:lnTo>
                  <a:lnTo>
                    <a:pt x="30910" y="70207"/>
                  </a:lnTo>
                  <a:lnTo>
                    <a:pt x="27906" y="74577"/>
                  </a:lnTo>
                  <a:lnTo>
                    <a:pt x="25042" y="79040"/>
                  </a:lnTo>
                  <a:lnTo>
                    <a:pt x="22321" y="83592"/>
                  </a:lnTo>
                  <a:lnTo>
                    <a:pt x="19745" y="88228"/>
                  </a:lnTo>
                  <a:lnTo>
                    <a:pt x="17318" y="92944"/>
                  </a:lnTo>
                  <a:lnTo>
                    <a:pt x="15042" y="97734"/>
                  </a:lnTo>
                  <a:lnTo>
                    <a:pt x="12919" y="102594"/>
                  </a:lnTo>
                  <a:lnTo>
                    <a:pt x="10951" y="107518"/>
                  </a:lnTo>
                  <a:lnTo>
                    <a:pt x="9140" y="112503"/>
                  </a:lnTo>
                  <a:lnTo>
                    <a:pt x="7488" y="117542"/>
                  </a:lnTo>
                  <a:lnTo>
                    <a:pt x="5997" y="122632"/>
                  </a:lnTo>
                  <a:lnTo>
                    <a:pt x="4669" y="127766"/>
                  </a:lnTo>
                  <a:lnTo>
                    <a:pt x="3503" y="132940"/>
                  </a:lnTo>
                  <a:lnTo>
                    <a:pt x="2503" y="138148"/>
                  </a:lnTo>
                  <a:lnTo>
                    <a:pt x="1668" y="143385"/>
                  </a:lnTo>
                  <a:lnTo>
                    <a:pt x="999" y="148646"/>
                  </a:lnTo>
                  <a:lnTo>
                    <a:pt x="498" y="153926"/>
                  </a:lnTo>
                  <a:lnTo>
                    <a:pt x="165" y="159219"/>
                  </a:lnTo>
                  <a:lnTo>
                    <a:pt x="0" y="164519"/>
                  </a:lnTo>
                  <a:lnTo>
                    <a:pt x="2" y="169823"/>
                  </a:lnTo>
                  <a:lnTo>
                    <a:pt x="174" y="175123"/>
                  </a:lnTo>
                  <a:lnTo>
                    <a:pt x="513" y="180416"/>
                  </a:lnTo>
                  <a:lnTo>
                    <a:pt x="1020" y="185695"/>
                  </a:lnTo>
                  <a:lnTo>
                    <a:pt x="1694" y="190955"/>
                  </a:lnTo>
                  <a:lnTo>
                    <a:pt x="2534" y="196192"/>
                  </a:lnTo>
                  <a:lnTo>
                    <a:pt x="3540" y="201399"/>
                  </a:lnTo>
                  <a:lnTo>
                    <a:pt x="4711" y="206571"/>
                  </a:lnTo>
                  <a:lnTo>
                    <a:pt x="6046" y="211704"/>
                  </a:lnTo>
                  <a:lnTo>
                    <a:pt x="7542" y="216791"/>
                  </a:lnTo>
                  <a:lnTo>
                    <a:pt x="9200" y="221829"/>
                  </a:lnTo>
                  <a:lnTo>
                    <a:pt x="11016" y="226812"/>
                  </a:lnTo>
                  <a:lnTo>
                    <a:pt x="12989" y="231734"/>
                  </a:lnTo>
                  <a:lnTo>
                    <a:pt x="15118" y="236592"/>
                  </a:lnTo>
                  <a:lnTo>
                    <a:pt x="17399" y="241379"/>
                  </a:lnTo>
                  <a:lnTo>
                    <a:pt x="19831" y="246092"/>
                  </a:lnTo>
                  <a:lnTo>
                    <a:pt x="22412" y="250725"/>
                  </a:lnTo>
                  <a:lnTo>
                    <a:pt x="25138" y="255274"/>
                  </a:lnTo>
                  <a:lnTo>
                    <a:pt x="28007" y="259735"/>
                  </a:lnTo>
                  <a:lnTo>
                    <a:pt x="31016" y="264102"/>
                  </a:lnTo>
                  <a:lnTo>
                    <a:pt x="34162" y="268371"/>
                  </a:lnTo>
                  <a:lnTo>
                    <a:pt x="37442" y="272539"/>
                  </a:lnTo>
                  <a:lnTo>
                    <a:pt x="40853" y="276600"/>
                  </a:lnTo>
                  <a:lnTo>
                    <a:pt x="44390" y="280551"/>
                  </a:lnTo>
                  <a:lnTo>
                    <a:pt x="48051" y="284388"/>
                  </a:lnTo>
                  <a:lnTo>
                    <a:pt x="51832" y="288106"/>
                  </a:lnTo>
                  <a:lnTo>
                    <a:pt x="55729" y="291703"/>
                  </a:lnTo>
                  <a:lnTo>
                    <a:pt x="59739" y="295175"/>
                  </a:lnTo>
                  <a:lnTo>
                    <a:pt x="63856" y="298518"/>
                  </a:lnTo>
                  <a:lnTo>
                    <a:pt x="68077" y="301728"/>
                  </a:lnTo>
                  <a:lnTo>
                    <a:pt x="72398" y="304803"/>
                  </a:lnTo>
                  <a:lnTo>
                    <a:pt x="76815" y="307739"/>
                  </a:lnTo>
                  <a:lnTo>
                    <a:pt x="81322" y="310534"/>
                  </a:lnTo>
                  <a:lnTo>
                    <a:pt x="85915" y="313184"/>
                  </a:lnTo>
                  <a:lnTo>
                    <a:pt x="90591" y="315687"/>
                  </a:lnTo>
                  <a:lnTo>
                    <a:pt x="95343" y="318041"/>
                  </a:lnTo>
                  <a:lnTo>
                    <a:pt x="100168" y="320242"/>
                  </a:lnTo>
                  <a:lnTo>
                    <a:pt x="105060" y="322290"/>
                  </a:lnTo>
                  <a:lnTo>
                    <a:pt x="110015" y="324181"/>
                  </a:lnTo>
                  <a:lnTo>
                    <a:pt x="115027" y="325915"/>
                  </a:lnTo>
                  <a:lnTo>
                    <a:pt x="120091" y="327488"/>
                  </a:lnTo>
                  <a:lnTo>
                    <a:pt x="125203" y="328900"/>
                  </a:lnTo>
                  <a:lnTo>
                    <a:pt x="130358" y="330149"/>
                  </a:lnTo>
                  <a:lnTo>
                    <a:pt x="135549" y="331234"/>
                  </a:lnTo>
                  <a:lnTo>
                    <a:pt x="140772" y="332154"/>
                  </a:lnTo>
                  <a:lnTo>
                    <a:pt x="146021" y="332907"/>
                  </a:lnTo>
                  <a:lnTo>
                    <a:pt x="151292" y="333494"/>
                  </a:lnTo>
                  <a:lnTo>
                    <a:pt x="156579" y="333913"/>
                  </a:lnTo>
                  <a:lnTo>
                    <a:pt x="161876" y="334164"/>
                  </a:lnTo>
                  <a:lnTo>
                    <a:pt x="167179" y="334247"/>
                  </a:lnTo>
                  <a:lnTo>
                    <a:pt x="172482" y="334162"/>
                  </a:lnTo>
                  <a:lnTo>
                    <a:pt x="177779" y="333909"/>
                  </a:lnTo>
                  <a:lnTo>
                    <a:pt x="183065" y="333488"/>
                  </a:lnTo>
                  <a:lnTo>
                    <a:pt x="188336" y="332899"/>
                  </a:lnTo>
                  <a:lnTo>
                    <a:pt x="193585" y="332144"/>
                  </a:lnTo>
                  <a:lnTo>
                    <a:pt x="198808" y="331222"/>
                  </a:lnTo>
                  <a:lnTo>
                    <a:pt x="203999" y="330135"/>
                  </a:lnTo>
                  <a:lnTo>
                    <a:pt x="209152" y="328884"/>
                  </a:lnTo>
                  <a:lnTo>
                    <a:pt x="214264" y="327470"/>
                  </a:lnTo>
                  <a:lnTo>
                    <a:pt x="219328" y="325895"/>
                  </a:lnTo>
                  <a:lnTo>
                    <a:pt x="224339" y="324160"/>
                  </a:lnTo>
                  <a:lnTo>
                    <a:pt x="229293" y="322267"/>
                  </a:lnTo>
                  <a:lnTo>
                    <a:pt x="234184" y="320217"/>
                  </a:lnTo>
                  <a:lnTo>
                    <a:pt x="239008" y="318014"/>
                  </a:lnTo>
                  <a:lnTo>
                    <a:pt x="243760" y="315658"/>
                  </a:lnTo>
                  <a:lnTo>
                    <a:pt x="248434" y="313153"/>
                  </a:lnTo>
                  <a:lnTo>
                    <a:pt x="253027" y="310501"/>
                  </a:lnTo>
                  <a:lnTo>
                    <a:pt x="257533" y="307705"/>
                  </a:lnTo>
                  <a:lnTo>
                    <a:pt x="261948" y="304767"/>
                  </a:lnTo>
                  <a:lnTo>
                    <a:pt x="266268" y="301691"/>
                  </a:lnTo>
                  <a:lnTo>
                    <a:pt x="270488" y="298479"/>
                  </a:lnTo>
                  <a:lnTo>
                    <a:pt x="274604" y="295134"/>
                  </a:lnTo>
                  <a:lnTo>
                    <a:pt x="278612" y="291661"/>
                  </a:lnTo>
                  <a:lnTo>
                    <a:pt x="282508" y="288063"/>
                  </a:lnTo>
                  <a:lnTo>
                    <a:pt x="286288" y="284343"/>
                  </a:lnTo>
                  <a:lnTo>
                    <a:pt x="289947" y="280504"/>
                  </a:lnTo>
                  <a:lnTo>
                    <a:pt x="293483" y="276552"/>
                  </a:lnTo>
                  <a:lnTo>
                    <a:pt x="296892" y="272490"/>
                  </a:lnTo>
                  <a:lnTo>
                    <a:pt x="300171" y="268321"/>
                  </a:lnTo>
                  <a:lnTo>
                    <a:pt x="303315" y="264050"/>
                  </a:lnTo>
                  <a:lnTo>
                    <a:pt x="306323" y="259682"/>
                  </a:lnTo>
                  <a:lnTo>
                    <a:pt x="309190" y="255221"/>
                  </a:lnTo>
                  <a:lnTo>
                    <a:pt x="311915" y="250671"/>
                  </a:lnTo>
                  <a:lnTo>
                    <a:pt x="314493" y="246037"/>
                  </a:lnTo>
                  <a:lnTo>
                    <a:pt x="316924" y="241323"/>
                  </a:lnTo>
                  <a:lnTo>
                    <a:pt x="319203" y="236535"/>
                  </a:lnTo>
                  <a:lnTo>
                    <a:pt x="321330" y="231676"/>
                  </a:lnTo>
                  <a:lnTo>
                    <a:pt x="323301" y="226753"/>
                  </a:lnTo>
                  <a:lnTo>
                    <a:pt x="325116" y="221770"/>
                  </a:lnTo>
                  <a:lnTo>
                    <a:pt x="326771" y="216731"/>
                  </a:lnTo>
                  <a:lnTo>
                    <a:pt x="328266" y="211643"/>
                  </a:lnTo>
                  <a:lnTo>
                    <a:pt x="329598" y="206510"/>
                  </a:lnTo>
                  <a:lnTo>
                    <a:pt x="330767" y="201337"/>
                  </a:lnTo>
                  <a:lnTo>
                    <a:pt x="331771" y="196129"/>
                  </a:lnTo>
                  <a:lnTo>
                    <a:pt x="332610" y="190893"/>
                  </a:lnTo>
                  <a:lnTo>
                    <a:pt x="333282" y="185632"/>
                  </a:lnTo>
                  <a:lnTo>
                    <a:pt x="333787" y="180353"/>
                  </a:lnTo>
                  <a:lnTo>
                    <a:pt x="334124" y="175060"/>
                  </a:lnTo>
                  <a:lnTo>
                    <a:pt x="334293" y="169760"/>
                  </a:lnTo>
                  <a:lnTo>
                    <a:pt x="334294" y="164456"/>
                  </a:lnTo>
                  <a:lnTo>
                    <a:pt x="334127" y="159156"/>
                  </a:lnTo>
                  <a:lnTo>
                    <a:pt x="333791" y="153863"/>
                  </a:lnTo>
                  <a:lnTo>
                    <a:pt x="333288" y="148583"/>
                  </a:lnTo>
                  <a:lnTo>
                    <a:pt x="332618" y="143323"/>
                  </a:lnTo>
                  <a:lnTo>
                    <a:pt x="331781" y="138086"/>
                  </a:lnTo>
                  <a:lnTo>
                    <a:pt x="330779" y="132878"/>
                  </a:lnTo>
                  <a:lnTo>
                    <a:pt x="329611" y="127705"/>
                  </a:lnTo>
                  <a:lnTo>
                    <a:pt x="328281" y="122571"/>
                  </a:lnTo>
                  <a:lnTo>
                    <a:pt x="326788" y="117482"/>
                  </a:lnTo>
                  <a:lnTo>
                    <a:pt x="325134" y="112443"/>
                  </a:lnTo>
                  <a:lnTo>
                    <a:pt x="323321" y="107459"/>
                  </a:lnTo>
                  <a:lnTo>
                    <a:pt x="321352" y="102535"/>
                  </a:lnTo>
                  <a:lnTo>
                    <a:pt x="319227" y="97676"/>
                  </a:lnTo>
                  <a:lnTo>
                    <a:pt x="316948" y="92887"/>
                  </a:lnTo>
                  <a:lnTo>
                    <a:pt x="314520" y="88173"/>
                  </a:lnTo>
                  <a:lnTo>
                    <a:pt x="311942" y="83538"/>
                  </a:lnTo>
                  <a:lnTo>
                    <a:pt x="309220" y="78987"/>
                  </a:lnTo>
                  <a:lnTo>
                    <a:pt x="306354" y="74524"/>
                  </a:lnTo>
                  <a:lnTo>
                    <a:pt x="303348" y="70155"/>
                  </a:lnTo>
                  <a:lnTo>
                    <a:pt x="300205" y="65884"/>
                  </a:lnTo>
                  <a:lnTo>
                    <a:pt x="296928" y="61714"/>
                  </a:lnTo>
                  <a:lnTo>
                    <a:pt x="293520" y="57650"/>
                  </a:lnTo>
                  <a:lnTo>
                    <a:pt x="289985" y="53697"/>
                  </a:lnTo>
                  <a:lnTo>
                    <a:pt x="286327" y="49857"/>
                  </a:lnTo>
                  <a:lnTo>
                    <a:pt x="282548" y="46136"/>
                  </a:lnTo>
                  <a:lnTo>
                    <a:pt x="278654" y="42536"/>
                  </a:lnTo>
                  <a:lnTo>
                    <a:pt x="274647" y="39062"/>
                  </a:lnTo>
                  <a:lnTo>
                    <a:pt x="270532" y="35716"/>
                  </a:lnTo>
                  <a:lnTo>
                    <a:pt x="266313" y="32503"/>
                  </a:lnTo>
                  <a:lnTo>
                    <a:pt x="261994" y="29425"/>
                  </a:lnTo>
                  <a:lnTo>
                    <a:pt x="257580" y="26485"/>
                  </a:lnTo>
                  <a:lnTo>
                    <a:pt x="253075" y="23688"/>
                  </a:lnTo>
                  <a:lnTo>
                    <a:pt x="248483" y="21034"/>
                  </a:lnTo>
                  <a:lnTo>
                    <a:pt x="243810" y="18527"/>
                  </a:lnTo>
                  <a:lnTo>
                    <a:pt x="239059" y="16170"/>
                  </a:lnTo>
                  <a:lnTo>
                    <a:pt x="234236" y="13965"/>
                  </a:lnTo>
                  <a:lnTo>
                    <a:pt x="229345" y="11914"/>
                  </a:lnTo>
                  <a:lnTo>
                    <a:pt x="224392" y="10019"/>
                  </a:lnTo>
                  <a:lnTo>
                    <a:pt x="219381" y="8283"/>
                  </a:lnTo>
                  <a:lnTo>
                    <a:pt x="214317" y="6706"/>
                  </a:lnTo>
                  <a:lnTo>
                    <a:pt x="209206" y="5290"/>
                  </a:lnTo>
                  <a:lnTo>
                    <a:pt x="204053" y="4037"/>
                  </a:lnTo>
                  <a:lnTo>
                    <a:pt x="198863" y="2949"/>
                  </a:lnTo>
                  <a:lnTo>
                    <a:pt x="193640" y="2025"/>
                  </a:lnTo>
                  <a:lnTo>
                    <a:pt x="188391" y="1268"/>
                  </a:lnTo>
                  <a:lnTo>
                    <a:pt x="183121" y="678"/>
                  </a:lnTo>
                  <a:lnTo>
                    <a:pt x="177835" y="255"/>
                  </a:lnTo>
                  <a:lnTo>
                    <a:pt x="172537" y="0"/>
                  </a:lnTo>
                  <a:lnTo>
                    <a:pt x="167147" y="1670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83779" y="3170392"/>
              <a:ext cx="5390" cy="167167"/>
            </a:xfrm>
            <a:custGeom>
              <a:avLst/>
              <a:pathLst>
                <a:path w="5390" h="167167">
                  <a:moveTo>
                    <a:pt x="5390" y="8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52405" y="2633064"/>
              <a:ext cx="166606" cy="167167"/>
            </a:xfrm>
            <a:custGeom>
              <a:avLst/>
              <a:pathLst>
                <a:path w="166606" h="167167">
                  <a:moveTo>
                    <a:pt x="166606" y="0"/>
                  </a:moveTo>
                  <a:lnTo>
                    <a:pt x="161196" y="87"/>
                  </a:lnTo>
                  <a:lnTo>
                    <a:pt x="155792" y="350"/>
                  </a:lnTo>
                  <a:lnTo>
                    <a:pt x="150400" y="787"/>
                  </a:lnTo>
                  <a:lnTo>
                    <a:pt x="145024" y="1398"/>
                  </a:lnTo>
                  <a:lnTo>
                    <a:pt x="139671" y="2184"/>
                  </a:lnTo>
                  <a:lnTo>
                    <a:pt x="134346" y="3142"/>
                  </a:lnTo>
                  <a:lnTo>
                    <a:pt x="129055" y="4272"/>
                  </a:lnTo>
                  <a:lnTo>
                    <a:pt x="123804" y="5572"/>
                  </a:lnTo>
                  <a:lnTo>
                    <a:pt x="118597" y="7042"/>
                  </a:lnTo>
                  <a:lnTo>
                    <a:pt x="113440" y="8679"/>
                  </a:lnTo>
                  <a:lnTo>
                    <a:pt x="108339" y="10483"/>
                  </a:lnTo>
                  <a:lnTo>
                    <a:pt x="103300" y="12450"/>
                  </a:lnTo>
                  <a:lnTo>
                    <a:pt x="98326" y="14580"/>
                  </a:lnTo>
                  <a:lnTo>
                    <a:pt x="93424" y="16869"/>
                  </a:lnTo>
                  <a:lnTo>
                    <a:pt x="88599" y="19316"/>
                  </a:lnTo>
                  <a:lnTo>
                    <a:pt x="83855" y="21918"/>
                  </a:lnTo>
                  <a:lnTo>
                    <a:pt x="79198" y="24672"/>
                  </a:lnTo>
                  <a:lnTo>
                    <a:pt x="74633" y="27575"/>
                  </a:lnTo>
                  <a:lnTo>
                    <a:pt x="70164" y="30624"/>
                  </a:lnTo>
                  <a:lnTo>
                    <a:pt x="65796" y="33817"/>
                  </a:lnTo>
                  <a:lnTo>
                    <a:pt x="61533" y="37149"/>
                  </a:lnTo>
                  <a:lnTo>
                    <a:pt x="57381" y="40617"/>
                  </a:lnTo>
                  <a:lnTo>
                    <a:pt x="53343" y="44218"/>
                  </a:lnTo>
                  <a:lnTo>
                    <a:pt x="49423" y="47948"/>
                  </a:lnTo>
                  <a:lnTo>
                    <a:pt x="45627" y="51802"/>
                  </a:lnTo>
                  <a:lnTo>
                    <a:pt x="41957" y="55777"/>
                  </a:lnTo>
                  <a:lnTo>
                    <a:pt x="38418" y="59869"/>
                  </a:lnTo>
                  <a:lnTo>
                    <a:pt x="35013" y="64074"/>
                  </a:lnTo>
                  <a:lnTo>
                    <a:pt x="31745" y="68386"/>
                  </a:lnTo>
                  <a:lnTo>
                    <a:pt x="28619" y="72802"/>
                  </a:lnTo>
                  <a:lnTo>
                    <a:pt x="25638" y="77317"/>
                  </a:lnTo>
                  <a:lnTo>
                    <a:pt x="22804" y="81925"/>
                  </a:lnTo>
                  <a:lnTo>
                    <a:pt x="20121" y="86623"/>
                  </a:lnTo>
                  <a:lnTo>
                    <a:pt x="17592" y="91406"/>
                  </a:lnTo>
                  <a:lnTo>
                    <a:pt x="15218" y="96268"/>
                  </a:lnTo>
                  <a:lnTo>
                    <a:pt x="13003" y="101204"/>
                  </a:lnTo>
                  <a:lnTo>
                    <a:pt x="10949" y="106209"/>
                  </a:lnTo>
                  <a:lnTo>
                    <a:pt x="9058" y="111278"/>
                  </a:lnTo>
                  <a:lnTo>
                    <a:pt x="7332" y="116406"/>
                  </a:lnTo>
                  <a:lnTo>
                    <a:pt x="5772" y="121586"/>
                  </a:lnTo>
                  <a:lnTo>
                    <a:pt x="4382" y="126815"/>
                  </a:lnTo>
                  <a:lnTo>
                    <a:pt x="3161" y="132086"/>
                  </a:lnTo>
                  <a:lnTo>
                    <a:pt x="2111" y="137393"/>
                  </a:lnTo>
                  <a:lnTo>
                    <a:pt x="1234" y="142732"/>
                  </a:lnTo>
                  <a:lnTo>
                    <a:pt x="530" y="148096"/>
                  </a:lnTo>
                  <a:lnTo>
                    <a:pt x="0" y="153480"/>
                  </a:lnTo>
                  <a:lnTo>
                    <a:pt x="16660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1859" y="2715225"/>
              <a:ext cx="334314" cy="252172"/>
            </a:xfrm>
            <a:custGeom>
              <a:avLst/>
              <a:pathLst>
                <a:path w="334314" h="252172">
                  <a:moveTo>
                    <a:pt x="545" y="71319"/>
                  </a:moveTo>
                  <a:lnTo>
                    <a:pt x="194" y="76630"/>
                  </a:lnTo>
                  <a:lnTo>
                    <a:pt x="12" y="81949"/>
                  </a:lnTo>
                  <a:lnTo>
                    <a:pt x="0" y="87271"/>
                  </a:lnTo>
                  <a:lnTo>
                    <a:pt x="156" y="92591"/>
                  </a:lnTo>
                  <a:lnTo>
                    <a:pt x="482" y="97903"/>
                  </a:lnTo>
                  <a:lnTo>
                    <a:pt x="977" y="103202"/>
                  </a:lnTo>
                  <a:lnTo>
                    <a:pt x="1641" y="108483"/>
                  </a:lnTo>
                  <a:lnTo>
                    <a:pt x="2472" y="113740"/>
                  </a:lnTo>
                  <a:lnTo>
                    <a:pt x="3470" y="118968"/>
                  </a:lnTo>
                  <a:lnTo>
                    <a:pt x="4634" y="124161"/>
                  </a:lnTo>
                  <a:lnTo>
                    <a:pt x="5963" y="129315"/>
                  </a:lnTo>
                  <a:lnTo>
                    <a:pt x="7456" y="134423"/>
                  </a:lnTo>
                  <a:lnTo>
                    <a:pt x="9110" y="139482"/>
                  </a:lnTo>
                  <a:lnTo>
                    <a:pt x="10924" y="144486"/>
                  </a:lnTo>
                  <a:lnTo>
                    <a:pt x="12897" y="149429"/>
                  </a:lnTo>
                  <a:lnTo>
                    <a:pt x="15026" y="154307"/>
                  </a:lnTo>
                  <a:lnTo>
                    <a:pt x="17309" y="159114"/>
                  </a:lnTo>
                  <a:lnTo>
                    <a:pt x="19744" y="163847"/>
                  </a:lnTo>
                  <a:lnTo>
                    <a:pt x="22328" y="168499"/>
                  </a:lnTo>
                  <a:lnTo>
                    <a:pt x="25060" y="173067"/>
                  </a:lnTo>
                  <a:lnTo>
                    <a:pt x="27935" y="177546"/>
                  </a:lnTo>
                  <a:lnTo>
                    <a:pt x="30951" y="181931"/>
                  </a:lnTo>
                  <a:lnTo>
                    <a:pt x="34106" y="186217"/>
                  </a:lnTo>
                  <a:lnTo>
                    <a:pt x="37395" y="190401"/>
                  </a:lnTo>
                  <a:lnTo>
                    <a:pt x="40816" y="194479"/>
                  </a:lnTo>
                  <a:lnTo>
                    <a:pt x="44365" y="198445"/>
                  </a:lnTo>
                  <a:lnTo>
                    <a:pt x="48039" y="202296"/>
                  </a:lnTo>
                  <a:lnTo>
                    <a:pt x="51833" y="206029"/>
                  </a:lnTo>
                  <a:lnTo>
                    <a:pt x="55744" y="209638"/>
                  </a:lnTo>
                  <a:lnTo>
                    <a:pt x="59768" y="213122"/>
                  </a:lnTo>
                  <a:lnTo>
                    <a:pt x="63901" y="216475"/>
                  </a:lnTo>
                  <a:lnTo>
                    <a:pt x="68138" y="219695"/>
                  </a:lnTo>
                  <a:lnTo>
                    <a:pt x="72476" y="222779"/>
                  </a:lnTo>
                  <a:lnTo>
                    <a:pt x="76910" y="225723"/>
                  </a:lnTo>
                  <a:lnTo>
                    <a:pt x="81435" y="228524"/>
                  </a:lnTo>
                  <a:lnTo>
                    <a:pt x="86047" y="231180"/>
                  </a:lnTo>
                  <a:lnTo>
                    <a:pt x="90742" y="233688"/>
                  </a:lnTo>
                  <a:lnTo>
                    <a:pt x="95513" y="236045"/>
                  </a:lnTo>
                  <a:lnTo>
                    <a:pt x="100358" y="238249"/>
                  </a:lnTo>
                  <a:lnTo>
                    <a:pt x="105270" y="240298"/>
                  </a:lnTo>
                  <a:lnTo>
                    <a:pt x="110245" y="242189"/>
                  </a:lnTo>
                  <a:lnTo>
                    <a:pt x="115278" y="243921"/>
                  </a:lnTo>
                  <a:lnTo>
                    <a:pt x="120363" y="245492"/>
                  </a:lnTo>
                  <a:lnTo>
                    <a:pt x="125495" y="246900"/>
                  </a:lnTo>
                  <a:lnTo>
                    <a:pt x="130670" y="248144"/>
                  </a:lnTo>
                  <a:lnTo>
                    <a:pt x="135882" y="249222"/>
                  </a:lnTo>
                  <a:lnTo>
                    <a:pt x="141125" y="250135"/>
                  </a:lnTo>
                  <a:lnTo>
                    <a:pt x="146395" y="250880"/>
                  </a:lnTo>
                  <a:lnTo>
                    <a:pt x="151686" y="251456"/>
                  </a:lnTo>
                  <a:lnTo>
                    <a:pt x="156993" y="251864"/>
                  </a:lnTo>
                  <a:lnTo>
                    <a:pt x="162310" y="252103"/>
                  </a:lnTo>
                  <a:lnTo>
                    <a:pt x="167631" y="252172"/>
                  </a:lnTo>
                  <a:lnTo>
                    <a:pt x="172953" y="252072"/>
                  </a:lnTo>
                  <a:lnTo>
                    <a:pt x="178268" y="251803"/>
                  </a:lnTo>
                  <a:lnTo>
                    <a:pt x="183572" y="251365"/>
                  </a:lnTo>
                  <a:lnTo>
                    <a:pt x="188860" y="250758"/>
                  </a:lnTo>
                  <a:lnTo>
                    <a:pt x="194125" y="249983"/>
                  </a:lnTo>
                  <a:lnTo>
                    <a:pt x="199363" y="249040"/>
                  </a:lnTo>
                  <a:lnTo>
                    <a:pt x="204569" y="247932"/>
                  </a:lnTo>
                  <a:lnTo>
                    <a:pt x="209736" y="246658"/>
                  </a:lnTo>
                  <a:lnTo>
                    <a:pt x="214861" y="245221"/>
                  </a:lnTo>
                  <a:lnTo>
                    <a:pt x="219937" y="243621"/>
                  </a:lnTo>
                  <a:lnTo>
                    <a:pt x="224959" y="241860"/>
                  </a:lnTo>
                  <a:lnTo>
                    <a:pt x="229923" y="239940"/>
                  </a:lnTo>
                  <a:lnTo>
                    <a:pt x="234824" y="237863"/>
                  </a:lnTo>
                  <a:lnTo>
                    <a:pt x="239655" y="235632"/>
                  </a:lnTo>
                  <a:lnTo>
                    <a:pt x="244414" y="233247"/>
                  </a:lnTo>
                  <a:lnTo>
                    <a:pt x="249094" y="230712"/>
                  </a:lnTo>
                  <a:lnTo>
                    <a:pt x="253690" y="228030"/>
                  </a:lnTo>
                  <a:lnTo>
                    <a:pt x="258200" y="225203"/>
                  </a:lnTo>
                  <a:lnTo>
                    <a:pt x="262616" y="222233"/>
                  </a:lnTo>
                  <a:lnTo>
                    <a:pt x="266936" y="219125"/>
                  </a:lnTo>
                  <a:lnTo>
                    <a:pt x="271155" y="215880"/>
                  </a:lnTo>
                  <a:lnTo>
                    <a:pt x="275269" y="212503"/>
                  </a:lnTo>
                  <a:lnTo>
                    <a:pt x="279273" y="208997"/>
                  </a:lnTo>
                  <a:lnTo>
                    <a:pt x="283163" y="205365"/>
                  </a:lnTo>
                  <a:lnTo>
                    <a:pt x="286936" y="201611"/>
                  </a:lnTo>
                  <a:lnTo>
                    <a:pt x="290587" y="197738"/>
                  </a:lnTo>
                  <a:lnTo>
                    <a:pt x="294113" y="193752"/>
                  </a:lnTo>
                  <a:lnTo>
                    <a:pt x="297511" y="189655"/>
                  </a:lnTo>
                  <a:lnTo>
                    <a:pt x="300776" y="185452"/>
                  </a:lnTo>
                  <a:lnTo>
                    <a:pt x="303906" y="181148"/>
                  </a:lnTo>
                  <a:lnTo>
                    <a:pt x="306897" y="176745"/>
                  </a:lnTo>
                  <a:lnTo>
                    <a:pt x="309747" y="172250"/>
                  </a:lnTo>
                  <a:lnTo>
                    <a:pt x="312452" y="167667"/>
                  </a:lnTo>
                  <a:lnTo>
                    <a:pt x="315009" y="162999"/>
                  </a:lnTo>
                  <a:lnTo>
                    <a:pt x="317417" y="158253"/>
                  </a:lnTo>
                  <a:lnTo>
                    <a:pt x="319673" y="153432"/>
                  </a:lnTo>
                  <a:lnTo>
                    <a:pt x="321774" y="148542"/>
                  </a:lnTo>
                  <a:lnTo>
                    <a:pt x="323718" y="143588"/>
                  </a:lnTo>
                  <a:lnTo>
                    <a:pt x="325504" y="138574"/>
                  </a:lnTo>
                  <a:lnTo>
                    <a:pt x="327129" y="133506"/>
                  </a:lnTo>
                  <a:lnTo>
                    <a:pt x="328592" y="128389"/>
                  </a:lnTo>
                  <a:lnTo>
                    <a:pt x="329891" y="123228"/>
                  </a:lnTo>
                  <a:lnTo>
                    <a:pt x="331025" y="118028"/>
                  </a:lnTo>
                  <a:lnTo>
                    <a:pt x="331993" y="112794"/>
                  </a:lnTo>
                  <a:lnTo>
                    <a:pt x="332794" y="107533"/>
                  </a:lnTo>
                  <a:lnTo>
                    <a:pt x="333427" y="102248"/>
                  </a:lnTo>
                  <a:lnTo>
                    <a:pt x="333892" y="96946"/>
                  </a:lnTo>
                  <a:lnTo>
                    <a:pt x="334188" y="91632"/>
                  </a:lnTo>
                  <a:lnTo>
                    <a:pt x="334314" y="86312"/>
                  </a:lnTo>
                  <a:lnTo>
                    <a:pt x="334271" y="80989"/>
                  </a:lnTo>
                  <a:lnTo>
                    <a:pt x="334058" y="75672"/>
                  </a:lnTo>
                  <a:lnTo>
                    <a:pt x="333677" y="70363"/>
                  </a:lnTo>
                  <a:lnTo>
                    <a:pt x="333126" y="65069"/>
                  </a:lnTo>
                  <a:lnTo>
                    <a:pt x="332407" y="59796"/>
                  </a:lnTo>
                  <a:lnTo>
                    <a:pt x="331521" y="54548"/>
                  </a:lnTo>
                  <a:lnTo>
                    <a:pt x="330468" y="49331"/>
                  </a:lnTo>
                  <a:lnTo>
                    <a:pt x="329250" y="44150"/>
                  </a:lnTo>
                  <a:lnTo>
                    <a:pt x="327867" y="39010"/>
                  </a:lnTo>
                  <a:lnTo>
                    <a:pt x="326321" y="33918"/>
                  </a:lnTo>
                  <a:lnTo>
                    <a:pt x="324614" y="28877"/>
                  </a:lnTo>
                  <a:lnTo>
                    <a:pt x="322748" y="23892"/>
                  </a:lnTo>
                  <a:lnTo>
                    <a:pt x="320723" y="18970"/>
                  </a:lnTo>
                  <a:lnTo>
                    <a:pt x="318543" y="14115"/>
                  </a:lnTo>
                  <a:lnTo>
                    <a:pt x="316210" y="9331"/>
                  </a:lnTo>
                  <a:lnTo>
                    <a:pt x="313725" y="4625"/>
                  </a:lnTo>
                  <a:lnTo>
                    <a:pt x="311092" y="0"/>
                  </a:lnTo>
                  <a:lnTo>
                    <a:pt x="167152" y="850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19011" y="2633064"/>
              <a:ext cx="143940" cy="167167"/>
            </a:xfrm>
            <a:custGeom>
              <a:avLst/>
              <a:pathLst>
                <a:path w="143940" h="167167">
                  <a:moveTo>
                    <a:pt x="143940" y="82161"/>
                  </a:moveTo>
                  <a:lnTo>
                    <a:pt x="141109" y="77540"/>
                  </a:lnTo>
                  <a:lnTo>
                    <a:pt x="138130" y="73014"/>
                  </a:lnTo>
                  <a:lnTo>
                    <a:pt x="135006" y="68586"/>
                  </a:lnTo>
                  <a:lnTo>
                    <a:pt x="131740" y="64262"/>
                  </a:lnTo>
                  <a:lnTo>
                    <a:pt x="128336" y="60046"/>
                  </a:lnTo>
                  <a:lnTo>
                    <a:pt x="124796" y="55943"/>
                  </a:lnTo>
                  <a:lnTo>
                    <a:pt x="121126" y="51957"/>
                  </a:lnTo>
                  <a:lnTo>
                    <a:pt x="117328" y="48091"/>
                  </a:lnTo>
                  <a:lnTo>
                    <a:pt x="113407" y="44351"/>
                  </a:lnTo>
                  <a:lnTo>
                    <a:pt x="109367" y="40740"/>
                  </a:lnTo>
                  <a:lnTo>
                    <a:pt x="105212" y="37262"/>
                  </a:lnTo>
                  <a:lnTo>
                    <a:pt x="100946" y="33920"/>
                  </a:lnTo>
                  <a:lnTo>
                    <a:pt x="96574" y="30718"/>
                  </a:lnTo>
                  <a:lnTo>
                    <a:pt x="92101" y="27660"/>
                  </a:lnTo>
                  <a:lnTo>
                    <a:pt x="87531" y="24748"/>
                  </a:lnTo>
                  <a:lnTo>
                    <a:pt x="82869" y="21986"/>
                  </a:lnTo>
                  <a:lnTo>
                    <a:pt x="78120" y="19376"/>
                  </a:lnTo>
                  <a:lnTo>
                    <a:pt x="73289" y="16922"/>
                  </a:lnTo>
                  <a:lnTo>
                    <a:pt x="68381" y="14625"/>
                  </a:lnTo>
                  <a:lnTo>
                    <a:pt x="63401" y="12489"/>
                  </a:lnTo>
                  <a:lnTo>
                    <a:pt x="58354" y="10515"/>
                  </a:lnTo>
                  <a:lnTo>
                    <a:pt x="53246" y="8706"/>
                  </a:lnTo>
                  <a:lnTo>
                    <a:pt x="48082" y="7064"/>
                  </a:lnTo>
                  <a:lnTo>
                    <a:pt x="42868" y="5589"/>
                  </a:lnTo>
                  <a:lnTo>
                    <a:pt x="37608" y="4285"/>
                  </a:lnTo>
                  <a:lnTo>
                    <a:pt x="32309" y="3152"/>
                  </a:lnTo>
                  <a:lnTo>
                    <a:pt x="26976" y="2191"/>
                  </a:lnTo>
                  <a:lnTo>
                    <a:pt x="21615" y="1403"/>
                  </a:lnTo>
                  <a:lnTo>
                    <a:pt x="16231" y="789"/>
                  </a:lnTo>
                  <a:lnTo>
                    <a:pt x="10830" y="351"/>
                  </a:lnTo>
                  <a:lnTo>
                    <a:pt x="5418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662069" y="2126963"/>
              <a:ext cx="66402" cy="167167"/>
            </a:xfrm>
            <a:custGeom>
              <a:avLst/>
              <a:pathLst>
                <a:path w="66402" h="167167">
                  <a:moveTo>
                    <a:pt x="66402" y="0"/>
                  </a:moveTo>
                  <a:lnTo>
                    <a:pt x="60713" y="96"/>
                  </a:lnTo>
                  <a:lnTo>
                    <a:pt x="55030" y="387"/>
                  </a:lnTo>
                  <a:lnTo>
                    <a:pt x="49360" y="870"/>
                  </a:lnTo>
                  <a:lnTo>
                    <a:pt x="43710" y="1547"/>
                  </a:lnTo>
                  <a:lnTo>
                    <a:pt x="38087" y="2415"/>
                  </a:lnTo>
                  <a:lnTo>
                    <a:pt x="32496" y="3474"/>
                  </a:lnTo>
                  <a:lnTo>
                    <a:pt x="26945" y="4723"/>
                  </a:lnTo>
                  <a:lnTo>
                    <a:pt x="21439" y="6160"/>
                  </a:lnTo>
                  <a:lnTo>
                    <a:pt x="15985" y="7783"/>
                  </a:lnTo>
                  <a:lnTo>
                    <a:pt x="10590" y="9592"/>
                  </a:lnTo>
                  <a:lnTo>
                    <a:pt x="5259" y="11583"/>
                  </a:lnTo>
                  <a:lnTo>
                    <a:pt x="0" y="13754"/>
                  </a:lnTo>
                  <a:lnTo>
                    <a:pt x="6640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662069" y="2140717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662069" y="2140717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662069" y="2140717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662069" y="2140717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662069" y="2140717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662069" y="2140717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662069" y="2140717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662069" y="2140717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662069" y="2140717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662069" y="2140717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662069" y="2140717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662069" y="2140717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662069" y="2140717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662069" y="2140717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662069" y="2140717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662069" y="2140717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662069" y="2140717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662069" y="2140717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62069" y="2140717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62069" y="2140717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62069" y="2140717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62069" y="2140717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62069" y="2140717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561309" y="2140717"/>
              <a:ext cx="187329" cy="320576"/>
            </a:xfrm>
            <a:custGeom>
              <a:avLst/>
              <a:pathLst>
                <a:path w="187329" h="320576">
                  <a:moveTo>
                    <a:pt x="100759" y="0"/>
                  </a:moveTo>
                  <a:lnTo>
                    <a:pt x="95875" y="2207"/>
                  </a:lnTo>
                  <a:lnTo>
                    <a:pt x="91063" y="4571"/>
                  </a:lnTo>
                  <a:lnTo>
                    <a:pt x="86330" y="7087"/>
                  </a:lnTo>
                  <a:lnTo>
                    <a:pt x="81680" y="9754"/>
                  </a:lnTo>
                  <a:lnTo>
                    <a:pt x="77118" y="12569"/>
                  </a:lnTo>
                  <a:lnTo>
                    <a:pt x="72649" y="15528"/>
                  </a:lnTo>
                  <a:lnTo>
                    <a:pt x="68276" y="18629"/>
                  </a:lnTo>
                  <a:lnTo>
                    <a:pt x="64006" y="21869"/>
                  </a:lnTo>
                  <a:lnTo>
                    <a:pt x="59841" y="25244"/>
                  </a:lnTo>
                  <a:lnTo>
                    <a:pt x="55787" y="28751"/>
                  </a:lnTo>
                  <a:lnTo>
                    <a:pt x="51847" y="32386"/>
                  </a:lnTo>
                  <a:lnTo>
                    <a:pt x="48026" y="36146"/>
                  </a:lnTo>
                  <a:lnTo>
                    <a:pt x="44327" y="40026"/>
                  </a:lnTo>
                  <a:lnTo>
                    <a:pt x="40755" y="44022"/>
                  </a:lnTo>
                  <a:lnTo>
                    <a:pt x="37313" y="48131"/>
                  </a:lnTo>
                  <a:lnTo>
                    <a:pt x="34004" y="52349"/>
                  </a:lnTo>
                  <a:lnTo>
                    <a:pt x="30832" y="56670"/>
                  </a:lnTo>
                  <a:lnTo>
                    <a:pt x="27800" y="61091"/>
                  </a:lnTo>
                  <a:lnTo>
                    <a:pt x="24912" y="65607"/>
                  </a:lnTo>
                  <a:lnTo>
                    <a:pt x="22170" y="70213"/>
                  </a:lnTo>
                  <a:lnTo>
                    <a:pt x="19577" y="74904"/>
                  </a:lnTo>
                  <a:lnTo>
                    <a:pt x="17135" y="79676"/>
                  </a:lnTo>
                  <a:lnTo>
                    <a:pt x="14848" y="84525"/>
                  </a:lnTo>
                  <a:lnTo>
                    <a:pt x="12718" y="89444"/>
                  </a:lnTo>
                  <a:lnTo>
                    <a:pt x="10746" y="94428"/>
                  </a:lnTo>
                  <a:lnTo>
                    <a:pt x="8936" y="99474"/>
                  </a:lnTo>
                  <a:lnTo>
                    <a:pt x="7288" y="104574"/>
                  </a:lnTo>
                  <a:lnTo>
                    <a:pt x="5804" y="109726"/>
                  </a:lnTo>
                  <a:lnTo>
                    <a:pt x="4486" y="114922"/>
                  </a:lnTo>
                  <a:lnTo>
                    <a:pt x="3336" y="120157"/>
                  </a:lnTo>
                  <a:lnTo>
                    <a:pt x="2354" y="125427"/>
                  </a:lnTo>
                  <a:lnTo>
                    <a:pt x="1541" y="130725"/>
                  </a:lnTo>
                  <a:lnTo>
                    <a:pt x="899" y="136047"/>
                  </a:lnTo>
                  <a:lnTo>
                    <a:pt x="427" y="141387"/>
                  </a:lnTo>
                  <a:lnTo>
                    <a:pt x="128" y="146739"/>
                  </a:lnTo>
                  <a:lnTo>
                    <a:pt x="0" y="152098"/>
                  </a:lnTo>
                  <a:lnTo>
                    <a:pt x="43" y="157458"/>
                  </a:lnTo>
                  <a:lnTo>
                    <a:pt x="259" y="162814"/>
                  </a:lnTo>
                  <a:lnTo>
                    <a:pt x="646" y="168161"/>
                  </a:lnTo>
                  <a:lnTo>
                    <a:pt x="1205" y="173492"/>
                  </a:lnTo>
                  <a:lnTo>
                    <a:pt x="1934" y="178803"/>
                  </a:lnTo>
                  <a:lnTo>
                    <a:pt x="2833" y="184087"/>
                  </a:lnTo>
                  <a:lnTo>
                    <a:pt x="3901" y="189340"/>
                  </a:lnTo>
                  <a:lnTo>
                    <a:pt x="5137" y="194556"/>
                  </a:lnTo>
                  <a:lnTo>
                    <a:pt x="6539" y="199730"/>
                  </a:lnTo>
                  <a:lnTo>
                    <a:pt x="8107" y="204856"/>
                  </a:lnTo>
                  <a:lnTo>
                    <a:pt x="9838" y="209929"/>
                  </a:lnTo>
                  <a:lnTo>
                    <a:pt x="11731" y="214945"/>
                  </a:lnTo>
                  <a:lnTo>
                    <a:pt x="13784" y="219896"/>
                  </a:lnTo>
                  <a:lnTo>
                    <a:pt x="15994" y="224780"/>
                  </a:lnTo>
                  <a:lnTo>
                    <a:pt x="18360" y="229590"/>
                  </a:lnTo>
                  <a:lnTo>
                    <a:pt x="20879" y="234322"/>
                  </a:lnTo>
                  <a:lnTo>
                    <a:pt x="23548" y="238970"/>
                  </a:lnTo>
                  <a:lnTo>
                    <a:pt x="26365" y="243531"/>
                  </a:lnTo>
                  <a:lnTo>
                    <a:pt x="29327" y="247999"/>
                  </a:lnTo>
                  <a:lnTo>
                    <a:pt x="32431" y="252370"/>
                  </a:lnTo>
                  <a:lnTo>
                    <a:pt x="35673" y="256639"/>
                  </a:lnTo>
                  <a:lnTo>
                    <a:pt x="39050" y="260801"/>
                  </a:lnTo>
                  <a:lnTo>
                    <a:pt x="42559" y="264854"/>
                  </a:lnTo>
                  <a:lnTo>
                    <a:pt x="46196" y="268791"/>
                  </a:lnTo>
                  <a:lnTo>
                    <a:pt x="49957" y="272611"/>
                  </a:lnTo>
                  <a:lnTo>
                    <a:pt x="53839" y="276307"/>
                  </a:lnTo>
                  <a:lnTo>
                    <a:pt x="57838" y="279877"/>
                  </a:lnTo>
                  <a:lnTo>
                    <a:pt x="61949" y="283318"/>
                  </a:lnTo>
                  <a:lnTo>
                    <a:pt x="66168" y="286624"/>
                  </a:lnTo>
                  <a:lnTo>
                    <a:pt x="70491" y="289794"/>
                  </a:lnTo>
                  <a:lnTo>
                    <a:pt x="74913" y="292823"/>
                  </a:lnTo>
                  <a:lnTo>
                    <a:pt x="79431" y="295709"/>
                  </a:lnTo>
                  <a:lnTo>
                    <a:pt x="84038" y="298449"/>
                  </a:lnTo>
                  <a:lnTo>
                    <a:pt x="88731" y="301039"/>
                  </a:lnTo>
                  <a:lnTo>
                    <a:pt x="93505" y="303478"/>
                  </a:lnTo>
                  <a:lnTo>
                    <a:pt x="98354" y="305763"/>
                  </a:lnTo>
                  <a:lnTo>
                    <a:pt x="103274" y="307890"/>
                  </a:lnTo>
                  <a:lnTo>
                    <a:pt x="108260" y="309859"/>
                  </a:lnTo>
                  <a:lnTo>
                    <a:pt x="113306" y="311667"/>
                  </a:lnTo>
                  <a:lnTo>
                    <a:pt x="118408" y="313313"/>
                  </a:lnTo>
                  <a:lnTo>
                    <a:pt x="123560" y="314794"/>
                  </a:lnTo>
                  <a:lnTo>
                    <a:pt x="128756" y="316109"/>
                  </a:lnTo>
                  <a:lnTo>
                    <a:pt x="133993" y="317257"/>
                  </a:lnTo>
                  <a:lnTo>
                    <a:pt x="139263" y="318236"/>
                  </a:lnTo>
                  <a:lnTo>
                    <a:pt x="144562" y="319046"/>
                  </a:lnTo>
                  <a:lnTo>
                    <a:pt x="149884" y="319685"/>
                  </a:lnTo>
                  <a:lnTo>
                    <a:pt x="155224" y="320153"/>
                  </a:lnTo>
                  <a:lnTo>
                    <a:pt x="160576" y="320451"/>
                  </a:lnTo>
                  <a:lnTo>
                    <a:pt x="165935" y="320576"/>
                  </a:lnTo>
                  <a:lnTo>
                    <a:pt x="171295" y="320529"/>
                  </a:lnTo>
                  <a:lnTo>
                    <a:pt x="176651" y="320311"/>
                  </a:lnTo>
                  <a:lnTo>
                    <a:pt x="181998" y="319921"/>
                  </a:lnTo>
                  <a:lnTo>
                    <a:pt x="187329" y="319359"/>
                  </a:lnTo>
                  <a:lnTo>
                    <a:pt x="167162" y="1534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28472" y="2126963"/>
              <a:ext cx="167153" cy="333113"/>
            </a:xfrm>
            <a:custGeom>
              <a:avLst/>
              <a:pathLst>
                <a:path w="167153" h="333113">
                  <a:moveTo>
                    <a:pt x="20166" y="333113"/>
                  </a:moveTo>
                  <a:lnTo>
                    <a:pt x="25432" y="332388"/>
                  </a:lnTo>
                  <a:lnTo>
                    <a:pt x="30672" y="331496"/>
                  </a:lnTo>
                  <a:lnTo>
                    <a:pt x="35880" y="330438"/>
                  </a:lnTo>
                  <a:lnTo>
                    <a:pt x="41053" y="329215"/>
                  </a:lnTo>
                  <a:lnTo>
                    <a:pt x="46184" y="327828"/>
                  </a:lnTo>
                  <a:lnTo>
                    <a:pt x="51268" y="326279"/>
                  </a:lnTo>
                  <a:lnTo>
                    <a:pt x="56300" y="324568"/>
                  </a:lnTo>
                  <a:lnTo>
                    <a:pt x="61276" y="322699"/>
                  </a:lnTo>
                  <a:lnTo>
                    <a:pt x="66189" y="320672"/>
                  </a:lnTo>
                  <a:lnTo>
                    <a:pt x="71036" y="318490"/>
                  </a:lnTo>
                  <a:lnTo>
                    <a:pt x="75811" y="316156"/>
                  </a:lnTo>
                  <a:lnTo>
                    <a:pt x="80509" y="313670"/>
                  </a:lnTo>
                  <a:lnTo>
                    <a:pt x="85126" y="311037"/>
                  </a:lnTo>
                  <a:lnTo>
                    <a:pt x="89657" y="308258"/>
                  </a:lnTo>
                  <a:lnTo>
                    <a:pt x="94097" y="305336"/>
                  </a:lnTo>
                  <a:lnTo>
                    <a:pt x="98442" y="302275"/>
                  </a:lnTo>
                  <a:lnTo>
                    <a:pt x="102687" y="299077"/>
                  </a:lnTo>
                  <a:lnTo>
                    <a:pt x="106829" y="295746"/>
                  </a:lnTo>
                  <a:lnTo>
                    <a:pt x="110862" y="292284"/>
                  </a:lnTo>
                  <a:lnTo>
                    <a:pt x="114784" y="288697"/>
                  </a:lnTo>
                  <a:lnTo>
                    <a:pt x="118589" y="284986"/>
                  </a:lnTo>
                  <a:lnTo>
                    <a:pt x="122275" y="281157"/>
                  </a:lnTo>
                  <a:lnTo>
                    <a:pt x="125837" y="277212"/>
                  </a:lnTo>
                  <a:lnTo>
                    <a:pt x="129272" y="273155"/>
                  </a:lnTo>
                  <a:lnTo>
                    <a:pt x="132576" y="268992"/>
                  </a:lnTo>
                  <a:lnTo>
                    <a:pt x="135746" y="264726"/>
                  </a:lnTo>
                  <a:lnTo>
                    <a:pt x="138779" y="260361"/>
                  </a:lnTo>
                  <a:lnTo>
                    <a:pt x="141672" y="255902"/>
                  </a:lnTo>
                  <a:lnTo>
                    <a:pt x="144421" y="251353"/>
                  </a:lnTo>
                  <a:lnTo>
                    <a:pt x="147025" y="246719"/>
                  </a:lnTo>
                  <a:lnTo>
                    <a:pt x="149479" y="242005"/>
                  </a:lnTo>
                  <a:lnTo>
                    <a:pt x="151783" y="237215"/>
                  </a:lnTo>
                  <a:lnTo>
                    <a:pt x="153933" y="232354"/>
                  </a:lnTo>
                  <a:lnTo>
                    <a:pt x="155928" y="227428"/>
                  </a:lnTo>
                  <a:lnTo>
                    <a:pt x="157765" y="222440"/>
                  </a:lnTo>
                  <a:lnTo>
                    <a:pt x="159442" y="217397"/>
                  </a:lnTo>
                  <a:lnTo>
                    <a:pt x="160958" y="212303"/>
                  </a:lnTo>
                  <a:lnTo>
                    <a:pt x="162312" y="207163"/>
                  </a:lnTo>
                  <a:lnTo>
                    <a:pt x="163501" y="201982"/>
                  </a:lnTo>
                  <a:lnTo>
                    <a:pt x="164525" y="196767"/>
                  </a:lnTo>
                  <a:lnTo>
                    <a:pt x="165383" y="191521"/>
                  </a:lnTo>
                  <a:lnTo>
                    <a:pt x="166074" y="186251"/>
                  </a:lnTo>
                  <a:lnTo>
                    <a:pt x="166597" y="180962"/>
                  </a:lnTo>
                  <a:lnTo>
                    <a:pt x="166951" y="175659"/>
                  </a:lnTo>
                  <a:lnTo>
                    <a:pt x="167137" y="170347"/>
                  </a:lnTo>
                  <a:lnTo>
                    <a:pt x="167153" y="165032"/>
                  </a:lnTo>
                  <a:lnTo>
                    <a:pt x="167001" y="159719"/>
                  </a:lnTo>
                  <a:lnTo>
                    <a:pt x="166680" y="154414"/>
                  </a:lnTo>
                  <a:lnTo>
                    <a:pt x="166190" y="149121"/>
                  </a:lnTo>
                  <a:lnTo>
                    <a:pt x="165532" y="143847"/>
                  </a:lnTo>
                  <a:lnTo>
                    <a:pt x="164707" y="138596"/>
                  </a:lnTo>
                  <a:lnTo>
                    <a:pt x="163716" y="133374"/>
                  </a:lnTo>
                  <a:lnTo>
                    <a:pt x="162559" y="128187"/>
                  </a:lnTo>
                  <a:lnTo>
                    <a:pt x="161237" y="123039"/>
                  </a:lnTo>
                  <a:lnTo>
                    <a:pt x="159753" y="117935"/>
                  </a:lnTo>
                  <a:lnTo>
                    <a:pt x="158107" y="112881"/>
                  </a:lnTo>
                  <a:lnTo>
                    <a:pt x="156301" y="107882"/>
                  </a:lnTo>
                  <a:lnTo>
                    <a:pt x="154338" y="102943"/>
                  </a:lnTo>
                  <a:lnTo>
                    <a:pt x="152218" y="98069"/>
                  </a:lnTo>
                  <a:lnTo>
                    <a:pt x="149944" y="93265"/>
                  </a:lnTo>
                  <a:lnTo>
                    <a:pt x="147519" y="88535"/>
                  </a:lnTo>
                  <a:lnTo>
                    <a:pt x="144945" y="83885"/>
                  </a:lnTo>
                  <a:lnTo>
                    <a:pt x="142224" y="79319"/>
                  </a:lnTo>
                  <a:lnTo>
                    <a:pt x="139359" y="74842"/>
                  </a:lnTo>
                  <a:lnTo>
                    <a:pt x="136354" y="70458"/>
                  </a:lnTo>
                  <a:lnTo>
                    <a:pt x="133210" y="66173"/>
                  </a:lnTo>
                  <a:lnTo>
                    <a:pt x="129932" y="61989"/>
                  </a:lnTo>
                  <a:lnTo>
                    <a:pt x="126523" y="57911"/>
                  </a:lnTo>
                  <a:lnTo>
                    <a:pt x="122985" y="53944"/>
                  </a:lnTo>
                  <a:lnTo>
                    <a:pt x="119324" y="50091"/>
                  </a:lnTo>
                  <a:lnTo>
                    <a:pt x="115541" y="46357"/>
                  </a:lnTo>
                  <a:lnTo>
                    <a:pt x="111642" y="42745"/>
                  </a:lnTo>
                  <a:lnTo>
                    <a:pt x="107630" y="39259"/>
                  </a:lnTo>
                  <a:lnTo>
                    <a:pt x="103510" y="35902"/>
                  </a:lnTo>
                  <a:lnTo>
                    <a:pt x="99284" y="32677"/>
                  </a:lnTo>
                  <a:lnTo>
                    <a:pt x="94959" y="29589"/>
                  </a:lnTo>
                  <a:lnTo>
                    <a:pt x="90537" y="26640"/>
                  </a:lnTo>
                  <a:lnTo>
                    <a:pt x="86024" y="23832"/>
                  </a:lnTo>
                  <a:lnTo>
                    <a:pt x="81423" y="21170"/>
                  </a:lnTo>
                  <a:lnTo>
                    <a:pt x="76741" y="18655"/>
                  </a:lnTo>
                  <a:lnTo>
                    <a:pt x="71981" y="16291"/>
                  </a:lnTo>
                  <a:lnTo>
                    <a:pt x="67148" y="14079"/>
                  </a:lnTo>
                  <a:lnTo>
                    <a:pt x="62247" y="12021"/>
                  </a:lnTo>
                  <a:lnTo>
                    <a:pt x="57283" y="10121"/>
                  </a:lnTo>
                  <a:lnTo>
                    <a:pt x="52262" y="8379"/>
                  </a:lnTo>
                  <a:lnTo>
                    <a:pt x="47187" y="6798"/>
                  </a:lnTo>
                  <a:lnTo>
                    <a:pt x="42065" y="5379"/>
                  </a:lnTo>
                  <a:lnTo>
                    <a:pt x="36900" y="4123"/>
                  </a:lnTo>
                  <a:lnTo>
                    <a:pt x="31698" y="3032"/>
                  </a:lnTo>
                  <a:lnTo>
                    <a:pt x="26464" y="2108"/>
                  </a:lnTo>
                  <a:lnTo>
                    <a:pt x="21204" y="1350"/>
                  </a:lnTo>
                  <a:lnTo>
                    <a:pt x="15921" y="759"/>
                  </a:lnTo>
                  <a:lnTo>
                    <a:pt x="10623" y="337"/>
                  </a:lnTo>
                  <a:lnTo>
                    <a:pt x="5314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378848" y="1681503"/>
              <a:ext cx="44386" cy="167167"/>
            </a:xfrm>
            <a:custGeom>
              <a:avLst/>
              <a:pathLst>
                <a:path w="44386" h="167167">
                  <a:moveTo>
                    <a:pt x="44386" y="0"/>
                  </a:moveTo>
                  <a:lnTo>
                    <a:pt x="37969" y="123"/>
                  </a:lnTo>
                  <a:lnTo>
                    <a:pt x="31563" y="492"/>
                  </a:lnTo>
                  <a:lnTo>
                    <a:pt x="25175" y="1107"/>
                  </a:lnTo>
                  <a:lnTo>
                    <a:pt x="18815" y="1967"/>
                  </a:lnTo>
                  <a:lnTo>
                    <a:pt x="12493" y="3070"/>
                  </a:lnTo>
                  <a:lnTo>
                    <a:pt x="6218" y="4415"/>
                  </a:lnTo>
                  <a:lnTo>
                    <a:pt x="0" y="6000"/>
                  </a:lnTo>
                  <a:lnTo>
                    <a:pt x="4438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378848" y="1687503"/>
              <a:ext cx="44386" cy="161167"/>
            </a:xfrm>
            <a:custGeom>
              <a:avLst/>
              <a:pathLst>
                <a:path w="44386" h="161167">
                  <a:moveTo>
                    <a:pt x="0" y="0"/>
                  </a:moveTo>
                  <a:lnTo>
                    <a:pt x="44386" y="161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378848" y="1687503"/>
              <a:ext cx="44386" cy="161167"/>
            </a:xfrm>
            <a:custGeom>
              <a:avLst/>
              <a:pathLst>
                <a:path w="44386" h="161167">
                  <a:moveTo>
                    <a:pt x="0" y="0"/>
                  </a:moveTo>
                  <a:lnTo>
                    <a:pt x="44386" y="161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378848" y="1687503"/>
              <a:ext cx="44386" cy="161167"/>
            </a:xfrm>
            <a:custGeom>
              <a:avLst/>
              <a:pathLst>
                <a:path w="44386" h="161167">
                  <a:moveTo>
                    <a:pt x="0" y="0"/>
                  </a:moveTo>
                  <a:lnTo>
                    <a:pt x="44386" y="161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378848" y="1687503"/>
              <a:ext cx="44386" cy="161167"/>
            </a:xfrm>
            <a:custGeom>
              <a:avLst/>
              <a:pathLst>
                <a:path w="44386" h="161167">
                  <a:moveTo>
                    <a:pt x="0" y="0"/>
                  </a:moveTo>
                  <a:lnTo>
                    <a:pt x="44386" y="161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378848" y="1687503"/>
              <a:ext cx="44386" cy="161167"/>
            </a:xfrm>
            <a:custGeom>
              <a:avLst/>
              <a:pathLst>
                <a:path w="44386" h="161167">
                  <a:moveTo>
                    <a:pt x="0" y="0"/>
                  </a:moveTo>
                  <a:lnTo>
                    <a:pt x="44386" y="161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378848" y="1687503"/>
              <a:ext cx="44386" cy="161167"/>
            </a:xfrm>
            <a:custGeom>
              <a:avLst/>
              <a:pathLst>
                <a:path w="44386" h="161167">
                  <a:moveTo>
                    <a:pt x="0" y="0"/>
                  </a:moveTo>
                  <a:lnTo>
                    <a:pt x="44386" y="161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378848" y="1687503"/>
              <a:ext cx="44386" cy="161167"/>
            </a:xfrm>
            <a:custGeom>
              <a:avLst/>
              <a:pathLst>
                <a:path w="44386" h="161167">
                  <a:moveTo>
                    <a:pt x="0" y="0"/>
                  </a:moveTo>
                  <a:lnTo>
                    <a:pt x="44386" y="161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378848" y="1687503"/>
              <a:ext cx="44386" cy="161167"/>
            </a:xfrm>
            <a:custGeom>
              <a:avLst/>
              <a:pathLst>
                <a:path w="44386" h="161167">
                  <a:moveTo>
                    <a:pt x="0" y="0"/>
                  </a:moveTo>
                  <a:lnTo>
                    <a:pt x="44386" y="161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378848" y="1687503"/>
              <a:ext cx="44386" cy="161167"/>
            </a:xfrm>
            <a:custGeom>
              <a:avLst/>
              <a:pathLst>
                <a:path w="44386" h="161167">
                  <a:moveTo>
                    <a:pt x="0" y="0"/>
                  </a:moveTo>
                  <a:lnTo>
                    <a:pt x="44386" y="161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378848" y="1687503"/>
              <a:ext cx="44386" cy="161167"/>
            </a:xfrm>
            <a:custGeom>
              <a:avLst/>
              <a:pathLst>
                <a:path w="44386" h="161167">
                  <a:moveTo>
                    <a:pt x="0" y="0"/>
                  </a:moveTo>
                  <a:lnTo>
                    <a:pt x="44386" y="161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378848" y="1687503"/>
              <a:ext cx="44386" cy="161167"/>
            </a:xfrm>
            <a:custGeom>
              <a:avLst/>
              <a:pathLst>
                <a:path w="44386" h="161167">
                  <a:moveTo>
                    <a:pt x="0" y="0"/>
                  </a:moveTo>
                  <a:lnTo>
                    <a:pt x="44386" y="161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378848" y="1687503"/>
              <a:ext cx="44386" cy="161167"/>
            </a:xfrm>
            <a:custGeom>
              <a:avLst/>
              <a:pathLst>
                <a:path w="44386" h="161167">
                  <a:moveTo>
                    <a:pt x="0" y="0"/>
                  </a:moveTo>
                  <a:lnTo>
                    <a:pt x="44386" y="161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378848" y="1687503"/>
              <a:ext cx="44386" cy="161167"/>
            </a:xfrm>
            <a:custGeom>
              <a:avLst/>
              <a:pathLst>
                <a:path w="44386" h="161167">
                  <a:moveTo>
                    <a:pt x="0" y="0"/>
                  </a:moveTo>
                  <a:lnTo>
                    <a:pt x="44386" y="161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378848" y="1687503"/>
              <a:ext cx="44386" cy="161167"/>
            </a:xfrm>
            <a:custGeom>
              <a:avLst/>
              <a:pathLst>
                <a:path w="44386" h="161167">
                  <a:moveTo>
                    <a:pt x="0" y="0"/>
                  </a:moveTo>
                  <a:lnTo>
                    <a:pt x="44386" y="161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378848" y="1687503"/>
              <a:ext cx="44386" cy="161167"/>
            </a:xfrm>
            <a:custGeom>
              <a:avLst/>
              <a:pathLst>
                <a:path w="44386" h="161167">
                  <a:moveTo>
                    <a:pt x="0" y="0"/>
                  </a:moveTo>
                  <a:lnTo>
                    <a:pt x="44386" y="161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378848" y="1687503"/>
              <a:ext cx="44386" cy="161167"/>
            </a:xfrm>
            <a:custGeom>
              <a:avLst/>
              <a:pathLst>
                <a:path w="44386" h="161167">
                  <a:moveTo>
                    <a:pt x="0" y="0"/>
                  </a:moveTo>
                  <a:lnTo>
                    <a:pt x="44386" y="161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378848" y="1687503"/>
              <a:ext cx="44386" cy="161167"/>
            </a:xfrm>
            <a:custGeom>
              <a:avLst/>
              <a:pathLst>
                <a:path w="44386" h="161167">
                  <a:moveTo>
                    <a:pt x="0" y="0"/>
                  </a:moveTo>
                  <a:lnTo>
                    <a:pt x="44386" y="161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378848" y="1687503"/>
              <a:ext cx="44386" cy="161167"/>
            </a:xfrm>
            <a:custGeom>
              <a:avLst/>
              <a:pathLst>
                <a:path w="44386" h="161167">
                  <a:moveTo>
                    <a:pt x="0" y="0"/>
                  </a:moveTo>
                  <a:lnTo>
                    <a:pt x="44386" y="161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78848" y="1687503"/>
              <a:ext cx="44386" cy="161167"/>
            </a:xfrm>
            <a:custGeom>
              <a:avLst/>
              <a:pathLst>
                <a:path w="44386" h="161167">
                  <a:moveTo>
                    <a:pt x="0" y="0"/>
                  </a:moveTo>
                  <a:lnTo>
                    <a:pt x="44386" y="161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78848" y="1687503"/>
              <a:ext cx="44386" cy="161167"/>
            </a:xfrm>
            <a:custGeom>
              <a:avLst/>
              <a:pathLst>
                <a:path w="44386" h="161167">
                  <a:moveTo>
                    <a:pt x="0" y="0"/>
                  </a:moveTo>
                  <a:lnTo>
                    <a:pt x="44386" y="161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78848" y="1687503"/>
              <a:ext cx="44386" cy="161167"/>
            </a:xfrm>
            <a:custGeom>
              <a:avLst/>
              <a:pathLst>
                <a:path w="44386" h="161167">
                  <a:moveTo>
                    <a:pt x="0" y="0"/>
                  </a:moveTo>
                  <a:lnTo>
                    <a:pt x="44386" y="161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78848" y="1687503"/>
              <a:ext cx="44386" cy="161167"/>
            </a:xfrm>
            <a:custGeom>
              <a:avLst/>
              <a:pathLst>
                <a:path w="44386" h="161167">
                  <a:moveTo>
                    <a:pt x="0" y="0"/>
                  </a:moveTo>
                  <a:lnTo>
                    <a:pt x="44386" y="161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256071" y="1687503"/>
              <a:ext cx="334319" cy="328333"/>
            </a:xfrm>
            <a:custGeom>
              <a:avLst/>
              <a:pathLst>
                <a:path w="334319" h="328333">
                  <a:moveTo>
                    <a:pt x="122777" y="0"/>
                  </a:moveTo>
                  <a:lnTo>
                    <a:pt x="117707" y="1482"/>
                  </a:lnTo>
                  <a:lnTo>
                    <a:pt x="112687" y="3125"/>
                  </a:lnTo>
                  <a:lnTo>
                    <a:pt x="107721" y="4925"/>
                  </a:lnTo>
                  <a:lnTo>
                    <a:pt x="102814" y="6881"/>
                  </a:lnTo>
                  <a:lnTo>
                    <a:pt x="97971" y="8991"/>
                  </a:lnTo>
                  <a:lnTo>
                    <a:pt x="93198" y="11253"/>
                  </a:lnTo>
                  <a:lnTo>
                    <a:pt x="88498" y="13665"/>
                  </a:lnTo>
                  <a:lnTo>
                    <a:pt x="83877" y="16224"/>
                  </a:lnTo>
                  <a:lnTo>
                    <a:pt x="79339" y="18928"/>
                  </a:lnTo>
                  <a:lnTo>
                    <a:pt x="74889" y="21774"/>
                  </a:lnTo>
                  <a:lnTo>
                    <a:pt x="70531" y="24759"/>
                  </a:lnTo>
                  <a:lnTo>
                    <a:pt x="66270" y="27880"/>
                  </a:lnTo>
                  <a:lnTo>
                    <a:pt x="62109" y="31134"/>
                  </a:lnTo>
                  <a:lnTo>
                    <a:pt x="58053" y="34518"/>
                  </a:lnTo>
                  <a:lnTo>
                    <a:pt x="54106" y="38029"/>
                  </a:lnTo>
                  <a:lnTo>
                    <a:pt x="50272" y="41662"/>
                  </a:lnTo>
                  <a:lnTo>
                    <a:pt x="46554" y="45415"/>
                  </a:lnTo>
                  <a:lnTo>
                    <a:pt x="42957" y="49284"/>
                  </a:lnTo>
                  <a:lnTo>
                    <a:pt x="39484" y="53264"/>
                  </a:lnTo>
                  <a:lnTo>
                    <a:pt x="36139" y="57352"/>
                  </a:lnTo>
                  <a:lnTo>
                    <a:pt x="32924" y="61543"/>
                  </a:lnTo>
                  <a:lnTo>
                    <a:pt x="29844" y="65834"/>
                  </a:lnTo>
                  <a:lnTo>
                    <a:pt x="26900" y="70221"/>
                  </a:lnTo>
                  <a:lnTo>
                    <a:pt x="24097" y="74698"/>
                  </a:lnTo>
                  <a:lnTo>
                    <a:pt x="21436" y="79261"/>
                  </a:lnTo>
                  <a:lnTo>
                    <a:pt x="18921" y="83906"/>
                  </a:lnTo>
                  <a:lnTo>
                    <a:pt x="16554" y="88628"/>
                  </a:lnTo>
                  <a:lnTo>
                    <a:pt x="14338" y="93423"/>
                  </a:lnTo>
                  <a:lnTo>
                    <a:pt x="12273" y="98285"/>
                  </a:lnTo>
                  <a:lnTo>
                    <a:pt x="10364" y="103211"/>
                  </a:lnTo>
                  <a:lnTo>
                    <a:pt x="8611" y="108194"/>
                  </a:lnTo>
                  <a:lnTo>
                    <a:pt x="7017" y="113230"/>
                  </a:lnTo>
                  <a:lnTo>
                    <a:pt x="5582" y="118313"/>
                  </a:lnTo>
                  <a:lnTo>
                    <a:pt x="4309" y="123440"/>
                  </a:lnTo>
                  <a:lnTo>
                    <a:pt x="3198" y="128604"/>
                  </a:lnTo>
                  <a:lnTo>
                    <a:pt x="2251" y="133801"/>
                  </a:lnTo>
                  <a:lnTo>
                    <a:pt x="1469" y="139025"/>
                  </a:lnTo>
                  <a:lnTo>
                    <a:pt x="852" y="144271"/>
                  </a:lnTo>
                  <a:lnTo>
                    <a:pt x="401" y="149534"/>
                  </a:lnTo>
                  <a:lnTo>
                    <a:pt x="117" y="154809"/>
                  </a:lnTo>
                  <a:lnTo>
                    <a:pt x="0" y="160090"/>
                  </a:lnTo>
                  <a:lnTo>
                    <a:pt x="49" y="165372"/>
                  </a:lnTo>
                  <a:lnTo>
                    <a:pt x="265" y="170650"/>
                  </a:lnTo>
                  <a:lnTo>
                    <a:pt x="648" y="175918"/>
                  </a:lnTo>
                  <a:lnTo>
                    <a:pt x="1197" y="181172"/>
                  </a:lnTo>
                  <a:lnTo>
                    <a:pt x="1912" y="186406"/>
                  </a:lnTo>
                  <a:lnTo>
                    <a:pt x="2792" y="191614"/>
                  </a:lnTo>
                  <a:lnTo>
                    <a:pt x="3836" y="196792"/>
                  </a:lnTo>
                  <a:lnTo>
                    <a:pt x="5043" y="201935"/>
                  </a:lnTo>
                  <a:lnTo>
                    <a:pt x="6413" y="207037"/>
                  </a:lnTo>
                  <a:lnTo>
                    <a:pt x="7942" y="212093"/>
                  </a:lnTo>
                  <a:lnTo>
                    <a:pt x="9631" y="217098"/>
                  </a:lnTo>
                  <a:lnTo>
                    <a:pt x="11476" y="222047"/>
                  </a:lnTo>
                  <a:lnTo>
                    <a:pt x="13478" y="226936"/>
                  </a:lnTo>
                  <a:lnTo>
                    <a:pt x="15632" y="231759"/>
                  </a:lnTo>
                  <a:lnTo>
                    <a:pt x="17938" y="236511"/>
                  </a:lnTo>
                  <a:lnTo>
                    <a:pt x="20393" y="241188"/>
                  </a:lnTo>
                  <a:lnTo>
                    <a:pt x="22995" y="245786"/>
                  </a:lnTo>
                  <a:lnTo>
                    <a:pt x="25740" y="250298"/>
                  </a:lnTo>
                  <a:lnTo>
                    <a:pt x="28627" y="254722"/>
                  </a:lnTo>
                  <a:lnTo>
                    <a:pt x="31652" y="259053"/>
                  </a:lnTo>
                  <a:lnTo>
                    <a:pt x="34813" y="263285"/>
                  </a:lnTo>
                  <a:lnTo>
                    <a:pt x="38105" y="267416"/>
                  </a:lnTo>
                  <a:lnTo>
                    <a:pt x="41527" y="271440"/>
                  </a:lnTo>
                  <a:lnTo>
                    <a:pt x="45073" y="275355"/>
                  </a:lnTo>
                  <a:lnTo>
                    <a:pt x="48742" y="279155"/>
                  </a:lnTo>
                  <a:lnTo>
                    <a:pt x="52529" y="282838"/>
                  </a:lnTo>
                  <a:lnTo>
                    <a:pt x="56431" y="286399"/>
                  </a:lnTo>
                  <a:lnTo>
                    <a:pt x="60443" y="289835"/>
                  </a:lnTo>
                  <a:lnTo>
                    <a:pt x="64561" y="293143"/>
                  </a:lnTo>
                  <a:lnTo>
                    <a:pt x="68782" y="296319"/>
                  </a:lnTo>
                  <a:lnTo>
                    <a:pt x="73101" y="299359"/>
                  </a:lnTo>
                  <a:lnTo>
                    <a:pt x="77515" y="302262"/>
                  </a:lnTo>
                  <a:lnTo>
                    <a:pt x="82017" y="305024"/>
                  </a:lnTo>
                  <a:lnTo>
                    <a:pt x="86605" y="307643"/>
                  </a:lnTo>
                  <a:lnTo>
                    <a:pt x="91273" y="310115"/>
                  </a:lnTo>
                  <a:lnTo>
                    <a:pt x="96017" y="312438"/>
                  </a:lnTo>
                  <a:lnTo>
                    <a:pt x="100832" y="314611"/>
                  </a:lnTo>
                  <a:lnTo>
                    <a:pt x="105713" y="316630"/>
                  </a:lnTo>
                  <a:lnTo>
                    <a:pt x="110656" y="318494"/>
                  </a:lnTo>
                  <a:lnTo>
                    <a:pt x="115655" y="320201"/>
                  </a:lnTo>
                  <a:lnTo>
                    <a:pt x="120705" y="321749"/>
                  </a:lnTo>
                  <a:lnTo>
                    <a:pt x="125802" y="323136"/>
                  </a:lnTo>
                  <a:lnTo>
                    <a:pt x="130940" y="324362"/>
                  </a:lnTo>
                  <a:lnTo>
                    <a:pt x="136114" y="325425"/>
                  </a:lnTo>
                  <a:lnTo>
                    <a:pt x="141320" y="326324"/>
                  </a:lnTo>
                  <a:lnTo>
                    <a:pt x="146551" y="327058"/>
                  </a:lnTo>
                  <a:lnTo>
                    <a:pt x="151802" y="327627"/>
                  </a:lnTo>
                  <a:lnTo>
                    <a:pt x="157069" y="328029"/>
                  </a:lnTo>
                  <a:lnTo>
                    <a:pt x="162346" y="328265"/>
                  </a:lnTo>
                  <a:lnTo>
                    <a:pt x="167628" y="328333"/>
                  </a:lnTo>
                  <a:lnTo>
                    <a:pt x="172910" y="328235"/>
                  </a:lnTo>
                  <a:lnTo>
                    <a:pt x="178185" y="327970"/>
                  </a:lnTo>
                  <a:lnTo>
                    <a:pt x="183450" y="327539"/>
                  </a:lnTo>
                  <a:lnTo>
                    <a:pt x="188698" y="326941"/>
                  </a:lnTo>
                  <a:lnTo>
                    <a:pt x="193925" y="326178"/>
                  </a:lnTo>
                  <a:lnTo>
                    <a:pt x="199125" y="325250"/>
                  </a:lnTo>
                  <a:lnTo>
                    <a:pt x="204294" y="324158"/>
                  </a:lnTo>
                  <a:lnTo>
                    <a:pt x="209425" y="322904"/>
                  </a:lnTo>
                  <a:lnTo>
                    <a:pt x="214514" y="321488"/>
                  </a:lnTo>
                  <a:lnTo>
                    <a:pt x="219556" y="319912"/>
                  </a:lnTo>
                  <a:lnTo>
                    <a:pt x="224545" y="318177"/>
                  </a:lnTo>
                  <a:lnTo>
                    <a:pt x="229477" y="316286"/>
                  </a:lnTo>
                  <a:lnTo>
                    <a:pt x="234347" y="314239"/>
                  </a:lnTo>
                  <a:lnTo>
                    <a:pt x="239150" y="312040"/>
                  </a:lnTo>
                  <a:lnTo>
                    <a:pt x="243881" y="309691"/>
                  </a:lnTo>
                  <a:lnTo>
                    <a:pt x="248535" y="307193"/>
                  </a:lnTo>
                  <a:lnTo>
                    <a:pt x="253108" y="304549"/>
                  </a:lnTo>
                  <a:lnTo>
                    <a:pt x="257596" y="301762"/>
                  </a:lnTo>
                  <a:lnTo>
                    <a:pt x="261992" y="298834"/>
                  </a:lnTo>
                  <a:lnTo>
                    <a:pt x="266295" y="295769"/>
                  </a:lnTo>
                  <a:lnTo>
                    <a:pt x="270498" y="292570"/>
                  </a:lnTo>
                  <a:lnTo>
                    <a:pt x="274598" y="289240"/>
                  </a:lnTo>
                  <a:lnTo>
                    <a:pt x="278591" y="285781"/>
                  </a:lnTo>
                  <a:lnTo>
                    <a:pt x="282473" y="282199"/>
                  </a:lnTo>
                  <a:lnTo>
                    <a:pt x="286239" y="278495"/>
                  </a:lnTo>
                  <a:lnTo>
                    <a:pt x="289887" y="274674"/>
                  </a:lnTo>
                  <a:lnTo>
                    <a:pt x="293412" y="270740"/>
                  </a:lnTo>
                  <a:lnTo>
                    <a:pt x="296811" y="266697"/>
                  </a:lnTo>
                  <a:lnTo>
                    <a:pt x="300080" y="262548"/>
                  </a:lnTo>
                  <a:lnTo>
                    <a:pt x="303217" y="258298"/>
                  </a:lnTo>
                  <a:lnTo>
                    <a:pt x="306218" y="253950"/>
                  </a:lnTo>
                  <a:lnTo>
                    <a:pt x="309080" y="249511"/>
                  </a:lnTo>
                  <a:lnTo>
                    <a:pt x="311800" y="244983"/>
                  </a:lnTo>
                  <a:lnTo>
                    <a:pt x="314376" y="240371"/>
                  </a:lnTo>
                  <a:lnTo>
                    <a:pt x="316805" y="235680"/>
                  </a:lnTo>
                  <a:lnTo>
                    <a:pt x="319085" y="230915"/>
                  </a:lnTo>
                  <a:lnTo>
                    <a:pt x="321213" y="226080"/>
                  </a:lnTo>
                  <a:lnTo>
                    <a:pt x="323187" y="221181"/>
                  </a:lnTo>
                  <a:lnTo>
                    <a:pt x="325005" y="216221"/>
                  </a:lnTo>
                  <a:lnTo>
                    <a:pt x="326666" y="211207"/>
                  </a:lnTo>
                  <a:lnTo>
                    <a:pt x="328167" y="206142"/>
                  </a:lnTo>
                  <a:lnTo>
                    <a:pt x="329508" y="201033"/>
                  </a:lnTo>
                  <a:lnTo>
                    <a:pt x="330686" y="195884"/>
                  </a:lnTo>
                  <a:lnTo>
                    <a:pt x="331701" y="190700"/>
                  </a:lnTo>
                  <a:lnTo>
                    <a:pt x="332552" y="185487"/>
                  </a:lnTo>
                  <a:lnTo>
                    <a:pt x="333238" y="180249"/>
                  </a:lnTo>
                  <a:lnTo>
                    <a:pt x="333758" y="174992"/>
                  </a:lnTo>
                  <a:lnTo>
                    <a:pt x="334112" y="169722"/>
                  </a:lnTo>
                  <a:lnTo>
                    <a:pt x="334299" y="164443"/>
                  </a:lnTo>
                  <a:lnTo>
                    <a:pt x="334319" y="159161"/>
                  </a:lnTo>
                  <a:lnTo>
                    <a:pt x="334172" y="153880"/>
                  </a:lnTo>
                  <a:lnTo>
                    <a:pt x="333858" y="148607"/>
                  </a:lnTo>
                  <a:lnTo>
                    <a:pt x="333378" y="143347"/>
                  </a:lnTo>
                  <a:lnTo>
                    <a:pt x="332732" y="138104"/>
                  </a:lnTo>
                  <a:lnTo>
                    <a:pt x="331921" y="132884"/>
                  </a:lnTo>
                  <a:lnTo>
                    <a:pt x="330945" y="127693"/>
                  </a:lnTo>
                  <a:lnTo>
                    <a:pt x="329806" y="122535"/>
                  </a:lnTo>
                  <a:lnTo>
                    <a:pt x="328504" y="117416"/>
                  </a:lnTo>
                  <a:lnTo>
                    <a:pt x="327041" y="112340"/>
                  </a:lnTo>
                  <a:lnTo>
                    <a:pt x="325419" y="107313"/>
                  </a:lnTo>
                  <a:lnTo>
                    <a:pt x="323638" y="102340"/>
                  </a:lnTo>
                  <a:lnTo>
                    <a:pt x="321701" y="97425"/>
                  </a:lnTo>
                  <a:lnTo>
                    <a:pt x="319610" y="92574"/>
                  </a:lnTo>
                  <a:lnTo>
                    <a:pt x="317367" y="87792"/>
                  </a:lnTo>
                  <a:lnTo>
                    <a:pt x="314974" y="83083"/>
                  </a:lnTo>
                  <a:lnTo>
                    <a:pt x="312433" y="78452"/>
                  </a:lnTo>
                  <a:lnTo>
                    <a:pt x="309747" y="73903"/>
                  </a:lnTo>
                  <a:lnTo>
                    <a:pt x="306919" y="69442"/>
                  </a:lnTo>
                  <a:lnTo>
                    <a:pt x="303951" y="65072"/>
                  </a:lnTo>
                  <a:lnTo>
                    <a:pt x="300847" y="60798"/>
                  </a:lnTo>
                  <a:lnTo>
                    <a:pt x="297609" y="56625"/>
                  </a:lnTo>
                  <a:lnTo>
                    <a:pt x="294241" y="52556"/>
                  </a:lnTo>
                  <a:lnTo>
                    <a:pt x="290746" y="48595"/>
                  </a:lnTo>
                  <a:lnTo>
                    <a:pt x="287127" y="44746"/>
                  </a:lnTo>
                  <a:lnTo>
                    <a:pt x="283389" y="41014"/>
                  </a:lnTo>
                  <a:lnTo>
                    <a:pt x="279535" y="37402"/>
                  </a:lnTo>
                  <a:lnTo>
                    <a:pt x="275568" y="33913"/>
                  </a:lnTo>
                  <a:lnTo>
                    <a:pt x="271494" y="30552"/>
                  </a:lnTo>
                  <a:lnTo>
                    <a:pt x="267315" y="27321"/>
                  </a:lnTo>
                  <a:lnTo>
                    <a:pt x="263036" y="24223"/>
                  </a:lnTo>
                  <a:lnTo>
                    <a:pt x="258661" y="21263"/>
                  </a:lnTo>
                  <a:lnTo>
                    <a:pt x="254195" y="18442"/>
                  </a:lnTo>
                  <a:lnTo>
                    <a:pt x="249642" y="15763"/>
                  </a:lnTo>
                  <a:lnTo>
                    <a:pt x="167163" y="161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423235" y="1681503"/>
              <a:ext cx="82478" cy="167167"/>
            </a:xfrm>
            <a:custGeom>
              <a:avLst/>
              <a:pathLst>
                <a:path w="82478" h="167167">
                  <a:moveTo>
                    <a:pt x="82478" y="21763"/>
                  </a:moveTo>
                  <a:lnTo>
                    <a:pt x="77429" y="19013"/>
                  </a:lnTo>
                  <a:lnTo>
                    <a:pt x="72288" y="16438"/>
                  </a:lnTo>
                  <a:lnTo>
                    <a:pt x="67061" y="14041"/>
                  </a:lnTo>
                  <a:lnTo>
                    <a:pt x="61755" y="11825"/>
                  </a:lnTo>
                  <a:lnTo>
                    <a:pt x="56376" y="9793"/>
                  </a:lnTo>
                  <a:lnTo>
                    <a:pt x="50930" y="7947"/>
                  </a:lnTo>
                  <a:lnTo>
                    <a:pt x="45424" y="6289"/>
                  </a:lnTo>
                  <a:lnTo>
                    <a:pt x="39864" y="4822"/>
                  </a:lnTo>
                  <a:lnTo>
                    <a:pt x="34257" y="3547"/>
                  </a:lnTo>
                  <a:lnTo>
                    <a:pt x="28610" y="2466"/>
                  </a:lnTo>
                  <a:lnTo>
                    <a:pt x="22929" y="1579"/>
                  </a:lnTo>
                  <a:lnTo>
                    <a:pt x="17220" y="889"/>
                  </a:lnTo>
                  <a:lnTo>
                    <a:pt x="11491" y="395"/>
                  </a:lnTo>
                  <a:lnTo>
                    <a:pt x="5749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853892" y="1322571"/>
              <a:ext cx="334294" cy="334334"/>
            </a:xfrm>
            <a:custGeom>
              <a:avLst/>
              <a:pathLst>
                <a:path w="334294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5" y="757"/>
                  </a:lnTo>
                  <a:lnTo>
                    <a:pt x="145982" y="1345"/>
                  </a:lnTo>
                  <a:lnTo>
                    <a:pt x="140732" y="2100"/>
                  </a:lnTo>
                  <a:lnTo>
                    <a:pt x="135507" y="3021"/>
                  </a:lnTo>
                  <a:lnTo>
                    <a:pt x="130315" y="4107"/>
                  </a:lnTo>
                  <a:lnTo>
                    <a:pt x="125159" y="5358"/>
                  </a:lnTo>
                  <a:lnTo>
                    <a:pt x="120046" y="6772"/>
                  </a:lnTo>
                  <a:lnTo>
                    <a:pt x="114981" y="8347"/>
                  </a:lnTo>
                  <a:lnTo>
                    <a:pt x="109967" y="10082"/>
                  </a:lnTo>
                  <a:lnTo>
                    <a:pt x="105012" y="11976"/>
                  </a:lnTo>
                  <a:lnTo>
                    <a:pt x="100119" y="14026"/>
                  </a:lnTo>
                  <a:lnTo>
                    <a:pt x="95293" y="16229"/>
                  </a:lnTo>
                  <a:lnTo>
                    <a:pt x="90540" y="18585"/>
                  </a:lnTo>
                  <a:lnTo>
                    <a:pt x="85864" y="21091"/>
                  </a:lnTo>
                  <a:lnTo>
                    <a:pt x="81270" y="23744"/>
                  </a:lnTo>
                  <a:lnTo>
                    <a:pt x="76762" y="26541"/>
                  </a:lnTo>
                  <a:lnTo>
                    <a:pt x="72346" y="29479"/>
                  </a:lnTo>
                  <a:lnTo>
                    <a:pt x="68025" y="32557"/>
                  </a:lnTo>
                  <a:lnTo>
                    <a:pt x="63803" y="35770"/>
                  </a:lnTo>
                  <a:lnTo>
                    <a:pt x="59686" y="39115"/>
                  </a:lnTo>
                  <a:lnTo>
                    <a:pt x="55677" y="42589"/>
                  </a:lnTo>
                  <a:lnTo>
                    <a:pt x="51780" y="46189"/>
                  </a:lnTo>
                  <a:lnTo>
                    <a:pt x="48000" y="49910"/>
                  </a:lnTo>
                  <a:lnTo>
                    <a:pt x="44339" y="53750"/>
                  </a:lnTo>
                  <a:lnTo>
                    <a:pt x="40802" y="57704"/>
                  </a:lnTo>
                  <a:lnTo>
                    <a:pt x="37393" y="61768"/>
                  </a:lnTo>
                  <a:lnTo>
                    <a:pt x="34114" y="65938"/>
                  </a:lnTo>
                  <a:lnTo>
                    <a:pt x="30969" y="70210"/>
                  </a:lnTo>
                  <a:lnTo>
                    <a:pt x="27961" y="74580"/>
                  </a:lnTo>
                  <a:lnTo>
                    <a:pt x="25093" y="79043"/>
                  </a:lnTo>
                  <a:lnTo>
                    <a:pt x="22368" y="83595"/>
                  </a:lnTo>
                  <a:lnTo>
                    <a:pt x="19789" y="88231"/>
                  </a:lnTo>
                  <a:lnTo>
                    <a:pt x="17359" y="92946"/>
                  </a:lnTo>
                  <a:lnTo>
                    <a:pt x="15079" y="97736"/>
                  </a:lnTo>
                  <a:lnTo>
                    <a:pt x="12953" y="102597"/>
                  </a:lnTo>
                  <a:lnTo>
                    <a:pt x="10982" y="107522"/>
                  </a:lnTo>
                  <a:lnTo>
                    <a:pt x="9168" y="112507"/>
                  </a:lnTo>
                  <a:lnTo>
                    <a:pt x="7513" y="117547"/>
                  </a:lnTo>
                  <a:lnTo>
                    <a:pt x="6019" y="122637"/>
                  </a:lnTo>
                  <a:lnTo>
                    <a:pt x="4687" y="127772"/>
                  </a:lnTo>
                  <a:lnTo>
                    <a:pt x="3519" y="132947"/>
                  </a:lnTo>
                  <a:lnTo>
                    <a:pt x="2515" y="138156"/>
                  </a:lnTo>
                  <a:lnTo>
                    <a:pt x="1678" y="143395"/>
                  </a:lnTo>
                  <a:lnTo>
                    <a:pt x="1007" y="148657"/>
                  </a:lnTo>
                  <a:lnTo>
                    <a:pt x="503" y="153938"/>
                  </a:lnTo>
                  <a:lnTo>
                    <a:pt x="167" y="159232"/>
                  </a:lnTo>
                  <a:lnTo>
                    <a:pt x="0" y="164535"/>
                  </a:lnTo>
                  <a:lnTo>
                    <a:pt x="0" y="169840"/>
                  </a:lnTo>
                  <a:lnTo>
                    <a:pt x="169" y="175142"/>
                  </a:lnTo>
                  <a:lnTo>
                    <a:pt x="506" y="180436"/>
                  </a:lnTo>
                  <a:lnTo>
                    <a:pt x="1011" y="185717"/>
                  </a:lnTo>
                  <a:lnTo>
                    <a:pt x="1683" y="190979"/>
                  </a:lnTo>
                  <a:lnTo>
                    <a:pt x="2522" y="196217"/>
                  </a:lnTo>
                  <a:lnTo>
                    <a:pt x="3527" y="201426"/>
                  </a:lnTo>
                  <a:lnTo>
                    <a:pt x="4696" y="206601"/>
                  </a:lnTo>
                  <a:lnTo>
                    <a:pt x="6029" y="211735"/>
                  </a:lnTo>
                  <a:lnTo>
                    <a:pt x="7525" y="216825"/>
                  </a:lnTo>
                  <a:lnTo>
                    <a:pt x="9181" y="221865"/>
                  </a:lnTo>
                  <a:lnTo>
                    <a:pt x="10996" y="226850"/>
                  </a:lnTo>
                  <a:lnTo>
                    <a:pt x="12968" y="231775"/>
                  </a:lnTo>
                  <a:lnTo>
                    <a:pt x="15096" y="236634"/>
                  </a:lnTo>
                  <a:lnTo>
                    <a:pt x="17377" y="241424"/>
                  </a:lnTo>
                  <a:lnTo>
                    <a:pt x="19808" y="246139"/>
                  </a:lnTo>
                  <a:lnTo>
                    <a:pt x="22388" y="250774"/>
                  </a:lnTo>
                  <a:lnTo>
                    <a:pt x="25114" y="255325"/>
                  </a:lnTo>
                  <a:lnTo>
                    <a:pt x="27983" y="259787"/>
                  </a:lnTo>
                  <a:lnTo>
                    <a:pt x="30992" y="264156"/>
                  </a:lnTo>
                  <a:lnTo>
                    <a:pt x="34138" y="268428"/>
                  </a:lnTo>
                  <a:lnTo>
                    <a:pt x="37418" y="272597"/>
                  </a:lnTo>
                  <a:lnTo>
                    <a:pt x="40829" y="276661"/>
                  </a:lnTo>
                  <a:lnTo>
                    <a:pt x="44367" y="280613"/>
                  </a:lnTo>
                  <a:lnTo>
                    <a:pt x="48028" y="284452"/>
                  </a:lnTo>
                  <a:lnTo>
                    <a:pt x="51810" y="288173"/>
                  </a:lnTo>
                  <a:lnTo>
                    <a:pt x="55707" y="291772"/>
                  </a:lnTo>
                  <a:lnTo>
                    <a:pt x="59717" y="295245"/>
                  </a:lnTo>
                  <a:lnTo>
                    <a:pt x="63835" y="298589"/>
                  </a:lnTo>
                  <a:lnTo>
                    <a:pt x="68057" y="301801"/>
                  </a:lnTo>
                  <a:lnTo>
                    <a:pt x="72379" y="304877"/>
                  </a:lnTo>
                  <a:lnTo>
                    <a:pt x="76796" y="307815"/>
                  </a:lnTo>
                  <a:lnTo>
                    <a:pt x="81305" y="310611"/>
                  </a:lnTo>
                  <a:lnTo>
                    <a:pt x="85900" y="313263"/>
                  </a:lnTo>
                  <a:lnTo>
                    <a:pt x="90576" y="315767"/>
                  </a:lnTo>
                  <a:lnTo>
                    <a:pt x="95330" y="318122"/>
                  </a:lnTo>
                  <a:lnTo>
                    <a:pt x="100156" y="320325"/>
                  </a:lnTo>
                  <a:lnTo>
                    <a:pt x="105049" y="322373"/>
                  </a:lnTo>
                  <a:lnTo>
                    <a:pt x="110005" y="324265"/>
                  </a:lnTo>
                  <a:lnTo>
                    <a:pt x="115019" y="325999"/>
                  </a:lnTo>
                  <a:lnTo>
                    <a:pt x="120085" y="327573"/>
                  </a:lnTo>
                  <a:lnTo>
                    <a:pt x="125198" y="328986"/>
                  </a:lnTo>
                  <a:lnTo>
                    <a:pt x="130354" y="330235"/>
                  </a:lnTo>
                  <a:lnTo>
                    <a:pt x="135547" y="331321"/>
                  </a:lnTo>
                  <a:lnTo>
                    <a:pt x="140771" y="332241"/>
                  </a:lnTo>
                  <a:lnTo>
                    <a:pt x="146023" y="332994"/>
                  </a:lnTo>
                  <a:lnTo>
                    <a:pt x="151295" y="333581"/>
                  </a:lnTo>
                  <a:lnTo>
                    <a:pt x="156583" y="334000"/>
                  </a:lnTo>
                  <a:lnTo>
                    <a:pt x="161882" y="334251"/>
                  </a:lnTo>
                  <a:lnTo>
                    <a:pt x="167187" y="334334"/>
                  </a:lnTo>
                  <a:lnTo>
                    <a:pt x="172491" y="334249"/>
                  </a:lnTo>
                  <a:lnTo>
                    <a:pt x="177790" y="333995"/>
                  </a:lnTo>
                  <a:lnTo>
                    <a:pt x="183078" y="333573"/>
                  </a:lnTo>
                  <a:lnTo>
                    <a:pt x="188350" y="332984"/>
                  </a:lnTo>
                  <a:lnTo>
                    <a:pt x="193601" y="332228"/>
                  </a:lnTo>
                  <a:lnTo>
                    <a:pt x="198825" y="331305"/>
                  </a:lnTo>
                  <a:lnTo>
                    <a:pt x="204017" y="330218"/>
                  </a:lnTo>
                  <a:lnTo>
                    <a:pt x="209172" y="328965"/>
                  </a:lnTo>
                  <a:lnTo>
                    <a:pt x="214285" y="327551"/>
                  </a:lnTo>
                  <a:lnTo>
                    <a:pt x="219350" y="325974"/>
                  </a:lnTo>
                  <a:lnTo>
                    <a:pt x="224363" y="324238"/>
                  </a:lnTo>
                  <a:lnTo>
                    <a:pt x="229318" y="322343"/>
                  </a:lnTo>
                  <a:lnTo>
                    <a:pt x="234211" y="320292"/>
                  </a:lnTo>
                  <a:lnTo>
                    <a:pt x="239036" y="318087"/>
                  </a:lnTo>
                  <a:lnTo>
                    <a:pt x="243788" y="315730"/>
                  </a:lnTo>
                  <a:lnTo>
                    <a:pt x="248463" y="313223"/>
                  </a:lnTo>
                  <a:lnTo>
                    <a:pt x="253057" y="310570"/>
                  </a:lnTo>
                  <a:lnTo>
                    <a:pt x="257564" y="307771"/>
                  </a:lnTo>
                  <a:lnTo>
                    <a:pt x="261980" y="304832"/>
                  </a:lnTo>
                  <a:lnTo>
                    <a:pt x="266300" y="301753"/>
                  </a:lnTo>
                  <a:lnTo>
                    <a:pt x="270521" y="298539"/>
                  </a:lnTo>
                  <a:lnTo>
                    <a:pt x="274637" y="295193"/>
                  </a:lnTo>
                  <a:lnTo>
                    <a:pt x="278645" y="291718"/>
                  </a:lnTo>
                  <a:lnTo>
                    <a:pt x="282541" y="288117"/>
                  </a:lnTo>
                  <a:lnTo>
                    <a:pt x="286321" y="284395"/>
                  </a:lnTo>
                  <a:lnTo>
                    <a:pt x="289981" y="280554"/>
                  </a:lnTo>
                  <a:lnTo>
                    <a:pt x="293517" y="276599"/>
                  </a:lnTo>
                  <a:lnTo>
                    <a:pt x="296925" y="272535"/>
                  </a:lnTo>
                  <a:lnTo>
                    <a:pt x="300203" y="268364"/>
                  </a:lnTo>
                  <a:lnTo>
                    <a:pt x="303347" y="264091"/>
                  </a:lnTo>
                  <a:lnTo>
                    <a:pt x="306354" y="259720"/>
                  </a:lnTo>
                  <a:lnTo>
                    <a:pt x="309221" y="255256"/>
                  </a:lnTo>
                  <a:lnTo>
                    <a:pt x="311944" y="250704"/>
                  </a:lnTo>
                  <a:lnTo>
                    <a:pt x="314522" y="246067"/>
                  </a:lnTo>
                  <a:lnTo>
                    <a:pt x="316951" y="241351"/>
                  </a:lnTo>
                  <a:lnTo>
                    <a:pt x="319230" y="236561"/>
                  </a:lnTo>
                  <a:lnTo>
                    <a:pt x="321355" y="231700"/>
                  </a:lnTo>
                  <a:lnTo>
                    <a:pt x="323325" y="226774"/>
                  </a:lnTo>
                  <a:lnTo>
                    <a:pt x="325138" y="221789"/>
                  </a:lnTo>
                  <a:lnTo>
                    <a:pt x="326792" y="216748"/>
                  </a:lnTo>
                  <a:lnTo>
                    <a:pt x="328284" y="211658"/>
                  </a:lnTo>
                  <a:lnTo>
                    <a:pt x="329615" y="206522"/>
                  </a:lnTo>
                  <a:lnTo>
                    <a:pt x="330782" y="201347"/>
                  </a:lnTo>
                  <a:lnTo>
                    <a:pt x="331784" y="196138"/>
                  </a:lnTo>
                  <a:lnTo>
                    <a:pt x="332620" y="190899"/>
                  </a:lnTo>
                  <a:lnTo>
                    <a:pt x="333290" y="185637"/>
                  </a:lnTo>
                  <a:lnTo>
                    <a:pt x="333793" y="180356"/>
                  </a:lnTo>
                  <a:lnTo>
                    <a:pt x="334127" y="175061"/>
                  </a:lnTo>
                  <a:lnTo>
                    <a:pt x="334294" y="169759"/>
                  </a:lnTo>
                  <a:lnTo>
                    <a:pt x="334292" y="164454"/>
                  </a:lnTo>
                  <a:lnTo>
                    <a:pt x="334121" y="159152"/>
                  </a:lnTo>
                  <a:lnTo>
                    <a:pt x="333783" y="153858"/>
                  </a:lnTo>
                  <a:lnTo>
                    <a:pt x="333277" y="148577"/>
                  </a:lnTo>
                  <a:lnTo>
                    <a:pt x="332603" y="143315"/>
                  </a:lnTo>
                  <a:lnTo>
                    <a:pt x="331763" y="138077"/>
                  </a:lnTo>
                  <a:lnTo>
                    <a:pt x="330757" y="132868"/>
                  </a:lnTo>
                  <a:lnTo>
                    <a:pt x="329586" y="127694"/>
                  </a:lnTo>
                  <a:lnTo>
                    <a:pt x="328252" y="122559"/>
                  </a:lnTo>
                  <a:lnTo>
                    <a:pt x="326756" y="117470"/>
                  </a:lnTo>
                  <a:lnTo>
                    <a:pt x="325098" y="112431"/>
                  </a:lnTo>
                  <a:lnTo>
                    <a:pt x="323282" y="107446"/>
                  </a:lnTo>
                  <a:lnTo>
                    <a:pt x="321308" y="102522"/>
                  </a:lnTo>
                  <a:lnTo>
                    <a:pt x="319180" y="97663"/>
                  </a:lnTo>
                  <a:lnTo>
                    <a:pt x="316898" y="92874"/>
                  </a:lnTo>
                  <a:lnTo>
                    <a:pt x="314465" y="88160"/>
                  </a:lnTo>
                  <a:lnTo>
                    <a:pt x="311884" y="83525"/>
                  </a:lnTo>
                  <a:lnTo>
                    <a:pt x="309157" y="78974"/>
                  </a:lnTo>
                  <a:lnTo>
                    <a:pt x="306287" y="74513"/>
                  </a:lnTo>
                  <a:lnTo>
                    <a:pt x="303277" y="70144"/>
                  </a:lnTo>
                  <a:lnTo>
                    <a:pt x="300130" y="65874"/>
                  </a:lnTo>
                  <a:lnTo>
                    <a:pt x="296849" y="61705"/>
                  </a:lnTo>
                  <a:lnTo>
                    <a:pt x="293437" y="57643"/>
                  </a:lnTo>
                  <a:lnTo>
                    <a:pt x="289898" y="53691"/>
                  </a:lnTo>
                  <a:lnTo>
                    <a:pt x="286236" y="49853"/>
                  </a:lnTo>
                  <a:lnTo>
                    <a:pt x="282454" y="46133"/>
                  </a:lnTo>
                  <a:lnTo>
                    <a:pt x="278555" y="42535"/>
                  </a:lnTo>
                  <a:lnTo>
                    <a:pt x="274544" y="39063"/>
                  </a:lnTo>
                  <a:lnTo>
                    <a:pt x="270426" y="35720"/>
                  </a:lnTo>
                  <a:lnTo>
                    <a:pt x="266203" y="32509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52982"/>
              <a:ext cx="99056" cy="136756"/>
            </a:xfrm>
            <a:custGeom>
              <a:avLst/>
              <a:pathLst>
                <a:path w="99056" h="136756">
                  <a:moveTo>
                    <a:pt x="99056" y="2098"/>
                  </a:moveTo>
                  <a:lnTo>
                    <a:pt x="96138" y="0"/>
                  </a:lnTo>
                  <a:lnTo>
                    <a:pt x="0" y="1367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571"/>
              <a:ext cx="96138" cy="167167"/>
            </a:xfrm>
            <a:custGeom>
              <a:avLst/>
              <a:pathLst>
                <a:path w="96138" h="167167">
                  <a:moveTo>
                    <a:pt x="96138" y="30411"/>
                  </a:moveTo>
                  <a:lnTo>
                    <a:pt x="91428" y="27218"/>
                  </a:lnTo>
                  <a:lnTo>
                    <a:pt x="86612" y="24187"/>
                  </a:lnTo>
                  <a:lnTo>
                    <a:pt x="81696" y="21322"/>
                  </a:lnTo>
                  <a:lnTo>
                    <a:pt x="76685" y="18626"/>
                  </a:lnTo>
                  <a:lnTo>
                    <a:pt x="71585" y="16102"/>
                  </a:lnTo>
                  <a:lnTo>
                    <a:pt x="66402" y="13754"/>
                  </a:lnTo>
                  <a:lnTo>
                    <a:pt x="61142" y="11583"/>
                  </a:lnTo>
                  <a:lnTo>
                    <a:pt x="55812" y="9592"/>
                  </a:lnTo>
                  <a:lnTo>
                    <a:pt x="50416" y="7783"/>
                  </a:lnTo>
                  <a:lnTo>
                    <a:pt x="44963" y="6160"/>
                  </a:lnTo>
                  <a:lnTo>
                    <a:pt x="39457" y="4723"/>
                  </a:lnTo>
                  <a:lnTo>
                    <a:pt x="33906" y="3474"/>
                  </a:lnTo>
                  <a:lnTo>
                    <a:pt x="28315" y="2415"/>
                  </a:lnTo>
                  <a:lnTo>
                    <a:pt x="22691" y="1547"/>
                  </a:lnTo>
                  <a:lnTo>
                    <a:pt x="17041" y="870"/>
                  </a:lnTo>
                  <a:lnTo>
                    <a:pt x="11372" y="387"/>
                  </a:lnTo>
                  <a:lnTo>
                    <a:pt x="5689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378107" y="1071028"/>
              <a:ext cx="334173" cy="334333"/>
            </a:xfrm>
            <a:custGeom>
              <a:avLst/>
              <a:pathLst>
                <a:path w="334173" h="334333">
                  <a:moveTo>
                    <a:pt x="167151" y="0"/>
                  </a:moveTo>
                  <a:lnTo>
                    <a:pt x="161840" y="84"/>
                  </a:lnTo>
                  <a:lnTo>
                    <a:pt x="156535" y="337"/>
                  </a:lnTo>
                  <a:lnTo>
                    <a:pt x="151240" y="758"/>
                  </a:lnTo>
                  <a:lnTo>
                    <a:pt x="145962" y="1348"/>
                  </a:lnTo>
                  <a:lnTo>
                    <a:pt x="140705" y="2105"/>
                  </a:lnTo>
                  <a:lnTo>
                    <a:pt x="135474" y="3028"/>
                  </a:lnTo>
                  <a:lnTo>
                    <a:pt x="130276" y="4117"/>
                  </a:lnTo>
                  <a:lnTo>
                    <a:pt x="125115" y="5371"/>
                  </a:lnTo>
                  <a:lnTo>
                    <a:pt x="119996" y="6788"/>
                  </a:lnTo>
                  <a:lnTo>
                    <a:pt x="114925" y="8367"/>
                  </a:lnTo>
                  <a:lnTo>
                    <a:pt x="109906" y="10106"/>
                  </a:lnTo>
                  <a:lnTo>
                    <a:pt x="104946" y="12004"/>
                  </a:lnTo>
                  <a:lnTo>
                    <a:pt x="100048" y="14059"/>
                  </a:lnTo>
                  <a:lnTo>
                    <a:pt x="95218" y="16268"/>
                  </a:lnTo>
                  <a:lnTo>
                    <a:pt x="90460" y="18629"/>
                  </a:lnTo>
                  <a:lnTo>
                    <a:pt x="85780" y="21140"/>
                  </a:lnTo>
                  <a:lnTo>
                    <a:pt x="81182" y="23799"/>
                  </a:lnTo>
                  <a:lnTo>
                    <a:pt x="76671" y="26603"/>
                  </a:lnTo>
                  <a:lnTo>
                    <a:pt x="72251" y="29548"/>
                  </a:lnTo>
                  <a:lnTo>
                    <a:pt x="67927" y="32632"/>
                  </a:lnTo>
                  <a:lnTo>
                    <a:pt x="63703" y="35852"/>
                  </a:lnTo>
                  <a:lnTo>
                    <a:pt x="59584" y="39205"/>
                  </a:lnTo>
                  <a:lnTo>
                    <a:pt x="55573" y="42687"/>
                  </a:lnTo>
                  <a:lnTo>
                    <a:pt x="51675" y="46294"/>
                  </a:lnTo>
                  <a:lnTo>
                    <a:pt x="47893" y="50024"/>
                  </a:lnTo>
                  <a:lnTo>
                    <a:pt x="44232" y="53871"/>
                  </a:lnTo>
                  <a:lnTo>
                    <a:pt x="40695" y="57834"/>
                  </a:lnTo>
                  <a:lnTo>
                    <a:pt x="37285" y="61906"/>
                  </a:lnTo>
                  <a:lnTo>
                    <a:pt x="34007" y="66085"/>
                  </a:lnTo>
                  <a:lnTo>
                    <a:pt x="30863" y="70366"/>
                  </a:lnTo>
                  <a:lnTo>
                    <a:pt x="27856" y="74744"/>
                  </a:lnTo>
                  <a:lnTo>
                    <a:pt x="24990" y="79216"/>
                  </a:lnTo>
                  <a:lnTo>
                    <a:pt x="22268" y="83777"/>
                  </a:lnTo>
                  <a:lnTo>
                    <a:pt x="19692" y="88421"/>
                  </a:lnTo>
                  <a:lnTo>
                    <a:pt x="17265" y="93146"/>
                  </a:lnTo>
                  <a:lnTo>
                    <a:pt x="14989" y="97945"/>
                  </a:lnTo>
                  <a:lnTo>
                    <a:pt x="12867" y="102813"/>
                  </a:lnTo>
                  <a:lnTo>
                    <a:pt x="10900" y="107747"/>
                  </a:lnTo>
                  <a:lnTo>
                    <a:pt x="9091" y="112741"/>
                  </a:lnTo>
                  <a:lnTo>
                    <a:pt x="7442" y="117790"/>
                  </a:lnTo>
                  <a:lnTo>
                    <a:pt x="5954" y="122888"/>
                  </a:lnTo>
                  <a:lnTo>
                    <a:pt x="4629" y="128032"/>
                  </a:lnTo>
                  <a:lnTo>
                    <a:pt x="3468" y="133215"/>
                  </a:lnTo>
                  <a:lnTo>
                    <a:pt x="2472" y="138432"/>
                  </a:lnTo>
                  <a:lnTo>
                    <a:pt x="1642" y="143678"/>
                  </a:lnTo>
                  <a:lnTo>
                    <a:pt x="979" y="148948"/>
                  </a:lnTo>
                  <a:lnTo>
                    <a:pt x="484" y="154236"/>
                  </a:lnTo>
                  <a:lnTo>
                    <a:pt x="158" y="159537"/>
                  </a:lnTo>
                  <a:lnTo>
                    <a:pt x="0" y="164846"/>
                  </a:lnTo>
                  <a:lnTo>
                    <a:pt x="10" y="170157"/>
                  </a:lnTo>
                  <a:lnTo>
                    <a:pt x="189" y="175465"/>
                  </a:lnTo>
                  <a:lnTo>
                    <a:pt x="537" y="180765"/>
                  </a:lnTo>
                  <a:lnTo>
                    <a:pt x="1053" y="186052"/>
                  </a:lnTo>
                  <a:lnTo>
                    <a:pt x="1737" y="191319"/>
                  </a:lnTo>
                  <a:lnTo>
                    <a:pt x="2588" y="196561"/>
                  </a:lnTo>
                  <a:lnTo>
                    <a:pt x="3605" y="201774"/>
                  </a:lnTo>
                  <a:lnTo>
                    <a:pt x="4787" y="206953"/>
                  </a:lnTo>
                  <a:lnTo>
                    <a:pt x="6133" y="212090"/>
                  </a:lnTo>
                  <a:lnTo>
                    <a:pt x="7641" y="217183"/>
                  </a:lnTo>
                  <a:lnTo>
                    <a:pt x="9311" y="222225"/>
                  </a:lnTo>
                  <a:lnTo>
                    <a:pt x="11139" y="227212"/>
                  </a:lnTo>
                  <a:lnTo>
                    <a:pt x="13126" y="232138"/>
                  </a:lnTo>
                  <a:lnTo>
                    <a:pt x="15267" y="236998"/>
                  </a:lnTo>
                  <a:lnTo>
                    <a:pt x="17562" y="241788"/>
                  </a:lnTo>
                  <a:lnTo>
                    <a:pt x="20009" y="246502"/>
                  </a:lnTo>
                  <a:lnTo>
                    <a:pt x="22603" y="251137"/>
                  </a:lnTo>
                  <a:lnTo>
                    <a:pt x="25344" y="255686"/>
                  </a:lnTo>
                  <a:lnTo>
                    <a:pt x="28227" y="260147"/>
                  </a:lnTo>
                  <a:lnTo>
                    <a:pt x="31251" y="264513"/>
                  </a:lnTo>
                  <a:lnTo>
                    <a:pt x="34412" y="268781"/>
                  </a:lnTo>
                  <a:lnTo>
                    <a:pt x="37708" y="272947"/>
                  </a:lnTo>
                  <a:lnTo>
                    <a:pt x="41133" y="277006"/>
                  </a:lnTo>
                  <a:lnTo>
                    <a:pt x="44686" y="280954"/>
                  </a:lnTo>
                  <a:lnTo>
                    <a:pt x="48363" y="284787"/>
                  </a:lnTo>
                  <a:lnTo>
                    <a:pt x="52160" y="288501"/>
                  </a:lnTo>
                  <a:lnTo>
                    <a:pt x="56072" y="292093"/>
                  </a:lnTo>
                  <a:lnTo>
                    <a:pt x="60097" y="295559"/>
                  </a:lnTo>
                  <a:lnTo>
                    <a:pt x="64230" y="298895"/>
                  </a:lnTo>
                  <a:lnTo>
                    <a:pt x="68467" y="302098"/>
                  </a:lnTo>
                  <a:lnTo>
                    <a:pt x="72803" y="305165"/>
                  </a:lnTo>
                  <a:lnTo>
                    <a:pt x="77234" y="308092"/>
                  </a:lnTo>
                  <a:lnTo>
                    <a:pt x="81757" y="310878"/>
                  </a:lnTo>
                  <a:lnTo>
                    <a:pt x="86365" y="313518"/>
                  </a:lnTo>
                  <a:lnTo>
                    <a:pt x="91055" y="316011"/>
                  </a:lnTo>
                  <a:lnTo>
                    <a:pt x="95822" y="318353"/>
                  </a:lnTo>
                  <a:lnTo>
                    <a:pt x="100661" y="320543"/>
                  </a:lnTo>
                  <a:lnTo>
                    <a:pt x="105567" y="322577"/>
                  </a:lnTo>
                  <a:lnTo>
                    <a:pt x="110536" y="324455"/>
                  </a:lnTo>
                  <a:lnTo>
                    <a:pt x="115561" y="326175"/>
                  </a:lnTo>
                  <a:lnTo>
                    <a:pt x="120638" y="327733"/>
                  </a:lnTo>
                  <a:lnTo>
                    <a:pt x="125763" y="329130"/>
                  </a:lnTo>
                  <a:lnTo>
                    <a:pt x="130929" y="330363"/>
                  </a:lnTo>
                  <a:lnTo>
                    <a:pt x="136132" y="331431"/>
                  </a:lnTo>
                  <a:lnTo>
                    <a:pt x="141366" y="332334"/>
                  </a:lnTo>
                  <a:lnTo>
                    <a:pt x="146626" y="333070"/>
                  </a:lnTo>
                  <a:lnTo>
                    <a:pt x="151907" y="333638"/>
                  </a:lnTo>
                  <a:lnTo>
                    <a:pt x="157203" y="334038"/>
                  </a:lnTo>
                  <a:lnTo>
                    <a:pt x="162509" y="334270"/>
                  </a:lnTo>
                  <a:lnTo>
                    <a:pt x="167820" y="334333"/>
                  </a:lnTo>
                  <a:lnTo>
                    <a:pt x="173130" y="334227"/>
                  </a:lnTo>
                  <a:lnTo>
                    <a:pt x="178435" y="333953"/>
                  </a:lnTo>
                  <a:lnTo>
                    <a:pt x="183727" y="333510"/>
                  </a:lnTo>
                  <a:lnTo>
                    <a:pt x="189004" y="332900"/>
                  </a:lnTo>
                  <a:lnTo>
                    <a:pt x="194258" y="332122"/>
                  </a:lnTo>
                  <a:lnTo>
                    <a:pt x="199484" y="331178"/>
                  </a:lnTo>
                  <a:lnTo>
                    <a:pt x="204678" y="330068"/>
                  </a:lnTo>
                  <a:lnTo>
                    <a:pt x="209834" y="328793"/>
                  </a:lnTo>
                  <a:lnTo>
                    <a:pt x="214947" y="327356"/>
                  </a:lnTo>
                  <a:lnTo>
                    <a:pt x="220012" y="325756"/>
                  </a:lnTo>
                  <a:lnTo>
                    <a:pt x="225024" y="323997"/>
                  </a:lnTo>
                  <a:lnTo>
                    <a:pt x="229977" y="322079"/>
                  </a:lnTo>
                  <a:lnTo>
                    <a:pt x="234866" y="320005"/>
                  </a:lnTo>
                  <a:lnTo>
                    <a:pt x="239688" y="317777"/>
                  </a:lnTo>
                  <a:lnTo>
                    <a:pt x="244436" y="315397"/>
                  </a:lnTo>
                  <a:lnTo>
                    <a:pt x="249106" y="312867"/>
                  </a:lnTo>
                  <a:lnTo>
                    <a:pt x="253693" y="310189"/>
                  </a:lnTo>
                  <a:lnTo>
                    <a:pt x="258193" y="307368"/>
                  </a:lnTo>
                  <a:lnTo>
                    <a:pt x="262601" y="304405"/>
                  </a:lnTo>
                  <a:lnTo>
                    <a:pt x="266912" y="301303"/>
                  </a:lnTo>
                  <a:lnTo>
                    <a:pt x="271123" y="298066"/>
                  </a:lnTo>
                  <a:lnTo>
                    <a:pt x="275229" y="294697"/>
                  </a:lnTo>
                  <a:lnTo>
                    <a:pt x="279226" y="291199"/>
                  </a:lnTo>
                  <a:lnTo>
                    <a:pt x="283110" y="287576"/>
                  </a:lnTo>
                  <a:lnTo>
                    <a:pt x="286877" y="283832"/>
                  </a:lnTo>
                  <a:lnTo>
                    <a:pt x="290522" y="279969"/>
                  </a:lnTo>
                  <a:lnTo>
                    <a:pt x="294044" y="275993"/>
                  </a:lnTo>
                  <a:lnTo>
                    <a:pt x="297437" y="271907"/>
                  </a:lnTo>
                  <a:lnTo>
                    <a:pt x="300699" y="267715"/>
                  </a:lnTo>
                  <a:lnTo>
                    <a:pt x="303825" y="263422"/>
                  </a:lnTo>
                  <a:lnTo>
                    <a:pt x="306814" y="259031"/>
                  </a:lnTo>
                  <a:lnTo>
                    <a:pt x="309662" y="254548"/>
                  </a:lnTo>
                  <a:lnTo>
                    <a:pt x="312366" y="249977"/>
                  </a:lnTo>
                  <a:lnTo>
                    <a:pt x="314924" y="245322"/>
                  </a:lnTo>
                  <a:lnTo>
                    <a:pt x="317332" y="240588"/>
                  </a:lnTo>
                  <a:lnTo>
                    <a:pt x="319589" y="235780"/>
                  </a:lnTo>
                  <a:lnTo>
                    <a:pt x="321691" y="230902"/>
                  </a:lnTo>
                  <a:lnTo>
                    <a:pt x="323638" y="225961"/>
                  </a:lnTo>
                  <a:lnTo>
                    <a:pt x="325427" y="220960"/>
                  </a:lnTo>
                  <a:lnTo>
                    <a:pt x="327056" y="215904"/>
                  </a:lnTo>
                  <a:lnTo>
                    <a:pt x="328523" y="210800"/>
                  </a:lnTo>
                  <a:lnTo>
                    <a:pt x="329828" y="205651"/>
                  </a:lnTo>
                  <a:lnTo>
                    <a:pt x="330969" y="200464"/>
                  </a:lnTo>
                  <a:lnTo>
                    <a:pt x="331944" y="195243"/>
                  </a:lnTo>
                  <a:lnTo>
                    <a:pt x="332752" y="189993"/>
                  </a:lnTo>
                  <a:lnTo>
                    <a:pt x="333394" y="184721"/>
                  </a:lnTo>
                  <a:lnTo>
                    <a:pt x="333868" y="179431"/>
                  </a:lnTo>
                  <a:lnTo>
                    <a:pt x="334173" y="174128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545258" y="1238196"/>
              <a:ext cx="167022" cy="6961"/>
            </a:xfrm>
            <a:custGeom>
              <a:avLst/>
              <a:pathLst>
                <a:path w="167022" h="6961">
                  <a:moveTo>
                    <a:pt x="167022" y="69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45258" y="1238196"/>
              <a:ext cx="167022" cy="6961"/>
            </a:xfrm>
            <a:custGeom>
              <a:avLst/>
              <a:pathLst>
                <a:path w="167022" h="6961">
                  <a:moveTo>
                    <a:pt x="167022" y="69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45258" y="1238196"/>
              <a:ext cx="167022" cy="6961"/>
            </a:xfrm>
            <a:custGeom>
              <a:avLst/>
              <a:pathLst>
                <a:path w="167022" h="6961">
                  <a:moveTo>
                    <a:pt x="167022" y="69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238196"/>
              <a:ext cx="167022" cy="6961"/>
            </a:xfrm>
            <a:custGeom>
              <a:avLst/>
              <a:pathLst>
                <a:path w="167022" h="6961">
                  <a:moveTo>
                    <a:pt x="167022" y="69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45258" y="1238196"/>
              <a:ext cx="167022" cy="6961"/>
            </a:xfrm>
            <a:custGeom>
              <a:avLst/>
              <a:pathLst>
                <a:path w="167022" h="6961">
                  <a:moveTo>
                    <a:pt x="167022" y="69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545258" y="1238196"/>
              <a:ext cx="167022" cy="6961"/>
            </a:xfrm>
            <a:custGeom>
              <a:avLst/>
              <a:pathLst>
                <a:path w="167022" h="6961">
                  <a:moveTo>
                    <a:pt x="167022" y="69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545258" y="1238196"/>
              <a:ext cx="167022" cy="6961"/>
            </a:xfrm>
            <a:custGeom>
              <a:avLst/>
              <a:pathLst>
                <a:path w="167022" h="6961">
                  <a:moveTo>
                    <a:pt x="167022" y="69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545258" y="1238196"/>
              <a:ext cx="167022" cy="6961"/>
            </a:xfrm>
            <a:custGeom>
              <a:avLst/>
              <a:pathLst>
                <a:path w="167022" h="6961">
                  <a:moveTo>
                    <a:pt x="167022" y="69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545258" y="1238196"/>
              <a:ext cx="167022" cy="6961"/>
            </a:xfrm>
            <a:custGeom>
              <a:avLst/>
              <a:pathLst>
                <a:path w="167022" h="6961">
                  <a:moveTo>
                    <a:pt x="167022" y="69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545258" y="1238196"/>
              <a:ext cx="167022" cy="6961"/>
            </a:xfrm>
            <a:custGeom>
              <a:avLst/>
              <a:pathLst>
                <a:path w="167022" h="6961">
                  <a:moveTo>
                    <a:pt x="167022" y="69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545258" y="1238196"/>
              <a:ext cx="167022" cy="6961"/>
            </a:xfrm>
            <a:custGeom>
              <a:avLst/>
              <a:pathLst>
                <a:path w="167022" h="6961">
                  <a:moveTo>
                    <a:pt x="167022" y="69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545258" y="1238196"/>
              <a:ext cx="167022" cy="6961"/>
            </a:xfrm>
            <a:custGeom>
              <a:avLst/>
              <a:pathLst>
                <a:path w="167022" h="6961">
                  <a:moveTo>
                    <a:pt x="167022" y="69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545258" y="1238196"/>
              <a:ext cx="167022" cy="6961"/>
            </a:xfrm>
            <a:custGeom>
              <a:avLst/>
              <a:pathLst>
                <a:path w="167022" h="6961">
                  <a:moveTo>
                    <a:pt x="167022" y="69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238196"/>
              <a:ext cx="167022" cy="6961"/>
            </a:xfrm>
            <a:custGeom>
              <a:avLst/>
              <a:pathLst>
                <a:path w="167022" h="6961">
                  <a:moveTo>
                    <a:pt x="167022" y="69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238196"/>
              <a:ext cx="167022" cy="6961"/>
            </a:xfrm>
            <a:custGeom>
              <a:avLst/>
              <a:pathLst>
                <a:path w="167022" h="6961">
                  <a:moveTo>
                    <a:pt x="167022" y="69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238196"/>
              <a:ext cx="167022" cy="6961"/>
            </a:xfrm>
            <a:custGeom>
              <a:avLst/>
              <a:pathLst>
                <a:path w="167022" h="6961">
                  <a:moveTo>
                    <a:pt x="167022" y="69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238196"/>
              <a:ext cx="167022" cy="6961"/>
            </a:xfrm>
            <a:custGeom>
              <a:avLst/>
              <a:pathLst>
                <a:path w="167022" h="6961">
                  <a:moveTo>
                    <a:pt x="167022" y="69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238196"/>
              <a:ext cx="167022" cy="6961"/>
            </a:xfrm>
            <a:custGeom>
              <a:avLst/>
              <a:pathLst>
                <a:path w="167022" h="6961">
                  <a:moveTo>
                    <a:pt x="167022" y="69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238196"/>
              <a:ext cx="167022" cy="6961"/>
            </a:xfrm>
            <a:custGeom>
              <a:avLst/>
              <a:pathLst>
                <a:path w="167022" h="6961">
                  <a:moveTo>
                    <a:pt x="167022" y="69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238196"/>
              <a:ext cx="167022" cy="6961"/>
            </a:xfrm>
            <a:custGeom>
              <a:avLst/>
              <a:pathLst>
                <a:path w="167022" h="6961">
                  <a:moveTo>
                    <a:pt x="167022" y="69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238196"/>
              <a:ext cx="167160" cy="6961"/>
            </a:xfrm>
            <a:custGeom>
              <a:avLst/>
              <a:pathLst>
                <a:path w="167160" h="6961">
                  <a:moveTo>
                    <a:pt x="167022" y="6961"/>
                  </a:moveTo>
                  <a:lnTo>
                    <a:pt x="167160" y="15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071028"/>
              <a:ext cx="167160" cy="168739"/>
            </a:xfrm>
            <a:custGeom>
              <a:avLst/>
              <a:pathLst>
                <a:path w="167160" h="168739">
                  <a:moveTo>
                    <a:pt x="167160" y="168739"/>
                  </a:moveTo>
                  <a:lnTo>
                    <a:pt x="167123" y="163349"/>
                  </a:lnTo>
                  <a:lnTo>
                    <a:pt x="166913" y="157962"/>
                  </a:lnTo>
                  <a:lnTo>
                    <a:pt x="166530" y="152585"/>
                  </a:lnTo>
                  <a:lnTo>
                    <a:pt x="165973" y="147223"/>
                  </a:lnTo>
                  <a:lnTo>
                    <a:pt x="165244" y="141882"/>
                  </a:lnTo>
                  <a:lnTo>
                    <a:pt x="164342" y="136567"/>
                  </a:lnTo>
                  <a:lnTo>
                    <a:pt x="163270" y="131284"/>
                  </a:lnTo>
                  <a:lnTo>
                    <a:pt x="162028" y="126038"/>
                  </a:lnTo>
                  <a:lnTo>
                    <a:pt x="160618" y="120835"/>
                  </a:lnTo>
                  <a:lnTo>
                    <a:pt x="159041" y="115680"/>
                  </a:lnTo>
                  <a:lnTo>
                    <a:pt x="157298" y="110579"/>
                  </a:lnTo>
                  <a:lnTo>
                    <a:pt x="155391" y="105537"/>
                  </a:lnTo>
                  <a:lnTo>
                    <a:pt x="153323" y="100558"/>
                  </a:lnTo>
                  <a:lnTo>
                    <a:pt x="151096" y="95649"/>
                  </a:lnTo>
                  <a:lnTo>
                    <a:pt x="148712" y="90815"/>
                  </a:lnTo>
                  <a:lnTo>
                    <a:pt x="146172" y="86059"/>
                  </a:lnTo>
                  <a:lnTo>
                    <a:pt x="143481" y="81388"/>
                  </a:lnTo>
                  <a:lnTo>
                    <a:pt x="140641" y="76807"/>
                  </a:lnTo>
                  <a:lnTo>
                    <a:pt x="137654" y="72319"/>
                  </a:lnTo>
                  <a:lnTo>
                    <a:pt x="134524" y="67930"/>
                  </a:lnTo>
                  <a:lnTo>
                    <a:pt x="131255" y="63644"/>
                  </a:lnTo>
                  <a:lnTo>
                    <a:pt x="127848" y="59465"/>
                  </a:lnTo>
                  <a:lnTo>
                    <a:pt x="124309" y="55399"/>
                  </a:lnTo>
                  <a:lnTo>
                    <a:pt x="120641" y="51449"/>
                  </a:lnTo>
                  <a:lnTo>
                    <a:pt x="116847" y="47619"/>
                  </a:lnTo>
                  <a:lnTo>
                    <a:pt x="112932" y="43914"/>
                  </a:lnTo>
                  <a:lnTo>
                    <a:pt x="108899" y="40337"/>
                  </a:lnTo>
                  <a:lnTo>
                    <a:pt x="104753" y="36891"/>
                  </a:lnTo>
                  <a:lnTo>
                    <a:pt x="100498" y="33582"/>
                  </a:lnTo>
                  <a:lnTo>
                    <a:pt x="96138" y="30411"/>
                  </a:lnTo>
                  <a:lnTo>
                    <a:pt x="91679" y="27382"/>
                  </a:lnTo>
                  <a:lnTo>
                    <a:pt x="87124" y="24498"/>
                  </a:lnTo>
                  <a:lnTo>
                    <a:pt x="82478" y="21763"/>
                  </a:lnTo>
                  <a:lnTo>
                    <a:pt x="77747" y="19180"/>
                  </a:lnTo>
                  <a:lnTo>
                    <a:pt x="72935" y="16750"/>
                  </a:lnTo>
                  <a:lnTo>
                    <a:pt x="68047" y="14476"/>
                  </a:lnTo>
                  <a:lnTo>
                    <a:pt x="63089" y="12362"/>
                  </a:lnTo>
                  <a:lnTo>
                    <a:pt x="58064" y="10408"/>
                  </a:lnTo>
                  <a:lnTo>
                    <a:pt x="52980" y="8617"/>
                  </a:lnTo>
                  <a:lnTo>
                    <a:pt x="47840" y="6991"/>
                  </a:lnTo>
                  <a:lnTo>
                    <a:pt x="42651" y="5532"/>
                  </a:lnTo>
                  <a:lnTo>
                    <a:pt x="37417" y="4241"/>
                  </a:lnTo>
                  <a:lnTo>
                    <a:pt x="32144" y="3119"/>
                  </a:lnTo>
                  <a:lnTo>
                    <a:pt x="26838" y="2168"/>
                  </a:lnTo>
                  <a:lnTo>
                    <a:pt x="21504" y="1388"/>
                  </a:lnTo>
                  <a:lnTo>
                    <a:pt x="16147" y="781"/>
                  </a:lnTo>
                  <a:lnTo>
                    <a:pt x="10774" y="347"/>
                  </a:lnTo>
                  <a:lnTo>
                    <a:pt x="5390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891183" y="941493"/>
              <a:ext cx="132360" cy="167167"/>
            </a:xfrm>
            <a:custGeom>
              <a:avLst/>
              <a:pathLst>
                <a:path w="132360" h="167167">
                  <a:moveTo>
                    <a:pt x="132360" y="0"/>
                  </a:moveTo>
                  <a:lnTo>
                    <a:pt x="126906" y="89"/>
                  </a:lnTo>
                  <a:lnTo>
                    <a:pt x="121457" y="355"/>
                  </a:lnTo>
                  <a:lnTo>
                    <a:pt x="116020" y="800"/>
                  </a:lnTo>
                  <a:lnTo>
                    <a:pt x="110601" y="1422"/>
                  </a:lnTo>
                  <a:lnTo>
                    <a:pt x="105205" y="2220"/>
                  </a:lnTo>
                  <a:lnTo>
                    <a:pt x="99838" y="3194"/>
                  </a:lnTo>
                  <a:lnTo>
                    <a:pt x="94505" y="4342"/>
                  </a:lnTo>
                  <a:lnTo>
                    <a:pt x="89213" y="5664"/>
                  </a:lnTo>
                  <a:lnTo>
                    <a:pt x="83966" y="7158"/>
                  </a:lnTo>
                  <a:lnTo>
                    <a:pt x="78771" y="8822"/>
                  </a:lnTo>
                  <a:lnTo>
                    <a:pt x="73633" y="10654"/>
                  </a:lnTo>
                  <a:lnTo>
                    <a:pt x="68558" y="12654"/>
                  </a:lnTo>
                  <a:lnTo>
                    <a:pt x="63551" y="14818"/>
                  </a:lnTo>
                  <a:lnTo>
                    <a:pt x="58617" y="17144"/>
                  </a:lnTo>
                  <a:lnTo>
                    <a:pt x="53761" y="19630"/>
                  </a:lnTo>
                  <a:lnTo>
                    <a:pt x="48989" y="22273"/>
                  </a:lnTo>
                  <a:lnTo>
                    <a:pt x="44306" y="25070"/>
                  </a:lnTo>
                  <a:lnTo>
                    <a:pt x="39717" y="28019"/>
                  </a:lnTo>
                  <a:lnTo>
                    <a:pt x="35226" y="31115"/>
                  </a:lnTo>
                  <a:lnTo>
                    <a:pt x="30839" y="34357"/>
                  </a:lnTo>
                  <a:lnTo>
                    <a:pt x="26560" y="37740"/>
                  </a:lnTo>
                  <a:lnTo>
                    <a:pt x="22393" y="41261"/>
                  </a:lnTo>
                  <a:lnTo>
                    <a:pt x="18344" y="44916"/>
                  </a:lnTo>
                  <a:lnTo>
                    <a:pt x="14416" y="48701"/>
                  </a:lnTo>
                  <a:lnTo>
                    <a:pt x="10613" y="52612"/>
                  </a:lnTo>
                  <a:lnTo>
                    <a:pt x="6941" y="56646"/>
                  </a:lnTo>
                  <a:lnTo>
                    <a:pt x="3401" y="60796"/>
                  </a:lnTo>
                  <a:lnTo>
                    <a:pt x="0" y="65061"/>
                  </a:lnTo>
                  <a:lnTo>
                    <a:pt x="1323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891183" y="1006554"/>
              <a:ext cx="132360" cy="102106"/>
            </a:xfrm>
            <a:custGeom>
              <a:avLst/>
              <a:pathLst>
                <a:path w="132360" h="102106">
                  <a:moveTo>
                    <a:pt x="0" y="0"/>
                  </a:moveTo>
                  <a:lnTo>
                    <a:pt x="132360" y="10210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891183" y="1006554"/>
              <a:ext cx="132360" cy="102106"/>
            </a:xfrm>
            <a:custGeom>
              <a:avLst/>
              <a:pathLst>
                <a:path w="132360" h="102106">
                  <a:moveTo>
                    <a:pt x="0" y="0"/>
                  </a:moveTo>
                  <a:lnTo>
                    <a:pt x="132360" y="10210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891183" y="1006554"/>
              <a:ext cx="132360" cy="102106"/>
            </a:xfrm>
            <a:custGeom>
              <a:avLst/>
              <a:pathLst>
                <a:path w="132360" h="102106">
                  <a:moveTo>
                    <a:pt x="0" y="0"/>
                  </a:moveTo>
                  <a:lnTo>
                    <a:pt x="132360" y="10210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891183" y="1006554"/>
              <a:ext cx="132360" cy="102106"/>
            </a:xfrm>
            <a:custGeom>
              <a:avLst/>
              <a:pathLst>
                <a:path w="132360" h="102106">
                  <a:moveTo>
                    <a:pt x="0" y="0"/>
                  </a:moveTo>
                  <a:lnTo>
                    <a:pt x="132360" y="1021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891183" y="1006554"/>
              <a:ext cx="132360" cy="102106"/>
            </a:xfrm>
            <a:custGeom>
              <a:avLst/>
              <a:pathLst>
                <a:path w="132360" h="102106">
                  <a:moveTo>
                    <a:pt x="0" y="0"/>
                  </a:moveTo>
                  <a:lnTo>
                    <a:pt x="132360" y="1021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891183" y="1006554"/>
              <a:ext cx="132360" cy="102106"/>
            </a:xfrm>
            <a:custGeom>
              <a:avLst/>
              <a:pathLst>
                <a:path w="132360" h="102106">
                  <a:moveTo>
                    <a:pt x="0" y="0"/>
                  </a:moveTo>
                  <a:lnTo>
                    <a:pt x="132360" y="1021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891183" y="1006554"/>
              <a:ext cx="132360" cy="102106"/>
            </a:xfrm>
            <a:custGeom>
              <a:avLst/>
              <a:pathLst>
                <a:path w="132360" h="102106">
                  <a:moveTo>
                    <a:pt x="0" y="0"/>
                  </a:moveTo>
                  <a:lnTo>
                    <a:pt x="132360" y="1021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891183" y="1006554"/>
              <a:ext cx="132360" cy="102106"/>
            </a:xfrm>
            <a:custGeom>
              <a:avLst/>
              <a:pathLst>
                <a:path w="132360" h="102106">
                  <a:moveTo>
                    <a:pt x="0" y="0"/>
                  </a:moveTo>
                  <a:lnTo>
                    <a:pt x="132360" y="1021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891183" y="1006554"/>
              <a:ext cx="132360" cy="102106"/>
            </a:xfrm>
            <a:custGeom>
              <a:avLst/>
              <a:pathLst>
                <a:path w="132360" h="102106">
                  <a:moveTo>
                    <a:pt x="0" y="0"/>
                  </a:moveTo>
                  <a:lnTo>
                    <a:pt x="132360" y="1021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891183" y="1006554"/>
              <a:ext cx="132360" cy="102106"/>
            </a:xfrm>
            <a:custGeom>
              <a:avLst/>
              <a:pathLst>
                <a:path w="132360" h="102106">
                  <a:moveTo>
                    <a:pt x="0" y="0"/>
                  </a:moveTo>
                  <a:lnTo>
                    <a:pt x="132360" y="1021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891183" y="1006554"/>
              <a:ext cx="132360" cy="102106"/>
            </a:xfrm>
            <a:custGeom>
              <a:avLst/>
              <a:pathLst>
                <a:path w="132360" h="102106">
                  <a:moveTo>
                    <a:pt x="0" y="0"/>
                  </a:moveTo>
                  <a:lnTo>
                    <a:pt x="132360" y="1021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891183" y="1006554"/>
              <a:ext cx="132360" cy="102106"/>
            </a:xfrm>
            <a:custGeom>
              <a:avLst/>
              <a:pathLst>
                <a:path w="132360" h="102106">
                  <a:moveTo>
                    <a:pt x="0" y="0"/>
                  </a:moveTo>
                  <a:lnTo>
                    <a:pt x="132360" y="1021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891183" y="1006554"/>
              <a:ext cx="132360" cy="102106"/>
            </a:xfrm>
            <a:custGeom>
              <a:avLst/>
              <a:pathLst>
                <a:path w="132360" h="102106">
                  <a:moveTo>
                    <a:pt x="0" y="0"/>
                  </a:moveTo>
                  <a:lnTo>
                    <a:pt x="132360" y="1021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891183" y="1006554"/>
              <a:ext cx="132360" cy="102106"/>
            </a:xfrm>
            <a:custGeom>
              <a:avLst/>
              <a:pathLst>
                <a:path w="132360" h="102106">
                  <a:moveTo>
                    <a:pt x="0" y="0"/>
                  </a:moveTo>
                  <a:lnTo>
                    <a:pt x="132360" y="102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891183" y="1006554"/>
              <a:ext cx="132360" cy="102106"/>
            </a:xfrm>
            <a:custGeom>
              <a:avLst/>
              <a:pathLst>
                <a:path w="132360" h="102106">
                  <a:moveTo>
                    <a:pt x="0" y="0"/>
                  </a:moveTo>
                  <a:lnTo>
                    <a:pt x="132360" y="102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891183" y="1006554"/>
              <a:ext cx="132360" cy="102106"/>
            </a:xfrm>
            <a:custGeom>
              <a:avLst/>
              <a:pathLst>
                <a:path w="132360" h="102106">
                  <a:moveTo>
                    <a:pt x="0" y="0"/>
                  </a:moveTo>
                  <a:lnTo>
                    <a:pt x="132360" y="102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891183" y="1006554"/>
              <a:ext cx="132360" cy="102106"/>
            </a:xfrm>
            <a:custGeom>
              <a:avLst/>
              <a:pathLst>
                <a:path w="132360" h="102106">
                  <a:moveTo>
                    <a:pt x="0" y="0"/>
                  </a:moveTo>
                  <a:lnTo>
                    <a:pt x="132360" y="102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891183" y="1006554"/>
              <a:ext cx="132360" cy="102106"/>
            </a:xfrm>
            <a:custGeom>
              <a:avLst/>
              <a:pathLst>
                <a:path w="132360" h="102106">
                  <a:moveTo>
                    <a:pt x="0" y="0"/>
                  </a:moveTo>
                  <a:lnTo>
                    <a:pt x="132360" y="1021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891183" y="1006554"/>
              <a:ext cx="132360" cy="102106"/>
            </a:xfrm>
            <a:custGeom>
              <a:avLst/>
              <a:pathLst>
                <a:path w="132360" h="102106">
                  <a:moveTo>
                    <a:pt x="0" y="0"/>
                  </a:moveTo>
                  <a:lnTo>
                    <a:pt x="132360" y="1021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856386" y="976713"/>
              <a:ext cx="334310" cy="299115"/>
            </a:xfrm>
            <a:custGeom>
              <a:avLst/>
              <a:pathLst>
                <a:path w="334310" h="299115">
                  <a:moveTo>
                    <a:pt x="34797" y="29841"/>
                  </a:moveTo>
                  <a:lnTo>
                    <a:pt x="31616" y="34103"/>
                  </a:lnTo>
                  <a:lnTo>
                    <a:pt x="28572" y="38463"/>
                  </a:lnTo>
                  <a:lnTo>
                    <a:pt x="25669" y="42919"/>
                  </a:lnTo>
                  <a:lnTo>
                    <a:pt x="22908" y="47464"/>
                  </a:lnTo>
                  <a:lnTo>
                    <a:pt x="20294" y="52095"/>
                  </a:lnTo>
                  <a:lnTo>
                    <a:pt x="17829" y="56807"/>
                  </a:lnTo>
                  <a:lnTo>
                    <a:pt x="15514" y="61595"/>
                  </a:lnTo>
                  <a:lnTo>
                    <a:pt x="13353" y="66454"/>
                  </a:lnTo>
                  <a:lnTo>
                    <a:pt x="11348" y="71379"/>
                  </a:lnTo>
                  <a:lnTo>
                    <a:pt x="9500" y="76366"/>
                  </a:lnTo>
                  <a:lnTo>
                    <a:pt x="7812" y="81409"/>
                  </a:lnTo>
                  <a:lnTo>
                    <a:pt x="6285" y="86503"/>
                  </a:lnTo>
                  <a:lnTo>
                    <a:pt x="4921" y="91643"/>
                  </a:lnTo>
                  <a:lnTo>
                    <a:pt x="3721" y="96823"/>
                  </a:lnTo>
                  <a:lnTo>
                    <a:pt x="2686" y="102040"/>
                  </a:lnTo>
                  <a:lnTo>
                    <a:pt x="1818" y="107286"/>
                  </a:lnTo>
                  <a:lnTo>
                    <a:pt x="1118" y="112558"/>
                  </a:lnTo>
                  <a:lnTo>
                    <a:pt x="585" y="117849"/>
                  </a:lnTo>
                  <a:lnTo>
                    <a:pt x="221" y="123154"/>
                  </a:lnTo>
                  <a:lnTo>
                    <a:pt x="26" y="128469"/>
                  </a:lnTo>
                  <a:lnTo>
                    <a:pt x="0" y="133787"/>
                  </a:lnTo>
                  <a:lnTo>
                    <a:pt x="143" y="139103"/>
                  </a:lnTo>
                  <a:lnTo>
                    <a:pt x="455" y="144411"/>
                  </a:lnTo>
                  <a:lnTo>
                    <a:pt x="936" y="149707"/>
                  </a:lnTo>
                  <a:lnTo>
                    <a:pt x="1585" y="154986"/>
                  </a:lnTo>
                  <a:lnTo>
                    <a:pt x="2401" y="160240"/>
                  </a:lnTo>
                  <a:lnTo>
                    <a:pt x="3384" y="165467"/>
                  </a:lnTo>
                  <a:lnTo>
                    <a:pt x="4533" y="170659"/>
                  </a:lnTo>
                  <a:lnTo>
                    <a:pt x="5847" y="175812"/>
                  </a:lnTo>
                  <a:lnTo>
                    <a:pt x="7324" y="180921"/>
                  </a:lnTo>
                  <a:lnTo>
                    <a:pt x="8963" y="185980"/>
                  </a:lnTo>
                  <a:lnTo>
                    <a:pt x="10761" y="190984"/>
                  </a:lnTo>
                  <a:lnTo>
                    <a:pt x="12718" y="195929"/>
                  </a:lnTo>
                  <a:lnTo>
                    <a:pt x="14832" y="200809"/>
                  </a:lnTo>
                  <a:lnTo>
                    <a:pt x="17099" y="205619"/>
                  </a:lnTo>
                  <a:lnTo>
                    <a:pt x="19518" y="210355"/>
                  </a:lnTo>
                  <a:lnTo>
                    <a:pt x="22087" y="215012"/>
                  </a:lnTo>
                  <a:lnTo>
                    <a:pt x="24803" y="219584"/>
                  </a:lnTo>
                  <a:lnTo>
                    <a:pt x="27662" y="224068"/>
                  </a:lnTo>
                  <a:lnTo>
                    <a:pt x="30663" y="228458"/>
                  </a:lnTo>
                  <a:lnTo>
                    <a:pt x="33802" y="232751"/>
                  </a:lnTo>
                  <a:lnTo>
                    <a:pt x="37076" y="236941"/>
                  </a:lnTo>
                  <a:lnTo>
                    <a:pt x="40481" y="241026"/>
                  </a:lnTo>
                  <a:lnTo>
                    <a:pt x="44015" y="245000"/>
                  </a:lnTo>
                  <a:lnTo>
                    <a:pt x="47673" y="248860"/>
                  </a:lnTo>
                  <a:lnTo>
                    <a:pt x="51452" y="252601"/>
                  </a:lnTo>
                  <a:lnTo>
                    <a:pt x="55348" y="256220"/>
                  </a:lnTo>
                  <a:lnTo>
                    <a:pt x="59358" y="259714"/>
                  </a:lnTo>
                  <a:lnTo>
                    <a:pt x="63476" y="263078"/>
                  </a:lnTo>
                  <a:lnTo>
                    <a:pt x="67700" y="266310"/>
                  </a:lnTo>
                  <a:lnTo>
                    <a:pt x="72024" y="269405"/>
                  </a:lnTo>
                  <a:lnTo>
                    <a:pt x="76444" y="272362"/>
                  </a:lnTo>
                  <a:lnTo>
                    <a:pt x="80956" y="275176"/>
                  </a:lnTo>
                  <a:lnTo>
                    <a:pt x="85556" y="277845"/>
                  </a:lnTo>
                  <a:lnTo>
                    <a:pt x="90238" y="280367"/>
                  </a:lnTo>
                  <a:lnTo>
                    <a:pt x="94998" y="282738"/>
                  </a:lnTo>
                  <a:lnTo>
                    <a:pt x="99831" y="284957"/>
                  </a:lnTo>
                  <a:lnTo>
                    <a:pt x="104732" y="287021"/>
                  </a:lnTo>
                  <a:lnTo>
                    <a:pt x="109696" y="288929"/>
                  </a:lnTo>
                  <a:lnTo>
                    <a:pt x="114718" y="290677"/>
                  </a:lnTo>
                  <a:lnTo>
                    <a:pt x="119793" y="292265"/>
                  </a:lnTo>
                  <a:lnTo>
                    <a:pt x="124917" y="293690"/>
                  </a:lnTo>
                  <a:lnTo>
                    <a:pt x="130083" y="294952"/>
                  </a:lnTo>
                  <a:lnTo>
                    <a:pt x="135286" y="296048"/>
                  </a:lnTo>
                  <a:lnTo>
                    <a:pt x="140522" y="296979"/>
                  </a:lnTo>
                  <a:lnTo>
                    <a:pt x="145785" y="297743"/>
                  </a:lnTo>
                  <a:lnTo>
                    <a:pt x="151070" y="298339"/>
                  </a:lnTo>
                  <a:lnTo>
                    <a:pt x="156370" y="298766"/>
                  </a:lnTo>
                  <a:lnTo>
                    <a:pt x="161682" y="299025"/>
                  </a:lnTo>
                  <a:lnTo>
                    <a:pt x="166999" y="299115"/>
                  </a:lnTo>
                  <a:lnTo>
                    <a:pt x="172316" y="299035"/>
                  </a:lnTo>
                  <a:lnTo>
                    <a:pt x="177628" y="298786"/>
                  </a:lnTo>
                  <a:lnTo>
                    <a:pt x="182930" y="298369"/>
                  </a:lnTo>
                  <a:lnTo>
                    <a:pt x="188215" y="297783"/>
                  </a:lnTo>
                  <a:lnTo>
                    <a:pt x="193480" y="297029"/>
                  </a:lnTo>
                  <a:lnTo>
                    <a:pt x="198717" y="296108"/>
                  </a:lnTo>
                  <a:lnTo>
                    <a:pt x="203923" y="295021"/>
                  </a:lnTo>
                  <a:lnTo>
                    <a:pt x="209091" y="293769"/>
                  </a:lnTo>
                  <a:lnTo>
                    <a:pt x="214217" y="292354"/>
                  </a:lnTo>
                  <a:lnTo>
                    <a:pt x="219296" y="290776"/>
                  </a:lnTo>
                  <a:lnTo>
                    <a:pt x="224321" y="289037"/>
                  </a:lnTo>
                  <a:lnTo>
                    <a:pt x="229289" y="287139"/>
                  </a:lnTo>
                  <a:lnTo>
                    <a:pt x="234194" y="285084"/>
                  </a:lnTo>
                  <a:lnTo>
                    <a:pt x="239031" y="282874"/>
                  </a:lnTo>
                  <a:lnTo>
                    <a:pt x="243795" y="280512"/>
                  </a:lnTo>
                  <a:lnTo>
                    <a:pt x="248482" y="277999"/>
                  </a:lnTo>
                  <a:lnTo>
                    <a:pt x="253087" y="275338"/>
                  </a:lnTo>
                  <a:lnTo>
                    <a:pt x="257604" y="272533"/>
                  </a:lnTo>
                  <a:lnTo>
                    <a:pt x="262030" y="269585"/>
                  </a:lnTo>
                  <a:lnTo>
                    <a:pt x="266360" y="266497"/>
                  </a:lnTo>
                  <a:lnTo>
                    <a:pt x="270589" y="263274"/>
                  </a:lnTo>
                  <a:lnTo>
                    <a:pt x="274714" y="259917"/>
                  </a:lnTo>
                  <a:lnTo>
                    <a:pt x="278730" y="256431"/>
                  </a:lnTo>
                  <a:lnTo>
                    <a:pt x="282633" y="252819"/>
                  </a:lnTo>
                  <a:lnTo>
                    <a:pt x="286420" y="249085"/>
                  </a:lnTo>
                  <a:lnTo>
                    <a:pt x="290085" y="245232"/>
                  </a:lnTo>
                  <a:lnTo>
                    <a:pt x="293626" y="241265"/>
                  </a:lnTo>
                  <a:lnTo>
                    <a:pt x="297040" y="237187"/>
                  </a:lnTo>
                  <a:lnTo>
                    <a:pt x="300321" y="233002"/>
                  </a:lnTo>
                  <a:lnTo>
                    <a:pt x="303468" y="228716"/>
                  </a:lnTo>
                  <a:lnTo>
                    <a:pt x="306477" y="224331"/>
                  </a:lnTo>
                  <a:lnTo>
                    <a:pt x="309345" y="219853"/>
                  </a:lnTo>
                  <a:lnTo>
                    <a:pt x="312070" y="215285"/>
                  </a:lnTo>
                  <a:lnTo>
                    <a:pt x="314647" y="210634"/>
                  </a:lnTo>
                  <a:lnTo>
                    <a:pt x="317075" y="205903"/>
                  </a:lnTo>
                  <a:lnTo>
                    <a:pt x="319352" y="201097"/>
                  </a:lnTo>
                  <a:lnTo>
                    <a:pt x="321474" y="196221"/>
                  </a:lnTo>
                  <a:lnTo>
                    <a:pt x="323441" y="191280"/>
                  </a:lnTo>
                  <a:lnTo>
                    <a:pt x="325249" y="186279"/>
                  </a:lnTo>
                  <a:lnTo>
                    <a:pt x="326897" y="181223"/>
                  </a:lnTo>
                  <a:lnTo>
                    <a:pt x="328383" y="176117"/>
                  </a:lnTo>
                  <a:lnTo>
                    <a:pt x="329707" y="170966"/>
                  </a:lnTo>
                  <a:lnTo>
                    <a:pt x="330866" y="165776"/>
                  </a:lnTo>
                  <a:lnTo>
                    <a:pt x="331859" y="160552"/>
                  </a:lnTo>
                  <a:lnTo>
                    <a:pt x="332685" y="155298"/>
                  </a:lnTo>
                  <a:lnTo>
                    <a:pt x="333344" y="150021"/>
                  </a:lnTo>
                  <a:lnTo>
                    <a:pt x="333835" y="144726"/>
                  </a:lnTo>
                  <a:lnTo>
                    <a:pt x="334157" y="139418"/>
                  </a:lnTo>
                  <a:lnTo>
                    <a:pt x="334310" y="134102"/>
                  </a:lnTo>
                  <a:lnTo>
                    <a:pt x="334294" y="128784"/>
                  </a:lnTo>
                  <a:lnTo>
                    <a:pt x="334109" y="123470"/>
                  </a:lnTo>
                  <a:lnTo>
                    <a:pt x="333755" y="118164"/>
                  </a:lnTo>
                  <a:lnTo>
                    <a:pt x="333232" y="112871"/>
                  </a:lnTo>
                  <a:lnTo>
                    <a:pt x="332542" y="107599"/>
                  </a:lnTo>
                  <a:lnTo>
                    <a:pt x="331683" y="102350"/>
                  </a:lnTo>
                  <a:lnTo>
                    <a:pt x="330659" y="97132"/>
                  </a:lnTo>
                  <a:lnTo>
                    <a:pt x="329469" y="91949"/>
                  </a:lnTo>
                  <a:lnTo>
                    <a:pt x="328114" y="86807"/>
                  </a:lnTo>
                  <a:lnTo>
                    <a:pt x="326597" y="81710"/>
                  </a:lnTo>
                  <a:lnTo>
                    <a:pt x="324918" y="76664"/>
                  </a:lnTo>
                  <a:lnTo>
                    <a:pt x="323080" y="71674"/>
                  </a:lnTo>
                  <a:lnTo>
                    <a:pt x="321084" y="66744"/>
                  </a:lnTo>
                  <a:lnTo>
                    <a:pt x="318932" y="61881"/>
                  </a:lnTo>
                  <a:lnTo>
                    <a:pt x="316627" y="57089"/>
                  </a:lnTo>
                  <a:lnTo>
                    <a:pt x="314170" y="52373"/>
                  </a:lnTo>
                  <a:lnTo>
                    <a:pt x="311564" y="47737"/>
                  </a:lnTo>
                  <a:lnTo>
                    <a:pt x="308813" y="43186"/>
                  </a:lnTo>
                  <a:lnTo>
                    <a:pt x="305918" y="38725"/>
                  </a:lnTo>
                  <a:lnTo>
                    <a:pt x="302882" y="34359"/>
                  </a:lnTo>
                  <a:lnTo>
                    <a:pt x="299710" y="30091"/>
                  </a:lnTo>
                  <a:lnTo>
                    <a:pt x="296403" y="25926"/>
                  </a:lnTo>
                  <a:lnTo>
                    <a:pt x="292965" y="21869"/>
                  </a:lnTo>
                  <a:lnTo>
                    <a:pt x="289400" y="17923"/>
                  </a:lnTo>
                  <a:lnTo>
                    <a:pt x="285711" y="14092"/>
                  </a:lnTo>
                  <a:lnTo>
                    <a:pt x="281903" y="10381"/>
                  </a:lnTo>
                  <a:lnTo>
                    <a:pt x="277978" y="6793"/>
                  </a:lnTo>
                  <a:lnTo>
                    <a:pt x="273941" y="3331"/>
                  </a:lnTo>
                  <a:lnTo>
                    <a:pt x="269796" y="0"/>
                  </a:lnTo>
                  <a:lnTo>
                    <a:pt x="167157" y="1319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023544" y="941493"/>
              <a:ext cx="102639" cy="167167"/>
            </a:xfrm>
            <a:custGeom>
              <a:avLst/>
              <a:pathLst>
                <a:path w="102639" h="167167">
                  <a:moveTo>
                    <a:pt x="102639" y="35219"/>
                  </a:moveTo>
                  <a:lnTo>
                    <a:pt x="98222" y="31899"/>
                  </a:lnTo>
                  <a:lnTo>
                    <a:pt x="93698" y="28727"/>
                  </a:lnTo>
                  <a:lnTo>
                    <a:pt x="89071" y="25706"/>
                  </a:lnTo>
                  <a:lnTo>
                    <a:pt x="84347" y="22839"/>
                  </a:lnTo>
                  <a:lnTo>
                    <a:pt x="79531" y="20131"/>
                  </a:lnTo>
                  <a:lnTo>
                    <a:pt x="74628" y="17583"/>
                  </a:lnTo>
                  <a:lnTo>
                    <a:pt x="69644" y="15198"/>
                  </a:lnTo>
                  <a:lnTo>
                    <a:pt x="64583" y="12979"/>
                  </a:lnTo>
                  <a:lnTo>
                    <a:pt x="59452" y="10929"/>
                  </a:lnTo>
                  <a:lnTo>
                    <a:pt x="54256" y="9049"/>
                  </a:lnTo>
                  <a:lnTo>
                    <a:pt x="49001" y="7343"/>
                  </a:lnTo>
                  <a:lnTo>
                    <a:pt x="43692" y="5810"/>
                  </a:lnTo>
                  <a:lnTo>
                    <a:pt x="38336" y="4455"/>
                  </a:lnTo>
                  <a:lnTo>
                    <a:pt x="32937" y="3277"/>
                  </a:lnTo>
                  <a:lnTo>
                    <a:pt x="27503" y="2278"/>
                  </a:lnTo>
                  <a:lnTo>
                    <a:pt x="22038" y="1459"/>
                  </a:lnTo>
                  <a:lnTo>
                    <a:pt x="16550" y="821"/>
                  </a:lnTo>
                  <a:lnTo>
                    <a:pt x="11043" y="365"/>
                  </a:lnTo>
                  <a:lnTo>
                    <a:pt x="552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384287" y="941493"/>
              <a:ext cx="101928" cy="167167"/>
            </a:xfrm>
            <a:custGeom>
              <a:avLst/>
              <a:pathLst>
                <a:path w="101928" h="167167">
                  <a:moveTo>
                    <a:pt x="101928" y="0"/>
                  </a:moveTo>
                  <a:lnTo>
                    <a:pt x="96160" y="99"/>
                  </a:lnTo>
                  <a:lnTo>
                    <a:pt x="90398" y="398"/>
                  </a:lnTo>
                  <a:lnTo>
                    <a:pt x="84651" y="895"/>
                  </a:lnTo>
                  <a:lnTo>
                    <a:pt x="78924" y="1590"/>
                  </a:lnTo>
                  <a:lnTo>
                    <a:pt x="73224" y="2482"/>
                  </a:lnTo>
                  <a:lnTo>
                    <a:pt x="67559" y="3571"/>
                  </a:lnTo>
                  <a:lnTo>
                    <a:pt x="61934" y="4854"/>
                  </a:lnTo>
                  <a:lnTo>
                    <a:pt x="56358" y="6331"/>
                  </a:lnTo>
                  <a:lnTo>
                    <a:pt x="50835" y="7999"/>
                  </a:lnTo>
                  <a:lnTo>
                    <a:pt x="45373" y="9857"/>
                  </a:lnTo>
                  <a:lnTo>
                    <a:pt x="39979" y="11902"/>
                  </a:lnTo>
                  <a:lnTo>
                    <a:pt x="34658" y="14132"/>
                  </a:lnTo>
                  <a:lnTo>
                    <a:pt x="29418" y="16544"/>
                  </a:lnTo>
                  <a:lnTo>
                    <a:pt x="24264" y="19136"/>
                  </a:lnTo>
                  <a:lnTo>
                    <a:pt x="19202" y="21904"/>
                  </a:lnTo>
                  <a:lnTo>
                    <a:pt x="14239" y="24845"/>
                  </a:lnTo>
                  <a:lnTo>
                    <a:pt x="9380" y="27955"/>
                  </a:lnTo>
                  <a:lnTo>
                    <a:pt x="4632" y="31231"/>
                  </a:lnTo>
                  <a:lnTo>
                    <a:pt x="0" y="34670"/>
                  </a:lnTo>
                  <a:lnTo>
                    <a:pt x="10192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384287" y="976163"/>
              <a:ext cx="101928" cy="132497"/>
            </a:xfrm>
            <a:custGeom>
              <a:avLst/>
              <a:pathLst>
                <a:path w="101928" h="132497">
                  <a:moveTo>
                    <a:pt x="0" y="0"/>
                  </a:moveTo>
                  <a:lnTo>
                    <a:pt x="101928" y="1324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19055" y="976163"/>
              <a:ext cx="167159" cy="266352"/>
            </a:xfrm>
            <a:custGeom>
              <a:avLst/>
              <a:pathLst>
                <a:path w="167159" h="266352">
                  <a:moveTo>
                    <a:pt x="65231" y="0"/>
                  </a:moveTo>
                  <a:lnTo>
                    <a:pt x="61000" y="3365"/>
                  </a:lnTo>
                  <a:lnTo>
                    <a:pt x="56879" y="6865"/>
                  </a:lnTo>
                  <a:lnTo>
                    <a:pt x="52874" y="10497"/>
                  </a:lnTo>
                  <a:lnTo>
                    <a:pt x="48989" y="14257"/>
                  </a:lnTo>
                  <a:lnTo>
                    <a:pt x="45227" y="18140"/>
                  </a:lnTo>
                  <a:lnTo>
                    <a:pt x="41593" y="22143"/>
                  </a:lnTo>
                  <a:lnTo>
                    <a:pt x="38090" y="26261"/>
                  </a:lnTo>
                  <a:lnTo>
                    <a:pt x="34722" y="30490"/>
                  </a:lnTo>
                  <a:lnTo>
                    <a:pt x="31493" y="34827"/>
                  </a:lnTo>
                  <a:lnTo>
                    <a:pt x="28405" y="39265"/>
                  </a:lnTo>
                  <a:lnTo>
                    <a:pt x="25463" y="43801"/>
                  </a:lnTo>
                  <a:lnTo>
                    <a:pt x="22669" y="48429"/>
                  </a:lnTo>
                  <a:lnTo>
                    <a:pt x="20026" y="53145"/>
                  </a:lnTo>
                  <a:lnTo>
                    <a:pt x="17537" y="57945"/>
                  </a:lnTo>
                  <a:lnTo>
                    <a:pt x="15204" y="62822"/>
                  </a:lnTo>
                  <a:lnTo>
                    <a:pt x="13031" y="67773"/>
                  </a:lnTo>
                  <a:lnTo>
                    <a:pt x="11018" y="72791"/>
                  </a:lnTo>
                  <a:lnTo>
                    <a:pt x="9169" y="77871"/>
                  </a:lnTo>
                  <a:lnTo>
                    <a:pt x="7485" y="83009"/>
                  </a:lnTo>
                  <a:lnTo>
                    <a:pt x="5968" y="88198"/>
                  </a:lnTo>
                  <a:lnTo>
                    <a:pt x="4620" y="93434"/>
                  </a:lnTo>
                  <a:lnTo>
                    <a:pt x="3442" y="98711"/>
                  </a:lnTo>
                  <a:lnTo>
                    <a:pt x="2435" y="104022"/>
                  </a:lnTo>
                  <a:lnTo>
                    <a:pt x="1600" y="109364"/>
                  </a:lnTo>
                  <a:lnTo>
                    <a:pt x="939" y="114730"/>
                  </a:lnTo>
                  <a:lnTo>
                    <a:pt x="451" y="120114"/>
                  </a:lnTo>
                  <a:lnTo>
                    <a:pt x="138" y="125512"/>
                  </a:lnTo>
                  <a:lnTo>
                    <a:pt x="0" y="130917"/>
                  </a:lnTo>
                  <a:lnTo>
                    <a:pt x="36" y="136323"/>
                  </a:lnTo>
                  <a:lnTo>
                    <a:pt x="247" y="141725"/>
                  </a:lnTo>
                  <a:lnTo>
                    <a:pt x="633" y="147118"/>
                  </a:lnTo>
                  <a:lnTo>
                    <a:pt x="1193" y="152496"/>
                  </a:lnTo>
                  <a:lnTo>
                    <a:pt x="1926" y="157852"/>
                  </a:lnTo>
                  <a:lnTo>
                    <a:pt x="2832" y="163182"/>
                  </a:lnTo>
                  <a:lnTo>
                    <a:pt x="3911" y="168480"/>
                  </a:lnTo>
                  <a:lnTo>
                    <a:pt x="5160" y="173740"/>
                  </a:lnTo>
                  <a:lnTo>
                    <a:pt x="6578" y="178957"/>
                  </a:lnTo>
                  <a:lnTo>
                    <a:pt x="8165" y="184126"/>
                  </a:lnTo>
                  <a:lnTo>
                    <a:pt x="9917" y="189241"/>
                  </a:lnTo>
                  <a:lnTo>
                    <a:pt x="11834" y="194296"/>
                  </a:lnTo>
                  <a:lnTo>
                    <a:pt x="13914" y="199286"/>
                  </a:lnTo>
                  <a:lnTo>
                    <a:pt x="16154" y="204207"/>
                  </a:lnTo>
                  <a:lnTo>
                    <a:pt x="18552" y="209053"/>
                  </a:lnTo>
                  <a:lnTo>
                    <a:pt x="21105" y="213818"/>
                  </a:lnTo>
                  <a:lnTo>
                    <a:pt x="23811" y="218499"/>
                  </a:lnTo>
                  <a:lnTo>
                    <a:pt x="26668" y="223089"/>
                  </a:lnTo>
                  <a:lnTo>
                    <a:pt x="29671" y="227585"/>
                  </a:lnTo>
                  <a:lnTo>
                    <a:pt x="32817" y="231981"/>
                  </a:lnTo>
                  <a:lnTo>
                    <a:pt x="36105" y="236274"/>
                  </a:lnTo>
                  <a:lnTo>
                    <a:pt x="39529" y="240457"/>
                  </a:lnTo>
                  <a:lnTo>
                    <a:pt x="43087" y="244528"/>
                  </a:lnTo>
                  <a:lnTo>
                    <a:pt x="46775" y="248482"/>
                  </a:lnTo>
                  <a:lnTo>
                    <a:pt x="50589" y="252314"/>
                  </a:lnTo>
                  <a:lnTo>
                    <a:pt x="54524" y="256021"/>
                  </a:lnTo>
                  <a:lnTo>
                    <a:pt x="58577" y="259599"/>
                  </a:lnTo>
                  <a:lnTo>
                    <a:pt x="62744" y="263044"/>
                  </a:lnTo>
                  <a:lnTo>
                    <a:pt x="67021" y="266352"/>
                  </a:lnTo>
                  <a:lnTo>
                    <a:pt x="167159" y="1324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86077" y="941493"/>
              <a:ext cx="267292" cy="334331"/>
            </a:xfrm>
            <a:custGeom>
              <a:avLst/>
              <a:pathLst>
                <a:path w="267292" h="334331">
                  <a:moveTo>
                    <a:pt x="0" y="301022"/>
                  </a:moveTo>
                  <a:lnTo>
                    <a:pt x="4306" y="304138"/>
                  </a:lnTo>
                  <a:lnTo>
                    <a:pt x="8709" y="307115"/>
                  </a:lnTo>
                  <a:lnTo>
                    <a:pt x="13204" y="309951"/>
                  </a:lnTo>
                  <a:lnTo>
                    <a:pt x="17787" y="312643"/>
                  </a:lnTo>
                  <a:lnTo>
                    <a:pt x="22454" y="315188"/>
                  </a:lnTo>
                  <a:lnTo>
                    <a:pt x="27199" y="317582"/>
                  </a:lnTo>
                  <a:lnTo>
                    <a:pt x="32018" y="319825"/>
                  </a:lnTo>
                  <a:lnTo>
                    <a:pt x="36906" y="321914"/>
                  </a:lnTo>
                  <a:lnTo>
                    <a:pt x="41858" y="323846"/>
                  </a:lnTo>
                  <a:lnTo>
                    <a:pt x="46868" y="325620"/>
                  </a:lnTo>
                  <a:lnTo>
                    <a:pt x="51933" y="327233"/>
                  </a:lnTo>
                  <a:lnTo>
                    <a:pt x="57046" y="328685"/>
                  </a:lnTo>
                  <a:lnTo>
                    <a:pt x="62203" y="329973"/>
                  </a:lnTo>
                  <a:lnTo>
                    <a:pt x="67398" y="331097"/>
                  </a:lnTo>
                  <a:lnTo>
                    <a:pt x="72626" y="332055"/>
                  </a:lnTo>
                  <a:lnTo>
                    <a:pt x="77882" y="332846"/>
                  </a:lnTo>
                  <a:lnTo>
                    <a:pt x="83160" y="333470"/>
                  </a:lnTo>
                  <a:lnTo>
                    <a:pt x="88456" y="333926"/>
                  </a:lnTo>
                  <a:lnTo>
                    <a:pt x="93764" y="334213"/>
                  </a:lnTo>
                  <a:lnTo>
                    <a:pt x="99078" y="334331"/>
                  </a:lnTo>
                  <a:lnTo>
                    <a:pt x="104393" y="334280"/>
                  </a:lnTo>
                  <a:lnTo>
                    <a:pt x="109703" y="334061"/>
                  </a:lnTo>
                  <a:lnTo>
                    <a:pt x="115004" y="333672"/>
                  </a:lnTo>
                  <a:lnTo>
                    <a:pt x="120290" y="333115"/>
                  </a:lnTo>
                  <a:lnTo>
                    <a:pt x="125556" y="332391"/>
                  </a:lnTo>
                  <a:lnTo>
                    <a:pt x="130796" y="331499"/>
                  </a:lnTo>
                  <a:lnTo>
                    <a:pt x="136005" y="330441"/>
                  </a:lnTo>
                  <a:lnTo>
                    <a:pt x="141178" y="329219"/>
                  </a:lnTo>
                  <a:lnTo>
                    <a:pt x="146309" y="327832"/>
                  </a:lnTo>
                  <a:lnTo>
                    <a:pt x="151393" y="326283"/>
                  </a:lnTo>
                  <a:lnTo>
                    <a:pt x="156426" y="324573"/>
                  </a:lnTo>
                  <a:lnTo>
                    <a:pt x="161402" y="322704"/>
                  </a:lnTo>
                  <a:lnTo>
                    <a:pt x="166316" y="320678"/>
                  </a:lnTo>
                  <a:lnTo>
                    <a:pt x="171163" y="318496"/>
                  </a:lnTo>
                  <a:lnTo>
                    <a:pt x="175938" y="316162"/>
                  </a:lnTo>
                  <a:lnTo>
                    <a:pt x="180636" y="313676"/>
                  </a:lnTo>
                  <a:lnTo>
                    <a:pt x="185253" y="311043"/>
                  </a:lnTo>
                  <a:lnTo>
                    <a:pt x="189785" y="308264"/>
                  </a:lnTo>
                  <a:lnTo>
                    <a:pt x="194225" y="305343"/>
                  </a:lnTo>
                  <a:lnTo>
                    <a:pt x="198570" y="302282"/>
                  </a:lnTo>
                  <a:lnTo>
                    <a:pt x="202816" y="299084"/>
                  </a:lnTo>
                  <a:lnTo>
                    <a:pt x="206958" y="295753"/>
                  </a:lnTo>
                  <a:lnTo>
                    <a:pt x="210992" y="292292"/>
                  </a:lnTo>
                  <a:lnTo>
                    <a:pt x="214914" y="288705"/>
                  </a:lnTo>
                  <a:lnTo>
                    <a:pt x="218720" y="284995"/>
                  </a:lnTo>
                  <a:lnTo>
                    <a:pt x="222406" y="281165"/>
                  </a:lnTo>
                  <a:lnTo>
                    <a:pt x="225968" y="277220"/>
                  </a:lnTo>
                  <a:lnTo>
                    <a:pt x="229404" y="273164"/>
                  </a:lnTo>
                  <a:lnTo>
                    <a:pt x="232708" y="269001"/>
                  </a:lnTo>
                  <a:lnTo>
                    <a:pt x="235879" y="264735"/>
                  </a:lnTo>
                  <a:lnTo>
                    <a:pt x="238912" y="260370"/>
                  </a:lnTo>
                  <a:lnTo>
                    <a:pt x="241805" y="255911"/>
                  </a:lnTo>
                  <a:lnTo>
                    <a:pt x="244555" y="251362"/>
                  </a:lnTo>
                  <a:lnTo>
                    <a:pt x="247158" y="246729"/>
                  </a:lnTo>
                  <a:lnTo>
                    <a:pt x="249614" y="242014"/>
                  </a:lnTo>
                  <a:lnTo>
                    <a:pt x="251918" y="237224"/>
                  </a:lnTo>
                  <a:lnTo>
                    <a:pt x="254068" y="232364"/>
                  </a:lnTo>
                  <a:lnTo>
                    <a:pt x="256063" y="227437"/>
                  </a:lnTo>
                  <a:lnTo>
                    <a:pt x="257900" y="222449"/>
                  </a:lnTo>
                  <a:lnTo>
                    <a:pt x="259578" y="217406"/>
                  </a:lnTo>
                  <a:lnTo>
                    <a:pt x="261095" y="212311"/>
                  </a:lnTo>
                  <a:lnTo>
                    <a:pt x="262449" y="207171"/>
                  </a:lnTo>
                  <a:lnTo>
                    <a:pt x="263638" y="201991"/>
                  </a:lnTo>
                  <a:lnTo>
                    <a:pt x="264663" y="196775"/>
                  </a:lnTo>
                  <a:lnTo>
                    <a:pt x="265521" y="191530"/>
                  </a:lnTo>
                  <a:lnTo>
                    <a:pt x="266212" y="186260"/>
                  </a:lnTo>
                  <a:lnTo>
                    <a:pt x="266735" y="180970"/>
                  </a:lnTo>
                  <a:lnTo>
                    <a:pt x="267090" y="175667"/>
                  </a:lnTo>
                  <a:lnTo>
                    <a:pt x="267275" y="170355"/>
                  </a:lnTo>
                  <a:lnTo>
                    <a:pt x="267292" y="165040"/>
                  </a:lnTo>
                  <a:lnTo>
                    <a:pt x="267140" y="159727"/>
                  </a:lnTo>
                  <a:lnTo>
                    <a:pt x="266819" y="154421"/>
                  </a:lnTo>
                  <a:lnTo>
                    <a:pt x="266330" y="149128"/>
                  </a:lnTo>
                  <a:lnTo>
                    <a:pt x="265672" y="143854"/>
                  </a:lnTo>
                  <a:lnTo>
                    <a:pt x="264847" y="138603"/>
                  </a:lnTo>
                  <a:lnTo>
                    <a:pt x="263856" y="133381"/>
                  </a:lnTo>
                  <a:lnTo>
                    <a:pt x="262699" y="128193"/>
                  </a:lnTo>
                  <a:lnTo>
                    <a:pt x="261378" y="123045"/>
                  </a:lnTo>
                  <a:lnTo>
                    <a:pt x="259894" y="117941"/>
                  </a:lnTo>
                  <a:lnTo>
                    <a:pt x="258248" y="112887"/>
                  </a:lnTo>
                  <a:lnTo>
                    <a:pt x="256442" y="107888"/>
                  </a:lnTo>
                  <a:lnTo>
                    <a:pt x="254479" y="102948"/>
                  </a:lnTo>
                  <a:lnTo>
                    <a:pt x="252359" y="98074"/>
                  </a:lnTo>
                  <a:lnTo>
                    <a:pt x="250085" y="93270"/>
                  </a:lnTo>
                  <a:lnTo>
                    <a:pt x="247660" y="88540"/>
                  </a:lnTo>
                  <a:lnTo>
                    <a:pt x="245086" y="83890"/>
                  </a:lnTo>
                  <a:lnTo>
                    <a:pt x="242365" y="79324"/>
                  </a:lnTo>
                  <a:lnTo>
                    <a:pt x="239501" y="74846"/>
                  </a:lnTo>
                  <a:lnTo>
                    <a:pt x="236495" y="70462"/>
                  </a:lnTo>
                  <a:lnTo>
                    <a:pt x="233352" y="66176"/>
                  </a:lnTo>
                  <a:lnTo>
                    <a:pt x="230074" y="61992"/>
                  </a:lnTo>
                  <a:lnTo>
                    <a:pt x="226664" y="57914"/>
                  </a:lnTo>
                  <a:lnTo>
                    <a:pt x="223127" y="53947"/>
                  </a:lnTo>
                  <a:lnTo>
                    <a:pt x="219465" y="50094"/>
                  </a:lnTo>
                  <a:lnTo>
                    <a:pt x="215683" y="46360"/>
                  </a:lnTo>
                  <a:lnTo>
                    <a:pt x="211784" y="42747"/>
                  </a:lnTo>
                  <a:lnTo>
                    <a:pt x="207772" y="39261"/>
                  </a:lnTo>
                  <a:lnTo>
                    <a:pt x="203651" y="35904"/>
                  </a:lnTo>
                  <a:lnTo>
                    <a:pt x="199426" y="32679"/>
                  </a:lnTo>
                  <a:lnTo>
                    <a:pt x="195100" y="29591"/>
                  </a:lnTo>
                  <a:lnTo>
                    <a:pt x="190678" y="26641"/>
                  </a:lnTo>
                  <a:lnTo>
                    <a:pt x="186165" y="23834"/>
                  </a:lnTo>
                  <a:lnTo>
                    <a:pt x="181564" y="21171"/>
                  </a:lnTo>
                  <a:lnTo>
                    <a:pt x="176882" y="18656"/>
                  </a:lnTo>
                  <a:lnTo>
                    <a:pt x="172121" y="16292"/>
                  </a:lnTo>
                  <a:lnTo>
                    <a:pt x="167288" y="14079"/>
                  </a:lnTo>
                  <a:lnTo>
                    <a:pt x="162388" y="12022"/>
                  </a:lnTo>
                  <a:lnTo>
                    <a:pt x="157424" y="10121"/>
                  </a:lnTo>
                  <a:lnTo>
                    <a:pt x="152402" y="8379"/>
                  </a:lnTo>
                  <a:lnTo>
                    <a:pt x="147327" y="6798"/>
                  </a:lnTo>
                  <a:lnTo>
                    <a:pt x="142205" y="5379"/>
                  </a:lnTo>
                  <a:lnTo>
                    <a:pt x="137040" y="4123"/>
                  </a:lnTo>
                  <a:lnTo>
                    <a:pt x="131838" y="3033"/>
                  </a:lnTo>
                  <a:lnTo>
                    <a:pt x="126604" y="2108"/>
                  </a:lnTo>
                  <a:lnTo>
                    <a:pt x="121343" y="1350"/>
                  </a:lnTo>
                  <a:lnTo>
                    <a:pt x="116061" y="760"/>
                  </a:lnTo>
                  <a:lnTo>
                    <a:pt x="110762" y="337"/>
                  </a:lnTo>
                  <a:lnTo>
                    <a:pt x="105453" y="84"/>
                  </a:lnTo>
                  <a:lnTo>
                    <a:pt x="100138" y="0"/>
                  </a:lnTo>
                  <a:lnTo>
                    <a:pt x="10013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7336" y="1071028"/>
              <a:ext cx="191783" cy="334323"/>
            </a:xfrm>
            <a:custGeom>
              <a:avLst/>
              <a:pathLst>
                <a:path w="191783" h="334323">
                  <a:moveTo>
                    <a:pt x="167164" y="0"/>
                  </a:moveTo>
                  <a:lnTo>
                    <a:pt x="161826" y="85"/>
                  </a:lnTo>
                  <a:lnTo>
                    <a:pt x="156494" y="340"/>
                  </a:lnTo>
                  <a:lnTo>
                    <a:pt x="151173" y="766"/>
                  </a:lnTo>
                  <a:lnTo>
                    <a:pt x="145867" y="1362"/>
                  </a:lnTo>
                  <a:lnTo>
                    <a:pt x="140584" y="2126"/>
                  </a:lnTo>
                  <a:lnTo>
                    <a:pt x="135328" y="3059"/>
                  </a:lnTo>
                  <a:lnTo>
                    <a:pt x="130104" y="4159"/>
                  </a:lnTo>
                  <a:lnTo>
                    <a:pt x="124918" y="5426"/>
                  </a:lnTo>
                  <a:lnTo>
                    <a:pt x="119775" y="6857"/>
                  </a:lnTo>
                  <a:lnTo>
                    <a:pt x="114680" y="8452"/>
                  </a:lnTo>
                  <a:lnTo>
                    <a:pt x="109639" y="10209"/>
                  </a:lnTo>
                  <a:lnTo>
                    <a:pt x="104657" y="12126"/>
                  </a:lnTo>
                  <a:lnTo>
                    <a:pt x="99738" y="14201"/>
                  </a:lnTo>
                  <a:lnTo>
                    <a:pt x="94888" y="16431"/>
                  </a:lnTo>
                  <a:lnTo>
                    <a:pt x="90112" y="18816"/>
                  </a:lnTo>
                  <a:lnTo>
                    <a:pt x="85414" y="21352"/>
                  </a:lnTo>
                  <a:lnTo>
                    <a:pt x="80800" y="24037"/>
                  </a:lnTo>
                  <a:lnTo>
                    <a:pt x="76274" y="26867"/>
                  </a:lnTo>
                  <a:lnTo>
                    <a:pt x="71841" y="29841"/>
                  </a:lnTo>
                  <a:lnTo>
                    <a:pt x="67504" y="32955"/>
                  </a:lnTo>
                  <a:lnTo>
                    <a:pt x="63270" y="36205"/>
                  </a:lnTo>
                  <a:lnTo>
                    <a:pt x="59141" y="39590"/>
                  </a:lnTo>
                  <a:lnTo>
                    <a:pt x="55122" y="43104"/>
                  </a:lnTo>
                  <a:lnTo>
                    <a:pt x="51218" y="46745"/>
                  </a:lnTo>
                  <a:lnTo>
                    <a:pt x="47432" y="50508"/>
                  </a:lnTo>
                  <a:lnTo>
                    <a:pt x="43768" y="54391"/>
                  </a:lnTo>
                  <a:lnTo>
                    <a:pt x="40230" y="58389"/>
                  </a:lnTo>
                  <a:lnTo>
                    <a:pt x="36822" y="62497"/>
                  </a:lnTo>
                  <a:lnTo>
                    <a:pt x="33546" y="66712"/>
                  </a:lnTo>
                  <a:lnTo>
                    <a:pt x="30406" y="71030"/>
                  </a:lnTo>
                  <a:lnTo>
                    <a:pt x="27406" y="75446"/>
                  </a:lnTo>
                  <a:lnTo>
                    <a:pt x="24549" y="79955"/>
                  </a:lnTo>
                  <a:lnTo>
                    <a:pt x="21837" y="84553"/>
                  </a:lnTo>
                  <a:lnTo>
                    <a:pt x="19273" y="89236"/>
                  </a:lnTo>
                  <a:lnTo>
                    <a:pt x="16860" y="93998"/>
                  </a:lnTo>
                  <a:lnTo>
                    <a:pt x="14601" y="98834"/>
                  </a:lnTo>
                  <a:lnTo>
                    <a:pt x="12496" y="103741"/>
                  </a:lnTo>
                  <a:lnTo>
                    <a:pt x="10550" y="108712"/>
                  </a:lnTo>
                  <a:lnTo>
                    <a:pt x="8763" y="113742"/>
                  </a:lnTo>
                  <a:lnTo>
                    <a:pt x="7138" y="118827"/>
                  </a:lnTo>
                  <a:lnTo>
                    <a:pt x="5676" y="123962"/>
                  </a:lnTo>
                  <a:lnTo>
                    <a:pt x="4379" y="129140"/>
                  </a:lnTo>
                  <a:lnTo>
                    <a:pt x="3248" y="134357"/>
                  </a:lnTo>
                  <a:lnTo>
                    <a:pt x="2284" y="139608"/>
                  </a:lnTo>
                  <a:lnTo>
                    <a:pt x="1488" y="144887"/>
                  </a:lnTo>
                  <a:lnTo>
                    <a:pt x="861" y="150188"/>
                  </a:lnTo>
                  <a:lnTo>
                    <a:pt x="404" y="155507"/>
                  </a:lnTo>
                  <a:lnTo>
                    <a:pt x="116" y="160838"/>
                  </a:lnTo>
                  <a:lnTo>
                    <a:pt x="0" y="166175"/>
                  </a:lnTo>
                  <a:lnTo>
                    <a:pt x="53" y="171513"/>
                  </a:lnTo>
                  <a:lnTo>
                    <a:pt x="277" y="176847"/>
                  </a:lnTo>
                  <a:lnTo>
                    <a:pt x="671" y="182170"/>
                  </a:lnTo>
                  <a:lnTo>
                    <a:pt x="1235" y="187479"/>
                  </a:lnTo>
                  <a:lnTo>
                    <a:pt x="1968" y="192767"/>
                  </a:lnTo>
                  <a:lnTo>
                    <a:pt x="2870" y="198029"/>
                  </a:lnTo>
                  <a:lnTo>
                    <a:pt x="3939" y="203259"/>
                  </a:lnTo>
                  <a:lnTo>
                    <a:pt x="5175" y="208452"/>
                  </a:lnTo>
                  <a:lnTo>
                    <a:pt x="6576" y="213604"/>
                  </a:lnTo>
                  <a:lnTo>
                    <a:pt x="8140" y="218708"/>
                  </a:lnTo>
                  <a:lnTo>
                    <a:pt x="9867" y="223759"/>
                  </a:lnTo>
                  <a:lnTo>
                    <a:pt x="11754" y="228753"/>
                  </a:lnTo>
                  <a:lnTo>
                    <a:pt x="13800" y="233684"/>
                  </a:lnTo>
                  <a:lnTo>
                    <a:pt x="16002" y="238547"/>
                  </a:lnTo>
                  <a:lnTo>
                    <a:pt x="18358" y="243337"/>
                  </a:lnTo>
                  <a:lnTo>
                    <a:pt x="20866" y="248050"/>
                  </a:lnTo>
                  <a:lnTo>
                    <a:pt x="23524" y="252680"/>
                  </a:lnTo>
                  <a:lnTo>
                    <a:pt x="26327" y="257223"/>
                  </a:lnTo>
                  <a:lnTo>
                    <a:pt x="29275" y="261674"/>
                  </a:lnTo>
                  <a:lnTo>
                    <a:pt x="32363" y="266028"/>
                  </a:lnTo>
                  <a:lnTo>
                    <a:pt x="35588" y="270282"/>
                  </a:lnTo>
                  <a:lnTo>
                    <a:pt x="38948" y="274431"/>
                  </a:lnTo>
                  <a:lnTo>
                    <a:pt x="42438" y="278470"/>
                  </a:lnTo>
                  <a:lnTo>
                    <a:pt x="46056" y="282396"/>
                  </a:lnTo>
                  <a:lnTo>
                    <a:pt x="49797" y="286204"/>
                  </a:lnTo>
                  <a:lnTo>
                    <a:pt x="53658" y="289891"/>
                  </a:lnTo>
                  <a:lnTo>
                    <a:pt x="57634" y="293453"/>
                  </a:lnTo>
                  <a:lnTo>
                    <a:pt x="61722" y="296886"/>
                  </a:lnTo>
                  <a:lnTo>
                    <a:pt x="65918" y="300187"/>
                  </a:lnTo>
                  <a:lnTo>
                    <a:pt x="70217" y="303352"/>
                  </a:lnTo>
                  <a:lnTo>
                    <a:pt x="74615" y="306378"/>
                  </a:lnTo>
                  <a:lnTo>
                    <a:pt x="79107" y="309262"/>
                  </a:lnTo>
                  <a:lnTo>
                    <a:pt x="83689" y="312001"/>
                  </a:lnTo>
                  <a:lnTo>
                    <a:pt x="88356" y="314593"/>
                  </a:lnTo>
                  <a:lnTo>
                    <a:pt x="93104" y="317034"/>
                  </a:lnTo>
                  <a:lnTo>
                    <a:pt x="97927" y="319322"/>
                  </a:lnTo>
                  <a:lnTo>
                    <a:pt x="102821" y="321455"/>
                  </a:lnTo>
                  <a:lnTo>
                    <a:pt x="107780" y="323431"/>
                  </a:lnTo>
                  <a:lnTo>
                    <a:pt x="112800" y="325248"/>
                  </a:lnTo>
                  <a:lnTo>
                    <a:pt x="117875" y="326903"/>
                  </a:lnTo>
                  <a:lnTo>
                    <a:pt x="123001" y="328395"/>
                  </a:lnTo>
                  <a:lnTo>
                    <a:pt x="128171" y="329723"/>
                  </a:lnTo>
                  <a:lnTo>
                    <a:pt x="133382" y="330885"/>
                  </a:lnTo>
                  <a:lnTo>
                    <a:pt x="138627" y="331881"/>
                  </a:lnTo>
                  <a:lnTo>
                    <a:pt x="143901" y="332708"/>
                  </a:lnTo>
                  <a:lnTo>
                    <a:pt x="149198" y="333366"/>
                  </a:lnTo>
                  <a:lnTo>
                    <a:pt x="154514" y="333855"/>
                  </a:lnTo>
                  <a:lnTo>
                    <a:pt x="159843" y="334174"/>
                  </a:lnTo>
                  <a:lnTo>
                    <a:pt x="165179" y="334323"/>
                  </a:lnTo>
                  <a:lnTo>
                    <a:pt x="170518" y="334301"/>
                  </a:lnTo>
                  <a:lnTo>
                    <a:pt x="175853" y="334108"/>
                  </a:lnTo>
                  <a:lnTo>
                    <a:pt x="181179" y="333746"/>
                  </a:lnTo>
                  <a:lnTo>
                    <a:pt x="186491" y="333213"/>
                  </a:lnTo>
                  <a:lnTo>
                    <a:pt x="191783" y="332512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238196"/>
              <a:ext cx="24618" cy="165344"/>
            </a:xfrm>
            <a:custGeom>
              <a:avLst/>
              <a:pathLst>
                <a:path w="24618" h="165344">
                  <a:moveTo>
                    <a:pt x="24618" y="1653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964501" y="1238196"/>
              <a:ext cx="24618" cy="165344"/>
            </a:xfrm>
            <a:custGeom>
              <a:avLst/>
              <a:pathLst>
                <a:path w="24618" h="165344">
                  <a:moveTo>
                    <a:pt x="24618" y="1653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964501" y="1238196"/>
              <a:ext cx="24618" cy="165344"/>
            </a:xfrm>
            <a:custGeom>
              <a:avLst/>
              <a:pathLst>
                <a:path w="24618" h="165344">
                  <a:moveTo>
                    <a:pt x="24618" y="1653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964501" y="1238196"/>
              <a:ext cx="24618" cy="165344"/>
            </a:xfrm>
            <a:custGeom>
              <a:avLst/>
              <a:pathLst>
                <a:path w="24618" h="165344">
                  <a:moveTo>
                    <a:pt x="24618" y="1653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964501" y="1238196"/>
              <a:ext cx="24618" cy="165344"/>
            </a:xfrm>
            <a:custGeom>
              <a:avLst/>
              <a:pathLst>
                <a:path w="24618" h="165344">
                  <a:moveTo>
                    <a:pt x="24618" y="1653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964501" y="1238196"/>
              <a:ext cx="24618" cy="165344"/>
            </a:xfrm>
            <a:custGeom>
              <a:avLst/>
              <a:pathLst>
                <a:path w="24618" h="165344">
                  <a:moveTo>
                    <a:pt x="24618" y="1653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964501" y="1238196"/>
              <a:ext cx="24618" cy="165344"/>
            </a:xfrm>
            <a:custGeom>
              <a:avLst/>
              <a:pathLst>
                <a:path w="24618" h="165344">
                  <a:moveTo>
                    <a:pt x="24618" y="1653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964501" y="1238196"/>
              <a:ext cx="24618" cy="165344"/>
            </a:xfrm>
            <a:custGeom>
              <a:avLst/>
              <a:pathLst>
                <a:path w="24618" h="165344">
                  <a:moveTo>
                    <a:pt x="24618" y="1653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964501" y="1238196"/>
              <a:ext cx="24618" cy="165344"/>
            </a:xfrm>
            <a:custGeom>
              <a:avLst/>
              <a:pathLst>
                <a:path w="24618" h="165344">
                  <a:moveTo>
                    <a:pt x="24618" y="1653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964501" y="1238196"/>
              <a:ext cx="24618" cy="165344"/>
            </a:xfrm>
            <a:custGeom>
              <a:avLst/>
              <a:pathLst>
                <a:path w="24618" h="165344">
                  <a:moveTo>
                    <a:pt x="24618" y="1653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64501" y="1238196"/>
              <a:ext cx="24618" cy="165344"/>
            </a:xfrm>
            <a:custGeom>
              <a:avLst/>
              <a:pathLst>
                <a:path w="24618" h="165344">
                  <a:moveTo>
                    <a:pt x="24618" y="1653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238196"/>
              <a:ext cx="24618" cy="165344"/>
            </a:xfrm>
            <a:custGeom>
              <a:avLst/>
              <a:pathLst>
                <a:path w="24618" h="165344">
                  <a:moveTo>
                    <a:pt x="24618" y="1653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238196"/>
              <a:ext cx="24618" cy="165344"/>
            </a:xfrm>
            <a:custGeom>
              <a:avLst/>
              <a:pathLst>
                <a:path w="24618" h="165344">
                  <a:moveTo>
                    <a:pt x="24618" y="1653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238196"/>
              <a:ext cx="24618" cy="165344"/>
            </a:xfrm>
            <a:custGeom>
              <a:avLst/>
              <a:pathLst>
                <a:path w="24618" h="165344">
                  <a:moveTo>
                    <a:pt x="24618" y="1653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238196"/>
              <a:ext cx="24618" cy="165344"/>
            </a:xfrm>
            <a:custGeom>
              <a:avLst/>
              <a:pathLst>
                <a:path w="24618" h="165344">
                  <a:moveTo>
                    <a:pt x="24618" y="1653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238196"/>
              <a:ext cx="24618" cy="165344"/>
            </a:xfrm>
            <a:custGeom>
              <a:avLst/>
              <a:pathLst>
                <a:path w="24618" h="165344">
                  <a:moveTo>
                    <a:pt x="24618" y="1653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238196"/>
              <a:ext cx="24618" cy="165344"/>
            </a:xfrm>
            <a:custGeom>
              <a:avLst/>
              <a:pathLst>
                <a:path w="24618" h="165344">
                  <a:moveTo>
                    <a:pt x="24618" y="1653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83390"/>
              <a:ext cx="167163" cy="320150"/>
            </a:xfrm>
            <a:custGeom>
              <a:avLst/>
              <a:pathLst>
                <a:path w="167163" h="320150">
                  <a:moveTo>
                    <a:pt x="24618" y="320150"/>
                  </a:moveTo>
                  <a:lnTo>
                    <a:pt x="29926" y="319272"/>
                  </a:lnTo>
                  <a:lnTo>
                    <a:pt x="35202" y="318224"/>
                  </a:lnTo>
                  <a:lnTo>
                    <a:pt x="40443" y="317006"/>
                  </a:lnTo>
                  <a:lnTo>
                    <a:pt x="45641" y="315621"/>
                  </a:lnTo>
                  <a:lnTo>
                    <a:pt x="50792" y="314069"/>
                  </a:lnTo>
                  <a:lnTo>
                    <a:pt x="55890" y="312352"/>
                  </a:lnTo>
                  <a:lnTo>
                    <a:pt x="60931" y="310472"/>
                  </a:lnTo>
                  <a:lnTo>
                    <a:pt x="65908" y="308431"/>
                  </a:lnTo>
                  <a:lnTo>
                    <a:pt x="70817" y="306231"/>
                  </a:lnTo>
                  <a:lnTo>
                    <a:pt x="75653" y="303874"/>
                  </a:lnTo>
                  <a:lnTo>
                    <a:pt x="80410" y="301362"/>
                  </a:lnTo>
                  <a:lnTo>
                    <a:pt x="85084" y="298699"/>
                  </a:lnTo>
                  <a:lnTo>
                    <a:pt x="89671" y="295887"/>
                  </a:lnTo>
                  <a:lnTo>
                    <a:pt x="94164" y="292928"/>
                  </a:lnTo>
                  <a:lnTo>
                    <a:pt x="98559" y="289827"/>
                  </a:lnTo>
                  <a:lnTo>
                    <a:pt x="102853" y="286585"/>
                  </a:lnTo>
                  <a:lnTo>
                    <a:pt x="107040" y="283208"/>
                  </a:lnTo>
                  <a:lnTo>
                    <a:pt x="111116" y="279697"/>
                  </a:lnTo>
                  <a:lnTo>
                    <a:pt x="115077" y="276057"/>
                  </a:lnTo>
                  <a:lnTo>
                    <a:pt x="118919" y="272291"/>
                  </a:lnTo>
                  <a:lnTo>
                    <a:pt x="122638" y="268404"/>
                  </a:lnTo>
                  <a:lnTo>
                    <a:pt x="126230" y="264399"/>
                  </a:lnTo>
                  <a:lnTo>
                    <a:pt x="129691" y="260280"/>
                  </a:lnTo>
                  <a:lnTo>
                    <a:pt x="133018" y="256053"/>
                  </a:lnTo>
                  <a:lnTo>
                    <a:pt x="136207" y="251720"/>
                  </a:lnTo>
                  <a:lnTo>
                    <a:pt x="139255" y="247287"/>
                  </a:lnTo>
                  <a:lnTo>
                    <a:pt x="142158" y="242759"/>
                  </a:lnTo>
                  <a:lnTo>
                    <a:pt x="144915" y="238139"/>
                  </a:lnTo>
                  <a:lnTo>
                    <a:pt x="147521" y="233433"/>
                  </a:lnTo>
                  <a:lnTo>
                    <a:pt x="149975" y="228645"/>
                  </a:lnTo>
                  <a:lnTo>
                    <a:pt x="152273" y="223781"/>
                  </a:lnTo>
                  <a:lnTo>
                    <a:pt x="154414" y="218846"/>
                  </a:lnTo>
                  <a:lnTo>
                    <a:pt x="156394" y="213844"/>
                  </a:lnTo>
                  <a:lnTo>
                    <a:pt x="158213" y="208781"/>
                  </a:lnTo>
                  <a:lnTo>
                    <a:pt x="159868" y="203662"/>
                  </a:lnTo>
                  <a:lnTo>
                    <a:pt x="161357" y="198493"/>
                  </a:lnTo>
                  <a:lnTo>
                    <a:pt x="162679" y="193278"/>
                  </a:lnTo>
                  <a:lnTo>
                    <a:pt x="163833" y="188024"/>
                  </a:lnTo>
                  <a:lnTo>
                    <a:pt x="164817" y="182735"/>
                  </a:lnTo>
                  <a:lnTo>
                    <a:pt x="165631" y="177417"/>
                  </a:lnTo>
                  <a:lnTo>
                    <a:pt x="166272" y="172076"/>
                  </a:lnTo>
                  <a:lnTo>
                    <a:pt x="166742" y="166717"/>
                  </a:lnTo>
                  <a:lnTo>
                    <a:pt x="167039" y="161345"/>
                  </a:lnTo>
                  <a:lnTo>
                    <a:pt x="167163" y="155967"/>
                  </a:lnTo>
                  <a:lnTo>
                    <a:pt x="167114" y="150587"/>
                  </a:lnTo>
                  <a:lnTo>
                    <a:pt x="166891" y="145212"/>
                  </a:lnTo>
                  <a:lnTo>
                    <a:pt x="166496" y="139847"/>
                  </a:lnTo>
                  <a:lnTo>
                    <a:pt x="165929" y="134498"/>
                  </a:lnTo>
                  <a:lnTo>
                    <a:pt x="165190" y="129169"/>
                  </a:lnTo>
                  <a:lnTo>
                    <a:pt x="164279" y="123867"/>
                  </a:lnTo>
                  <a:lnTo>
                    <a:pt x="163199" y="118597"/>
                  </a:lnTo>
                  <a:lnTo>
                    <a:pt x="161949" y="113364"/>
                  </a:lnTo>
                  <a:lnTo>
                    <a:pt x="160532" y="108175"/>
                  </a:lnTo>
                  <a:lnTo>
                    <a:pt x="158948" y="103033"/>
                  </a:lnTo>
                  <a:lnTo>
                    <a:pt x="157200" y="97946"/>
                  </a:lnTo>
                  <a:lnTo>
                    <a:pt x="155289" y="92917"/>
                  </a:lnTo>
                  <a:lnTo>
                    <a:pt x="153217" y="87952"/>
                  </a:lnTo>
                  <a:lnTo>
                    <a:pt x="150987" y="83057"/>
                  </a:lnTo>
                  <a:lnTo>
                    <a:pt x="148600" y="78235"/>
                  </a:lnTo>
                  <a:lnTo>
                    <a:pt x="146059" y="73494"/>
                  </a:lnTo>
                  <a:lnTo>
                    <a:pt x="143367" y="68836"/>
                  </a:lnTo>
                  <a:lnTo>
                    <a:pt x="140527" y="64267"/>
                  </a:lnTo>
                  <a:lnTo>
                    <a:pt x="137541" y="59792"/>
                  </a:lnTo>
                  <a:lnTo>
                    <a:pt x="134412" y="55416"/>
                  </a:lnTo>
                  <a:lnTo>
                    <a:pt x="131145" y="51142"/>
                  </a:lnTo>
                  <a:lnTo>
                    <a:pt x="127741" y="46976"/>
                  </a:lnTo>
                  <a:lnTo>
                    <a:pt x="124205" y="42922"/>
                  </a:lnTo>
                  <a:lnTo>
                    <a:pt x="120541" y="38983"/>
                  </a:lnTo>
                  <a:lnTo>
                    <a:pt x="116752" y="35164"/>
                  </a:lnTo>
                  <a:lnTo>
                    <a:pt x="112842" y="31470"/>
                  </a:lnTo>
                  <a:lnTo>
                    <a:pt x="108815" y="27902"/>
                  </a:lnTo>
                  <a:lnTo>
                    <a:pt x="104675" y="24467"/>
                  </a:lnTo>
                  <a:lnTo>
                    <a:pt x="100427" y="21166"/>
                  </a:lnTo>
                  <a:lnTo>
                    <a:pt x="96075" y="18004"/>
                  </a:lnTo>
                  <a:lnTo>
                    <a:pt x="91623" y="14983"/>
                  </a:lnTo>
                  <a:lnTo>
                    <a:pt x="87077" y="12108"/>
                  </a:lnTo>
                  <a:lnTo>
                    <a:pt x="82440" y="9380"/>
                  </a:lnTo>
                  <a:lnTo>
                    <a:pt x="77718" y="6802"/>
                  </a:lnTo>
                  <a:lnTo>
                    <a:pt x="72915" y="4378"/>
                  </a:lnTo>
                  <a:lnTo>
                    <a:pt x="68037" y="2110"/>
                  </a:lnTo>
                  <a:lnTo>
                    <a:pt x="63089" y="0"/>
                  </a:lnTo>
                  <a:lnTo>
                    <a:pt x="0" y="1548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63089" cy="167167"/>
            </a:xfrm>
            <a:custGeom>
              <a:avLst/>
              <a:pathLst>
                <a:path w="63089" h="167167">
                  <a:moveTo>
                    <a:pt x="63089" y="12362"/>
                  </a:moveTo>
                  <a:lnTo>
                    <a:pt x="57605" y="10238"/>
                  </a:lnTo>
                  <a:lnTo>
                    <a:pt x="52049" y="8309"/>
                  </a:lnTo>
                  <a:lnTo>
                    <a:pt x="46429" y="6577"/>
                  </a:lnTo>
                  <a:lnTo>
                    <a:pt x="40752" y="5043"/>
                  </a:lnTo>
                  <a:lnTo>
                    <a:pt x="35025" y="3710"/>
                  </a:lnTo>
                  <a:lnTo>
                    <a:pt x="29253" y="2579"/>
                  </a:lnTo>
                  <a:lnTo>
                    <a:pt x="23446" y="1652"/>
                  </a:lnTo>
                  <a:lnTo>
                    <a:pt x="17610" y="930"/>
                  </a:lnTo>
                  <a:lnTo>
                    <a:pt x="11752" y="413"/>
                  </a:lnTo>
                  <a:lnTo>
                    <a:pt x="5879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339196" y="1322571"/>
              <a:ext cx="149524" cy="167167"/>
            </a:xfrm>
            <a:custGeom>
              <a:avLst/>
              <a:pathLst>
                <a:path w="149524" h="167167">
                  <a:moveTo>
                    <a:pt x="149524" y="0"/>
                  </a:moveTo>
                  <a:lnTo>
                    <a:pt x="144081" y="88"/>
                  </a:lnTo>
                  <a:lnTo>
                    <a:pt x="138644" y="354"/>
                  </a:lnTo>
                  <a:lnTo>
                    <a:pt x="133218" y="797"/>
                  </a:lnTo>
                  <a:lnTo>
                    <a:pt x="127810" y="1416"/>
                  </a:lnTo>
                  <a:lnTo>
                    <a:pt x="122425" y="2211"/>
                  </a:lnTo>
                  <a:lnTo>
                    <a:pt x="117068" y="3180"/>
                  </a:lnTo>
                  <a:lnTo>
                    <a:pt x="111746" y="4324"/>
                  </a:lnTo>
                  <a:lnTo>
                    <a:pt x="106464" y="5640"/>
                  </a:lnTo>
                  <a:lnTo>
                    <a:pt x="101228" y="7128"/>
                  </a:lnTo>
                  <a:lnTo>
                    <a:pt x="96042" y="8785"/>
                  </a:lnTo>
                  <a:lnTo>
                    <a:pt x="90914" y="10611"/>
                  </a:lnTo>
                  <a:lnTo>
                    <a:pt x="85848" y="12602"/>
                  </a:lnTo>
                  <a:lnTo>
                    <a:pt x="80849" y="14757"/>
                  </a:lnTo>
                  <a:lnTo>
                    <a:pt x="75923" y="17074"/>
                  </a:lnTo>
                  <a:lnTo>
                    <a:pt x="71075" y="19550"/>
                  </a:lnTo>
                  <a:lnTo>
                    <a:pt x="66310" y="22183"/>
                  </a:lnTo>
                  <a:lnTo>
                    <a:pt x="61634" y="24969"/>
                  </a:lnTo>
                  <a:lnTo>
                    <a:pt x="57050" y="27906"/>
                  </a:lnTo>
                  <a:lnTo>
                    <a:pt x="52565" y="30991"/>
                  </a:lnTo>
                  <a:lnTo>
                    <a:pt x="48183" y="34220"/>
                  </a:lnTo>
                  <a:lnTo>
                    <a:pt x="43908" y="37590"/>
                  </a:lnTo>
                  <a:lnTo>
                    <a:pt x="39745" y="41097"/>
                  </a:lnTo>
                  <a:lnTo>
                    <a:pt x="35698" y="44738"/>
                  </a:lnTo>
                  <a:lnTo>
                    <a:pt x="31772" y="48509"/>
                  </a:lnTo>
                  <a:lnTo>
                    <a:pt x="27971" y="52406"/>
                  </a:lnTo>
                  <a:lnTo>
                    <a:pt x="24299" y="56425"/>
                  </a:lnTo>
                  <a:lnTo>
                    <a:pt x="20760" y="60561"/>
                  </a:lnTo>
                  <a:lnTo>
                    <a:pt x="17357" y="64810"/>
                  </a:lnTo>
                  <a:lnTo>
                    <a:pt x="14095" y="69167"/>
                  </a:lnTo>
                  <a:lnTo>
                    <a:pt x="10976" y="73629"/>
                  </a:lnTo>
                  <a:lnTo>
                    <a:pt x="8004" y="78189"/>
                  </a:lnTo>
                  <a:lnTo>
                    <a:pt x="5182" y="82844"/>
                  </a:lnTo>
                  <a:lnTo>
                    <a:pt x="2513" y="87589"/>
                  </a:lnTo>
                  <a:lnTo>
                    <a:pt x="0" y="92418"/>
                  </a:lnTo>
                  <a:lnTo>
                    <a:pt x="14952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321567" y="1355081"/>
              <a:ext cx="334301" cy="301825"/>
            </a:xfrm>
            <a:custGeom>
              <a:avLst/>
              <a:pathLst>
                <a:path w="334301" h="301825">
                  <a:moveTo>
                    <a:pt x="17629" y="59908"/>
                  </a:moveTo>
                  <a:lnTo>
                    <a:pt x="15331" y="64694"/>
                  </a:lnTo>
                  <a:lnTo>
                    <a:pt x="13186" y="69550"/>
                  </a:lnTo>
                  <a:lnTo>
                    <a:pt x="11196" y="74472"/>
                  </a:lnTo>
                  <a:lnTo>
                    <a:pt x="9363" y="79455"/>
                  </a:lnTo>
                  <a:lnTo>
                    <a:pt x="7690" y="84494"/>
                  </a:lnTo>
                  <a:lnTo>
                    <a:pt x="6177" y="89583"/>
                  </a:lnTo>
                  <a:lnTo>
                    <a:pt x="4827" y="94717"/>
                  </a:lnTo>
                  <a:lnTo>
                    <a:pt x="3641" y="99892"/>
                  </a:lnTo>
                  <a:lnTo>
                    <a:pt x="2619" y="105102"/>
                  </a:lnTo>
                  <a:lnTo>
                    <a:pt x="1764" y="110342"/>
                  </a:lnTo>
                  <a:lnTo>
                    <a:pt x="1075" y="115606"/>
                  </a:lnTo>
                  <a:lnTo>
                    <a:pt x="554" y="120889"/>
                  </a:lnTo>
                  <a:lnTo>
                    <a:pt x="201" y="126187"/>
                  </a:lnTo>
                  <a:lnTo>
                    <a:pt x="16" y="131493"/>
                  </a:lnTo>
                  <a:lnTo>
                    <a:pt x="0" y="136802"/>
                  </a:lnTo>
                  <a:lnTo>
                    <a:pt x="152" y="142108"/>
                  </a:lnTo>
                  <a:lnTo>
                    <a:pt x="473" y="147408"/>
                  </a:lnTo>
                  <a:lnTo>
                    <a:pt x="962" y="152694"/>
                  </a:lnTo>
                  <a:lnTo>
                    <a:pt x="1618" y="157963"/>
                  </a:lnTo>
                  <a:lnTo>
                    <a:pt x="2442" y="163208"/>
                  </a:lnTo>
                  <a:lnTo>
                    <a:pt x="3431" y="168424"/>
                  </a:lnTo>
                  <a:lnTo>
                    <a:pt x="4586" y="173606"/>
                  </a:lnTo>
                  <a:lnTo>
                    <a:pt x="5905" y="178748"/>
                  </a:lnTo>
                  <a:lnTo>
                    <a:pt x="7386" y="183846"/>
                  </a:lnTo>
                  <a:lnTo>
                    <a:pt x="9029" y="188895"/>
                  </a:lnTo>
                  <a:lnTo>
                    <a:pt x="10831" y="193889"/>
                  </a:lnTo>
                  <a:lnTo>
                    <a:pt x="12791" y="198823"/>
                  </a:lnTo>
                  <a:lnTo>
                    <a:pt x="14906" y="203692"/>
                  </a:lnTo>
                  <a:lnTo>
                    <a:pt x="17175" y="208492"/>
                  </a:lnTo>
                  <a:lnTo>
                    <a:pt x="19596" y="213218"/>
                  </a:lnTo>
                  <a:lnTo>
                    <a:pt x="22165" y="217864"/>
                  </a:lnTo>
                  <a:lnTo>
                    <a:pt x="24880" y="222426"/>
                  </a:lnTo>
                  <a:lnTo>
                    <a:pt x="27739" y="226899"/>
                  </a:lnTo>
                  <a:lnTo>
                    <a:pt x="30738" y="231280"/>
                  </a:lnTo>
                  <a:lnTo>
                    <a:pt x="33875" y="235563"/>
                  </a:lnTo>
                  <a:lnTo>
                    <a:pt x="37147" y="239745"/>
                  </a:lnTo>
                  <a:lnTo>
                    <a:pt x="40549" y="243820"/>
                  </a:lnTo>
                  <a:lnTo>
                    <a:pt x="44080" y="247785"/>
                  </a:lnTo>
                  <a:lnTo>
                    <a:pt x="47734" y="251636"/>
                  </a:lnTo>
                  <a:lnTo>
                    <a:pt x="51509" y="255369"/>
                  </a:lnTo>
                  <a:lnTo>
                    <a:pt x="55401" y="258981"/>
                  </a:lnTo>
                  <a:lnTo>
                    <a:pt x="59405" y="262467"/>
                  </a:lnTo>
                  <a:lnTo>
                    <a:pt x="63518" y="265824"/>
                  </a:lnTo>
                  <a:lnTo>
                    <a:pt x="67735" y="269049"/>
                  </a:lnTo>
                  <a:lnTo>
                    <a:pt x="72053" y="272138"/>
                  </a:lnTo>
                  <a:lnTo>
                    <a:pt x="76467" y="275089"/>
                  </a:lnTo>
                  <a:lnTo>
                    <a:pt x="80972" y="277898"/>
                  </a:lnTo>
                  <a:lnTo>
                    <a:pt x="85564" y="280562"/>
                  </a:lnTo>
                  <a:lnTo>
                    <a:pt x="90238" y="283079"/>
                  </a:lnTo>
                  <a:lnTo>
                    <a:pt x="94990" y="285447"/>
                  </a:lnTo>
                  <a:lnTo>
                    <a:pt x="99815" y="287662"/>
                  </a:lnTo>
                  <a:lnTo>
                    <a:pt x="104707" y="289724"/>
                  </a:lnTo>
                  <a:lnTo>
                    <a:pt x="109663" y="291628"/>
                  </a:lnTo>
                  <a:lnTo>
                    <a:pt x="114677" y="293375"/>
                  </a:lnTo>
                  <a:lnTo>
                    <a:pt x="119743" y="294961"/>
                  </a:lnTo>
                  <a:lnTo>
                    <a:pt x="124858" y="296386"/>
                  </a:lnTo>
                  <a:lnTo>
                    <a:pt x="130015" y="297647"/>
                  </a:lnTo>
                  <a:lnTo>
                    <a:pt x="135209" y="298744"/>
                  </a:lnTo>
                  <a:lnTo>
                    <a:pt x="140436" y="299676"/>
                  </a:lnTo>
                  <a:lnTo>
                    <a:pt x="145689" y="300441"/>
                  </a:lnTo>
                  <a:lnTo>
                    <a:pt x="150965" y="301039"/>
                  </a:lnTo>
                  <a:lnTo>
                    <a:pt x="156256" y="301469"/>
                  </a:lnTo>
                  <a:lnTo>
                    <a:pt x="161559" y="301731"/>
                  </a:lnTo>
                  <a:lnTo>
                    <a:pt x="166867" y="301825"/>
                  </a:lnTo>
                  <a:lnTo>
                    <a:pt x="172176" y="301749"/>
                  </a:lnTo>
                  <a:lnTo>
                    <a:pt x="177479" y="301506"/>
                  </a:lnTo>
                  <a:lnTo>
                    <a:pt x="182772" y="301094"/>
                  </a:lnTo>
                  <a:lnTo>
                    <a:pt x="188050" y="300514"/>
                  </a:lnTo>
                  <a:lnTo>
                    <a:pt x="193306" y="299767"/>
                  </a:lnTo>
                  <a:lnTo>
                    <a:pt x="198536" y="298853"/>
                  </a:lnTo>
                  <a:lnTo>
                    <a:pt x="203734" y="297773"/>
                  </a:lnTo>
                  <a:lnTo>
                    <a:pt x="208895" y="296530"/>
                  </a:lnTo>
                  <a:lnTo>
                    <a:pt x="214015" y="295122"/>
                  </a:lnTo>
                  <a:lnTo>
                    <a:pt x="219086" y="293553"/>
                  </a:lnTo>
                  <a:lnTo>
                    <a:pt x="224106" y="291824"/>
                  </a:lnTo>
                  <a:lnTo>
                    <a:pt x="229068" y="289936"/>
                  </a:lnTo>
                  <a:lnTo>
                    <a:pt x="233968" y="287892"/>
                  </a:lnTo>
                  <a:lnTo>
                    <a:pt x="238800" y="285693"/>
                  </a:lnTo>
                  <a:lnTo>
                    <a:pt x="243560" y="283342"/>
                  </a:lnTo>
                  <a:lnTo>
                    <a:pt x="248243" y="280840"/>
                  </a:lnTo>
                  <a:lnTo>
                    <a:pt x="252844" y="278192"/>
                  </a:lnTo>
                  <a:lnTo>
                    <a:pt x="257359" y="275398"/>
                  </a:lnTo>
                  <a:lnTo>
                    <a:pt x="261783" y="272463"/>
                  </a:lnTo>
                  <a:lnTo>
                    <a:pt x="266111" y="269388"/>
                  </a:lnTo>
                  <a:lnTo>
                    <a:pt x="270339" y="266178"/>
                  </a:lnTo>
                  <a:lnTo>
                    <a:pt x="274464" y="262835"/>
                  </a:lnTo>
                  <a:lnTo>
                    <a:pt x="278480" y="259362"/>
                  </a:lnTo>
                  <a:lnTo>
                    <a:pt x="282384" y="255764"/>
                  </a:lnTo>
                  <a:lnTo>
                    <a:pt x="286171" y="252044"/>
                  </a:lnTo>
                  <a:lnTo>
                    <a:pt x="289839" y="248205"/>
                  </a:lnTo>
                  <a:lnTo>
                    <a:pt x="293383" y="244252"/>
                  </a:lnTo>
                  <a:lnTo>
                    <a:pt x="296799" y="240189"/>
                  </a:lnTo>
                  <a:lnTo>
                    <a:pt x="300085" y="236018"/>
                  </a:lnTo>
                  <a:lnTo>
                    <a:pt x="303237" y="231746"/>
                  </a:lnTo>
                  <a:lnTo>
                    <a:pt x="306251" y="227376"/>
                  </a:lnTo>
                  <a:lnTo>
                    <a:pt x="309125" y="222912"/>
                  </a:lnTo>
                  <a:lnTo>
                    <a:pt x="311856" y="218359"/>
                  </a:lnTo>
                  <a:lnTo>
                    <a:pt x="314441" y="213722"/>
                  </a:lnTo>
                  <a:lnTo>
                    <a:pt x="316878" y="209005"/>
                  </a:lnTo>
                  <a:lnTo>
                    <a:pt x="319163" y="204213"/>
                  </a:lnTo>
                  <a:lnTo>
                    <a:pt x="321295" y="199351"/>
                  </a:lnTo>
                  <a:lnTo>
                    <a:pt x="323272" y="194423"/>
                  </a:lnTo>
                  <a:lnTo>
                    <a:pt x="325091" y="189436"/>
                  </a:lnTo>
                  <a:lnTo>
                    <a:pt x="326751" y="184393"/>
                  </a:lnTo>
                  <a:lnTo>
                    <a:pt x="328250" y="179299"/>
                  </a:lnTo>
                  <a:lnTo>
                    <a:pt x="329586" y="174161"/>
                  </a:lnTo>
                  <a:lnTo>
                    <a:pt x="330758" y="168983"/>
                  </a:lnTo>
                  <a:lnTo>
                    <a:pt x="331766" y="163771"/>
                  </a:lnTo>
                  <a:lnTo>
                    <a:pt x="332607" y="158529"/>
                  </a:lnTo>
                  <a:lnTo>
                    <a:pt x="333282" y="153263"/>
                  </a:lnTo>
                  <a:lnTo>
                    <a:pt x="333789" y="147978"/>
                  </a:lnTo>
                  <a:lnTo>
                    <a:pt x="334128" y="142680"/>
                  </a:lnTo>
                  <a:lnTo>
                    <a:pt x="334299" y="137373"/>
                  </a:lnTo>
                  <a:lnTo>
                    <a:pt x="334301" y="132064"/>
                  </a:lnTo>
                  <a:lnTo>
                    <a:pt x="334134" y="126758"/>
                  </a:lnTo>
                  <a:lnTo>
                    <a:pt x="333799" y="121459"/>
                  </a:lnTo>
                  <a:lnTo>
                    <a:pt x="333296" y="116174"/>
                  </a:lnTo>
                  <a:lnTo>
                    <a:pt x="332625" y="110908"/>
                  </a:lnTo>
                  <a:lnTo>
                    <a:pt x="331787" y="105665"/>
                  </a:lnTo>
                  <a:lnTo>
                    <a:pt x="330784" y="100452"/>
                  </a:lnTo>
                  <a:lnTo>
                    <a:pt x="329615" y="95273"/>
                  </a:lnTo>
                  <a:lnTo>
                    <a:pt x="328282" y="90134"/>
                  </a:lnTo>
                  <a:lnTo>
                    <a:pt x="326787" y="85039"/>
                  </a:lnTo>
                  <a:lnTo>
                    <a:pt x="325131" y="79995"/>
                  </a:lnTo>
                  <a:lnTo>
                    <a:pt x="323316" y="75006"/>
                  </a:lnTo>
                  <a:lnTo>
                    <a:pt x="321343" y="70077"/>
                  </a:lnTo>
                  <a:lnTo>
                    <a:pt x="319214" y="65214"/>
                  </a:lnTo>
                  <a:lnTo>
                    <a:pt x="316932" y="60420"/>
                  </a:lnTo>
                  <a:lnTo>
                    <a:pt x="314499" y="55701"/>
                  </a:lnTo>
                  <a:lnTo>
                    <a:pt x="311918" y="51062"/>
                  </a:lnTo>
                  <a:lnTo>
                    <a:pt x="309190" y="46507"/>
                  </a:lnTo>
                  <a:lnTo>
                    <a:pt x="306319" y="42041"/>
                  </a:lnTo>
                  <a:lnTo>
                    <a:pt x="303308" y="37669"/>
                  </a:lnTo>
                  <a:lnTo>
                    <a:pt x="300159" y="33394"/>
                  </a:lnTo>
                  <a:lnTo>
                    <a:pt x="296877" y="29221"/>
                  </a:lnTo>
                  <a:lnTo>
                    <a:pt x="293463" y="25155"/>
                  </a:lnTo>
                  <a:lnTo>
                    <a:pt x="289922" y="21199"/>
                  </a:lnTo>
                  <a:lnTo>
                    <a:pt x="286257" y="17358"/>
                  </a:lnTo>
                  <a:lnTo>
                    <a:pt x="282473" y="13635"/>
                  </a:lnTo>
                  <a:lnTo>
                    <a:pt x="278571" y="10034"/>
                  </a:lnTo>
                  <a:lnTo>
                    <a:pt x="274558" y="6559"/>
                  </a:lnTo>
                  <a:lnTo>
                    <a:pt x="270436" y="3213"/>
                  </a:lnTo>
                  <a:lnTo>
                    <a:pt x="266210" y="0"/>
                  </a:lnTo>
                  <a:lnTo>
                    <a:pt x="167153" y="1346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99056" cy="167167"/>
            </a:xfrm>
            <a:custGeom>
              <a:avLst/>
              <a:pathLst>
                <a:path w="99056" h="167167">
                  <a:moveTo>
                    <a:pt x="99056" y="32509"/>
                  </a:moveTo>
                  <a:lnTo>
                    <a:pt x="94507" y="29278"/>
                  </a:lnTo>
                  <a:lnTo>
                    <a:pt x="89852" y="26201"/>
                  </a:lnTo>
                  <a:lnTo>
                    <a:pt x="85097" y="23280"/>
                  </a:lnTo>
                  <a:lnTo>
                    <a:pt x="80248" y="20521"/>
                  </a:lnTo>
                  <a:lnTo>
                    <a:pt x="75309" y="17924"/>
                  </a:lnTo>
                  <a:lnTo>
                    <a:pt x="70286" y="15494"/>
                  </a:lnTo>
                  <a:lnTo>
                    <a:pt x="65185" y="13232"/>
                  </a:lnTo>
                  <a:lnTo>
                    <a:pt x="60011" y="11143"/>
                  </a:lnTo>
                  <a:lnTo>
                    <a:pt x="54770" y="9227"/>
                  </a:lnTo>
                  <a:lnTo>
                    <a:pt x="49469" y="7487"/>
                  </a:lnTo>
                  <a:lnTo>
                    <a:pt x="44112" y="5925"/>
                  </a:lnTo>
                  <a:lnTo>
                    <a:pt x="38706" y="4542"/>
                  </a:lnTo>
                  <a:lnTo>
                    <a:pt x="33257" y="3341"/>
                  </a:lnTo>
                  <a:lnTo>
                    <a:pt x="27771" y="2322"/>
                  </a:lnTo>
                  <a:lnTo>
                    <a:pt x="22254" y="1487"/>
                  </a:lnTo>
                  <a:lnTo>
                    <a:pt x="16712" y="837"/>
                  </a:lnTo>
                  <a:lnTo>
                    <a:pt x="11152" y="372"/>
                  </a:lnTo>
                  <a:lnTo>
                    <a:pt x="5579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011173" y="1681503"/>
              <a:ext cx="75351" cy="167167"/>
            </a:xfrm>
            <a:custGeom>
              <a:avLst/>
              <a:pathLst>
                <a:path w="75351" h="167167">
                  <a:moveTo>
                    <a:pt x="75351" y="0"/>
                  </a:moveTo>
                  <a:lnTo>
                    <a:pt x="69339" y="108"/>
                  </a:lnTo>
                  <a:lnTo>
                    <a:pt x="63335" y="432"/>
                  </a:lnTo>
                  <a:lnTo>
                    <a:pt x="57347" y="972"/>
                  </a:lnTo>
                  <a:lnTo>
                    <a:pt x="51382" y="1727"/>
                  </a:lnTo>
                  <a:lnTo>
                    <a:pt x="45448" y="2696"/>
                  </a:lnTo>
                  <a:lnTo>
                    <a:pt x="39552" y="3878"/>
                  </a:lnTo>
                  <a:lnTo>
                    <a:pt x="33703" y="5271"/>
                  </a:lnTo>
                  <a:lnTo>
                    <a:pt x="27908" y="6873"/>
                  </a:lnTo>
                  <a:lnTo>
                    <a:pt x="22174" y="8683"/>
                  </a:lnTo>
                  <a:lnTo>
                    <a:pt x="16509" y="10698"/>
                  </a:lnTo>
                  <a:lnTo>
                    <a:pt x="10920" y="12915"/>
                  </a:lnTo>
                  <a:lnTo>
                    <a:pt x="5415" y="15332"/>
                  </a:lnTo>
                  <a:lnTo>
                    <a:pt x="0" y="17945"/>
                  </a:lnTo>
                  <a:lnTo>
                    <a:pt x="7535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011173" y="1699449"/>
              <a:ext cx="75351" cy="149221"/>
            </a:xfrm>
            <a:custGeom>
              <a:avLst/>
              <a:pathLst>
                <a:path w="75351" h="149221">
                  <a:moveTo>
                    <a:pt x="0" y="0"/>
                  </a:moveTo>
                  <a:lnTo>
                    <a:pt x="75351" y="1492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011173" y="1699449"/>
              <a:ext cx="75351" cy="149221"/>
            </a:xfrm>
            <a:custGeom>
              <a:avLst/>
              <a:pathLst>
                <a:path w="75351" h="149221">
                  <a:moveTo>
                    <a:pt x="0" y="0"/>
                  </a:moveTo>
                  <a:lnTo>
                    <a:pt x="75351" y="1492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011173" y="1699449"/>
              <a:ext cx="75351" cy="149221"/>
            </a:xfrm>
            <a:custGeom>
              <a:avLst/>
              <a:pathLst>
                <a:path w="75351" h="149221">
                  <a:moveTo>
                    <a:pt x="0" y="0"/>
                  </a:moveTo>
                  <a:lnTo>
                    <a:pt x="75351" y="1492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011173" y="1699449"/>
              <a:ext cx="75351" cy="149221"/>
            </a:xfrm>
            <a:custGeom>
              <a:avLst/>
              <a:pathLst>
                <a:path w="75351" h="149221">
                  <a:moveTo>
                    <a:pt x="0" y="0"/>
                  </a:moveTo>
                  <a:lnTo>
                    <a:pt x="75351" y="1492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011173" y="1699449"/>
              <a:ext cx="75351" cy="149221"/>
            </a:xfrm>
            <a:custGeom>
              <a:avLst/>
              <a:pathLst>
                <a:path w="75351" h="149221">
                  <a:moveTo>
                    <a:pt x="0" y="0"/>
                  </a:moveTo>
                  <a:lnTo>
                    <a:pt x="75351" y="1492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011173" y="1699449"/>
              <a:ext cx="75351" cy="149221"/>
            </a:xfrm>
            <a:custGeom>
              <a:avLst/>
              <a:pathLst>
                <a:path w="75351" h="149221">
                  <a:moveTo>
                    <a:pt x="0" y="0"/>
                  </a:moveTo>
                  <a:lnTo>
                    <a:pt x="75351" y="1492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011173" y="1699449"/>
              <a:ext cx="75351" cy="149221"/>
            </a:xfrm>
            <a:custGeom>
              <a:avLst/>
              <a:pathLst>
                <a:path w="75351" h="149221">
                  <a:moveTo>
                    <a:pt x="0" y="0"/>
                  </a:moveTo>
                  <a:lnTo>
                    <a:pt x="75351" y="1492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11173" y="1699449"/>
              <a:ext cx="75351" cy="149221"/>
            </a:xfrm>
            <a:custGeom>
              <a:avLst/>
              <a:pathLst>
                <a:path w="75351" h="149221">
                  <a:moveTo>
                    <a:pt x="0" y="0"/>
                  </a:moveTo>
                  <a:lnTo>
                    <a:pt x="75351" y="1492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11173" y="1699449"/>
              <a:ext cx="75351" cy="149221"/>
            </a:xfrm>
            <a:custGeom>
              <a:avLst/>
              <a:pathLst>
                <a:path w="75351" h="149221">
                  <a:moveTo>
                    <a:pt x="0" y="0"/>
                  </a:moveTo>
                  <a:lnTo>
                    <a:pt x="75351" y="1492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11173" y="1699449"/>
              <a:ext cx="75351" cy="149221"/>
            </a:xfrm>
            <a:custGeom>
              <a:avLst/>
              <a:pathLst>
                <a:path w="75351" h="149221">
                  <a:moveTo>
                    <a:pt x="0" y="0"/>
                  </a:moveTo>
                  <a:lnTo>
                    <a:pt x="75351" y="1492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11173" y="1699449"/>
              <a:ext cx="75351" cy="149221"/>
            </a:xfrm>
            <a:custGeom>
              <a:avLst/>
              <a:pathLst>
                <a:path w="75351" h="149221">
                  <a:moveTo>
                    <a:pt x="0" y="0"/>
                  </a:moveTo>
                  <a:lnTo>
                    <a:pt x="75351" y="1492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11173" y="1699449"/>
              <a:ext cx="75351" cy="149221"/>
            </a:xfrm>
            <a:custGeom>
              <a:avLst/>
              <a:pathLst>
                <a:path w="75351" h="149221">
                  <a:moveTo>
                    <a:pt x="0" y="0"/>
                  </a:moveTo>
                  <a:lnTo>
                    <a:pt x="75351" y="1492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11173" y="1699449"/>
              <a:ext cx="75351" cy="149221"/>
            </a:xfrm>
            <a:custGeom>
              <a:avLst/>
              <a:pathLst>
                <a:path w="75351" h="149221">
                  <a:moveTo>
                    <a:pt x="0" y="0"/>
                  </a:moveTo>
                  <a:lnTo>
                    <a:pt x="75351" y="1492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11173" y="1699449"/>
              <a:ext cx="75351" cy="149221"/>
            </a:xfrm>
            <a:custGeom>
              <a:avLst/>
              <a:pathLst>
                <a:path w="75351" h="149221">
                  <a:moveTo>
                    <a:pt x="0" y="0"/>
                  </a:moveTo>
                  <a:lnTo>
                    <a:pt x="75351" y="1492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11173" y="1699449"/>
              <a:ext cx="75351" cy="149221"/>
            </a:xfrm>
            <a:custGeom>
              <a:avLst/>
              <a:pathLst>
                <a:path w="75351" h="149221">
                  <a:moveTo>
                    <a:pt x="0" y="0"/>
                  </a:moveTo>
                  <a:lnTo>
                    <a:pt x="75351" y="1492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11173" y="1699449"/>
              <a:ext cx="75351" cy="149221"/>
            </a:xfrm>
            <a:custGeom>
              <a:avLst/>
              <a:pathLst>
                <a:path w="75351" h="149221">
                  <a:moveTo>
                    <a:pt x="0" y="0"/>
                  </a:moveTo>
                  <a:lnTo>
                    <a:pt x="75351" y="1492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919358" y="1681503"/>
              <a:ext cx="334326" cy="334321"/>
            </a:xfrm>
            <a:custGeom>
              <a:avLst/>
              <a:pathLst>
                <a:path w="334326" h="334321">
                  <a:moveTo>
                    <a:pt x="91815" y="17945"/>
                  </a:moveTo>
                  <a:lnTo>
                    <a:pt x="87137" y="20401"/>
                  </a:lnTo>
                  <a:lnTo>
                    <a:pt x="82539" y="23003"/>
                  </a:lnTo>
                  <a:lnTo>
                    <a:pt x="78025" y="25750"/>
                  </a:lnTo>
                  <a:lnTo>
                    <a:pt x="73601" y="28637"/>
                  </a:lnTo>
                  <a:lnTo>
                    <a:pt x="69270" y="31663"/>
                  </a:lnTo>
                  <a:lnTo>
                    <a:pt x="65037" y="34825"/>
                  </a:lnTo>
                  <a:lnTo>
                    <a:pt x="60905" y="38118"/>
                  </a:lnTo>
                  <a:lnTo>
                    <a:pt x="56880" y="41540"/>
                  </a:lnTo>
                  <a:lnTo>
                    <a:pt x="52966" y="45088"/>
                  </a:lnTo>
                  <a:lnTo>
                    <a:pt x="49165" y="48758"/>
                  </a:lnTo>
                  <a:lnTo>
                    <a:pt x="45482" y="52546"/>
                  </a:lnTo>
                  <a:lnTo>
                    <a:pt x="41921" y="56449"/>
                  </a:lnTo>
                  <a:lnTo>
                    <a:pt x="38484" y="60462"/>
                  </a:lnTo>
                  <a:lnTo>
                    <a:pt x="35177" y="64582"/>
                  </a:lnTo>
                  <a:lnTo>
                    <a:pt x="32001" y="68804"/>
                  </a:lnTo>
                  <a:lnTo>
                    <a:pt x="28960" y="73125"/>
                  </a:lnTo>
                  <a:lnTo>
                    <a:pt x="26057" y="77539"/>
                  </a:lnTo>
                  <a:lnTo>
                    <a:pt x="23295" y="82043"/>
                  </a:lnTo>
                  <a:lnTo>
                    <a:pt x="20677" y="86632"/>
                  </a:lnTo>
                  <a:lnTo>
                    <a:pt x="18205" y="91301"/>
                  </a:lnTo>
                  <a:lnTo>
                    <a:pt x="15882" y="96047"/>
                  </a:lnTo>
                  <a:lnTo>
                    <a:pt x="13710" y="100863"/>
                  </a:lnTo>
                  <a:lnTo>
                    <a:pt x="11692" y="105745"/>
                  </a:lnTo>
                  <a:lnTo>
                    <a:pt x="9828" y="110689"/>
                  </a:lnTo>
                  <a:lnTo>
                    <a:pt x="8122" y="115690"/>
                  </a:lnTo>
                  <a:lnTo>
                    <a:pt x="6575" y="120741"/>
                  </a:lnTo>
                  <a:lnTo>
                    <a:pt x="5188" y="125839"/>
                  </a:lnTo>
                  <a:lnTo>
                    <a:pt x="3963" y="130979"/>
                  </a:lnTo>
                  <a:lnTo>
                    <a:pt x="2901" y="136154"/>
                  </a:lnTo>
                  <a:lnTo>
                    <a:pt x="2003" y="141361"/>
                  </a:lnTo>
                  <a:lnTo>
                    <a:pt x="1270" y="146593"/>
                  </a:lnTo>
                  <a:lnTo>
                    <a:pt x="702" y="151846"/>
                  </a:lnTo>
                  <a:lnTo>
                    <a:pt x="301" y="157114"/>
                  </a:lnTo>
                  <a:lnTo>
                    <a:pt x="67" y="162392"/>
                  </a:lnTo>
                  <a:lnTo>
                    <a:pt x="0" y="167675"/>
                  </a:lnTo>
                  <a:lnTo>
                    <a:pt x="99" y="172957"/>
                  </a:lnTo>
                  <a:lnTo>
                    <a:pt x="365" y="178234"/>
                  </a:lnTo>
                  <a:lnTo>
                    <a:pt x="798" y="183499"/>
                  </a:lnTo>
                  <a:lnTo>
                    <a:pt x="1398" y="188749"/>
                  </a:lnTo>
                  <a:lnTo>
                    <a:pt x="2162" y="193976"/>
                  </a:lnTo>
                  <a:lnTo>
                    <a:pt x="3092" y="199177"/>
                  </a:lnTo>
                  <a:lnTo>
                    <a:pt x="4186" y="204346"/>
                  </a:lnTo>
                  <a:lnTo>
                    <a:pt x="5442" y="209478"/>
                  </a:lnTo>
                  <a:lnTo>
                    <a:pt x="6860" y="214567"/>
                  </a:lnTo>
                  <a:lnTo>
                    <a:pt x="8438" y="219610"/>
                  </a:lnTo>
                  <a:lnTo>
                    <a:pt x="10174" y="224599"/>
                  </a:lnTo>
                  <a:lnTo>
                    <a:pt x="12068" y="229532"/>
                  </a:lnTo>
                  <a:lnTo>
                    <a:pt x="14116" y="234402"/>
                  </a:lnTo>
                  <a:lnTo>
                    <a:pt x="16317" y="239205"/>
                  </a:lnTo>
                  <a:lnTo>
                    <a:pt x="18669" y="243936"/>
                  </a:lnTo>
                  <a:lnTo>
                    <a:pt x="21169" y="248590"/>
                  </a:lnTo>
                  <a:lnTo>
                    <a:pt x="23815" y="253163"/>
                  </a:lnTo>
                  <a:lnTo>
                    <a:pt x="26604" y="257651"/>
                  </a:lnTo>
                  <a:lnTo>
                    <a:pt x="29534" y="262047"/>
                  </a:lnTo>
                  <a:lnTo>
                    <a:pt x="32601" y="266349"/>
                  </a:lnTo>
                  <a:lnTo>
                    <a:pt x="35802" y="270552"/>
                  </a:lnTo>
                  <a:lnTo>
                    <a:pt x="39135" y="274652"/>
                  </a:lnTo>
                  <a:lnTo>
                    <a:pt x="42596" y="278644"/>
                  </a:lnTo>
                  <a:lnTo>
                    <a:pt x="46181" y="282525"/>
                  </a:lnTo>
                  <a:lnTo>
                    <a:pt x="49886" y="286290"/>
                  </a:lnTo>
                  <a:lnTo>
                    <a:pt x="53709" y="289937"/>
                  </a:lnTo>
                  <a:lnTo>
                    <a:pt x="57646" y="293461"/>
                  </a:lnTo>
                  <a:lnTo>
                    <a:pt x="61692" y="296859"/>
                  </a:lnTo>
                  <a:lnTo>
                    <a:pt x="65843" y="300127"/>
                  </a:lnTo>
                  <a:lnTo>
                    <a:pt x="70095" y="303263"/>
                  </a:lnTo>
                  <a:lnTo>
                    <a:pt x="74444" y="306263"/>
                  </a:lnTo>
                  <a:lnTo>
                    <a:pt x="78886" y="309123"/>
                  </a:lnTo>
                  <a:lnTo>
                    <a:pt x="83416" y="311842"/>
                  </a:lnTo>
                  <a:lnTo>
                    <a:pt x="88030" y="314416"/>
                  </a:lnTo>
                  <a:lnTo>
                    <a:pt x="92723" y="316844"/>
                  </a:lnTo>
                  <a:lnTo>
                    <a:pt x="97490" y="319121"/>
                  </a:lnTo>
                  <a:lnTo>
                    <a:pt x="102327" y="321247"/>
                  </a:lnTo>
                  <a:lnTo>
                    <a:pt x="107228" y="323219"/>
                  </a:lnTo>
                  <a:lnTo>
                    <a:pt x="112189" y="325036"/>
                  </a:lnTo>
                  <a:lnTo>
                    <a:pt x="117206" y="326694"/>
                  </a:lnTo>
                  <a:lnTo>
                    <a:pt x="122272" y="328193"/>
                  </a:lnTo>
                  <a:lnTo>
                    <a:pt x="127383" y="329531"/>
                  </a:lnTo>
                  <a:lnTo>
                    <a:pt x="132534" y="330708"/>
                  </a:lnTo>
                  <a:lnTo>
                    <a:pt x="137719" y="331720"/>
                  </a:lnTo>
                  <a:lnTo>
                    <a:pt x="142934" y="332569"/>
                  </a:lnTo>
                  <a:lnTo>
                    <a:pt x="148173" y="333252"/>
                  </a:lnTo>
                  <a:lnTo>
                    <a:pt x="153431" y="333769"/>
                  </a:lnTo>
                  <a:lnTo>
                    <a:pt x="158702" y="334120"/>
                  </a:lnTo>
                  <a:lnTo>
                    <a:pt x="163983" y="334304"/>
                  </a:lnTo>
                  <a:lnTo>
                    <a:pt x="169266" y="334321"/>
                  </a:lnTo>
                  <a:lnTo>
                    <a:pt x="174547" y="334171"/>
                  </a:lnTo>
                  <a:lnTo>
                    <a:pt x="179821" y="333855"/>
                  </a:lnTo>
                  <a:lnTo>
                    <a:pt x="185082" y="333372"/>
                  </a:lnTo>
                  <a:lnTo>
                    <a:pt x="190325" y="332722"/>
                  </a:lnTo>
                  <a:lnTo>
                    <a:pt x="195546" y="331908"/>
                  </a:lnTo>
                  <a:lnTo>
                    <a:pt x="200737" y="330929"/>
                  </a:lnTo>
                  <a:lnTo>
                    <a:pt x="205896" y="329786"/>
                  </a:lnTo>
                  <a:lnTo>
                    <a:pt x="211015" y="328481"/>
                  </a:lnTo>
                  <a:lnTo>
                    <a:pt x="216091" y="327015"/>
                  </a:lnTo>
                  <a:lnTo>
                    <a:pt x="221118" y="325389"/>
                  </a:lnTo>
                  <a:lnTo>
                    <a:pt x="226091" y="323605"/>
                  </a:lnTo>
                  <a:lnTo>
                    <a:pt x="231005" y="321665"/>
                  </a:lnTo>
                  <a:lnTo>
                    <a:pt x="235856" y="319570"/>
                  </a:lnTo>
                  <a:lnTo>
                    <a:pt x="240637" y="317323"/>
                  </a:lnTo>
                  <a:lnTo>
                    <a:pt x="245346" y="314926"/>
                  </a:lnTo>
                  <a:lnTo>
                    <a:pt x="249976" y="312382"/>
                  </a:lnTo>
                  <a:lnTo>
                    <a:pt x="254524" y="309693"/>
                  </a:lnTo>
                  <a:lnTo>
                    <a:pt x="258984" y="306861"/>
                  </a:lnTo>
                  <a:lnTo>
                    <a:pt x="263353" y="303890"/>
                  </a:lnTo>
                  <a:lnTo>
                    <a:pt x="267625" y="300782"/>
                  </a:lnTo>
                  <a:lnTo>
                    <a:pt x="271798" y="297540"/>
                  </a:lnTo>
                  <a:lnTo>
                    <a:pt x="275865" y="294169"/>
                  </a:lnTo>
                  <a:lnTo>
                    <a:pt x="279824" y="290670"/>
                  </a:lnTo>
                  <a:lnTo>
                    <a:pt x="283671" y="287049"/>
                  </a:lnTo>
                  <a:lnTo>
                    <a:pt x="287401" y="283307"/>
                  </a:lnTo>
                  <a:lnTo>
                    <a:pt x="291011" y="279449"/>
                  </a:lnTo>
                  <a:lnTo>
                    <a:pt x="294498" y="275480"/>
                  </a:lnTo>
                  <a:lnTo>
                    <a:pt x="297857" y="271402"/>
                  </a:lnTo>
                  <a:lnTo>
                    <a:pt x="301086" y="267220"/>
                  </a:lnTo>
                  <a:lnTo>
                    <a:pt x="304180" y="262938"/>
                  </a:lnTo>
                  <a:lnTo>
                    <a:pt x="307138" y="258560"/>
                  </a:lnTo>
                  <a:lnTo>
                    <a:pt x="309957" y="254091"/>
                  </a:lnTo>
                  <a:lnTo>
                    <a:pt x="312632" y="249535"/>
                  </a:lnTo>
                  <a:lnTo>
                    <a:pt x="315163" y="244897"/>
                  </a:lnTo>
                  <a:lnTo>
                    <a:pt x="317545" y="240182"/>
                  </a:lnTo>
                  <a:lnTo>
                    <a:pt x="319777" y="235393"/>
                  </a:lnTo>
                  <a:lnTo>
                    <a:pt x="321857" y="230536"/>
                  </a:lnTo>
                  <a:lnTo>
                    <a:pt x="323782" y="225616"/>
                  </a:lnTo>
                  <a:lnTo>
                    <a:pt x="325551" y="220638"/>
                  </a:lnTo>
                  <a:lnTo>
                    <a:pt x="327162" y="215606"/>
                  </a:lnTo>
                  <a:lnTo>
                    <a:pt x="328613" y="210526"/>
                  </a:lnTo>
                  <a:lnTo>
                    <a:pt x="329902" y="205402"/>
                  </a:lnTo>
                  <a:lnTo>
                    <a:pt x="331029" y="200241"/>
                  </a:lnTo>
                  <a:lnTo>
                    <a:pt x="331993" y="195046"/>
                  </a:lnTo>
                  <a:lnTo>
                    <a:pt x="332791" y="189823"/>
                  </a:lnTo>
                  <a:lnTo>
                    <a:pt x="333424" y="184578"/>
                  </a:lnTo>
                  <a:lnTo>
                    <a:pt x="333892" y="179315"/>
                  </a:lnTo>
                  <a:lnTo>
                    <a:pt x="334192" y="174040"/>
                  </a:lnTo>
                  <a:lnTo>
                    <a:pt x="334326" y="168759"/>
                  </a:lnTo>
                  <a:lnTo>
                    <a:pt x="334293" y="163476"/>
                  </a:lnTo>
                  <a:lnTo>
                    <a:pt x="334093" y="158196"/>
                  </a:lnTo>
                  <a:lnTo>
                    <a:pt x="333726" y="152925"/>
                  </a:lnTo>
                  <a:lnTo>
                    <a:pt x="333193" y="147669"/>
                  </a:lnTo>
                  <a:lnTo>
                    <a:pt x="332494" y="142432"/>
                  </a:lnTo>
                  <a:lnTo>
                    <a:pt x="331629" y="137220"/>
                  </a:lnTo>
                  <a:lnTo>
                    <a:pt x="330601" y="132038"/>
                  </a:lnTo>
                  <a:lnTo>
                    <a:pt x="329409" y="126891"/>
                  </a:lnTo>
                  <a:lnTo>
                    <a:pt x="328055" y="121784"/>
                  </a:lnTo>
                  <a:lnTo>
                    <a:pt x="326541" y="116722"/>
                  </a:lnTo>
                  <a:lnTo>
                    <a:pt x="324867" y="111711"/>
                  </a:lnTo>
                  <a:lnTo>
                    <a:pt x="323036" y="106755"/>
                  </a:lnTo>
                  <a:lnTo>
                    <a:pt x="321049" y="101860"/>
                  </a:lnTo>
                  <a:lnTo>
                    <a:pt x="318908" y="97029"/>
                  </a:lnTo>
                  <a:lnTo>
                    <a:pt x="316616" y="92269"/>
                  </a:lnTo>
                  <a:lnTo>
                    <a:pt x="314175" y="87584"/>
                  </a:lnTo>
                  <a:lnTo>
                    <a:pt x="311586" y="82978"/>
                  </a:lnTo>
                  <a:lnTo>
                    <a:pt x="308854" y="78456"/>
                  </a:lnTo>
                  <a:lnTo>
                    <a:pt x="305979" y="74023"/>
                  </a:lnTo>
                  <a:lnTo>
                    <a:pt x="302967" y="69683"/>
                  </a:lnTo>
                  <a:lnTo>
                    <a:pt x="299818" y="65440"/>
                  </a:lnTo>
                  <a:lnTo>
                    <a:pt x="296537" y="61299"/>
                  </a:lnTo>
                  <a:lnTo>
                    <a:pt x="293127" y="57263"/>
                  </a:lnTo>
                  <a:lnTo>
                    <a:pt x="289591" y="53338"/>
                  </a:lnTo>
                  <a:lnTo>
                    <a:pt x="285933" y="49526"/>
                  </a:lnTo>
                  <a:lnTo>
                    <a:pt x="282156" y="45831"/>
                  </a:lnTo>
                  <a:lnTo>
                    <a:pt x="278264" y="42258"/>
                  </a:lnTo>
                  <a:lnTo>
                    <a:pt x="274261" y="38810"/>
                  </a:lnTo>
                  <a:lnTo>
                    <a:pt x="270152" y="35490"/>
                  </a:lnTo>
                  <a:lnTo>
                    <a:pt x="265939" y="32301"/>
                  </a:lnTo>
                  <a:lnTo>
                    <a:pt x="261628" y="29247"/>
                  </a:lnTo>
                  <a:lnTo>
                    <a:pt x="257222" y="26331"/>
                  </a:lnTo>
                  <a:lnTo>
                    <a:pt x="252727" y="23555"/>
                  </a:lnTo>
                  <a:lnTo>
                    <a:pt x="248146" y="20923"/>
                  </a:lnTo>
                  <a:lnTo>
                    <a:pt x="243484" y="18437"/>
                  </a:lnTo>
                  <a:lnTo>
                    <a:pt x="238746" y="16100"/>
                  </a:lnTo>
                  <a:lnTo>
                    <a:pt x="233936" y="13913"/>
                  </a:lnTo>
                  <a:lnTo>
                    <a:pt x="229060" y="11880"/>
                  </a:lnTo>
                  <a:lnTo>
                    <a:pt x="224122" y="10001"/>
                  </a:lnTo>
                  <a:lnTo>
                    <a:pt x="219126" y="8280"/>
                  </a:lnTo>
                  <a:lnTo>
                    <a:pt x="214079" y="6717"/>
                  </a:lnTo>
                  <a:lnTo>
                    <a:pt x="208986" y="5315"/>
                  </a:lnTo>
                  <a:lnTo>
                    <a:pt x="203850" y="4074"/>
                  </a:lnTo>
                  <a:lnTo>
                    <a:pt x="198678" y="2996"/>
                  </a:lnTo>
                  <a:lnTo>
                    <a:pt x="193474" y="2083"/>
                  </a:lnTo>
                  <a:lnTo>
                    <a:pt x="188244" y="1334"/>
                  </a:lnTo>
                  <a:lnTo>
                    <a:pt x="182993" y="750"/>
                  </a:lnTo>
                  <a:lnTo>
                    <a:pt x="177726" y="333"/>
                  </a:lnTo>
                  <a:lnTo>
                    <a:pt x="172449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657580" y="2126963"/>
              <a:ext cx="123707" cy="167167"/>
            </a:xfrm>
            <a:custGeom>
              <a:avLst/>
              <a:pathLst>
                <a:path w="123707" h="167167">
                  <a:moveTo>
                    <a:pt x="123707" y="0"/>
                  </a:moveTo>
                  <a:lnTo>
                    <a:pt x="118137" y="92"/>
                  </a:lnTo>
                  <a:lnTo>
                    <a:pt x="112574" y="371"/>
                  </a:lnTo>
                  <a:lnTo>
                    <a:pt x="107022" y="834"/>
                  </a:lnTo>
                  <a:lnTo>
                    <a:pt x="101490" y="1482"/>
                  </a:lnTo>
                  <a:lnTo>
                    <a:pt x="95982" y="2315"/>
                  </a:lnTo>
                  <a:lnTo>
                    <a:pt x="90505" y="3330"/>
                  </a:lnTo>
                  <a:lnTo>
                    <a:pt x="85065" y="4527"/>
                  </a:lnTo>
                  <a:lnTo>
                    <a:pt x="79667" y="5905"/>
                  </a:lnTo>
                  <a:lnTo>
                    <a:pt x="74319" y="7462"/>
                  </a:lnTo>
                  <a:lnTo>
                    <a:pt x="69025" y="9196"/>
                  </a:lnTo>
                  <a:lnTo>
                    <a:pt x="63792" y="11105"/>
                  </a:lnTo>
                  <a:lnTo>
                    <a:pt x="58626" y="13188"/>
                  </a:lnTo>
                  <a:lnTo>
                    <a:pt x="53532" y="15442"/>
                  </a:lnTo>
                  <a:lnTo>
                    <a:pt x="48516" y="17864"/>
                  </a:lnTo>
                  <a:lnTo>
                    <a:pt x="43583" y="20452"/>
                  </a:lnTo>
                  <a:lnTo>
                    <a:pt x="38739" y="23203"/>
                  </a:lnTo>
                  <a:lnTo>
                    <a:pt x="33990" y="26114"/>
                  </a:lnTo>
                  <a:lnTo>
                    <a:pt x="29340" y="29182"/>
                  </a:lnTo>
                  <a:lnTo>
                    <a:pt x="24795" y="32403"/>
                  </a:lnTo>
                  <a:lnTo>
                    <a:pt x="20360" y="35773"/>
                  </a:lnTo>
                  <a:lnTo>
                    <a:pt x="16040" y="39289"/>
                  </a:lnTo>
                  <a:lnTo>
                    <a:pt x="11839" y="42947"/>
                  </a:lnTo>
                  <a:lnTo>
                    <a:pt x="7762" y="46744"/>
                  </a:lnTo>
                  <a:lnTo>
                    <a:pt x="3814" y="50673"/>
                  </a:lnTo>
                  <a:lnTo>
                    <a:pt x="0" y="54733"/>
                  </a:lnTo>
                  <a:lnTo>
                    <a:pt x="12370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657580" y="218169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657580" y="218169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657580" y="218169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657580" y="218169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657580" y="218169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657580" y="218169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657580" y="218169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657580" y="218169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657580" y="218169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657580" y="218169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57580" y="218169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57580" y="218169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57580" y="218169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57580" y="2181696"/>
              <a:ext cx="123707" cy="112434"/>
            </a:xfrm>
            <a:custGeom>
              <a:avLst/>
              <a:pathLst>
                <a:path w="123707" h="112434">
                  <a:moveTo>
                    <a:pt x="0" y="0"/>
                  </a:moveTo>
                  <a:lnTo>
                    <a:pt x="123707" y="1124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14125" y="2127581"/>
              <a:ext cx="334325" cy="333711"/>
            </a:xfrm>
            <a:custGeom>
              <a:avLst/>
              <a:pathLst>
                <a:path w="334325" h="333711">
                  <a:moveTo>
                    <a:pt x="43455" y="54115"/>
                  </a:moveTo>
                  <a:lnTo>
                    <a:pt x="39949" y="58097"/>
                  </a:lnTo>
                  <a:lnTo>
                    <a:pt x="36571" y="62189"/>
                  </a:lnTo>
                  <a:lnTo>
                    <a:pt x="33325" y="66386"/>
                  </a:lnTo>
                  <a:lnTo>
                    <a:pt x="30214" y="70684"/>
                  </a:lnTo>
                  <a:lnTo>
                    <a:pt x="27241" y="75078"/>
                  </a:lnTo>
                  <a:lnTo>
                    <a:pt x="24408" y="79564"/>
                  </a:lnTo>
                  <a:lnTo>
                    <a:pt x="21720" y="84138"/>
                  </a:lnTo>
                  <a:lnTo>
                    <a:pt x="19178" y="88796"/>
                  </a:lnTo>
                  <a:lnTo>
                    <a:pt x="16785" y="93531"/>
                  </a:lnTo>
                  <a:lnTo>
                    <a:pt x="14543" y="98340"/>
                  </a:lnTo>
                  <a:lnTo>
                    <a:pt x="12456" y="103218"/>
                  </a:lnTo>
                  <a:lnTo>
                    <a:pt x="10524" y="108159"/>
                  </a:lnTo>
                  <a:lnTo>
                    <a:pt x="8750" y="113159"/>
                  </a:lnTo>
                  <a:lnTo>
                    <a:pt x="7135" y="118213"/>
                  </a:lnTo>
                  <a:lnTo>
                    <a:pt x="5682" y="123316"/>
                  </a:lnTo>
                  <a:lnTo>
                    <a:pt x="4391" y="128463"/>
                  </a:lnTo>
                  <a:lnTo>
                    <a:pt x="3264" y="133647"/>
                  </a:lnTo>
                  <a:lnTo>
                    <a:pt x="2303" y="138865"/>
                  </a:lnTo>
                  <a:lnTo>
                    <a:pt x="1507" y="144111"/>
                  </a:lnTo>
                  <a:lnTo>
                    <a:pt x="879" y="149379"/>
                  </a:lnTo>
                  <a:lnTo>
                    <a:pt x="418" y="154665"/>
                  </a:lnTo>
                  <a:lnTo>
                    <a:pt x="124" y="159962"/>
                  </a:lnTo>
                  <a:lnTo>
                    <a:pt x="0" y="165267"/>
                  </a:lnTo>
                  <a:lnTo>
                    <a:pt x="43" y="170572"/>
                  </a:lnTo>
                  <a:lnTo>
                    <a:pt x="255" y="175874"/>
                  </a:lnTo>
                  <a:lnTo>
                    <a:pt x="635" y="181166"/>
                  </a:lnTo>
                  <a:lnTo>
                    <a:pt x="1183" y="186443"/>
                  </a:lnTo>
                  <a:lnTo>
                    <a:pt x="1897" y="191700"/>
                  </a:lnTo>
                  <a:lnTo>
                    <a:pt x="2779" y="196932"/>
                  </a:lnTo>
                  <a:lnTo>
                    <a:pt x="3826" y="202134"/>
                  </a:lnTo>
                  <a:lnTo>
                    <a:pt x="5037" y="207299"/>
                  </a:lnTo>
                  <a:lnTo>
                    <a:pt x="6412" y="212424"/>
                  </a:lnTo>
                  <a:lnTo>
                    <a:pt x="7949" y="217502"/>
                  </a:lnTo>
                  <a:lnTo>
                    <a:pt x="9646" y="222529"/>
                  </a:lnTo>
                  <a:lnTo>
                    <a:pt x="11502" y="227499"/>
                  </a:lnTo>
                  <a:lnTo>
                    <a:pt x="13515" y="232409"/>
                  </a:lnTo>
                  <a:lnTo>
                    <a:pt x="15682" y="237251"/>
                  </a:lnTo>
                  <a:lnTo>
                    <a:pt x="18002" y="242023"/>
                  </a:lnTo>
                  <a:lnTo>
                    <a:pt x="20472" y="246718"/>
                  </a:lnTo>
                  <a:lnTo>
                    <a:pt x="23090" y="251333"/>
                  </a:lnTo>
                  <a:lnTo>
                    <a:pt x="25854" y="255863"/>
                  </a:lnTo>
                  <a:lnTo>
                    <a:pt x="28759" y="260302"/>
                  </a:lnTo>
                  <a:lnTo>
                    <a:pt x="31804" y="264647"/>
                  </a:lnTo>
                  <a:lnTo>
                    <a:pt x="34985" y="268893"/>
                  </a:lnTo>
                  <a:lnTo>
                    <a:pt x="38300" y="273036"/>
                  </a:lnTo>
                  <a:lnTo>
                    <a:pt x="41744" y="277072"/>
                  </a:lnTo>
                  <a:lnTo>
                    <a:pt x="45315" y="280996"/>
                  </a:lnTo>
                  <a:lnTo>
                    <a:pt x="49008" y="284806"/>
                  </a:lnTo>
                  <a:lnTo>
                    <a:pt x="52820" y="288496"/>
                  </a:lnTo>
                  <a:lnTo>
                    <a:pt x="56748" y="292063"/>
                  </a:lnTo>
                  <a:lnTo>
                    <a:pt x="60787" y="295504"/>
                  </a:lnTo>
                  <a:lnTo>
                    <a:pt x="64933" y="298814"/>
                  </a:lnTo>
                  <a:lnTo>
                    <a:pt x="69182" y="301992"/>
                  </a:lnTo>
                  <a:lnTo>
                    <a:pt x="73529" y="305033"/>
                  </a:lnTo>
                  <a:lnTo>
                    <a:pt x="77971" y="307935"/>
                  </a:lnTo>
                  <a:lnTo>
                    <a:pt x="82503" y="310694"/>
                  </a:lnTo>
                  <a:lnTo>
                    <a:pt x="87120" y="313308"/>
                  </a:lnTo>
                  <a:lnTo>
                    <a:pt x="91818" y="315774"/>
                  </a:lnTo>
                  <a:lnTo>
                    <a:pt x="96591" y="318090"/>
                  </a:lnTo>
                  <a:lnTo>
                    <a:pt x="101436" y="320254"/>
                  </a:lnTo>
                  <a:lnTo>
                    <a:pt x="106347" y="322262"/>
                  </a:lnTo>
                  <a:lnTo>
                    <a:pt x="111319" y="324113"/>
                  </a:lnTo>
                  <a:lnTo>
                    <a:pt x="116347" y="325806"/>
                  </a:lnTo>
                  <a:lnTo>
                    <a:pt x="121427" y="327339"/>
                  </a:lnTo>
                  <a:lnTo>
                    <a:pt x="126553" y="328709"/>
                  </a:lnTo>
                  <a:lnTo>
                    <a:pt x="131719" y="329916"/>
                  </a:lnTo>
                  <a:lnTo>
                    <a:pt x="136921" y="330959"/>
                  </a:lnTo>
                  <a:lnTo>
                    <a:pt x="142154" y="331835"/>
                  </a:lnTo>
                  <a:lnTo>
                    <a:pt x="147412" y="332546"/>
                  </a:lnTo>
                  <a:lnTo>
                    <a:pt x="152690" y="333089"/>
                  </a:lnTo>
                  <a:lnTo>
                    <a:pt x="157982" y="333464"/>
                  </a:lnTo>
                  <a:lnTo>
                    <a:pt x="163284" y="333672"/>
                  </a:lnTo>
                  <a:lnTo>
                    <a:pt x="168589" y="333711"/>
                  </a:lnTo>
                  <a:lnTo>
                    <a:pt x="173894" y="333581"/>
                  </a:lnTo>
                  <a:lnTo>
                    <a:pt x="179191" y="333283"/>
                  </a:lnTo>
                  <a:lnTo>
                    <a:pt x="184476" y="332818"/>
                  </a:lnTo>
                  <a:lnTo>
                    <a:pt x="189744" y="332184"/>
                  </a:lnTo>
                  <a:lnTo>
                    <a:pt x="194989" y="331384"/>
                  </a:lnTo>
                  <a:lnTo>
                    <a:pt x="200206" y="330418"/>
                  </a:lnTo>
                  <a:lnTo>
                    <a:pt x="205390" y="329287"/>
                  </a:lnTo>
                  <a:lnTo>
                    <a:pt x="210535" y="327992"/>
                  </a:lnTo>
                  <a:lnTo>
                    <a:pt x="215636" y="326534"/>
                  </a:lnTo>
                  <a:lnTo>
                    <a:pt x="220689" y="324915"/>
                  </a:lnTo>
                  <a:lnTo>
                    <a:pt x="225688" y="323137"/>
                  </a:lnTo>
                  <a:lnTo>
                    <a:pt x="230628" y="321201"/>
                  </a:lnTo>
                  <a:lnTo>
                    <a:pt x="235504" y="319109"/>
                  </a:lnTo>
                  <a:lnTo>
                    <a:pt x="240311" y="316863"/>
                  </a:lnTo>
                  <a:lnTo>
                    <a:pt x="245044" y="314466"/>
                  </a:lnTo>
                  <a:lnTo>
                    <a:pt x="249699" y="311920"/>
                  </a:lnTo>
                  <a:lnTo>
                    <a:pt x="254271" y="309227"/>
                  </a:lnTo>
                  <a:lnTo>
                    <a:pt x="258755" y="306391"/>
                  </a:lnTo>
                  <a:lnTo>
                    <a:pt x="263146" y="303414"/>
                  </a:lnTo>
                  <a:lnTo>
                    <a:pt x="267441" y="300299"/>
                  </a:lnTo>
                  <a:lnTo>
                    <a:pt x="271635" y="297049"/>
                  </a:lnTo>
                  <a:lnTo>
                    <a:pt x="275724" y="293668"/>
                  </a:lnTo>
                  <a:lnTo>
                    <a:pt x="279704" y="290159"/>
                  </a:lnTo>
                  <a:lnTo>
                    <a:pt x="283570" y="286525"/>
                  </a:lnTo>
                  <a:lnTo>
                    <a:pt x="287318" y="282771"/>
                  </a:lnTo>
                  <a:lnTo>
                    <a:pt x="290946" y="278899"/>
                  </a:lnTo>
                  <a:lnTo>
                    <a:pt x="294449" y="274914"/>
                  </a:lnTo>
                  <a:lnTo>
                    <a:pt x="297824" y="270820"/>
                  </a:lnTo>
                  <a:lnTo>
                    <a:pt x="301067" y="266621"/>
                  </a:lnTo>
                  <a:lnTo>
                    <a:pt x="304176" y="262321"/>
                  </a:lnTo>
                  <a:lnTo>
                    <a:pt x="307146" y="257925"/>
                  </a:lnTo>
                  <a:lnTo>
                    <a:pt x="309975" y="253436"/>
                  </a:lnTo>
                  <a:lnTo>
                    <a:pt x="312660" y="248860"/>
                  </a:lnTo>
                  <a:lnTo>
                    <a:pt x="315199" y="244202"/>
                  </a:lnTo>
                  <a:lnTo>
                    <a:pt x="317589" y="239465"/>
                  </a:lnTo>
                  <a:lnTo>
                    <a:pt x="319827" y="234654"/>
                  </a:lnTo>
                  <a:lnTo>
                    <a:pt x="321912" y="229775"/>
                  </a:lnTo>
                  <a:lnTo>
                    <a:pt x="323840" y="224832"/>
                  </a:lnTo>
                  <a:lnTo>
                    <a:pt x="325611" y="219831"/>
                  </a:lnTo>
                  <a:lnTo>
                    <a:pt x="327222" y="214775"/>
                  </a:lnTo>
                  <a:lnTo>
                    <a:pt x="328672" y="209672"/>
                  </a:lnTo>
                  <a:lnTo>
                    <a:pt x="329959" y="204524"/>
                  </a:lnTo>
                  <a:lnTo>
                    <a:pt x="331082" y="199339"/>
                  </a:lnTo>
                  <a:lnTo>
                    <a:pt x="332040" y="194121"/>
                  </a:lnTo>
                  <a:lnTo>
                    <a:pt x="332832" y="188874"/>
                  </a:lnTo>
                  <a:lnTo>
                    <a:pt x="333457" y="183606"/>
                  </a:lnTo>
                  <a:lnTo>
                    <a:pt x="333915" y="178320"/>
                  </a:lnTo>
                  <a:lnTo>
                    <a:pt x="334204" y="173022"/>
                  </a:lnTo>
                  <a:lnTo>
                    <a:pt x="334325" y="167717"/>
                  </a:lnTo>
                  <a:lnTo>
                    <a:pt x="334278" y="162412"/>
                  </a:lnTo>
                  <a:lnTo>
                    <a:pt x="334063" y="157111"/>
                  </a:lnTo>
                  <a:lnTo>
                    <a:pt x="333679" y="151819"/>
                  </a:lnTo>
                  <a:lnTo>
                    <a:pt x="333128" y="146542"/>
                  </a:lnTo>
                  <a:lnTo>
                    <a:pt x="332409" y="141285"/>
                  </a:lnTo>
                  <a:lnTo>
                    <a:pt x="331524" y="136054"/>
                  </a:lnTo>
                  <a:lnTo>
                    <a:pt x="330474" y="130853"/>
                  </a:lnTo>
                  <a:lnTo>
                    <a:pt x="329259" y="125688"/>
                  </a:lnTo>
                  <a:lnTo>
                    <a:pt x="327880" y="120565"/>
                  </a:lnTo>
                  <a:lnTo>
                    <a:pt x="326340" y="115488"/>
                  </a:lnTo>
                  <a:lnTo>
                    <a:pt x="324640" y="110462"/>
                  </a:lnTo>
                  <a:lnTo>
                    <a:pt x="322780" y="105493"/>
                  </a:lnTo>
                  <a:lnTo>
                    <a:pt x="320764" y="100585"/>
                  </a:lnTo>
                  <a:lnTo>
                    <a:pt x="318594" y="95743"/>
                  </a:lnTo>
                  <a:lnTo>
                    <a:pt x="316270" y="90973"/>
                  </a:lnTo>
                  <a:lnTo>
                    <a:pt x="313797" y="86280"/>
                  </a:lnTo>
                  <a:lnTo>
                    <a:pt x="311176" y="81667"/>
                  </a:lnTo>
                  <a:lnTo>
                    <a:pt x="308409" y="77139"/>
                  </a:lnTo>
                  <a:lnTo>
                    <a:pt x="305501" y="72702"/>
                  </a:lnTo>
                  <a:lnTo>
                    <a:pt x="302453" y="68359"/>
                  </a:lnTo>
                  <a:lnTo>
                    <a:pt x="299269" y="64115"/>
                  </a:lnTo>
                  <a:lnTo>
                    <a:pt x="295951" y="59974"/>
                  </a:lnTo>
                  <a:lnTo>
                    <a:pt x="292504" y="55941"/>
                  </a:lnTo>
                  <a:lnTo>
                    <a:pt x="288931" y="52019"/>
                  </a:lnTo>
                  <a:lnTo>
                    <a:pt x="285235" y="48212"/>
                  </a:lnTo>
                  <a:lnTo>
                    <a:pt x="281420" y="44525"/>
                  </a:lnTo>
                  <a:lnTo>
                    <a:pt x="277490" y="40960"/>
                  </a:lnTo>
                  <a:lnTo>
                    <a:pt x="273449" y="37522"/>
                  </a:lnTo>
                  <a:lnTo>
                    <a:pt x="269301" y="34214"/>
                  </a:lnTo>
                  <a:lnTo>
                    <a:pt x="265050" y="31039"/>
                  </a:lnTo>
                  <a:lnTo>
                    <a:pt x="260700" y="28001"/>
                  </a:lnTo>
                  <a:lnTo>
                    <a:pt x="256256" y="25102"/>
                  </a:lnTo>
                  <a:lnTo>
                    <a:pt x="251723" y="22346"/>
                  </a:lnTo>
                  <a:lnTo>
                    <a:pt x="247104" y="19735"/>
                  </a:lnTo>
                  <a:lnTo>
                    <a:pt x="242404" y="17272"/>
                  </a:lnTo>
                  <a:lnTo>
                    <a:pt x="237629" y="14960"/>
                  </a:lnTo>
                  <a:lnTo>
                    <a:pt x="232783" y="12800"/>
                  </a:lnTo>
                  <a:lnTo>
                    <a:pt x="227871" y="10795"/>
                  </a:lnTo>
                  <a:lnTo>
                    <a:pt x="222897" y="8947"/>
                  </a:lnTo>
                  <a:lnTo>
                    <a:pt x="217868" y="7257"/>
                  </a:lnTo>
                  <a:lnTo>
                    <a:pt x="212787" y="5728"/>
                  </a:lnTo>
                  <a:lnTo>
                    <a:pt x="207661" y="4362"/>
                  </a:lnTo>
                  <a:lnTo>
                    <a:pt x="202493" y="3158"/>
                  </a:lnTo>
                  <a:lnTo>
                    <a:pt x="197290" y="2119"/>
                  </a:lnTo>
                  <a:lnTo>
                    <a:pt x="192057" y="1246"/>
                  </a:lnTo>
                  <a:lnTo>
                    <a:pt x="186798" y="539"/>
                  </a:lnTo>
                  <a:lnTo>
                    <a:pt x="181520" y="0"/>
                  </a:lnTo>
                  <a:lnTo>
                    <a:pt x="167162" y="1665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14358" cy="167167"/>
            </a:xfrm>
            <a:custGeom>
              <a:avLst/>
              <a:pathLst>
                <a:path w="14358" h="167167">
                  <a:moveTo>
                    <a:pt x="14358" y="61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423591" y="2633064"/>
              <a:ext cx="334324" cy="334327"/>
            </a:xfrm>
            <a:custGeom>
              <a:avLst/>
              <a:pathLst>
                <a:path w="334324" h="334327">
                  <a:moveTo>
                    <a:pt x="167157" y="0"/>
                  </a:moveTo>
                  <a:lnTo>
                    <a:pt x="161869" y="83"/>
                  </a:lnTo>
                  <a:lnTo>
                    <a:pt x="156586" y="334"/>
                  </a:lnTo>
                  <a:lnTo>
                    <a:pt x="151314" y="752"/>
                  </a:lnTo>
                  <a:lnTo>
                    <a:pt x="146058" y="1336"/>
                  </a:lnTo>
                  <a:lnTo>
                    <a:pt x="140823" y="2087"/>
                  </a:lnTo>
                  <a:lnTo>
                    <a:pt x="135614" y="3002"/>
                  </a:lnTo>
                  <a:lnTo>
                    <a:pt x="130437" y="4082"/>
                  </a:lnTo>
                  <a:lnTo>
                    <a:pt x="125297" y="5325"/>
                  </a:lnTo>
                  <a:lnTo>
                    <a:pt x="120198" y="6730"/>
                  </a:lnTo>
                  <a:lnTo>
                    <a:pt x="115147" y="8296"/>
                  </a:lnTo>
                  <a:lnTo>
                    <a:pt x="110148" y="10021"/>
                  </a:lnTo>
                  <a:lnTo>
                    <a:pt x="105205" y="11903"/>
                  </a:lnTo>
                  <a:lnTo>
                    <a:pt x="100325" y="13940"/>
                  </a:lnTo>
                  <a:lnTo>
                    <a:pt x="95511" y="16131"/>
                  </a:lnTo>
                  <a:lnTo>
                    <a:pt x="90770" y="18473"/>
                  </a:lnTo>
                  <a:lnTo>
                    <a:pt x="86104" y="20963"/>
                  </a:lnTo>
                  <a:lnTo>
                    <a:pt x="81520" y="23600"/>
                  </a:lnTo>
                  <a:lnTo>
                    <a:pt x="77022" y="26381"/>
                  </a:lnTo>
                  <a:lnTo>
                    <a:pt x="72613" y="29303"/>
                  </a:lnTo>
                  <a:lnTo>
                    <a:pt x="68300" y="32362"/>
                  </a:lnTo>
                  <a:lnTo>
                    <a:pt x="64085" y="35557"/>
                  </a:lnTo>
                  <a:lnTo>
                    <a:pt x="59973" y="38883"/>
                  </a:lnTo>
                  <a:lnTo>
                    <a:pt x="55969" y="42338"/>
                  </a:lnTo>
                  <a:lnTo>
                    <a:pt x="52076" y="45917"/>
                  </a:lnTo>
                  <a:lnTo>
                    <a:pt x="48298" y="49618"/>
                  </a:lnTo>
                  <a:lnTo>
                    <a:pt x="44640" y="53437"/>
                  </a:lnTo>
                  <a:lnTo>
                    <a:pt x="41103" y="57369"/>
                  </a:lnTo>
                  <a:lnTo>
                    <a:pt x="37693" y="61412"/>
                  </a:lnTo>
                  <a:lnTo>
                    <a:pt x="34413" y="65560"/>
                  </a:lnTo>
                  <a:lnTo>
                    <a:pt x="31265" y="69810"/>
                  </a:lnTo>
                  <a:lnTo>
                    <a:pt x="28254" y="74157"/>
                  </a:lnTo>
                  <a:lnTo>
                    <a:pt x="25381" y="78597"/>
                  </a:lnTo>
                  <a:lnTo>
                    <a:pt x="22650" y="83126"/>
                  </a:lnTo>
                  <a:lnTo>
                    <a:pt x="20064" y="87739"/>
                  </a:lnTo>
                  <a:lnTo>
                    <a:pt x="17625" y="92432"/>
                  </a:lnTo>
                  <a:lnTo>
                    <a:pt x="15336" y="97199"/>
                  </a:lnTo>
                  <a:lnTo>
                    <a:pt x="13199" y="102037"/>
                  </a:lnTo>
                  <a:lnTo>
                    <a:pt x="11216" y="106939"/>
                  </a:lnTo>
                  <a:lnTo>
                    <a:pt x="9389" y="111902"/>
                  </a:lnTo>
                  <a:lnTo>
                    <a:pt x="7719" y="116921"/>
                  </a:lnTo>
                  <a:lnTo>
                    <a:pt x="6210" y="121989"/>
                  </a:lnTo>
                  <a:lnTo>
                    <a:pt x="4861" y="127103"/>
                  </a:lnTo>
                  <a:lnTo>
                    <a:pt x="3675" y="132257"/>
                  </a:lnTo>
                  <a:lnTo>
                    <a:pt x="2653" y="137445"/>
                  </a:lnTo>
                  <a:lnTo>
                    <a:pt x="1795" y="142664"/>
                  </a:lnTo>
                  <a:lnTo>
                    <a:pt x="1102" y="147907"/>
                  </a:lnTo>
                  <a:lnTo>
                    <a:pt x="576" y="153169"/>
                  </a:lnTo>
                  <a:lnTo>
                    <a:pt x="217" y="158446"/>
                  </a:lnTo>
                  <a:lnTo>
                    <a:pt x="25" y="163731"/>
                  </a:lnTo>
                  <a:lnTo>
                    <a:pt x="0" y="169019"/>
                  </a:lnTo>
                  <a:lnTo>
                    <a:pt x="142" y="174306"/>
                  </a:lnTo>
                  <a:lnTo>
                    <a:pt x="451" y="179585"/>
                  </a:lnTo>
                  <a:lnTo>
                    <a:pt x="927" y="184852"/>
                  </a:lnTo>
                  <a:lnTo>
                    <a:pt x="1570" y="190102"/>
                  </a:lnTo>
                  <a:lnTo>
                    <a:pt x="2378" y="195328"/>
                  </a:lnTo>
                  <a:lnTo>
                    <a:pt x="3352" y="200526"/>
                  </a:lnTo>
                  <a:lnTo>
                    <a:pt x="4489" y="205691"/>
                  </a:lnTo>
                  <a:lnTo>
                    <a:pt x="5789" y="210817"/>
                  </a:lnTo>
                  <a:lnTo>
                    <a:pt x="7250" y="215900"/>
                  </a:lnTo>
                  <a:lnTo>
                    <a:pt x="8872" y="220934"/>
                  </a:lnTo>
                  <a:lnTo>
                    <a:pt x="10652" y="225914"/>
                  </a:lnTo>
                  <a:lnTo>
                    <a:pt x="12588" y="230835"/>
                  </a:lnTo>
                  <a:lnTo>
                    <a:pt x="14680" y="235692"/>
                  </a:lnTo>
                  <a:lnTo>
                    <a:pt x="16924" y="240481"/>
                  </a:lnTo>
                  <a:lnTo>
                    <a:pt x="19318" y="245197"/>
                  </a:lnTo>
                  <a:lnTo>
                    <a:pt x="21860" y="249834"/>
                  </a:lnTo>
                  <a:lnTo>
                    <a:pt x="24548" y="254389"/>
                  </a:lnTo>
                  <a:lnTo>
                    <a:pt x="27378" y="258856"/>
                  </a:lnTo>
                  <a:lnTo>
                    <a:pt x="30349" y="263232"/>
                  </a:lnTo>
                  <a:lnTo>
                    <a:pt x="33456" y="267511"/>
                  </a:lnTo>
                  <a:lnTo>
                    <a:pt x="36697" y="271690"/>
                  </a:lnTo>
                  <a:lnTo>
                    <a:pt x="40068" y="275765"/>
                  </a:lnTo>
                  <a:lnTo>
                    <a:pt x="43567" y="279731"/>
                  </a:lnTo>
                  <a:lnTo>
                    <a:pt x="47190" y="283584"/>
                  </a:lnTo>
                  <a:lnTo>
                    <a:pt x="50932" y="287320"/>
                  </a:lnTo>
                  <a:lnTo>
                    <a:pt x="54791" y="290937"/>
                  </a:lnTo>
                  <a:lnTo>
                    <a:pt x="58762" y="294429"/>
                  </a:lnTo>
                  <a:lnTo>
                    <a:pt x="62842" y="297794"/>
                  </a:lnTo>
                  <a:lnTo>
                    <a:pt x="67026" y="301028"/>
                  </a:lnTo>
                  <a:lnTo>
                    <a:pt x="71311" y="304129"/>
                  </a:lnTo>
                  <a:lnTo>
                    <a:pt x="75691" y="307092"/>
                  </a:lnTo>
                  <a:lnTo>
                    <a:pt x="80163" y="309915"/>
                  </a:lnTo>
                  <a:lnTo>
                    <a:pt x="84722" y="312596"/>
                  </a:lnTo>
                  <a:lnTo>
                    <a:pt x="89364" y="315130"/>
                  </a:lnTo>
                  <a:lnTo>
                    <a:pt x="94083" y="317517"/>
                  </a:lnTo>
                  <a:lnTo>
                    <a:pt x="98875" y="319753"/>
                  </a:lnTo>
                  <a:lnTo>
                    <a:pt x="103736" y="321837"/>
                  </a:lnTo>
                  <a:lnTo>
                    <a:pt x="108661" y="323766"/>
                  </a:lnTo>
                  <a:lnTo>
                    <a:pt x="113643" y="325538"/>
                  </a:lnTo>
                  <a:lnTo>
                    <a:pt x="118680" y="327151"/>
                  </a:lnTo>
                  <a:lnTo>
                    <a:pt x="123765" y="328605"/>
                  </a:lnTo>
                  <a:lnTo>
                    <a:pt x="128893" y="329896"/>
                  </a:lnTo>
                  <a:lnTo>
                    <a:pt x="134060" y="331025"/>
                  </a:lnTo>
                  <a:lnTo>
                    <a:pt x="139260" y="331990"/>
                  </a:lnTo>
                  <a:lnTo>
                    <a:pt x="144487" y="332790"/>
                  </a:lnTo>
                  <a:lnTo>
                    <a:pt x="149738" y="333424"/>
                  </a:lnTo>
                  <a:lnTo>
                    <a:pt x="155005" y="333892"/>
                  </a:lnTo>
                  <a:lnTo>
                    <a:pt x="160285" y="334193"/>
                  </a:lnTo>
                  <a:lnTo>
                    <a:pt x="165572" y="334327"/>
                  </a:lnTo>
                  <a:lnTo>
                    <a:pt x="170861" y="334293"/>
                  </a:lnTo>
                  <a:lnTo>
                    <a:pt x="176145" y="334093"/>
                  </a:lnTo>
                  <a:lnTo>
                    <a:pt x="181421" y="333725"/>
                  </a:lnTo>
                  <a:lnTo>
                    <a:pt x="186683" y="333190"/>
                  </a:lnTo>
                  <a:lnTo>
                    <a:pt x="191924" y="332489"/>
                  </a:lnTo>
                  <a:lnTo>
                    <a:pt x="197142" y="331623"/>
                  </a:lnTo>
                  <a:lnTo>
                    <a:pt x="202329" y="330592"/>
                  </a:lnTo>
                  <a:lnTo>
                    <a:pt x="207481" y="329398"/>
                  </a:lnTo>
                  <a:lnTo>
                    <a:pt x="212592" y="328041"/>
                  </a:lnTo>
                  <a:lnTo>
                    <a:pt x="217658" y="326524"/>
                  </a:lnTo>
                  <a:lnTo>
                    <a:pt x="222674" y="324846"/>
                  </a:lnTo>
                  <a:lnTo>
                    <a:pt x="227634" y="323011"/>
                  </a:lnTo>
                  <a:lnTo>
                    <a:pt x="232533" y="321020"/>
                  </a:lnTo>
                  <a:lnTo>
                    <a:pt x="237367" y="318875"/>
                  </a:lnTo>
                  <a:lnTo>
                    <a:pt x="242131" y="316578"/>
                  </a:lnTo>
                  <a:lnTo>
                    <a:pt x="246820" y="314132"/>
                  </a:lnTo>
                  <a:lnTo>
                    <a:pt x="251429" y="311539"/>
                  </a:lnTo>
                  <a:lnTo>
                    <a:pt x="255953" y="308801"/>
                  </a:lnTo>
                  <a:lnTo>
                    <a:pt x="260389" y="305921"/>
                  </a:lnTo>
                  <a:lnTo>
                    <a:pt x="264731" y="302902"/>
                  </a:lnTo>
                  <a:lnTo>
                    <a:pt x="268976" y="299748"/>
                  </a:lnTo>
                  <a:lnTo>
                    <a:pt x="273119" y="296461"/>
                  </a:lnTo>
                  <a:lnTo>
                    <a:pt x="277156" y="293044"/>
                  </a:lnTo>
                  <a:lnTo>
                    <a:pt x="281083" y="289502"/>
                  </a:lnTo>
                  <a:lnTo>
                    <a:pt x="284895" y="285837"/>
                  </a:lnTo>
                  <a:lnTo>
                    <a:pt x="288590" y="282053"/>
                  </a:lnTo>
                  <a:lnTo>
                    <a:pt x="292164" y="278154"/>
                  </a:lnTo>
                  <a:lnTo>
                    <a:pt x="295612" y="274145"/>
                  </a:lnTo>
                  <a:lnTo>
                    <a:pt x="298932" y="270028"/>
                  </a:lnTo>
                  <a:lnTo>
                    <a:pt x="302119" y="265808"/>
                  </a:lnTo>
                  <a:lnTo>
                    <a:pt x="305172" y="261489"/>
                  </a:lnTo>
                  <a:lnTo>
                    <a:pt x="308087" y="257076"/>
                  </a:lnTo>
                  <a:lnTo>
                    <a:pt x="310860" y="252574"/>
                  </a:lnTo>
                  <a:lnTo>
                    <a:pt x="313490" y="247985"/>
                  </a:lnTo>
                  <a:lnTo>
                    <a:pt x="315973" y="243316"/>
                  </a:lnTo>
                  <a:lnTo>
                    <a:pt x="318307" y="238570"/>
                  </a:lnTo>
                  <a:lnTo>
                    <a:pt x="320490" y="233753"/>
                  </a:lnTo>
                  <a:lnTo>
                    <a:pt x="322520" y="228870"/>
                  </a:lnTo>
                  <a:lnTo>
                    <a:pt x="324394" y="223924"/>
                  </a:lnTo>
                  <a:lnTo>
                    <a:pt x="326111" y="218922"/>
                  </a:lnTo>
                  <a:lnTo>
                    <a:pt x="327668" y="213868"/>
                  </a:lnTo>
                  <a:lnTo>
                    <a:pt x="329065" y="208768"/>
                  </a:lnTo>
                  <a:lnTo>
                    <a:pt x="330300" y="203625"/>
                  </a:lnTo>
                  <a:lnTo>
                    <a:pt x="331372" y="198446"/>
                  </a:lnTo>
                  <a:lnTo>
                    <a:pt x="332279" y="193236"/>
                  </a:lnTo>
                  <a:lnTo>
                    <a:pt x="333021" y="188000"/>
                  </a:lnTo>
                  <a:lnTo>
                    <a:pt x="333597" y="182743"/>
                  </a:lnTo>
                  <a:lnTo>
                    <a:pt x="334006" y="177470"/>
                  </a:lnTo>
                  <a:lnTo>
                    <a:pt x="334249" y="172187"/>
                  </a:lnTo>
                  <a:lnTo>
                    <a:pt x="334324" y="166899"/>
                  </a:lnTo>
                  <a:lnTo>
                    <a:pt x="334232" y="161612"/>
                  </a:lnTo>
                  <a:lnTo>
                    <a:pt x="333972" y="156329"/>
                  </a:lnTo>
                  <a:lnTo>
                    <a:pt x="333546" y="151058"/>
                  </a:lnTo>
                  <a:lnTo>
                    <a:pt x="332953" y="145803"/>
                  </a:lnTo>
                  <a:lnTo>
                    <a:pt x="332195" y="140569"/>
                  </a:lnTo>
                  <a:lnTo>
                    <a:pt x="331271" y="135362"/>
                  </a:lnTo>
                  <a:lnTo>
                    <a:pt x="330182" y="130186"/>
                  </a:lnTo>
                  <a:lnTo>
                    <a:pt x="328931" y="125048"/>
                  </a:lnTo>
                  <a:lnTo>
                    <a:pt x="327518" y="119952"/>
                  </a:lnTo>
                  <a:lnTo>
                    <a:pt x="325944" y="114903"/>
                  </a:lnTo>
                  <a:lnTo>
                    <a:pt x="324211" y="109906"/>
                  </a:lnTo>
                  <a:lnTo>
                    <a:pt x="322321" y="104967"/>
                  </a:lnTo>
                  <a:lnTo>
                    <a:pt x="320276" y="100090"/>
                  </a:lnTo>
                  <a:lnTo>
                    <a:pt x="318078" y="95280"/>
                  </a:lnTo>
                  <a:lnTo>
                    <a:pt x="315728" y="90542"/>
                  </a:lnTo>
                  <a:lnTo>
                    <a:pt x="313230" y="85881"/>
                  </a:lnTo>
                  <a:lnTo>
                    <a:pt x="310586" y="81301"/>
                  </a:lnTo>
                  <a:lnTo>
                    <a:pt x="307798" y="76807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90748" y="2709871"/>
              <a:ext cx="140641" cy="90360"/>
            </a:xfrm>
            <a:custGeom>
              <a:avLst/>
              <a:pathLst>
                <a:path w="140641" h="90360">
                  <a:moveTo>
                    <a:pt x="140641" y="0"/>
                  </a:moveTo>
                  <a:lnTo>
                    <a:pt x="0" y="903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90748" y="2709871"/>
              <a:ext cx="140641" cy="90360"/>
            </a:xfrm>
            <a:custGeom>
              <a:avLst/>
              <a:pathLst>
                <a:path w="140641" h="90360">
                  <a:moveTo>
                    <a:pt x="140641" y="0"/>
                  </a:moveTo>
                  <a:lnTo>
                    <a:pt x="0" y="903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90748" y="2709871"/>
              <a:ext cx="140641" cy="90360"/>
            </a:xfrm>
            <a:custGeom>
              <a:avLst/>
              <a:pathLst>
                <a:path w="140641" h="90360">
                  <a:moveTo>
                    <a:pt x="140641" y="0"/>
                  </a:moveTo>
                  <a:lnTo>
                    <a:pt x="0" y="903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90748" y="2709871"/>
              <a:ext cx="140641" cy="90360"/>
            </a:xfrm>
            <a:custGeom>
              <a:avLst/>
              <a:pathLst>
                <a:path w="140641" h="90360">
                  <a:moveTo>
                    <a:pt x="140641" y="0"/>
                  </a:moveTo>
                  <a:lnTo>
                    <a:pt x="0" y="903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90748" y="2709871"/>
              <a:ext cx="140641" cy="90360"/>
            </a:xfrm>
            <a:custGeom>
              <a:avLst/>
              <a:pathLst>
                <a:path w="140641" h="90360">
                  <a:moveTo>
                    <a:pt x="140641" y="0"/>
                  </a:moveTo>
                  <a:lnTo>
                    <a:pt x="0" y="903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90748" y="2709871"/>
              <a:ext cx="140641" cy="90360"/>
            </a:xfrm>
            <a:custGeom>
              <a:avLst/>
              <a:pathLst>
                <a:path w="140641" h="90360">
                  <a:moveTo>
                    <a:pt x="140641" y="0"/>
                  </a:moveTo>
                  <a:lnTo>
                    <a:pt x="0" y="903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709871"/>
              <a:ext cx="140641" cy="90360"/>
            </a:xfrm>
            <a:custGeom>
              <a:avLst/>
              <a:pathLst>
                <a:path w="140641" h="90360">
                  <a:moveTo>
                    <a:pt x="140641" y="0"/>
                  </a:moveTo>
                  <a:lnTo>
                    <a:pt x="0" y="903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709871"/>
              <a:ext cx="140641" cy="90360"/>
            </a:xfrm>
            <a:custGeom>
              <a:avLst/>
              <a:pathLst>
                <a:path w="140641" h="90360">
                  <a:moveTo>
                    <a:pt x="140641" y="0"/>
                  </a:moveTo>
                  <a:lnTo>
                    <a:pt x="0" y="903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709871"/>
              <a:ext cx="140641" cy="90360"/>
            </a:xfrm>
            <a:custGeom>
              <a:avLst/>
              <a:pathLst>
                <a:path w="140641" h="90360">
                  <a:moveTo>
                    <a:pt x="140641" y="0"/>
                  </a:moveTo>
                  <a:lnTo>
                    <a:pt x="0" y="903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709871"/>
              <a:ext cx="140641" cy="90360"/>
            </a:xfrm>
            <a:custGeom>
              <a:avLst/>
              <a:pathLst>
                <a:path w="140641" h="90360">
                  <a:moveTo>
                    <a:pt x="140641" y="0"/>
                  </a:moveTo>
                  <a:lnTo>
                    <a:pt x="0" y="903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709871"/>
              <a:ext cx="140641" cy="90360"/>
            </a:xfrm>
            <a:custGeom>
              <a:avLst/>
              <a:pathLst>
                <a:path w="140641" h="90360">
                  <a:moveTo>
                    <a:pt x="140641" y="0"/>
                  </a:moveTo>
                  <a:lnTo>
                    <a:pt x="0" y="903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709871"/>
              <a:ext cx="140641" cy="90360"/>
            </a:xfrm>
            <a:custGeom>
              <a:avLst/>
              <a:pathLst>
                <a:path w="140641" h="90360">
                  <a:moveTo>
                    <a:pt x="140641" y="0"/>
                  </a:moveTo>
                  <a:lnTo>
                    <a:pt x="0" y="903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709871"/>
              <a:ext cx="140641" cy="90360"/>
            </a:xfrm>
            <a:custGeom>
              <a:avLst/>
              <a:pathLst>
                <a:path w="140641" h="90360">
                  <a:moveTo>
                    <a:pt x="140641" y="0"/>
                  </a:moveTo>
                  <a:lnTo>
                    <a:pt x="0" y="903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41681"/>
              <a:ext cx="140641" cy="158549"/>
            </a:xfrm>
            <a:custGeom>
              <a:avLst/>
              <a:pathLst>
                <a:path w="140641" h="158549">
                  <a:moveTo>
                    <a:pt x="140641" y="68189"/>
                  </a:moveTo>
                  <a:lnTo>
                    <a:pt x="137501" y="63479"/>
                  </a:lnTo>
                  <a:lnTo>
                    <a:pt x="134204" y="58879"/>
                  </a:lnTo>
                  <a:lnTo>
                    <a:pt x="130752" y="54392"/>
                  </a:lnTo>
                  <a:lnTo>
                    <a:pt x="127151" y="50025"/>
                  </a:lnTo>
                  <a:lnTo>
                    <a:pt x="123404" y="45783"/>
                  </a:lnTo>
                  <a:lnTo>
                    <a:pt x="119516" y="41670"/>
                  </a:lnTo>
                  <a:lnTo>
                    <a:pt x="115490" y="37691"/>
                  </a:lnTo>
                  <a:lnTo>
                    <a:pt x="111332" y="33850"/>
                  </a:lnTo>
                  <a:lnTo>
                    <a:pt x="107047" y="30152"/>
                  </a:lnTo>
                  <a:lnTo>
                    <a:pt x="102639" y="26602"/>
                  </a:lnTo>
                  <a:lnTo>
                    <a:pt x="98113" y="23202"/>
                  </a:lnTo>
                  <a:lnTo>
                    <a:pt x="93474" y="19958"/>
                  </a:lnTo>
                  <a:lnTo>
                    <a:pt x="88729" y="16873"/>
                  </a:lnTo>
                  <a:lnTo>
                    <a:pt x="83881" y="13951"/>
                  </a:lnTo>
                  <a:lnTo>
                    <a:pt x="78938" y="11194"/>
                  </a:lnTo>
                  <a:lnTo>
                    <a:pt x="73904" y="8606"/>
                  </a:lnTo>
                  <a:lnTo>
                    <a:pt x="68785" y="6190"/>
                  </a:lnTo>
                  <a:lnTo>
                    <a:pt x="63588" y="3948"/>
                  </a:lnTo>
                  <a:lnTo>
                    <a:pt x="58317" y="1884"/>
                  </a:lnTo>
                  <a:lnTo>
                    <a:pt x="52980" y="0"/>
                  </a:lnTo>
                  <a:lnTo>
                    <a:pt x="0" y="1585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52980" cy="167167"/>
            </a:xfrm>
            <a:custGeom>
              <a:avLst/>
              <a:pathLst>
                <a:path w="52980" h="167167">
                  <a:moveTo>
                    <a:pt x="52980" y="8617"/>
                  </a:moveTo>
                  <a:lnTo>
                    <a:pt x="47266" y="6821"/>
                  </a:lnTo>
                  <a:lnTo>
                    <a:pt x="41491" y="5231"/>
                  </a:lnTo>
                  <a:lnTo>
                    <a:pt x="35663" y="3848"/>
                  </a:lnTo>
                  <a:lnTo>
                    <a:pt x="29789" y="2675"/>
                  </a:lnTo>
                  <a:lnTo>
                    <a:pt x="23877" y="1714"/>
                  </a:lnTo>
                  <a:lnTo>
                    <a:pt x="17935" y="964"/>
                  </a:lnTo>
                  <a:lnTo>
                    <a:pt x="11969" y="429"/>
                  </a:lnTo>
                  <a:lnTo>
                    <a:pt x="5988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358832" y="3170392"/>
              <a:ext cx="334300" cy="334334"/>
            </a:xfrm>
            <a:custGeom>
              <a:avLst/>
              <a:pathLst>
                <a:path w="334300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49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5" y="3024"/>
                  </a:lnTo>
                  <a:lnTo>
                    <a:pt x="130300" y="4111"/>
                  </a:lnTo>
                  <a:lnTo>
                    <a:pt x="125143" y="5363"/>
                  </a:lnTo>
                  <a:lnTo>
                    <a:pt x="120028" y="6778"/>
                  </a:lnTo>
                  <a:lnTo>
                    <a:pt x="114960" y="8355"/>
                  </a:lnTo>
                  <a:lnTo>
                    <a:pt x="109945" y="10091"/>
                  </a:lnTo>
                  <a:lnTo>
                    <a:pt x="104987" y="11986"/>
                  </a:lnTo>
                  <a:lnTo>
                    <a:pt x="100093" y="14038"/>
                  </a:lnTo>
                  <a:lnTo>
                    <a:pt x="95265" y="16244"/>
                  </a:lnTo>
                  <a:lnTo>
                    <a:pt x="90511" y="18602"/>
                  </a:lnTo>
                  <a:lnTo>
                    <a:pt x="85833" y="21109"/>
                  </a:lnTo>
                  <a:lnTo>
                    <a:pt x="81238" y="23764"/>
                  </a:lnTo>
                  <a:lnTo>
                    <a:pt x="76729" y="26564"/>
                  </a:lnTo>
                  <a:lnTo>
                    <a:pt x="72311" y="29505"/>
                  </a:lnTo>
                  <a:lnTo>
                    <a:pt x="67989" y="32585"/>
                  </a:lnTo>
                  <a:lnTo>
                    <a:pt x="63766" y="35800"/>
                  </a:lnTo>
                  <a:lnTo>
                    <a:pt x="59648" y="39148"/>
                  </a:lnTo>
                  <a:lnTo>
                    <a:pt x="55639" y="42625"/>
                  </a:lnTo>
                  <a:lnTo>
                    <a:pt x="51741" y="46228"/>
                  </a:lnTo>
                  <a:lnTo>
                    <a:pt x="47960" y="49952"/>
                  </a:lnTo>
                  <a:lnTo>
                    <a:pt x="44300" y="53795"/>
                  </a:lnTo>
                  <a:lnTo>
                    <a:pt x="40763" y="57752"/>
                  </a:lnTo>
                  <a:lnTo>
                    <a:pt x="37353" y="61819"/>
                  </a:lnTo>
                  <a:lnTo>
                    <a:pt x="34074" y="65992"/>
                  </a:lnTo>
                  <a:lnTo>
                    <a:pt x="30930" y="70268"/>
                  </a:lnTo>
                  <a:lnTo>
                    <a:pt x="27922" y="74641"/>
                  </a:lnTo>
                  <a:lnTo>
                    <a:pt x="25055" y="79107"/>
                  </a:lnTo>
                  <a:lnTo>
                    <a:pt x="22331" y="83662"/>
                  </a:lnTo>
                  <a:lnTo>
                    <a:pt x="19754" y="88301"/>
                  </a:lnTo>
                  <a:lnTo>
                    <a:pt x="17324" y="93020"/>
                  </a:lnTo>
                  <a:lnTo>
                    <a:pt x="15046" y="97813"/>
                  </a:lnTo>
                  <a:lnTo>
                    <a:pt x="12921" y="102677"/>
                  </a:lnTo>
                  <a:lnTo>
                    <a:pt x="10952" y="107605"/>
                  </a:lnTo>
                  <a:lnTo>
                    <a:pt x="9140" y="112593"/>
                  </a:lnTo>
                  <a:lnTo>
                    <a:pt x="7487" y="117637"/>
                  </a:lnTo>
                  <a:lnTo>
                    <a:pt x="5995" y="122730"/>
                  </a:lnTo>
                  <a:lnTo>
                    <a:pt x="4666" y="127868"/>
                  </a:lnTo>
                  <a:lnTo>
                    <a:pt x="3500" y="133046"/>
                  </a:lnTo>
                  <a:lnTo>
                    <a:pt x="2499" y="138258"/>
                  </a:lnTo>
                  <a:lnTo>
                    <a:pt x="1664" y="143499"/>
                  </a:lnTo>
                  <a:lnTo>
                    <a:pt x="997" y="148764"/>
                  </a:lnTo>
                  <a:lnTo>
                    <a:pt x="496" y="154048"/>
                  </a:lnTo>
                  <a:lnTo>
                    <a:pt x="164" y="159345"/>
                  </a:lnTo>
                  <a:lnTo>
                    <a:pt x="0" y="164650"/>
                  </a:lnTo>
                  <a:lnTo>
                    <a:pt x="4" y="169957"/>
                  </a:lnTo>
                  <a:lnTo>
                    <a:pt x="177" y="175261"/>
                  </a:lnTo>
                  <a:lnTo>
                    <a:pt x="518" y="180558"/>
                  </a:lnTo>
                  <a:lnTo>
                    <a:pt x="1027" y="185840"/>
                  </a:lnTo>
                  <a:lnTo>
                    <a:pt x="1703" y="191104"/>
                  </a:lnTo>
                  <a:lnTo>
                    <a:pt x="2547" y="196344"/>
                  </a:lnTo>
                  <a:lnTo>
                    <a:pt x="3556" y="201555"/>
                  </a:lnTo>
                  <a:lnTo>
                    <a:pt x="4730" y="206731"/>
                  </a:lnTo>
                  <a:lnTo>
                    <a:pt x="6068" y="211867"/>
                  </a:lnTo>
                  <a:lnTo>
                    <a:pt x="7568" y="216957"/>
                  </a:lnTo>
                  <a:lnTo>
                    <a:pt x="9229" y="221998"/>
                  </a:lnTo>
                  <a:lnTo>
                    <a:pt x="11049" y="226984"/>
                  </a:lnTo>
                  <a:lnTo>
                    <a:pt x="13026" y="231909"/>
                  </a:lnTo>
                  <a:lnTo>
                    <a:pt x="15159" y="236769"/>
                  </a:lnTo>
                  <a:lnTo>
                    <a:pt x="17445" y="241558"/>
                  </a:lnTo>
                  <a:lnTo>
                    <a:pt x="19882" y="246273"/>
                  </a:lnTo>
                  <a:lnTo>
                    <a:pt x="22468" y="250908"/>
                  </a:lnTo>
                  <a:lnTo>
                    <a:pt x="25199" y="255459"/>
                  </a:lnTo>
                  <a:lnTo>
                    <a:pt x="28073" y="259920"/>
                  </a:lnTo>
                  <a:lnTo>
                    <a:pt x="31088" y="264288"/>
                  </a:lnTo>
                  <a:lnTo>
                    <a:pt x="34239" y="268558"/>
                  </a:lnTo>
                  <a:lnTo>
                    <a:pt x="37525" y="272726"/>
                  </a:lnTo>
                  <a:lnTo>
                    <a:pt x="40941" y="276788"/>
                  </a:lnTo>
                  <a:lnTo>
                    <a:pt x="44485" y="280739"/>
                  </a:lnTo>
                  <a:lnTo>
                    <a:pt x="48152" y="284576"/>
                  </a:lnTo>
                  <a:lnTo>
                    <a:pt x="51939" y="288294"/>
                  </a:lnTo>
                  <a:lnTo>
                    <a:pt x="55842" y="291890"/>
                  </a:lnTo>
                  <a:lnTo>
                    <a:pt x="59857" y="295361"/>
                  </a:lnTo>
                  <a:lnTo>
                    <a:pt x="63981" y="298702"/>
                  </a:lnTo>
                  <a:lnTo>
                    <a:pt x="68208" y="301911"/>
                  </a:lnTo>
                  <a:lnTo>
                    <a:pt x="72535" y="304984"/>
                  </a:lnTo>
                  <a:lnTo>
                    <a:pt x="76958" y="307918"/>
                  </a:lnTo>
                  <a:lnTo>
                    <a:pt x="81472" y="310710"/>
                  </a:lnTo>
                  <a:lnTo>
                    <a:pt x="86071" y="313357"/>
                  </a:lnTo>
                  <a:lnTo>
                    <a:pt x="90753" y="315857"/>
                  </a:lnTo>
                  <a:lnTo>
                    <a:pt x="95512" y="318207"/>
                  </a:lnTo>
                  <a:lnTo>
                    <a:pt x="100342" y="320405"/>
                  </a:lnTo>
                  <a:lnTo>
                    <a:pt x="105240" y="322449"/>
                  </a:lnTo>
                  <a:lnTo>
                    <a:pt x="110201" y="324336"/>
                  </a:lnTo>
                  <a:lnTo>
                    <a:pt x="115219" y="326064"/>
                  </a:lnTo>
                  <a:lnTo>
                    <a:pt x="120289" y="327633"/>
                  </a:lnTo>
                  <a:lnTo>
                    <a:pt x="125407" y="329039"/>
                  </a:lnTo>
                  <a:lnTo>
                    <a:pt x="130566" y="330283"/>
                  </a:lnTo>
                  <a:lnTo>
                    <a:pt x="135763" y="331362"/>
                  </a:lnTo>
                  <a:lnTo>
                    <a:pt x="140991" y="332275"/>
                  </a:lnTo>
                  <a:lnTo>
                    <a:pt x="146245" y="333022"/>
                  </a:lnTo>
                  <a:lnTo>
                    <a:pt x="151521" y="333602"/>
                  </a:lnTo>
                  <a:lnTo>
                    <a:pt x="156812" y="334015"/>
                  </a:lnTo>
                  <a:lnTo>
                    <a:pt x="162114" y="334259"/>
                  </a:lnTo>
                  <a:lnTo>
                    <a:pt x="167420" y="334334"/>
                  </a:lnTo>
                  <a:lnTo>
                    <a:pt x="172727" y="334241"/>
                  </a:lnTo>
                  <a:lnTo>
                    <a:pt x="178028" y="333980"/>
                  </a:lnTo>
                  <a:lnTo>
                    <a:pt x="183318" y="333551"/>
                  </a:lnTo>
                  <a:lnTo>
                    <a:pt x="188591" y="332953"/>
                  </a:lnTo>
                  <a:lnTo>
                    <a:pt x="193843" y="332189"/>
                  </a:lnTo>
                  <a:lnTo>
                    <a:pt x="199068" y="331259"/>
                  </a:lnTo>
                  <a:lnTo>
                    <a:pt x="204261" y="330163"/>
                  </a:lnTo>
                  <a:lnTo>
                    <a:pt x="209417" y="328902"/>
                  </a:lnTo>
                  <a:lnTo>
                    <a:pt x="214530" y="327479"/>
                  </a:lnTo>
                  <a:lnTo>
                    <a:pt x="219595" y="325894"/>
                  </a:lnTo>
                  <a:lnTo>
                    <a:pt x="224607" y="324149"/>
                  </a:lnTo>
                  <a:lnTo>
                    <a:pt x="229561" y="322246"/>
                  </a:lnTo>
                  <a:lnTo>
                    <a:pt x="234453" y="320187"/>
                  </a:lnTo>
                  <a:lnTo>
                    <a:pt x="239276" y="317973"/>
                  </a:lnTo>
                  <a:lnTo>
                    <a:pt x="244027" y="315607"/>
                  </a:lnTo>
                  <a:lnTo>
                    <a:pt x="248701" y="313092"/>
                  </a:lnTo>
                  <a:lnTo>
                    <a:pt x="253292" y="310430"/>
                  </a:lnTo>
                  <a:lnTo>
                    <a:pt x="257796" y="307623"/>
                  </a:lnTo>
                  <a:lnTo>
                    <a:pt x="262209" y="304674"/>
                  </a:lnTo>
                  <a:lnTo>
                    <a:pt x="266526" y="301587"/>
                  </a:lnTo>
                  <a:lnTo>
                    <a:pt x="270743" y="298365"/>
                  </a:lnTo>
                  <a:lnTo>
                    <a:pt x="274856" y="295010"/>
                  </a:lnTo>
                  <a:lnTo>
                    <a:pt x="278860" y="291527"/>
                  </a:lnTo>
                  <a:lnTo>
                    <a:pt x="282752" y="287918"/>
                  </a:lnTo>
                  <a:lnTo>
                    <a:pt x="286526" y="284187"/>
                  </a:lnTo>
                  <a:lnTo>
                    <a:pt x="290181" y="280339"/>
                  </a:lnTo>
                  <a:lnTo>
                    <a:pt x="293712" y="276376"/>
                  </a:lnTo>
                  <a:lnTo>
                    <a:pt x="297115" y="272303"/>
                  </a:lnTo>
                  <a:lnTo>
                    <a:pt x="300387" y="268125"/>
                  </a:lnTo>
                  <a:lnTo>
                    <a:pt x="303524" y="263844"/>
                  </a:lnTo>
                  <a:lnTo>
                    <a:pt x="306524" y="259466"/>
                  </a:lnTo>
                  <a:lnTo>
                    <a:pt x="309384" y="254995"/>
                  </a:lnTo>
                  <a:lnTo>
                    <a:pt x="312101" y="250436"/>
                  </a:lnTo>
                  <a:lnTo>
                    <a:pt x="314671" y="245792"/>
                  </a:lnTo>
                  <a:lnTo>
                    <a:pt x="317092" y="241070"/>
                  </a:lnTo>
                  <a:lnTo>
                    <a:pt x="319363" y="236273"/>
                  </a:lnTo>
                  <a:lnTo>
                    <a:pt x="321480" y="231406"/>
                  </a:lnTo>
                  <a:lnTo>
                    <a:pt x="323441" y="226474"/>
                  </a:lnTo>
                  <a:lnTo>
                    <a:pt x="325245" y="221483"/>
                  </a:lnTo>
                  <a:lnTo>
                    <a:pt x="326890" y="216437"/>
                  </a:lnTo>
                  <a:lnTo>
                    <a:pt x="328373" y="211341"/>
                  </a:lnTo>
                  <a:lnTo>
                    <a:pt x="329694" y="206201"/>
                  </a:lnTo>
                  <a:lnTo>
                    <a:pt x="330851" y="201021"/>
                  </a:lnTo>
                  <a:lnTo>
                    <a:pt x="331844" y="195808"/>
                  </a:lnTo>
                  <a:lnTo>
                    <a:pt x="332670" y="190565"/>
                  </a:lnTo>
                  <a:lnTo>
                    <a:pt x="333329" y="185299"/>
                  </a:lnTo>
                  <a:lnTo>
                    <a:pt x="333821" y="180014"/>
                  </a:lnTo>
                  <a:lnTo>
                    <a:pt x="334145" y="174717"/>
                  </a:lnTo>
                  <a:lnTo>
                    <a:pt x="334300" y="169412"/>
                  </a:lnTo>
                  <a:lnTo>
                    <a:pt x="334287" y="164105"/>
                  </a:lnTo>
                  <a:lnTo>
                    <a:pt x="334106" y="158800"/>
                  </a:lnTo>
                  <a:lnTo>
                    <a:pt x="333756" y="153505"/>
                  </a:lnTo>
                  <a:lnTo>
                    <a:pt x="333239" y="148223"/>
                  </a:lnTo>
                  <a:lnTo>
                    <a:pt x="332553" y="142960"/>
                  </a:lnTo>
                  <a:lnTo>
                    <a:pt x="331702" y="137721"/>
                  </a:lnTo>
                  <a:lnTo>
                    <a:pt x="330684" y="132512"/>
                  </a:lnTo>
                  <a:lnTo>
                    <a:pt x="329501" y="127339"/>
                  </a:lnTo>
                  <a:lnTo>
                    <a:pt x="328155" y="122205"/>
                  </a:lnTo>
                  <a:lnTo>
                    <a:pt x="326647" y="117116"/>
                  </a:lnTo>
                  <a:lnTo>
                    <a:pt x="324978" y="112078"/>
                  </a:lnTo>
                  <a:lnTo>
                    <a:pt x="323149" y="107096"/>
                  </a:lnTo>
                  <a:lnTo>
                    <a:pt x="321164" y="102174"/>
                  </a:lnTo>
                  <a:lnTo>
                    <a:pt x="319023" y="97318"/>
                  </a:lnTo>
                  <a:lnTo>
                    <a:pt x="316729" y="92532"/>
                  </a:lnTo>
                  <a:lnTo>
                    <a:pt x="314285" y="87821"/>
                  </a:lnTo>
                  <a:lnTo>
                    <a:pt x="311692" y="83190"/>
                  </a:lnTo>
                  <a:lnTo>
                    <a:pt x="308953" y="78644"/>
                  </a:lnTo>
                  <a:lnTo>
                    <a:pt x="306071" y="74187"/>
                  </a:lnTo>
                  <a:lnTo>
                    <a:pt x="303050" y="69824"/>
                  </a:lnTo>
                  <a:lnTo>
                    <a:pt x="299891" y="65559"/>
                  </a:lnTo>
                  <a:lnTo>
                    <a:pt x="296599" y="61396"/>
                  </a:lnTo>
                  <a:lnTo>
                    <a:pt x="293176" y="57340"/>
                  </a:lnTo>
                  <a:lnTo>
                    <a:pt x="289626" y="53395"/>
                  </a:lnTo>
                  <a:lnTo>
                    <a:pt x="285953" y="49564"/>
                  </a:lnTo>
                  <a:lnTo>
                    <a:pt x="282160" y="45852"/>
                  </a:lnTo>
                  <a:lnTo>
                    <a:pt x="278251" y="42262"/>
                  </a:lnTo>
                  <a:lnTo>
                    <a:pt x="274230" y="38798"/>
                  </a:lnTo>
                  <a:lnTo>
                    <a:pt x="270101" y="35464"/>
                  </a:lnTo>
                  <a:lnTo>
                    <a:pt x="265868" y="32262"/>
                  </a:lnTo>
                  <a:lnTo>
                    <a:pt x="261536" y="29196"/>
                  </a:lnTo>
                  <a:lnTo>
                    <a:pt x="257108" y="26270"/>
                  </a:lnTo>
                  <a:lnTo>
                    <a:pt x="252590" y="23485"/>
                  </a:lnTo>
                  <a:lnTo>
                    <a:pt x="247986" y="20845"/>
                  </a:lnTo>
                  <a:lnTo>
                    <a:pt x="243300" y="18352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84146"/>
              <a:ext cx="76152" cy="153413"/>
            </a:xfrm>
            <a:custGeom>
              <a:avLst/>
              <a:pathLst>
                <a:path w="76152" h="153413">
                  <a:moveTo>
                    <a:pt x="76152" y="4598"/>
                  </a:moveTo>
                  <a:lnTo>
                    <a:pt x="66402" y="0"/>
                  </a:lnTo>
                  <a:lnTo>
                    <a:pt x="0" y="1534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66402" cy="167167"/>
            </a:xfrm>
            <a:custGeom>
              <a:avLst/>
              <a:pathLst>
                <a:path w="66402" h="167167">
                  <a:moveTo>
                    <a:pt x="66402" y="13754"/>
                  </a:moveTo>
                  <a:lnTo>
                    <a:pt x="61142" y="11583"/>
                  </a:lnTo>
                  <a:lnTo>
                    <a:pt x="55812" y="9592"/>
                  </a:lnTo>
                  <a:lnTo>
                    <a:pt x="50416" y="7783"/>
                  </a:lnTo>
                  <a:lnTo>
                    <a:pt x="44963" y="6160"/>
                  </a:lnTo>
                  <a:lnTo>
                    <a:pt x="39457" y="4723"/>
                  </a:lnTo>
                  <a:lnTo>
                    <a:pt x="33906" y="3474"/>
                  </a:lnTo>
                  <a:lnTo>
                    <a:pt x="28315" y="2415"/>
                  </a:lnTo>
                  <a:lnTo>
                    <a:pt x="22691" y="1547"/>
                  </a:lnTo>
                  <a:lnTo>
                    <a:pt x="17041" y="870"/>
                  </a:lnTo>
                  <a:lnTo>
                    <a:pt x="11372" y="387"/>
                  </a:lnTo>
                  <a:lnTo>
                    <a:pt x="5689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423595" y="3707720"/>
              <a:ext cx="334315" cy="334332"/>
            </a:xfrm>
            <a:custGeom>
              <a:avLst/>
              <a:pathLst>
                <a:path w="334315" h="334332">
                  <a:moveTo>
                    <a:pt x="167152" y="0"/>
                  </a:moveTo>
                  <a:lnTo>
                    <a:pt x="161858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6" y="1340"/>
                  </a:lnTo>
                  <a:lnTo>
                    <a:pt x="140785" y="2092"/>
                  </a:lnTo>
                  <a:lnTo>
                    <a:pt x="135569" y="3010"/>
                  </a:lnTo>
                  <a:lnTo>
                    <a:pt x="130386" y="4093"/>
                  </a:lnTo>
                  <a:lnTo>
                    <a:pt x="125239" y="5339"/>
                  </a:lnTo>
                  <a:lnTo>
                    <a:pt x="120134" y="6748"/>
                  </a:lnTo>
                  <a:lnTo>
                    <a:pt x="115077" y="8318"/>
                  </a:lnTo>
                  <a:lnTo>
                    <a:pt x="110072" y="10047"/>
                  </a:lnTo>
                  <a:lnTo>
                    <a:pt x="105124" y="11934"/>
                  </a:lnTo>
                  <a:lnTo>
                    <a:pt x="100238" y="13976"/>
                  </a:lnTo>
                  <a:lnTo>
                    <a:pt x="95420" y="16172"/>
                  </a:lnTo>
                  <a:lnTo>
                    <a:pt x="90673" y="18520"/>
                  </a:lnTo>
                  <a:lnTo>
                    <a:pt x="86003" y="21017"/>
                  </a:lnTo>
                  <a:lnTo>
                    <a:pt x="81415" y="23661"/>
                  </a:lnTo>
                  <a:lnTo>
                    <a:pt x="76912" y="26448"/>
                  </a:lnTo>
                  <a:lnTo>
                    <a:pt x="72501" y="29377"/>
                  </a:lnTo>
                  <a:lnTo>
                    <a:pt x="68184" y="32444"/>
                  </a:lnTo>
                  <a:lnTo>
                    <a:pt x="63966" y="35647"/>
                  </a:lnTo>
                  <a:lnTo>
                    <a:pt x="59852" y="38981"/>
                  </a:lnTo>
                  <a:lnTo>
                    <a:pt x="55846" y="42444"/>
                  </a:lnTo>
                  <a:lnTo>
                    <a:pt x="51951" y="46032"/>
                  </a:lnTo>
                  <a:lnTo>
                    <a:pt x="48172" y="49742"/>
                  </a:lnTo>
                  <a:lnTo>
                    <a:pt x="44513" y="53569"/>
                  </a:lnTo>
                  <a:lnTo>
                    <a:pt x="40976" y="57510"/>
                  </a:lnTo>
                  <a:lnTo>
                    <a:pt x="37566" y="61562"/>
                  </a:lnTo>
                  <a:lnTo>
                    <a:pt x="34287" y="65719"/>
                  </a:lnTo>
                  <a:lnTo>
                    <a:pt x="31140" y="69979"/>
                  </a:lnTo>
                  <a:lnTo>
                    <a:pt x="28130" y="74335"/>
                  </a:lnTo>
                  <a:lnTo>
                    <a:pt x="25259" y="78785"/>
                  </a:lnTo>
                  <a:lnTo>
                    <a:pt x="22531" y="83324"/>
                  </a:lnTo>
                  <a:lnTo>
                    <a:pt x="19948" y="87947"/>
                  </a:lnTo>
                  <a:lnTo>
                    <a:pt x="17513" y="92649"/>
                  </a:lnTo>
                  <a:lnTo>
                    <a:pt x="15228" y="97426"/>
                  </a:lnTo>
                  <a:lnTo>
                    <a:pt x="13095" y="102273"/>
                  </a:lnTo>
                  <a:lnTo>
                    <a:pt x="11117" y="107185"/>
                  </a:lnTo>
                  <a:lnTo>
                    <a:pt x="9295" y="112157"/>
                  </a:lnTo>
                  <a:lnTo>
                    <a:pt x="7632" y="117185"/>
                  </a:lnTo>
                  <a:lnTo>
                    <a:pt x="6129" y="122263"/>
                  </a:lnTo>
                  <a:lnTo>
                    <a:pt x="4788" y="127385"/>
                  </a:lnTo>
                  <a:lnTo>
                    <a:pt x="3609" y="132548"/>
                  </a:lnTo>
                  <a:lnTo>
                    <a:pt x="2595" y="137745"/>
                  </a:lnTo>
                  <a:lnTo>
                    <a:pt x="1745" y="142972"/>
                  </a:lnTo>
                  <a:lnTo>
                    <a:pt x="1062" y="148224"/>
                  </a:lnTo>
                  <a:lnTo>
                    <a:pt x="545" y="153494"/>
                  </a:lnTo>
                  <a:lnTo>
                    <a:pt x="196" y="158778"/>
                  </a:lnTo>
                  <a:lnTo>
                    <a:pt x="14" y="164070"/>
                  </a:lnTo>
                  <a:lnTo>
                    <a:pt x="0" y="169365"/>
                  </a:lnTo>
                  <a:lnTo>
                    <a:pt x="153" y="174659"/>
                  </a:lnTo>
                  <a:lnTo>
                    <a:pt x="474" y="179944"/>
                  </a:lnTo>
                  <a:lnTo>
                    <a:pt x="962" y="185217"/>
                  </a:lnTo>
                  <a:lnTo>
                    <a:pt x="1618" y="190472"/>
                  </a:lnTo>
                  <a:lnTo>
                    <a:pt x="2439" y="195704"/>
                  </a:lnTo>
                  <a:lnTo>
                    <a:pt x="3425" y="200906"/>
                  </a:lnTo>
                  <a:lnTo>
                    <a:pt x="4576" y="206075"/>
                  </a:lnTo>
                  <a:lnTo>
                    <a:pt x="5890" y="211205"/>
                  </a:lnTo>
                  <a:lnTo>
                    <a:pt x="7366" y="216291"/>
                  </a:lnTo>
                  <a:lnTo>
                    <a:pt x="9002" y="221327"/>
                  </a:lnTo>
                  <a:lnTo>
                    <a:pt x="10797" y="226309"/>
                  </a:lnTo>
                  <a:lnTo>
                    <a:pt x="12748" y="231232"/>
                  </a:lnTo>
                  <a:lnTo>
                    <a:pt x="14855" y="236090"/>
                  </a:lnTo>
                  <a:lnTo>
                    <a:pt x="17114" y="240880"/>
                  </a:lnTo>
                  <a:lnTo>
                    <a:pt x="19524" y="245595"/>
                  </a:lnTo>
                  <a:lnTo>
                    <a:pt x="22083" y="250231"/>
                  </a:lnTo>
                  <a:lnTo>
                    <a:pt x="24786" y="254785"/>
                  </a:lnTo>
                  <a:lnTo>
                    <a:pt x="27633" y="259250"/>
                  </a:lnTo>
                  <a:lnTo>
                    <a:pt x="30620" y="263623"/>
                  </a:lnTo>
                  <a:lnTo>
                    <a:pt x="33743" y="267899"/>
                  </a:lnTo>
                  <a:lnTo>
                    <a:pt x="37001" y="272074"/>
                  </a:lnTo>
                  <a:lnTo>
                    <a:pt x="40389" y="276144"/>
                  </a:lnTo>
                  <a:lnTo>
                    <a:pt x="43904" y="280104"/>
                  </a:lnTo>
                  <a:lnTo>
                    <a:pt x="47543" y="283951"/>
                  </a:lnTo>
                  <a:lnTo>
                    <a:pt x="51302" y="287681"/>
                  </a:lnTo>
                  <a:lnTo>
                    <a:pt x="55177" y="291290"/>
                  </a:lnTo>
                  <a:lnTo>
                    <a:pt x="59165" y="294774"/>
                  </a:lnTo>
                  <a:lnTo>
                    <a:pt x="63261" y="298131"/>
                  </a:lnTo>
                  <a:lnTo>
                    <a:pt x="67461" y="301356"/>
                  </a:lnTo>
                  <a:lnTo>
                    <a:pt x="71761" y="304446"/>
                  </a:lnTo>
                  <a:lnTo>
                    <a:pt x="76157" y="307398"/>
                  </a:lnTo>
                  <a:lnTo>
                    <a:pt x="80645" y="310210"/>
                  </a:lnTo>
                  <a:lnTo>
                    <a:pt x="85219" y="312878"/>
                  </a:lnTo>
                  <a:lnTo>
                    <a:pt x="89875" y="315400"/>
                  </a:lnTo>
                  <a:lnTo>
                    <a:pt x="94609" y="317774"/>
                  </a:lnTo>
                  <a:lnTo>
                    <a:pt x="99416" y="319996"/>
                  </a:lnTo>
                  <a:lnTo>
                    <a:pt x="104290" y="322065"/>
                  </a:lnTo>
                  <a:lnTo>
                    <a:pt x="109228" y="323978"/>
                  </a:lnTo>
                  <a:lnTo>
                    <a:pt x="114224" y="325734"/>
                  </a:lnTo>
                  <a:lnTo>
                    <a:pt x="119273" y="327331"/>
                  </a:lnTo>
                  <a:lnTo>
                    <a:pt x="124370" y="328767"/>
                  </a:lnTo>
                  <a:lnTo>
                    <a:pt x="129510" y="330041"/>
                  </a:lnTo>
                  <a:lnTo>
                    <a:pt x="134687" y="331152"/>
                  </a:lnTo>
                  <a:lnTo>
                    <a:pt x="139898" y="332098"/>
                  </a:lnTo>
                  <a:lnTo>
                    <a:pt x="145135" y="332878"/>
                  </a:lnTo>
                  <a:lnTo>
                    <a:pt x="150395" y="333492"/>
                  </a:lnTo>
                  <a:lnTo>
                    <a:pt x="155672" y="333940"/>
                  </a:lnTo>
                  <a:lnTo>
                    <a:pt x="160960" y="334220"/>
                  </a:lnTo>
                  <a:lnTo>
                    <a:pt x="166254" y="334332"/>
                  </a:lnTo>
                  <a:lnTo>
                    <a:pt x="171549" y="334277"/>
                  </a:lnTo>
                  <a:lnTo>
                    <a:pt x="176840" y="334053"/>
                  </a:lnTo>
                  <a:lnTo>
                    <a:pt x="182121" y="333663"/>
                  </a:lnTo>
                  <a:lnTo>
                    <a:pt x="187387" y="333105"/>
                  </a:lnTo>
                  <a:lnTo>
                    <a:pt x="192633" y="332381"/>
                  </a:lnTo>
                  <a:lnTo>
                    <a:pt x="197853" y="331491"/>
                  </a:lnTo>
                  <a:lnTo>
                    <a:pt x="203042" y="330436"/>
                  </a:lnTo>
                  <a:lnTo>
                    <a:pt x="208196" y="329218"/>
                  </a:lnTo>
                  <a:lnTo>
                    <a:pt x="213308" y="327836"/>
                  </a:lnTo>
                  <a:lnTo>
                    <a:pt x="218374" y="326294"/>
                  </a:lnTo>
                  <a:lnTo>
                    <a:pt x="223388" y="324592"/>
                  </a:lnTo>
                  <a:lnTo>
                    <a:pt x="228346" y="322731"/>
                  </a:lnTo>
                  <a:lnTo>
                    <a:pt x="233243" y="320715"/>
                  </a:lnTo>
                  <a:lnTo>
                    <a:pt x="238073" y="318545"/>
                  </a:lnTo>
                  <a:lnTo>
                    <a:pt x="242832" y="316223"/>
                  </a:lnTo>
                  <a:lnTo>
                    <a:pt x="247515" y="313751"/>
                  </a:lnTo>
                  <a:lnTo>
                    <a:pt x="252118" y="311132"/>
                  </a:lnTo>
                  <a:lnTo>
                    <a:pt x="256635" y="308368"/>
                  </a:lnTo>
                  <a:lnTo>
                    <a:pt x="261062" y="305463"/>
                  </a:lnTo>
                  <a:lnTo>
                    <a:pt x="265396" y="302419"/>
                  </a:lnTo>
                  <a:lnTo>
                    <a:pt x="269630" y="299240"/>
                  </a:lnTo>
                  <a:lnTo>
                    <a:pt x="273762" y="295928"/>
                  </a:lnTo>
                  <a:lnTo>
                    <a:pt x="277787" y="292486"/>
                  </a:lnTo>
                  <a:lnTo>
                    <a:pt x="281701" y="288919"/>
                  </a:lnTo>
                  <a:lnTo>
                    <a:pt x="285500" y="285230"/>
                  </a:lnTo>
                  <a:lnTo>
                    <a:pt x="289180" y="281422"/>
                  </a:lnTo>
                  <a:lnTo>
                    <a:pt x="292737" y="277500"/>
                  </a:lnTo>
                  <a:lnTo>
                    <a:pt x="296169" y="273467"/>
                  </a:lnTo>
                  <a:lnTo>
                    <a:pt x="299471" y="269327"/>
                  </a:lnTo>
                  <a:lnTo>
                    <a:pt x="302641" y="265085"/>
                  </a:lnTo>
                  <a:lnTo>
                    <a:pt x="305674" y="260744"/>
                  </a:lnTo>
                  <a:lnTo>
                    <a:pt x="308568" y="256310"/>
                  </a:lnTo>
                  <a:lnTo>
                    <a:pt x="311321" y="251786"/>
                  </a:lnTo>
                  <a:lnTo>
                    <a:pt x="313929" y="247177"/>
                  </a:lnTo>
                  <a:lnTo>
                    <a:pt x="316389" y="242488"/>
                  </a:lnTo>
                  <a:lnTo>
                    <a:pt x="318700" y="237723"/>
                  </a:lnTo>
                  <a:lnTo>
                    <a:pt x="320859" y="232888"/>
                  </a:lnTo>
                  <a:lnTo>
                    <a:pt x="322864" y="227987"/>
                  </a:lnTo>
                  <a:lnTo>
                    <a:pt x="324712" y="223024"/>
                  </a:lnTo>
                  <a:lnTo>
                    <a:pt x="326402" y="218006"/>
                  </a:lnTo>
                  <a:lnTo>
                    <a:pt x="327932" y="212936"/>
                  </a:lnTo>
                  <a:lnTo>
                    <a:pt x="329301" y="207821"/>
                  </a:lnTo>
                  <a:lnTo>
                    <a:pt x="330508" y="202664"/>
                  </a:lnTo>
                  <a:lnTo>
                    <a:pt x="331550" y="197472"/>
                  </a:lnTo>
                  <a:lnTo>
                    <a:pt x="332427" y="192250"/>
                  </a:lnTo>
                  <a:lnTo>
                    <a:pt x="333139" y="187003"/>
                  </a:lnTo>
                  <a:lnTo>
                    <a:pt x="333684" y="181735"/>
                  </a:lnTo>
                  <a:lnTo>
                    <a:pt x="334062" y="176453"/>
                  </a:lnTo>
                  <a:lnTo>
                    <a:pt x="334272" y="171162"/>
                  </a:lnTo>
                  <a:lnTo>
                    <a:pt x="334315" y="165867"/>
                  </a:lnTo>
                  <a:lnTo>
                    <a:pt x="334190" y="160573"/>
                  </a:lnTo>
                  <a:lnTo>
                    <a:pt x="333897" y="155285"/>
                  </a:lnTo>
                  <a:lnTo>
                    <a:pt x="333437" y="150010"/>
                  </a:lnTo>
                  <a:lnTo>
                    <a:pt x="332810" y="144752"/>
                  </a:lnTo>
                  <a:lnTo>
                    <a:pt x="332017" y="139516"/>
                  </a:lnTo>
                  <a:lnTo>
                    <a:pt x="331059" y="134308"/>
                  </a:lnTo>
                  <a:lnTo>
                    <a:pt x="329936" y="129133"/>
                  </a:lnTo>
                  <a:lnTo>
                    <a:pt x="328649" y="123996"/>
                  </a:lnTo>
                  <a:lnTo>
                    <a:pt x="327201" y="118903"/>
                  </a:lnTo>
                  <a:lnTo>
                    <a:pt x="325592" y="113858"/>
                  </a:lnTo>
                  <a:lnTo>
                    <a:pt x="323824" y="108866"/>
                  </a:lnTo>
                  <a:lnTo>
                    <a:pt x="321899" y="103933"/>
                  </a:lnTo>
                  <a:lnTo>
                    <a:pt x="319818" y="99063"/>
                  </a:lnTo>
                  <a:lnTo>
                    <a:pt x="317585" y="94262"/>
                  </a:lnTo>
                  <a:lnTo>
                    <a:pt x="315200" y="89534"/>
                  </a:lnTo>
                  <a:lnTo>
                    <a:pt x="312667" y="84883"/>
                  </a:lnTo>
                  <a:lnTo>
                    <a:pt x="309987" y="80316"/>
                  </a:lnTo>
                  <a:lnTo>
                    <a:pt x="307165" y="75835"/>
                  </a:lnTo>
                  <a:lnTo>
                    <a:pt x="304202" y="71446"/>
                  </a:lnTo>
                  <a:lnTo>
                    <a:pt x="301101" y="67154"/>
                  </a:lnTo>
                  <a:lnTo>
                    <a:pt x="297866" y="62961"/>
                  </a:lnTo>
                  <a:lnTo>
                    <a:pt x="294500" y="58873"/>
                  </a:lnTo>
                  <a:lnTo>
                    <a:pt x="291006" y="54894"/>
                  </a:lnTo>
                  <a:lnTo>
                    <a:pt x="287388" y="51027"/>
                  </a:lnTo>
                  <a:lnTo>
                    <a:pt x="283649" y="47277"/>
                  </a:lnTo>
                  <a:lnTo>
                    <a:pt x="279793" y="43648"/>
                  </a:lnTo>
                  <a:lnTo>
                    <a:pt x="275824" y="40142"/>
                  </a:lnTo>
                  <a:lnTo>
                    <a:pt x="271746" y="36764"/>
                  </a:lnTo>
                  <a:lnTo>
                    <a:pt x="267564" y="33516"/>
                  </a:lnTo>
                  <a:lnTo>
                    <a:pt x="263280" y="30403"/>
                  </a:lnTo>
                  <a:lnTo>
                    <a:pt x="258900" y="27427"/>
                  </a:lnTo>
                  <a:lnTo>
                    <a:pt x="254428" y="24591"/>
                  </a:lnTo>
                  <a:lnTo>
                    <a:pt x="249868" y="21898"/>
                  </a:lnTo>
                  <a:lnTo>
                    <a:pt x="245225" y="19351"/>
                  </a:lnTo>
                  <a:lnTo>
                    <a:pt x="240504" y="16952"/>
                  </a:lnTo>
                  <a:lnTo>
                    <a:pt x="235710" y="14704"/>
                  </a:lnTo>
                  <a:lnTo>
                    <a:pt x="230846" y="12609"/>
                  </a:lnTo>
                  <a:lnTo>
                    <a:pt x="225919" y="10669"/>
                  </a:lnTo>
                  <a:lnTo>
                    <a:pt x="220933" y="8887"/>
                  </a:lnTo>
                  <a:lnTo>
                    <a:pt x="215892" y="7263"/>
                  </a:lnTo>
                  <a:lnTo>
                    <a:pt x="210803" y="5799"/>
                  </a:lnTo>
                  <a:lnTo>
                    <a:pt x="205670" y="4498"/>
                  </a:lnTo>
                  <a:lnTo>
                    <a:pt x="200498" y="3359"/>
                  </a:lnTo>
                  <a:lnTo>
                    <a:pt x="195293" y="2385"/>
                  </a:lnTo>
                  <a:lnTo>
                    <a:pt x="190060" y="1576"/>
                  </a:lnTo>
                  <a:lnTo>
                    <a:pt x="184804" y="934"/>
                  </a:lnTo>
                  <a:lnTo>
                    <a:pt x="179530" y="458"/>
                  </a:lnTo>
                  <a:lnTo>
                    <a:pt x="174243" y="150"/>
                  </a:lnTo>
                  <a:lnTo>
                    <a:pt x="168949" y="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1796" cy="167167"/>
            </a:xfrm>
            <a:custGeom>
              <a:avLst/>
              <a:pathLst>
                <a:path w="1796" h="167167">
                  <a:moveTo>
                    <a:pt x="1796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14134" y="4213821"/>
              <a:ext cx="334315" cy="334332"/>
            </a:xfrm>
            <a:custGeom>
              <a:avLst/>
              <a:pathLst>
                <a:path w="334315" h="334332">
                  <a:moveTo>
                    <a:pt x="167152" y="0"/>
                  </a:moveTo>
                  <a:lnTo>
                    <a:pt x="161858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6" y="1340"/>
                  </a:lnTo>
                  <a:lnTo>
                    <a:pt x="140785" y="2092"/>
                  </a:lnTo>
                  <a:lnTo>
                    <a:pt x="135569" y="3010"/>
                  </a:lnTo>
                  <a:lnTo>
                    <a:pt x="130386" y="4093"/>
                  </a:lnTo>
                  <a:lnTo>
                    <a:pt x="125239" y="5339"/>
                  </a:lnTo>
                  <a:lnTo>
                    <a:pt x="120134" y="6748"/>
                  </a:lnTo>
                  <a:lnTo>
                    <a:pt x="115077" y="8318"/>
                  </a:lnTo>
                  <a:lnTo>
                    <a:pt x="110072" y="10047"/>
                  </a:lnTo>
                  <a:lnTo>
                    <a:pt x="105124" y="11934"/>
                  </a:lnTo>
                  <a:lnTo>
                    <a:pt x="100238" y="13976"/>
                  </a:lnTo>
                  <a:lnTo>
                    <a:pt x="95420" y="16172"/>
                  </a:lnTo>
                  <a:lnTo>
                    <a:pt x="90673" y="18520"/>
                  </a:lnTo>
                  <a:lnTo>
                    <a:pt x="86003" y="21017"/>
                  </a:lnTo>
                  <a:lnTo>
                    <a:pt x="81415" y="23661"/>
                  </a:lnTo>
                  <a:lnTo>
                    <a:pt x="76912" y="26448"/>
                  </a:lnTo>
                  <a:lnTo>
                    <a:pt x="72501" y="29377"/>
                  </a:lnTo>
                  <a:lnTo>
                    <a:pt x="68184" y="32444"/>
                  </a:lnTo>
                  <a:lnTo>
                    <a:pt x="63966" y="35647"/>
                  </a:lnTo>
                  <a:lnTo>
                    <a:pt x="59852" y="38981"/>
                  </a:lnTo>
                  <a:lnTo>
                    <a:pt x="55846" y="42444"/>
                  </a:lnTo>
                  <a:lnTo>
                    <a:pt x="51951" y="46032"/>
                  </a:lnTo>
                  <a:lnTo>
                    <a:pt x="48172" y="49742"/>
                  </a:lnTo>
                  <a:lnTo>
                    <a:pt x="44513" y="53569"/>
                  </a:lnTo>
                  <a:lnTo>
                    <a:pt x="40976" y="57510"/>
                  </a:lnTo>
                  <a:lnTo>
                    <a:pt x="37566" y="61562"/>
                  </a:lnTo>
                  <a:lnTo>
                    <a:pt x="34287" y="65719"/>
                  </a:lnTo>
                  <a:lnTo>
                    <a:pt x="31140" y="69979"/>
                  </a:lnTo>
                  <a:lnTo>
                    <a:pt x="28130" y="74335"/>
                  </a:lnTo>
                  <a:lnTo>
                    <a:pt x="25259" y="78785"/>
                  </a:lnTo>
                  <a:lnTo>
                    <a:pt x="22531" y="83324"/>
                  </a:lnTo>
                  <a:lnTo>
                    <a:pt x="19948" y="87947"/>
                  </a:lnTo>
                  <a:lnTo>
                    <a:pt x="17513" y="92649"/>
                  </a:lnTo>
                  <a:lnTo>
                    <a:pt x="15228" y="97426"/>
                  </a:lnTo>
                  <a:lnTo>
                    <a:pt x="13095" y="102273"/>
                  </a:lnTo>
                  <a:lnTo>
                    <a:pt x="11117" y="107185"/>
                  </a:lnTo>
                  <a:lnTo>
                    <a:pt x="9295" y="112157"/>
                  </a:lnTo>
                  <a:lnTo>
                    <a:pt x="7632" y="117185"/>
                  </a:lnTo>
                  <a:lnTo>
                    <a:pt x="6129" y="122263"/>
                  </a:lnTo>
                  <a:lnTo>
                    <a:pt x="4788" y="127385"/>
                  </a:lnTo>
                  <a:lnTo>
                    <a:pt x="3609" y="132548"/>
                  </a:lnTo>
                  <a:lnTo>
                    <a:pt x="2595" y="137745"/>
                  </a:lnTo>
                  <a:lnTo>
                    <a:pt x="1745" y="142972"/>
                  </a:lnTo>
                  <a:lnTo>
                    <a:pt x="1062" y="148224"/>
                  </a:lnTo>
                  <a:lnTo>
                    <a:pt x="545" y="153494"/>
                  </a:lnTo>
                  <a:lnTo>
                    <a:pt x="196" y="158778"/>
                  </a:lnTo>
                  <a:lnTo>
                    <a:pt x="14" y="164070"/>
                  </a:lnTo>
                  <a:lnTo>
                    <a:pt x="0" y="169365"/>
                  </a:lnTo>
                  <a:lnTo>
                    <a:pt x="153" y="174659"/>
                  </a:lnTo>
                  <a:lnTo>
                    <a:pt x="474" y="179944"/>
                  </a:lnTo>
                  <a:lnTo>
                    <a:pt x="962" y="185217"/>
                  </a:lnTo>
                  <a:lnTo>
                    <a:pt x="1618" y="190472"/>
                  </a:lnTo>
                  <a:lnTo>
                    <a:pt x="2439" y="195704"/>
                  </a:lnTo>
                  <a:lnTo>
                    <a:pt x="3425" y="200906"/>
                  </a:lnTo>
                  <a:lnTo>
                    <a:pt x="4576" y="206075"/>
                  </a:lnTo>
                  <a:lnTo>
                    <a:pt x="5890" y="211205"/>
                  </a:lnTo>
                  <a:lnTo>
                    <a:pt x="7366" y="216291"/>
                  </a:lnTo>
                  <a:lnTo>
                    <a:pt x="9002" y="221327"/>
                  </a:lnTo>
                  <a:lnTo>
                    <a:pt x="10797" y="226309"/>
                  </a:lnTo>
                  <a:lnTo>
                    <a:pt x="12748" y="231232"/>
                  </a:lnTo>
                  <a:lnTo>
                    <a:pt x="14855" y="236090"/>
                  </a:lnTo>
                  <a:lnTo>
                    <a:pt x="17114" y="240880"/>
                  </a:lnTo>
                  <a:lnTo>
                    <a:pt x="19524" y="245595"/>
                  </a:lnTo>
                  <a:lnTo>
                    <a:pt x="22083" y="250231"/>
                  </a:lnTo>
                  <a:lnTo>
                    <a:pt x="24786" y="254785"/>
                  </a:lnTo>
                  <a:lnTo>
                    <a:pt x="27633" y="259250"/>
                  </a:lnTo>
                  <a:lnTo>
                    <a:pt x="30620" y="263623"/>
                  </a:lnTo>
                  <a:lnTo>
                    <a:pt x="33743" y="267899"/>
                  </a:lnTo>
                  <a:lnTo>
                    <a:pt x="37001" y="272074"/>
                  </a:lnTo>
                  <a:lnTo>
                    <a:pt x="40389" y="276144"/>
                  </a:lnTo>
                  <a:lnTo>
                    <a:pt x="43904" y="280104"/>
                  </a:lnTo>
                  <a:lnTo>
                    <a:pt x="47543" y="283951"/>
                  </a:lnTo>
                  <a:lnTo>
                    <a:pt x="51302" y="287681"/>
                  </a:lnTo>
                  <a:lnTo>
                    <a:pt x="55177" y="291290"/>
                  </a:lnTo>
                  <a:lnTo>
                    <a:pt x="59165" y="294774"/>
                  </a:lnTo>
                  <a:lnTo>
                    <a:pt x="63261" y="298131"/>
                  </a:lnTo>
                  <a:lnTo>
                    <a:pt x="67461" y="301356"/>
                  </a:lnTo>
                  <a:lnTo>
                    <a:pt x="71761" y="304446"/>
                  </a:lnTo>
                  <a:lnTo>
                    <a:pt x="76157" y="307398"/>
                  </a:lnTo>
                  <a:lnTo>
                    <a:pt x="80645" y="310210"/>
                  </a:lnTo>
                  <a:lnTo>
                    <a:pt x="85219" y="312878"/>
                  </a:lnTo>
                  <a:lnTo>
                    <a:pt x="89875" y="315400"/>
                  </a:lnTo>
                  <a:lnTo>
                    <a:pt x="94609" y="317774"/>
                  </a:lnTo>
                  <a:lnTo>
                    <a:pt x="99416" y="319996"/>
                  </a:lnTo>
                  <a:lnTo>
                    <a:pt x="104290" y="322065"/>
                  </a:lnTo>
                  <a:lnTo>
                    <a:pt x="109228" y="323978"/>
                  </a:lnTo>
                  <a:lnTo>
                    <a:pt x="114224" y="325734"/>
                  </a:lnTo>
                  <a:lnTo>
                    <a:pt x="119273" y="327331"/>
                  </a:lnTo>
                  <a:lnTo>
                    <a:pt x="124370" y="328767"/>
                  </a:lnTo>
                  <a:lnTo>
                    <a:pt x="129510" y="330041"/>
                  </a:lnTo>
                  <a:lnTo>
                    <a:pt x="134687" y="331152"/>
                  </a:lnTo>
                  <a:lnTo>
                    <a:pt x="139898" y="332098"/>
                  </a:lnTo>
                  <a:lnTo>
                    <a:pt x="145135" y="332878"/>
                  </a:lnTo>
                  <a:lnTo>
                    <a:pt x="150395" y="333492"/>
                  </a:lnTo>
                  <a:lnTo>
                    <a:pt x="155672" y="333940"/>
                  </a:lnTo>
                  <a:lnTo>
                    <a:pt x="160960" y="334220"/>
                  </a:lnTo>
                  <a:lnTo>
                    <a:pt x="166254" y="334332"/>
                  </a:lnTo>
                  <a:lnTo>
                    <a:pt x="171549" y="334277"/>
                  </a:lnTo>
                  <a:lnTo>
                    <a:pt x="176840" y="334053"/>
                  </a:lnTo>
                  <a:lnTo>
                    <a:pt x="182121" y="333663"/>
                  </a:lnTo>
                  <a:lnTo>
                    <a:pt x="187387" y="333105"/>
                  </a:lnTo>
                  <a:lnTo>
                    <a:pt x="192633" y="332381"/>
                  </a:lnTo>
                  <a:lnTo>
                    <a:pt x="197853" y="331491"/>
                  </a:lnTo>
                  <a:lnTo>
                    <a:pt x="203042" y="330436"/>
                  </a:lnTo>
                  <a:lnTo>
                    <a:pt x="208196" y="329218"/>
                  </a:lnTo>
                  <a:lnTo>
                    <a:pt x="213308" y="327836"/>
                  </a:lnTo>
                  <a:lnTo>
                    <a:pt x="218374" y="326294"/>
                  </a:lnTo>
                  <a:lnTo>
                    <a:pt x="223388" y="324592"/>
                  </a:lnTo>
                  <a:lnTo>
                    <a:pt x="228346" y="322731"/>
                  </a:lnTo>
                  <a:lnTo>
                    <a:pt x="233243" y="320715"/>
                  </a:lnTo>
                  <a:lnTo>
                    <a:pt x="238073" y="318545"/>
                  </a:lnTo>
                  <a:lnTo>
                    <a:pt x="242832" y="316223"/>
                  </a:lnTo>
                  <a:lnTo>
                    <a:pt x="247515" y="313751"/>
                  </a:lnTo>
                  <a:lnTo>
                    <a:pt x="252118" y="311132"/>
                  </a:lnTo>
                  <a:lnTo>
                    <a:pt x="256635" y="308368"/>
                  </a:lnTo>
                  <a:lnTo>
                    <a:pt x="261062" y="305463"/>
                  </a:lnTo>
                  <a:lnTo>
                    <a:pt x="265396" y="302419"/>
                  </a:lnTo>
                  <a:lnTo>
                    <a:pt x="269630" y="299240"/>
                  </a:lnTo>
                  <a:lnTo>
                    <a:pt x="273762" y="295928"/>
                  </a:lnTo>
                  <a:lnTo>
                    <a:pt x="277787" y="292486"/>
                  </a:lnTo>
                  <a:lnTo>
                    <a:pt x="281701" y="288919"/>
                  </a:lnTo>
                  <a:lnTo>
                    <a:pt x="285500" y="285230"/>
                  </a:lnTo>
                  <a:lnTo>
                    <a:pt x="289180" y="281422"/>
                  </a:lnTo>
                  <a:lnTo>
                    <a:pt x="292737" y="277500"/>
                  </a:lnTo>
                  <a:lnTo>
                    <a:pt x="296169" y="273467"/>
                  </a:lnTo>
                  <a:lnTo>
                    <a:pt x="299471" y="269327"/>
                  </a:lnTo>
                  <a:lnTo>
                    <a:pt x="302641" y="265085"/>
                  </a:lnTo>
                  <a:lnTo>
                    <a:pt x="305674" y="260744"/>
                  </a:lnTo>
                  <a:lnTo>
                    <a:pt x="308568" y="256310"/>
                  </a:lnTo>
                  <a:lnTo>
                    <a:pt x="311321" y="251786"/>
                  </a:lnTo>
                  <a:lnTo>
                    <a:pt x="313929" y="247177"/>
                  </a:lnTo>
                  <a:lnTo>
                    <a:pt x="316389" y="242488"/>
                  </a:lnTo>
                  <a:lnTo>
                    <a:pt x="318700" y="237723"/>
                  </a:lnTo>
                  <a:lnTo>
                    <a:pt x="320859" y="232888"/>
                  </a:lnTo>
                  <a:lnTo>
                    <a:pt x="322864" y="227987"/>
                  </a:lnTo>
                  <a:lnTo>
                    <a:pt x="324712" y="223024"/>
                  </a:lnTo>
                  <a:lnTo>
                    <a:pt x="326402" y="218006"/>
                  </a:lnTo>
                  <a:lnTo>
                    <a:pt x="327932" y="212936"/>
                  </a:lnTo>
                  <a:lnTo>
                    <a:pt x="329301" y="207821"/>
                  </a:lnTo>
                  <a:lnTo>
                    <a:pt x="330508" y="202664"/>
                  </a:lnTo>
                  <a:lnTo>
                    <a:pt x="331550" y="197472"/>
                  </a:lnTo>
                  <a:lnTo>
                    <a:pt x="332427" y="192250"/>
                  </a:lnTo>
                  <a:lnTo>
                    <a:pt x="333139" y="187003"/>
                  </a:lnTo>
                  <a:lnTo>
                    <a:pt x="333684" y="181735"/>
                  </a:lnTo>
                  <a:lnTo>
                    <a:pt x="334062" y="176453"/>
                  </a:lnTo>
                  <a:lnTo>
                    <a:pt x="334272" y="171162"/>
                  </a:lnTo>
                  <a:lnTo>
                    <a:pt x="334315" y="165867"/>
                  </a:lnTo>
                  <a:lnTo>
                    <a:pt x="334190" y="160573"/>
                  </a:lnTo>
                  <a:lnTo>
                    <a:pt x="333897" y="155285"/>
                  </a:lnTo>
                  <a:lnTo>
                    <a:pt x="333437" y="150010"/>
                  </a:lnTo>
                  <a:lnTo>
                    <a:pt x="332810" y="144752"/>
                  </a:lnTo>
                  <a:lnTo>
                    <a:pt x="332017" y="139516"/>
                  </a:lnTo>
                  <a:lnTo>
                    <a:pt x="331059" y="134308"/>
                  </a:lnTo>
                  <a:lnTo>
                    <a:pt x="329936" y="129133"/>
                  </a:lnTo>
                  <a:lnTo>
                    <a:pt x="328649" y="123996"/>
                  </a:lnTo>
                  <a:lnTo>
                    <a:pt x="327201" y="118903"/>
                  </a:lnTo>
                  <a:lnTo>
                    <a:pt x="325592" y="113858"/>
                  </a:lnTo>
                  <a:lnTo>
                    <a:pt x="323824" y="108866"/>
                  </a:lnTo>
                  <a:lnTo>
                    <a:pt x="321899" y="103933"/>
                  </a:lnTo>
                  <a:lnTo>
                    <a:pt x="319818" y="99063"/>
                  </a:lnTo>
                  <a:lnTo>
                    <a:pt x="317585" y="94262"/>
                  </a:lnTo>
                  <a:lnTo>
                    <a:pt x="315200" y="89534"/>
                  </a:lnTo>
                  <a:lnTo>
                    <a:pt x="312667" y="84883"/>
                  </a:lnTo>
                  <a:lnTo>
                    <a:pt x="309987" y="80316"/>
                  </a:lnTo>
                  <a:lnTo>
                    <a:pt x="307165" y="75835"/>
                  </a:lnTo>
                  <a:lnTo>
                    <a:pt x="304202" y="71446"/>
                  </a:lnTo>
                  <a:lnTo>
                    <a:pt x="301101" y="67154"/>
                  </a:lnTo>
                  <a:lnTo>
                    <a:pt x="297866" y="62961"/>
                  </a:lnTo>
                  <a:lnTo>
                    <a:pt x="294500" y="58873"/>
                  </a:lnTo>
                  <a:lnTo>
                    <a:pt x="291006" y="54894"/>
                  </a:lnTo>
                  <a:lnTo>
                    <a:pt x="287388" y="51027"/>
                  </a:lnTo>
                  <a:lnTo>
                    <a:pt x="283649" y="47277"/>
                  </a:lnTo>
                  <a:lnTo>
                    <a:pt x="279793" y="43648"/>
                  </a:lnTo>
                  <a:lnTo>
                    <a:pt x="275824" y="40142"/>
                  </a:lnTo>
                  <a:lnTo>
                    <a:pt x="271746" y="36764"/>
                  </a:lnTo>
                  <a:lnTo>
                    <a:pt x="267564" y="33516"/>
                  </a:lnTo>
                  <a:lnTo>
                    <a:pt x="263280" y="30403"/>
                  </a:lnTo>
                  <a:lnTo>
                    <a:pt x="258900" y="27427"/>
                  </a:lnTo>
                  <a:lnTo>
                    <a:pt x="254428" y="24591"/>
                  </a:lnTo>
                  <a:lnTo>
                    <a:pt x="249868" y="21898"/>
                  </a:lnTo>
                  <a:lnTo>
                    <a:pt x="245225" y="19351"/>
                  </a:lnTo>
                  <a:lnTo>
                    <a:pt x="240504" y="16952"/>
                  </a:lnTo>
                  <a:lnTo>
                    <a:pt x="235710" y="14704"/>
                  </a:lnTo>
                  <a:lnTo>
                    <a:pt x="230846" y="12609"/>
                  </a:lnTo>
                  <a:lnTo>
                    <a:pt x="225919" y="10669"/>
                  </a:lnTo>
                  <a:lnTo>
                    <a:pt x="220933" y="8887"/>
                  </a:lnTo>
                  <a:lnTo>
                    <a:pt x="215892" y="7263"/>
                  </a:lnTo>
                  <a:lnTo>
                    <a:pt x="210803" y="5799"/>
                  </a:lnTo>
                  <a:lnTo>
                    <a:pt x="205670" y="4498"/>
                  </a:lnTo>
                  <a:lnTo>
                    <a:pt x="200498" y="3359"/>
                  </a:lnTo>
                  <a:lnTo>
                    <a:pt x="195293" y="2385"/>
                  </a:lnTo>
                  <a:lnTo>
                    <a:pt x="190060" y="1576"/>
                  </a:lnTo>
                  <a:lnTo>
                    <a:pt x="184804" y="934"/>
                  </a:lnTo>
                  <a:lnTo>
                    <a:pt x="179530" y="458"/>
                  </a:lnTo>
                  <a:lnTo>
                    <a:pt x="174243" y="150"/>
                  </a:lnTo>
                  <a:lnTo>
                    <a:pt x="168949" y="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1796" cy="167167"/>
            </a:xfrm>
            <a:custGeom>
              <a:avLst/>
              <a:pathLst>
                <a:path w="1796" h="167167">
                  <a:moveTo>
                    <a:pt x="1796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919370" y="4659281"/>
              <a:ext cx="167154" cy="175923"/>
            </a:xfrm>
            <a:custGeom>
              <a:avLst/>
              <a:pathLst>
                <a:path w="167154" h="175923">
                  <a:moveTo>
                    <a:pt x="167154" y="0"/>
                  </a:moveTo>
                  <a:lnTo>
                    <a:pt x="161728" y="88"/>
                  </a:lnTo>
                  <a:lnTo>
                    <a:pt x="156308" y="352"/>
                  </a:lnTo>
                  <a:lnTo>
                    <a:pt x="150899" y="792"/>
                  </a:lnTo>
                  <a:lnTo>
                    <a:pt x="145507" y="1407"/>
                  </a:lnTo>
                  <a:lnTo>
                    <a:pt x="140138" y="2197"/>
                  </a:lnTo>
                  <a:lnTo>
                    <a:pt x="134798" y="3161"/>
                  </a:lnTo>
                  <a:lnTo>
                    <a:pt x="129491" y="4297"/>
                  </a:lnTo>
                  <a:lnTo>
                    <a:pt x="124225" y="5606"/>
                  </a:lnTo>
                  <a:lnTo>
                    <a:pt x="119003" y="7084"/>
                  </a:lnTo>
                  <a:lnTo>
                    <a:pt x="113833" y="8731"/>
                  </a:lnTo>
                  <a:lnTo>
                    <a:pt x="108718" y="10546"/>
                  </a:lnTo>
                  <a:lnTo>
                    <a:pt x="103665" y="12525"/>
                  </a:lnTo>
                  <a:lnTo>
                    <a:pt x="98680" y="14667"/>
                  </a:lnTo>
                  <a:lnTo>
                    <a:pt x="93766" y="16970"/>
                  </a:lnTo>
                  <a:lnTo>
                    <a:pt x="88929" y="19431"/>
                  </a:lnTo>
                  <a:lnTo>
                    <a:pt x="84175" y="22048"/>
                  </a:lnTo>
                  <a:lnTo>
                    <a:pt x="79509" y="24818"/>
                  </a:lnTo>
                  <a:lnTo>
                    <a:pt x="74934" y="27738"/>
                  </a:lnTo>
                  <a:lnTo>
                    <a:pt x="70457" y="30804"/>
                  </a:lnTo>
                  <a:lnTo>
                    <a:pt x="66082" y="34015"/>
                  </a:lnTo>
                  <a:lnTo>
                    <a:pt x="61814" y="37366"/>
                  </a:lnTo>
                  <a:lnTo>
                    <a:pt x="57656" y="40853"/>
                  </a:lnTo>
                  <a:lnTo>
                    <a:pt x="53614" y="44474"/>
                  </a:lnTo>
                  <a:lnTo>
                    <a:pt x="49691" y="48224"/>
                  </a:lnTo>
                  <a:lnTo>
                    <a:pt x="45892" y="52099"/>
                  </a:lnTo>
                  <a:lnTo>
                    <a:pt x="42221" y="56096"/>
                  </a:lnTo>
                  <a:lnTo>
                    <a:pt x="38682" y="60209"/>
                  </a:lnTo>
                  <a:lnTo>
                    <a:pt x="35278" y="64436"/>
                  </a:lnTo>
                  <a:lnTo>
                    <a:pt x="32013" y="68770"/>
                  </a:lnTo>
                  <a:lnTo>
                    <a:pt x="28890" y="73209"/>
                  </a:lnTo>
                  <a:lnTo>
                    <a:pt x="25913" y="77746"/>
                  </a:lnTo>
                  <a:lnTo>
                    <a:pt x="23085" y="82377"/>
                  </a:lnTo>
                  <a:lnTo>
                    <a:pt x="20409" y="87098"/>
                  </a:lnTo>
                  <a:lnTo>
                    <a:pt x="17888" y="91904"/>
                  </a:lnTo>
                  <a:lnTo>
                    <a:pt x="15523" y="96788"/>
                  </a:lnTo>
                  <a:lnTo>
                    <a:pt x="13319" y="101747"/>
                  </a:lnTo>
                  <a:lnTo>
                    <a:pt x="11277" y="106775"/>
                  </a:lnTo>
                  <a:lnTo>
                    <a:pt x="9398" y="111866"/>
                  </a:lnTo>
                  <a:lnTo>
                    <a:pt x="7687" y="117016"/>
                  </a:lnTo>
                  <a:lnTo>
                    <a:pt x="6143" y="122218"/>
                  </a:lnTo>
                  <a:lnTo>
                    <a:pt x="4769" y="127468"/>
                  </a:lnTo>
                  <a:lnTo>
                    <a:pt x="3566" y="132760"/>
                  </a:lnTo>
                  <a:lnTo>
                    <a:pt x="2535" y="138087"/>
                  </a:lnTo>
                  <a:lnTo>
                    <a:pt x="1678" y="143446"/>
                  </a:lnTo>
                  <a:lnTo>
                    <a:pt x="995" y="148830"/>
                  </a:lnTo>
                  <a:lnTo>
                    <a:pt x="488" y="154233"/>
                  </a:lnTo>
                  <a:lnTo>
                    <a:pt x="156" y="159649"/>
                  </a:lnTo>
                  <a:lnTo>
                    <a:pt x="0" y="165073"/>
                  </a:lnTo>
                  <a:lnTo>
                    <a:pt x="20" y="170500"/>
                  </a:lnTo>
                  <a:lnTo>
                    <a:pt x="216" y="175923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919587" y="4826449"/>
              <a:ext cx="166937" cy="8756"/>
            </a:xfrm>
            <a:custGeom>
              <a:avLst/>
              <a:pathLst>
                <a:path w="166937" h="8756">
                  <a:moveTo>
                    <a:pt x="0" y="8756"/>
                  </a:moveTo>
                  <a:lnTo>
                    <a:pt x="16693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919587" y="4826449"/>
              <a:ext cx="166937" cy="8756"/>
            </a:xfrm>
            <a:custGeom>
              <a:avLst/>
              <a:pathLst>
                <a:path w="166937" h="8756">
                  <a:moveTo>
                    <a:pt x="0" y="8756"/>
                  </a:moveTo>
                  <a:lnTo>
                    <a:pt x="16693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919587" y="4826449"/>
              <a:ext cx="166937" cy="8756"/>
            </a:xfrm>
            <a:custGeom>
              <a:avLst/>
              <a:pathLst>
                <a:path w="166937" h="8756">
                  <a:moveTo>
                    <a:pt x="0" y="8756"/>
                  </a:moveTo>
                  <a:lnTo>
                    <a:pt x="16693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919587" y="4826449"/>
              <a:ext cx="166937" cy="8756"/>
            </a:xfrm>
            <a:custGeom>
              <a:avLst/>
              <a:pathLst>
                <a:path w="166937" h="8756">
                  <a:moveTo>
                    <a:pt x="0" y="8756"/>
                  </a:moveTo>
                  <a:lnTo>
                    <a:pt x="1669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919587" y="4826449"/>
              <a:ext cx="166937" cy="8756"/>
            </a:xfrm>
            <a:custGeom>
              <a:avLst/>
              <a:pathLst>
                <a:path w="166937" h="8756">
                  <a:moveTo>
                    <a:pt x="0" y="8756"/>
                  </a:moveTo>
                  <a:lnTo>
                    <a:pt x="1669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919587" y="4826449"/>
              <a:ext cx="166937" cy="8756"/>
            </a:xfrm>
            <a:custGeom>
              <a:avLst/>
              <a:pathLst>
                <a:path w="166937" h="8756">
                  <a:moveTo>
                    <a:pt x="0" y="8756"/>
                  </a:moveTo>
                  <a:lnTo>
                    <a:pt x="1669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919587" y="4826449"/>
              <a:ext cx="166937" cy="8756"/>
            </a:xfrm>
            <a:custGeom>
              <a:avLst/>
              <a:pathLst>
                <a:path w="166937" h="8756">
                  <a:moveTo>
                    <a:pt x="0" y="8756"/>
                  </a:moveTo>
                  <a:lnTo>
                    <a:pt x="1669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919587" y="4826449"/>
              <a:ext cx="166937" cy="8756"/>
            </a:xfrm>
            <a:custGeom>
              <a:avLst/>
              <a:pathLst>
                <a:path w="166937" h="8756">
                  <a:moveTo>
                    <a:pt x="0" y="8756"/>
                  </a:moveTo>
                  <a:lnTo>
                    <a:pt x="16693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919587" y="4826449"/>
              <a:ext cx="166937" cy="8756"/>
            </a:xfrm>
            <a:custGeom>
              <a:avLst/>
              <a:pathLst>
                <a:path w="166937" h="8756">
                  <a:moveTo>
                    <a:pt x="0" y="8756"/>
                  </a:moveTo>
                  <a:lnTo>
                    <a:pt x="16693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919587" y="4826449"/>
              <a:ext cx="166937" cy="30158"/>
            </a:xfrm>
            <a:custGeom>
              <a:avLst/>
              <a:pathLst>
                <a:path w="166937" h="30158">
                  <a:moveTo>
                    <a:pt x="0" y="8756"/>
                  </a:moveTo>
                  <a:lnTo>
                    <a:pt x="530" y="15924"/>
                  </a:lnTo>
                  <a:lnTo>
                    <a:pt x="1369" y="23062"/>
                  </a:lnTo>
                  <a:lnTo>
                    <a:pt x="2513" y="30158"/>
                  </a:lnTo>
                  <a:lnTo>
                    <a:pt x="16693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922100" y="4659281"/>
              <a:ext cx="331576" cy="334332"/>
            </a:xfrm>
            <a:custGeom>
              <a:avLst/>
              <a:pathLst>
                <a:path w="331576" h="334332">
                  <a:moveTo>
                    <a:pt x="0" y="197325"/>
                  </a:moveTo>
                  <a:lnTo>
                    <a:pt x="1037" y="202519"/>
                  </a:lnTo>
                  <a:lnTo>
                    <a:pt x="2239" y="207677"/>
                  </a:lnTo>
                  <a:lnTo>
                    <a:pt x="3604" y="212795"/>
                  </a:lnTo>
                  <a:lnTo>
                    <a:pt x="5130" y="217867"/>
                  </a:lnTo>
                  <a:lnTo>
                    <a:pt x="6817" y="222888"/>
                  </a:lnTo>
                  <a:lnTo>
                    <a:pt x="8661" y="227853"/>
                  </a:lnTo>
                  <a:lnTo>
                    <a:pt x="10662" y="232757"/>
                  </a:lnTo>
                  <a:lnTo>
                    <a:pt x="12817" y="237595"/>
                  </a:lnTo>
                  <a:lnTo>
                    <a:pt x="15124" y="242363"/>
                  </a:lnTo>
                  <a:lnTo>
                    <a:pt x="17581" y="247055"/>
                  </a:lnTo>
                  <a:lnTo>
                    <a:pt x="20186" y="251667"/>
                  </a:lnTo>
                  <a:lnTo>
                    <a:pt x="22935" y="256194"/>
                  </a:lnTo>
                  <a:lnTo>
                    <a:pt x="25826" y="260631"/>
                  </a:lnTo>
                  <a:lnTo>
                    <a:pt x="28857" y="264975"/>
                  </a:lnTo>
                  <a:lnTo>
                    <a:pt x="32023" y="269221"/>
                  </a:lnTo>
                  <a:lnTo>
                    <a:pt x="35323" y="273364"/>
                  </a:lnTo>
                  <a:lnTo>
                    <a:pt x="38752" y="277401"/>
                  </a:lnTo>
                  <a:lnTo>
                    <a:pt x="42307" y="281327"/>
                  </a:lnTo>
                  <a:lnTo>
                    <a:pt x="45985" y="285138"/>
                  </a:lnTo>
                  <a:lnTo>
                    <a:pt x="49782" y="288831"/>
                  </a:lnTo>
                  <a:lnTo>
                    <a:pt x="53694" y="292402"/>
                  </a:lnTo>
                  <a:lnTo>
                    <a:pt x="57717" y="295847"/>
                  </a:lnTo>
                  <a:lnTo>
                    <a:pt x="61847" y="299163"/>
                  </a:lnTo>
                  <a:lnTo>
                    <a:pt x="66080" y="302346"/>
                  </a:lnTo>
                  <a:lnTo>
                    <a:pt x="70412" y="305394"/>
                  </a:lnTo>
                  <a:lnTo>
                    <a:pt x="74838" y="308303"/>
                  </a:lnTo>
                  <a:lnTo>
                    <a:pt x="79354" y="311070"/>
                  </a:lnTo>
                  <a:lnTo>
                    <a:pt x="83956" y="313693"/>
                  </a:lnTo>
                  <a:lnTo>
                    <a:pt x="88638" y="316168"/>
                  </a:lnTo>
                  <a:lnTo>
                    <a:pt x="93397" y="318495"/>
                  </a:lnTo>
                  <a:lnTo>
                    <a:pt x="98226" y="320669"/>
                  </a:lnTo>
                  <a:lnTo>
                    <a:pt x="103122" y="322689"/>
                  </a:lnTo>
                  <a:lnTo>
                    <a:pt x="108080" y="324553"/>
                  </a:lnTo>
                  <a:lnTo>
                    <a:pt x="113094" y="326259"/>
                  </a:lnTo>
                  <a:lnTo>
                    <a:pt x="118160" y="327805"/>
                  </a:lnTo>
                  <a:lnTo>
                    <a:pt x="123272" y="329190"/>
                  </a:lnTo>
                  <a:lnTo>
                    <a:pt x="128426" y="330412"/>
                  </a:lnTo>
                  <a:lnTo>
                    <a:pt x="133616" y="331471"/>
                  </a:lnTo>
                  <a:lnTo>
                    <a:pt x="138836" y="332364"/>
                  </a:lnTo>
                  <a:lnTo>
                    <a:pt x="144082" y="333092"/>
                  </a:lnTo>
                  <a:lnTo>
                    <a:pt x="149349" y="333653"/>
                  </a:lnTo>
                  <a:lnTo>
                    <a:pt x="154631" y="334047"/>
                  </a:lnTo>
                  <a:lnTo>
                    <a:pt x="159923" y="334274"/>
                  </a:lnTo>
                  <a:lnTo>
                    <a:pt x="165219" y="334332"/>
                  </a:lnTo>
                  <a:lnTo>
                    <a:pt x="170514" y="334223"/>
                  </a:lnTo>
                  <a:lnTo>
                    <a:pt x="175804" y="333947"/>
                  </a:lnTo>
                  <a:lnTo>
                    <a:pt x="181081" y="333502"/>
                  </a:lnTo>
                  <a:lnTo>
                    <a:pt x="186343" y="332891"/>
                  </a:lnTo>
                  <a:lnTo>
                    <a:pt x="191582" y="332114"/>
                  </a:lnTo>
                  <a:lnTo>
                    <a:pt x="196794" y="331171"/>
                  </a:lnTo>
                  <a:lnTo>
                    <a:pt x="201973" y="330063"/>
                  </a:lnTo>
                  <a:lnTo>
                    <a:pt x="207115" y="328791"/>
                  </a:lnTo>
                  <a:lnTo>
                    <a:pt x="212213" y="327358"/>
                  </a:lnTo>
                  <a:lnTo>
                    <a:pt x="217264" y="325763"/>
                  </a:lnTo>
                  <a:lnTo>
                    <a:pt x="222262" y="324010"/>
                  </a:lnTo>
                  <a:lnTo>
                    <a:pt x="227202" y="322099"/>
                  </a:lnTo>
                  <a:lnTo>
                    <a:pt x="232079" y="320032"/>
                  </a:lnTo>
                  <a:lnTo>
                    <a:pt x="236887" y="317812"/>
                  </a:lnTo>
                  <a:lnTo>
                    <a:pt x="241623" y="315441"/>
                  </a:lnTo>
                  <a:lnTo>
                    <a:pt x="246282" y="312921"/>
                  </a:lnTo>
                  <a:lnTo>
                    <a:pt x="250858" y="310255"/>
                  </a:lnTo>
                  <a:lnTo>
                    <a:pt x="255348" y="307444"/>
                  </a:lnTo>
                  <a:lnTo>
                    <a:pt x="259746" y="304494"/>
                  </a:lnTo>
                  <a:lnTo>
                    <a:pt x="264049" y="301405"/>
                  </a:lnTo>
                  <a:lnTo>
                    <a:pt x="268252" y="298181"/>
                  </a:lnTo>
                  <a:lnTo>
                    <a:pt x="272350" y="294826"/>
                  </a:lnTo>
                  <a:lnTo>
                    <a:pt x="276340" y="291343"/>
                  </a:lnTo>
                  <a:lnTo>
                    <a:pt x="280218" y="287735"/>
                  </a:lnTo>
                  <a:lnTo>
                    <a:pt x="283979" y="284007"/>
                  </a:lnTo>
                  <a:lnTo>
                    <a:pt x="287621" y="280160"/>
                  </a:lnTo>
                  <a:lnTo>
                    <a:pt x="291139" y="276201"/>
                  </a:lnTo>
                  <a:lnTo>
                    <a:pt x="294529" y="272132"/>
                  </a:lnTo>
                  <a:lnTo>
                    <a:pt x="297789" y="267957"/>
                  </a:lnTo>
                  <a:lnTo>
                    <a:pt x="300915" y="263682"/>
                  </a:lnTo>
                  <a:lnTo>
                    <a:pt x="303904" y="259309"/>
                  </a:lnTo>
                  <a:lnTo>
                    <a:pt x="306753" y="254844"/>
                  </a:lnTo>
                  <a:lnTo>
                    <a:pt x="309460" y="250291"/>
                  </a:lnTo>
                  <a:lnTo>
                    <a:pt x="312020" y="245655"/>
                  </a:lnTo>
                  <a:lnTo>
                    <a:pt x="314433" y="240940"/>
                  </a:lnTo>
                  <a:lnTo>
                    <a:pt x="316694" y="236150"/>
                  </a:lnTo>
                  <a:lnTo>
                    <a:pt x="318803" y="231292"/>
                  </a:lnTo>
                  <a:lnTo>
                    <a:pt x="320757" y="226369"/>
                  </a:lnTo>
                  <a:lnTo>
                    <a:pt x="322554" y="221387"/>
                  </a:lnTo>
                  <a:lnTo>
                    <a:pt x="324193" y="216350"/>
                  </a:lnTo>
                  <a:lnTo>
                    <a:pt x="325671" y="211264"/>
                  </a:lnTo>
                  <a:lnTo>
                    <a:pt x="326987" y="206133"/>
                  </a:lnTo>
                  <a:lnTo>
                    <a:pt x="328139" y="200964"/>
                  </a:lnTo>
                  <a:lnTo>
                    <a:pt x="329128" y="195760"/>
                  </a:lnTo>
                  <a:lnTo>
                    <a:pt x="329951" y="190528"/>
                  </a:lnTo>
                  <a:lnTo>
                    <a:pt x="330608" y="185273"/>
                  </a:lnTo>
                  <a:lnTo>
                    <a:pt x="331098" y="179999"/>
                  </a:lnTo>
                  <a:lnTo>
                    <a:pt x="331421" y="174712"/>
                  </a:lnTo>
                  <a:lnTo>
                    <a:pt x="331576" y="169418"/>
                  </a:lnTo>
                  <a:lnTo>
                    <a:pt x="331564" y="164121"/>
                  </a:lnTo>
                  <a:lnTo>
                    <a:pt x="331383" y="158828"/>
                  </a:lnTo>
                  <a:lnTo>
                    <a:pt x="331035" y="153543"/>
                  </a:lnTo>
                  <a:lnTo>
                    <a:pt x="330520" y="148271"/>
                  </a:lnTo>
                  <a:lnTo>
                    <a:pt x="329838" y="143019"/>
                  </a:lnTo>
                  <a:lnTo>
                    <a:pt x="328990" y="137791"/>
                  </a:lnTo>
                  <a:lnTo>
                    <a:pt x="327977" y="132592"/>
                  </a:lnTo>
                  <a:lnTo>
                    <a:pt x="326799" y="127428"/>
                  </a:lnTo>
                  <a:lnTo>
                    <a:pt x="325459" y="122304"/>
                  </a:lnTo>
                  <a:lnTo>
                    <a:pt x="323957" y="117225"/>
                  </a:lnTo>
                  <a:lnTo>
                    <a:pt x="322295" y="112196"/>
                  </a:lnTo>
                  <a:lnTo>
                    <a:pt x="320474" y="107222"/>
                  </a:lnTo>
                  <a:lnTo>
                    <a:pt x="318497" y="102309"/>
                  </a:lnTo>
                  <a:lnTo>
                    <a:pt x="316365" y="97460"/>
                  </a:lnTo>
                  <a:lnTo>
                    <a:pt x="314080" y="92682"/>
                  </a:lnTo>
                  <a:lnTo>
                    <a:pt x="311645" y="87978"/>
                  </a:lnTo>
                  <a:lnTo>
                    <a:pt x="309063" y="83354"/>
                  </a:lnTo>
                  <a:lnTo>
                    <a:pt x="306335" y="78814"/>
                  </a:lnTo>
                  <a:lnTo>
                    <a:pt x="303465" y="74362"/>
                  </a:lnTo>
                  <a:lnTo>
                    <a:pt x="300455" y="70004"/>
                  </a:lnTo>
                  <a:lnTo>
                    <a:pt x="297308" y="65744"/>
                  </a:lnTo>
                  <a:lnTo>
                    <a:pt x="294029" y="61585"/>
                  </a:lnTo>
                  <a:lnTo>
                    <a:pt x="290619" y="57532"/>
                  </a:lnTo>
                  <a:lnTo>
                    <a:pt x="287082" y="53589"/>
                  </a:lnTo>
                  <a:lnTo>
                    <a:pt x="283422" y="49760"/>
                  </a:lnTo>
                  <a:lnTo>
                    <a:pt x="279643" y="46049"/>
                  </a:lnTo>
                  <a:lnTo>
                    <a:pt x="275748" y="42460"/>
                  </a:lnTo>
                  <a:lnTo>
                    <a:pt x="271742" y="38996"/>
                  </a:lnTo>
                  <a:lnTo>
                    <a:pt x="267628" y="35660"/>
                  </a:lnTo>
                  <a:lnTo>
                    <a:pt x="263410" y="32457"/>
                  </a:lnTo>
                  <a:lnTo>
                    <a:pt x="259092" y="29389"/>
                  </a:lnTo>
                  <a:lnTo>
                    <a:pt x="254680" y="26459"/>
                  </a:lnTo>
                  <a:lnTo>
                    <a:pt x="250177" y="23670"/>
                  </a:lnTo>
                  <a:lnTo>
                    <a:pt x="245588" y="21025"/>
                  </a:lnTo>
                  <a:lnTo>
                    <a:pt x="240918" y="18527"/>
                  </a:lnTo>
                  <a:lnTo>
                    <a:pt x="236170" y="16179"/>
                  </a:lnTo>
                  <a:lnTo>
                    <a:pt x="231351" y="13982"/>
                  </a:lnTo>
                  <a:lnTo>
                    <a:pt x="226464" y="11938"/>
                  </a:lnTo>
                  <a:lnTo>
                    <a:pt x="221516" y="10051"/>
                  </a:lnTo>
                  <a:lnTo>
                    <a:pt x="216510" y="8321"/>
                  </a:lnTo>
                  <a:lnTo>
                    <a:pt x="211451" y="6751"/>
                  </a:lnTo>
                  <a:lnTo>
                    <a:pt x="206346" y="5341"/>
                  </a:lnTo>
                  <a:lnTo>
                    <a:pt x="201198" y="4094"/>
                  </a:lnTo>
                  <a:lnTo>
                    <a:pt x="196013" y="3011"/>
                  </a:lnTo>
                  <a:lnTo>
                    <a:pt x="190797" y="2093"/>
                  </a:lnTo>
                  <a:lnTo>
                    <a:pt x="185554" y="1340"/>
                  </a:lnTo>
                  <a:lnTo>
                    <a:pt x="180290" y="754"/>
                  </a:lnTo>
                  <a:lnTo>
                    <a:pt x="175010" y="335"/>
                  </a:lnTo>
                  <a:lnTo>
                    <a:pt x="169720" y="83"/>
                  </a:lnTo>
                  <a:lnTo>
                    <a:pt x="164424" y="0"/>
                  </a:lnTo>
                  <a:lnTo>
                    <a:pt x="16442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484228" y="5018213"/>
              <a:ext cx="4491" cy="167167"/>
            </a:xfrm>
            <a:custGeom>
              <a:avLst/>
              <a:pathLst>
                <a:path w="4491" h="167167">
                  <a:moveTo>
                    <a:pt x="4491" y="0"/>
                  </a:moveTo>
                  <a:lnTo>
                    <a:pt x="0" y="60"/>
                  </a:lnTo>
                  <a:lnTo>
                    <a:pt x="449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321562" y="5018273"/>
              <a:ext cx="334317" cy="334271"/>
            </a:xfrm>
            <a:custGeom>
              <a:avLst/>
              <a:pathLst>
                <a:path w="334317" h="334271">
                  <a:moveTo>
                    <a:pt x="162666" y="0"/>
                  </a:moveTo>
                  <a:lnTo>
                    <a:pt x="157367" y="226"/>
                  </a:lnTo>
                  <a:lnTo>
                    <a:pt x="152079" y="621"/>
                  </a:lnTo>
                  <a:lnTo>
                    <a:pt x="146805" y="1183"/>
                  </a:lnTo>
                  <a:lnTo>
                    <a:pt x="141552" y="1912"/>
                  </a:lnTo>
                  <a:lnTo>
                    <a:pt x="136325" y="2807"/>
                  </a:lnTo>
                  <a:lnTo>
                    <a:pt x="131129" y="3868"/>
                  </a:lnTo>
                  <a:lnTo>
                    <a:pt x="125969" y="5093"/>
                  </a:lnTo>
                  <a:lnTo>
                    <a:pt x="120851" y="6481"/>
                  </a:lnTo>
                  <a:lnTo>
                    <a:pt x="115779" y="8030"/>
                  </a:lnTo>
                  <a:lnTo>
                    <a:pt x="110759" y="9740"/>
                  </a:lnTo>
                  <a:lnTo>
                    <a:pt x="105796" y="11608"/>
                  </a:lnTo>
                  <a:lnTo>
                    <a:pt x="100895" y="13633"/>
                  </a:lnTo>
                  <a:lnTo>
                    <a:pt x="96060" y="15812"/>
                  </a:lnTo>
                  <a:lnTo>
                    <a:pt x="91296" y="18143"/>
                  </a:lnTo>
                  <a:lnTo>
                    <a:pt x="86609" y="20625"/>
                  </a:lnTo>
                  <a:lnTo>
                    <a:pt x="82004" y="23253"/>
                  </a:lnTo>
                  <a:lnTo>
                    <a:pt x="77483" y="26027"/>
                  </a:lnTo>
                  <a:lnTo>
                    <a:pt x="73053" y="28942"/>
                  </a:lnTo>
                  <a:lnTo>
                    <a:pt x="68718" y="31997"/>
                  </a:lnTo>
                  <a:lnTo>
                    <a:pt x="64482" y="35187"/>
                  </a:lnTo>
                  <a:lnTo>
                    <a:pt x="60349" y="38510"/>
                  </a:lnTo>
                  <a:lnTo>
                    <a:pt x="56324" y="41963"/>
                  </a:lnTo>
                  <a:lnTo>
                    <a:pt x="52410" y="45542"/>
                  </a:lnTo>
                  <a:lnTo>
                    <a:pt x="48612" y="49243"/>
                  </a:lnTo>
                  <a:lnTo>
                    <a:pt x="44933" y="53062"/>
                  </a:lnTo>
                  <a:lnTo>
                    <a:pt x="41377" y="56997"/>
                  </a:lnTo>
                  <a:lnTo>
                    <a:pt x="37948" y="61042"/>
                  </a:lnTo>
                  <a:lnTo>
                    <a:pt x="34648" y="65194"/>
                  </a:lnTo>
                  <a:lnTo>
                    <a:pt x="31482" y="69448"/>
                  </a:lnTo>
                  <a:lnTo>
                    <a:pt x="28453" y="73801"/>
                  </a:lnTo>
                  <a:lnTo>
                    <a:pt x="25563" y="78248"/>
                  </a:lnTo>
                  <a:lnTo>
                    <a:pt x="22816" y="82784"/>
                  </a:lnTo>
                  <a:lnTo>
                    <a:pt x="20213" y="87405"/>
                  </a:lnTo>
                  <a:lnTo>
                    <a:pt x="17759" y="92106"/>
                  </a:lnTo>
                  <a:lnTo>
                    <a:pt x="15455" y="96883"/>
                  </a:lnTo>
                  <a:lnTo>
                    <a:pt x="13304" y="101730"/>
                  </a:lnTo>
                  <a:lnTo>
                    <a:pt x="11308" y="106643"/>
                  </a:lnTo>
                  <a:lnTo>
                    <a:pt x="9468" y="111617"/>
                  </a:lnTo>
                  <a:lnTo>
                    <a:pt x="7788" y="116647"/>
                  </a:lnTo>
                  <a:lnTo>
                    <a:pt x="6267" y="121727"/>
                  </a:lnTo>
                  <a:lnTo>
                    <a:pt x="4909" y="126854"/>
                  </a:lnTo>
                  <a:lnTo>
                    <a:pt x="3714" y="132020"/>
                  </a:lnTo>
                  <a:lnTo>
                    <a:pt x="2683" y="137223"/>
                  </a:lnTo>
                  <a:lnTo>
                    <a:pt x="1818" y="142455"/>
                  </a:lnTo>
                  <a:lnTo>
                    <a:pt x="1119" y="147712"/>
                  </a:lnTo>
                  <a:lnTo>
                    <a:pt x="587" y="152988"/>
                  </a:lnTo>
                  <a:lnTo>
                    <a:pt x="223" y="158279"/>
                  </a:lnTo>
                  <a:lnTo>
                    <a:pt x="27" y="163579"/>
                  </a:lnTo>
                  <a:lnTo>
                    <a:pt x="0" y="168882"/>
                  </a:lnTo>
                  <a:lnTo>
                    <a:pt x="140" y="174183"/>
                  </a:lnTo>
                  <a:lnTo>
                    <a:pt x="448" y="179477"/>
                  </a:lnTo>
                  <a:lnTo>
                    <a:pt x="925" y="184759"/>
                  </a:lnTo>
                  <a:lnTo>
                    <a:pt x="1568" y="190023"/>
                  </a:lnTo>
                  <a:lnTo>
                    <a:pt x="2379" y="195264"/>
                  </a:lnTo>
                  <a:lnTo>
                    <a:pt x="3355" y="200477"/>
                  </a:lnTo>
                  <a:lnTo>
                    <a:pt x="4496" y="205656"/>
                  </a:lnTo>
                  <a:lnTo>
                    <a:pt x="5800" y="210796"/>
                  </a:lnTo>
                  <a:lnTo>
                    <a:pt x="7267" y="215892"/>
                  </a:lnTo>
                  <a:lnTo>
                    <a:pt x="8895" y="220939"/>
                  </a:lnTo>
                  <a:lnTo>
                    <a:pt x="10682" y="225932"/>
                  </a:lnTo>
                  <a:lnTo>
                    <a:pt x="12627" y="230866"/>
                  </a:lnTo>
                  <a:lnTo>
                    <a:pt x="14727" y="235736"/>
                  </a:lnTo>
                  <a:lnTo>
                    <a:pt x="16981" y="240536"/>
                  </a:lnTo>
                  <a:lnTo>
                    <a:pt x="19386" y="245263"/>
                  </a:lnTo>
                  <a:lnTo>
                    <a:pt x="21939" y="249911"/>
                  </a:lnTo>
                  <a:lnTo>
                    <a:pt x="24639" y="254476"/>
                  </a:lnTo>
                  <a:lnTo>
                    <a:pt x="27482" y="258952"/>
                  </a:lnTo>
                  <a:lnTo>
                    <a:pt x="30465" y="263337"/>
                  </a:lnTo>
                  <a:lnTo>
                    <a:pt x="33587" y="267624"/>
                  </a:lnTo>
                  <a:lnTo>
                    <a:pt x="36842" y="271810"/>
                  </a:lnTo>
                  <a:lnTo>
                    <a:pt x="40229" y="275891"/>
                  </a:lnTo>
                  <a:lnTo>
                    <a:pt x="43744" y="279863"/>
                  </a:lnTo>
                  <a:lnTo>
                    <a:pt x="47382" y="283721"/>
                  </a:lnTo>
                  <a:lnTo>
                    <a:pt x="51142" y="287461"/>
                  </a:lnTo>
                  <a:lnTo>
                    <a:pt x="55018" y="291081"/>
                  </a:lnTo>
                  <a:lnTo>
                    <a:pt x="59006" y="294575"/>
                  </a:lnTo>
                  <a:lnTo>
                    <a:pt x="63104" y="297942"/>
                  </a:lnTo>
                  <a:lnTo>
                    <a:pt x="67307" y="301177"/>
                  </a:lnTo>
                  <a:lnTo>
                    <a:pt x="71610" y="304276"/>
                  </a:lnTo>
                  <a:lnTo>
                    <a:pt x="76009" y="307238"/>
                  </a:lnTo>
                  <a:lnTo>
                    <a:pt x="80500" y="310059"/>
                  </a:lnTo>
                  <a:lnTo>
                    <a:pt x="85078" y="312736"/>
                  </a:lnTo>
                  <a:lnTo>
                    <a:pt x="89738" y="315266"/>
                  </a:lnTo>
                  <a:lnTo>
                    <a:pt x="94477" y="317647"/>
                  </a:lnTo>
                  <a:lnTo>
                    <a:pt x="99289" y="319877"/>
                  </a:lnTo>
                  <a:lnTo>
                    <a:pt x="104169" y="321953"/>
                  </a:lnTo>
                  <a:lnTo>
                    <a:pt x="109112" y="323873"/>
                  </a:lnTo>
                  <a:lnTo>
                    <a:pt x="114114" y="325635"/>
                  </a:lnTo>
                  <a:lnTo>
                    <a:pt x="119169" y="327238"/>
                  </a:lnTo>
                  <a:lnTo>
                    <a:pt x="124273" y="328680"/>
                  </a:lnTo>
                  <a:lnTo>
                    <a:pt x="129419" y="329959"/>
                  </a:lnTo>
                  <a:lnTo>
                    <a:pt x="134604" y="331074"/>
                  </a:lnTo>
                  <a:lnTo>
                    <a:pt x="139821" y="332024"/>
                  </a:lnTo>
                  <a:lnTo>
                    <a:pt x="145066" y="332808"/>
                  </a:lnTo>
                  <a:lnTo>
                    <a:pt x="150333" y="333425"/>
                  </a:lnTo>
                  <a:lnTo>
                    <a:pt x="155618" y="333875"/>
                  </a:lnTo>
                  <a:lnTo>
                    <a:pt x="160913" y="334157"/>
                  </a:lnTo>
                  <a:lnTo>
                    <a:pt x="166215" y="334271"/>
                  </a:lnTo>
                  <a:lnTo>
                    <a:pt x="171518" y="334217"/>
                  </a:lnTo>
                  <a:lnTo>
                    <a:pt x="176817" y="333995"/>
                  </a:lnTo>
                  <a:lnTo>
                    <a:pt x="182106" y="333604"/>
                  </a:lnTo>
                  <a:lnTo>
                    <a:pt x="187379" y="333046"/>
                  </a:lnTo>
                  <a:lnTo>
                    <a:pt x="192633" y="332321"/>
                  </a:lnTo>
                  <a:lnTo>
                    <a:pt x="197861" y="331430"/>
                  </a:lnTo>
                  <a:lnTo>
                    <a:pt x="203057" y="330374"/>
                  </a:lnTo>
                  <a:lnTo>
                    <a:pt x="208218" y="329153"/>
                  </a:lnTo>
                  <a:lnTo>
                    <a:pt x="213338" y="327769"/>
                  </a:lnTo>
                  <a:lnTo>
                    <a:pt x="218411" y="326223"/>
                  </a:lnTo>
                  <a:lnTo>
                    <a:pt x="223432" y="324517"/>
                  </a:lnTo>
                  <a:lnTo>
                    <a:pt x="228397" y="322653"/>
                  </a:lnTo>
                  <a:lnTo>
                    <a:pt x="233300" y="320632"/>
                  </a:lnTo>
                  <a:lnTo>
                    <a:pt x="238136" y="318457"/>
                  </a:lnTo>
                  <a:lnTo>
                    <a:pt x="242902" y="316129"/>
                  </a:lnTo>
                  <a:lnTo>
                    <a:pt x="247590" y="313652"/>
                  </a:lnTo>
                  <a:lnTo>
                    <a:pt x="252198" y="311027"/>
                  </a:lnTo>
                  <a:lnTo>
                    <a:pt x="256721" y="308257"/>
                  </a:lnTo>
                  <a:lnTo>
                    <a:pt x="261153" y="305345"/>
                  </a:lnTo>
                  <a:lnTo>
                    <a:pt x="265491" y="302294"/>
                  </a:lnTo>
                  <a:lnTo>
                    <a:pt x="269729" y="299107"/>
                  </a:lnTo>
                  <a:lnTo>
                    <a:pt x="273865" y="295787"/>
                  </a:lnTo>
                  <a:lnTo>
                    <a:pt x="277893" y="292337"/>
                  </a:lnTo>
                  <a:lnTo>
                    <a:pt x="281809" y="288761"/>
                  </a:lnTo>
                  <a:lnTo>
                    <a:pt x="285611" y="285064"/>
                  </a:lnTo>
                  <a:lnTo>
                    <a:pt x="289293" y="281247"/>
                  </a:lnTo>
                  <a:lnTo>
                    <a:pt x="292852" y="277315"/>
                  </a:lnTo>
                  <a:lnTo>
                    <a:pt x="296284" y="273273"/>
                  </a:lnTo>
                  <a:lnTo>
                    <a:pt x="299587" y="269123"/>
                  </a:lnTo>
                  <a:lnTo>
                    <a:pt x="302756" y="264871"/>
                  </a:lnTo>
                  <a:lnTo>
                    <a:pt x="305789" y="260521"/>
                  </a:lnTo>
                  <a:lnTo>
                    <a:pt x="308682" y="256077"/>
                  </a:lnTo>
                  <a:lnTo>
                    <a:pt x="311433" y="251543"/>
                  </a:lnTo>
                  <a:lnTo>
                    <a:pt x="314039" y="246924"/>
                  </a:lnTo>
                  <a:lnTo>
                    <a:pt x="316497" y="242225"/>
                  </a:lnTo>
                  <a:lnTo>
                    <a:pt x="318804" y="237450"/>
                  </a:lnTo>
                  <a:lnTo>
                    <a:pt x="320959" y="232604"/>
                  </a:lnTo>
                  <a:lnTo>
                    <a:pt x="322960" y="227693"/>
                  </a:lnTo>
                  <a:lnTo>
                    <a:pt x="324803" y="222720"/>
                  </a:lnTo>
                  <a:lnTo>
                    <a:pt x="326488" y="217692"/>
                  </a:lnTo>
                  <a:lnTo>
                    <a:pt x="328012" y="212612"/>
                  </a:lnTo>
                  <a:lnTo>
                    <a:pt x="329375" y="207487"/>
                  </a:lnTo>
                  <a:lnTo>
                    <a:pt x="330574" y="202321"/>
                  </a:lnTo>
                  <a:lnTo>
                    <a:pt x="331609" y="197120"/>
                  </a:lnTo>
                  <a:lnTo>
                    <a:pt x="332478" y="191888"/>
                  </a:lnTo>
                  <a:lnTo>
                    <a:pt x="333181" y="186632"/>
                  </a:lnTo>
                  <a:lnTo>
                    <a:pt x="333717" y="181356"/>
                  </a:lnTo>
                  <a:lnTo>
                    <a:pt x="334085" y="176065"/>
                  </a:lnTo>
                  <a:lnTo>
                    <a:pt x="334285" y="170766"/>
                  </a:lnTo>
                  <a:lnTo>
                    <a:pt x="334317" y="165463"/>
                  </a:lnTo>
                  <a:lnTo>
                    <a:pt x="334181" y="160161"/>
                  </a:lnTo>
                  <a:lnTo>
                    <a:pt x="333876" y="154867"/>
                  </a:lnTo>
                  <a:lnTo>
                    <a:pt x="333404" y="149585"/>
                  </a:lnTo>
                  <a:lnTo>
                    <a:pt x="332765" y="144320"/>
                  </a:lnTo>
                  <a:lnTo>
                    <a:pt x="331959" y="139079"/>
                  </a:lnTo>
                  <a:lnTo>
                    <a:pt x="330987" y="133865"/>
                  </a:lnTo>
                  <a:lnTo>
                    <a:pt x="329850" y="128685"/>
                  </a:lnTo>
                  <a:lnTo>
                    <a:pt x="328549" y="123544"/>
                  </a:lnTo>
                  <a:lnTo>
                    <a:pt x="327086" y="118447"/>
                  </a:lnTo>
                  <a:lnTo>
                    <a:pt x="325462" y="113398"/>
                  </a:lnTo>
                  <a:lnTo>
                    <a:pt x="323679" y="108404"/>
                  </a:lnTo>
                  <a:lnTo>
                    <a:pt x="321738" y="103468"/>
                  </a:lnTo>
                  <a:lnTo>
                    <a:pt x="319642" y="98597"/>
                  </a:lnTo>
                  <a:lnTo>
                    <a:pt x="317392" y="93795"/>
                  </a:lnTo>
                  <a:lnTo>
                    <a:pt x="314991" y="89066"/>
                  </a:lnTo>
                  <a:lnTo>
                    <a:pt x="312441" y="84416"/>
                  </a:lnTo>
                  <a:lnTo>
                    <a:pt x="309745" y="79850"/>
                  </a:lnTo>
                  <a:lnTo>
                    <a:pt x="306905" y="75371"/>
                  </a:lnTo>
                  <a:lnTo>
                    <a:pt x="303925" y="70984"/>
                  </a:lnTo>
                  <a:lnTo>
                    <a:pt x="300807" y="66694"/>
                  </a:lnTo>
                  <a:lnTo>
                    <a:pt x="297555" y="62505"/>
                  </a:lnTo>
                  <a:lnTo>
                    <a:pt x="294171" y="58422"/>
                  </a:lnTo>
                  <a:lnTo>
                    <a:pt x="290660" y="54447"/>
                  </a:lnTo>
                  <a:lnTo>
                    <a:pt x="287024" y="50587"/>
                  </a:lnTo>
                  <a:lnTo>
                    <a:pt x="283268" y="46843"/>
                  </a:lnTo>
                  <a:lnTo>
                    <a:pt x="279395" y="43221"/>
                  </a:lnTo>
                  <a:lnTo>
                    <a:pt x="275409" y="39723"/>
                  </a:lnTo>
                  <a:lnTo>
                    <a:pt x="271314" y="36353"/>
                  </a:lnTo>
                  <a:lnTo>
                    <a:pt x="267114" y="33115"/>
                  </a:lnTo>
                  <a:lnTo>
                    <a:pt x="262813" y="30012"/>
                  </a:lnTo>
                  <a:lnTo>
                    <a:pt x="258416" y="27047"/>
                  </a:lnTo>
                  <a:lnTo>
                    <a:pt x="253928" y="24222"/>
                  </a:lnTo>
                  <a:lnTo>
                    <a:pt x="249352" y="21542"/>
                  </a:lnTo>
                  <a:lnTo>
                    <a:pt x="244693" y="19008"/>
                  </a:lnTo>
                  <a:lnTo>
                    <a:pt x="239956" y="16623"/>
                  </a:lnTo>
                  <a:lnTo>
                    <a:pt x="235146" y="14390"/>
                  </a:lnTo>
                  <a:lnTo>
                    <a:pt x="230268" y="12310"/>
                  </a:lnTo>
                  <a:lnTo>
                    <a:pt x="225326" y="10386"/>
                  </a:lnTo>
                  <a:lnTo>
                    <a:pt x="220326" y="8620"/>
                  </a:lnTo>
                  <a:lnTo>
                    <a:pt x="215272" y="7013"/>
                  </a:lnTo>
                  <a:lnTo>
                    <a:pt x="210169" y="5567"/>
                  </a:lnTo>
                  <a:lnTo>
                    <a:pt x="205024" y="4284"/>
                  </a:lnTo>
                  <a:lnTo>
                    <a:pt x="199840" y="3165"/>
                  </a:lnTo>
                  <a:lnTo>
                    <a:pt x="194623" y="2211"/>
                  </a:lnTo>
                  <a:lnTo>
                    <a:pt x="189379" y="1423"/>
                  </a:lnTo>
                  <a:lnTo>
                    <a:pt x="184112" y="801"/>
                  </a:lnTo>
                  <a:lnTo>
                    <a:pt x="178828" y="347"/>
                  </a:lnTo>
                  <a:lnTo>
                    <a:pt x="167158" y="1671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11670" cy="167167"/>
            </a:xfrm>
            <a:custGeom>
              <a:avLst/>
              <a:pathLst>
                <a:path w="11670" h="167167">
                  <a:moveTo>
                    <a:pt x="11670" y="40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797348" y="5269756"/>
              <a:ext cx="167153" cy="192008"/>
            </a:xfrm>
            <a:custGeom>
              <a:avLst/>
              <a:pathLst>
                <a:path w="167153" h="192008">
                  <a:moveTo>
                    <a:pt x="167153" y="0"/>
                  </a:moveTo>
                  <a:lnTo>
                    <a:pt x="161729" y="88"/>
                  </a:lnTo>
                  <a:lnTo>
                    <a:pt x="156310" y="351"/>
                  </a:lnTo>
                  <a:lnTo>
                    <a:pt x="150904" y="791"/>
                  </a:lnTo>
                  <a:lnTo>
                    <a:pt x="145514" y="1406"/>
                  </a:lnTo>
                  <a:lnTo>
                    <a:pt x="140147" y="2195"/>
                  </a:lnTo>
                  <a:lnTo>
                    <a:pt x="134809" y="3158"/>
                  </a:lnTo>
                  <a:lnTo>
                    <a:pt x="129504" y="4294"/>
                  </a:lnTo>
                  <a:lnTo>
                    <a:pt x="124239" y="5601"/>
                  </a:lnTo>
                  <a:lnTo>
                    <a:pt x="119020" y="7079"/>
                  </a:lnTo>
                  <a:lnTo>
                    <a:pt x="113851" y="8725"/>
                  </a:lnTo>
                  <a:lnTo>
                    <a:pt x="108738" y="10538"/>
                  </a:lnTo>
                  <a:lnTo>
                    <a:pt x="103687" y="12516"/>
                  </a:lnTo>
                  <a:lnTo>
                    <a:pt x="98702" y="14656"/>
                  </a:lnTo>
                  <a:lnTo>
                    <a:pt x="93790" y="16957"/>
                  </a:lnTo>
                  <a:lnTo>
                    <a:pt x="88955" y="19417"/>
                  </a:lnTo>
                  <a:lnTo>
                    <a:pt x="84202" y="22032"/>
                  </a:lnTo>
                  <a:lnTo>
                    <a:pt x="79537" y="24800"/>
                  </a:lnTo>
                  <a:lnTo>
                    <a:pt x="74964" y="27717"/>
                  </a:lnTo>
                  <a:lnTo>
                    <a:pt x="70488" y="30782"/>
                  </a:lnTo>
                  <a:lnTo>
                    <a:pt x="66113" y="33990"/>
                  </a:lnTo>
                  <a:lnTo>
                    <a:pt x="61845" y="37339"/>
                  </a:lnTo>
                  <a:lnTo>
                    <a:pt x="57688" y="40824"/>
                  </a:lnTo>
                  <a:lnTo>
                    <a:pt x="53647" y="44442"/>
                  </a:lnTo>
                  <a:lnTo>
                    <a:pt x="49725" y="48190"/>
                  </a:lnTo>
                  <a:lnTo>
                    <a:pt x="45926" y="52062"/>
                  </a:lnTo>
                  <a:lnTo>
                    <a:pt x="42255" y="56056"/>
                  </a:lnTo>
                  <a:lnTo>
                    <a:pt x="38716" y="60167"/>
                  </a:lnTo>
                  <a:lnTo>
                    <a:pt x="35312" y="64391"/>
                  </a:lnTo>
                  <a:lnTo>
                    <a:pt x="32046" y="68723"/>
                  </a:lnTo>
                  <a:lnTo>
                    <a:pt x="28923" y="73158"/>
                  </a:lnTo>
                  <a:lnTo>
                    <a:pt x="25946" y="77693"/>
                  </a:lnTo>
                  <a:lnTo>
                    <a:pt x="23117" y="82321"/>
                  </a:lnTo>
                  <a:lnTo>
                    <a:pt x="20440" y="87039"/>
                  </a:lnTo>
                  <a:lnTo>
                    <a:pt x="17918" y="91842"/>
                  </a:lnTo>
                  <a:lnTo>
                    <a:pt x="15552" y="96724"/>
                  </a:lnTo>
                  <a:lnTo>
                    <a:pt x="13346" y="101680"/>
                  </a:lnTo>
                  <a:lnTo>
                    <a:pt x="11303" y="106704"/>
                  </a:lnTo>
                  <a:lnTo>
                    <a:pt x="9423" y="111793"/>
                  </a:lnTo>
                  <a:lnTo>
                    <a:pt x="7709" y="116940"/>
                  </a:lnTo>
                  <a:lnTo>
                    <a:pt x="6163" y="122140"/>
                  </a:lnTo>
                  <a:lnTo>
                    <a:pt x="4787" y="127387"/>
                  </a:lnTo>
                  <a:lnTo>
                    <a:pt x="3582" y="132676"/>
                  </a:lnTo>
                  <a:lnTo>
                    <a:pt x="2549" y="138001"/>
                  </a:lnTo>
                  <a:lnTo>
                    <a:pt x="1689" y="143357"/>
                  </a:lnTo>
                  <a:lnTo>
                    <a:pt x="1004" y="148739"/>
                  </a:lnTo>
                  <a:lnTo>
                    <a:pt x="494" y="154139"/>
                  </a:lnTo>
                  <a:lnTo>
                    <a:pt x="159" y="159554"/>
                  </a:lnTo>
                  <a:lnTo>
                    <a:pt x="0" y="164976"/>
                  </a:lnTo>
                  <a:lnTo>
                    <a:pt x="16" y="170400"/>
                  </a:lnTo>
                  <a:lnTo>
                    <a:pt x="209" y="175822"/>
                  </a:lnTo>
                  <a:lnTo>
                    <a:pt x="578" y="181234"/>
                  </a:lnTo>
                  <a:lnTo>
                    <a:pt x="1122" y="186631"/>
                  </a:lnTo>
                  <a:lnTo>
                    <a:pt x="1841" y="192008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799189" y="5269756"/>
              <a:ext cx="332463" cy="334333"/>
            </a:xfrm>
            <a:custGeom>
              <a:avLst/>
              <a:pathLst>
                <a:path w="332463" h="334333">
                  <a:moveTo>
                    <a:pt x="0" y="192008"/>
                  </a:moveTo>
                  <a:lnTo>
                    <a:pt x="870" y="197233"/>
                  </a:lnTo>
                  <a:lnTo>
                    <a:pt x="1905" y="202428"/>
                  </a:lnTo>
                  <a:lnTo>
                    <a:pt x="3104" y="207588"/>
                  </a:lnTo>
                  <a:lnTo>
                    <a:pt x="4466" y="212707"/>
                  </a:lnTo>
                  <a:lnTo>
                    <a:pt x="5990" y="217780"/>
                  </a:lnTo>
                  <a:lnTo>
                    <a:pt x="7673" y="222803"/>
                  </a:lnTo>
                  <a:lnTo>
                    <a:pt x="9515" y="227769"/>
                  </a:lnTo>
                  <a:lnTo>
                    <a:pt x="11514" y="232675"/>
                  </a:lnTo>
                  <a:lnTo>
                    <a:pt x="13666" y="237515"/>
                  </a:lnTo>
                  <a:lnTo>
                    <a:pt x="15971" y="242284"/>
                  </a:lnTo>
                  <a:lnTo>
                    <a:pt x="18426" y="246978"/>
                  </a:lnTo>
                  <a:lnTo>
                    <a:pt x="21029" y="251592"/>
                  </a:lnTo>
                  <a:lnTo>
                    <a:pt x="23776" y="256121"/>
                  </a:lnTo>
                  <a:lnTo>
                    <a:pt x="26666" y="260561"/>
                  </a:lnTo>
                  <a:lnTo>
                    <a:pt x="29694" y="264907"/>
                  </a:lnTo>
                  <a:lnTo>
                    <a:pt x="32859" y="269155"/>
                  </a:lnTo>
                  <a:lnTo>
                    <a:pt x="36157" y="273300"/>
                  </a:lnTo>
                  <a:lnTo>
                    <a:pt x="39585" y="277339"/>
                  </a:lnTo>
                  <a:lnTo>
                    <a:pt x="43138" y="281267"/>
                  </a:lnTo>
                  <a:lnTo>
                    <a:pt x="46815" y="285081"/>
                  </a:lnTo>
                  <a:lnTo>
                    <a:pt x="50610" y="288776"/>
                  </a:lnTo>
                  <a:lnTo>
                    <a:pt x="54521" y="292349"/>
                  </a:lnTo>
                  <a:lnTo>
                    <a:pt x="58543" y="295796"/>
                  </a:lnTo>
                  <a:lnTo>
                    <a:pt x="62672" y="299115"/>
                  </a:lnTo>
                  <a:lnTo>
                    <a:pt x="66904" y="302300"/>
                  </a:lnTo>
                  <a:lnTo>
                    <a:pt x="71235" y="305350"/>
                  </a:lnTo>
                  <a:lnTo>
                    <a:pt x="75660" y="308262"/>
                  </a:lnTo>
                  <a:lnTo>
                    <a:pt x="80176" y="311031"/>
                  </a:lnTo>
                  <a:lnTo>
                    <a:pt x="84777" y="313657"/>
                  </a:lnTo>
                  <a:lnTo>
                    <a:pt x="89459" y="316135"/>
                  </a:lnTo>
                  <a:lnTo>
                    <a:pt x="94217" y="318463"/>
                  </a:lnTo>
                  <a:lnTo>
                    <a:pt x="99046" y="320640"/>
                  </a:lnTo>
                  <a:lnTo>
                    <a:pt x="103942" y="322662"/>
                  </a:lnTo>
                  <a:lnTo>
                    <a:pt x="108899" y="324529"/>
                  </a:lnTo>
                  <a:lnTo>
                    <a:pt x="113913" y="326237"/>
                  </a:lnTo>
                  <a:lnTo>
                    <a:pt x="118979" y="327785"/>
                  </a:lnTo>
                  <a:lnTo>
                    <a:pt x="124091" y="329173"/>
                  </a:lnTo>
                  <a:lnTo>
                    <a:pt x="129245" y="330397"/>
                  </a:lnTo>
                  <a:lnTo>
                    <a:pt x="134435" y="331458"/>
                  </a:lnTo>
                  <a:lnTo>
                    <a:pt x="139656" y="332354"/>
                  </a:lnTo>
                  <a:lnTo>
                    <a:pt x="144902" y="333084"/>
                  </a:lnTo>
                  <a:lnTo>
                    <a:pt x="150170" y="333647"/>
                  </a:lnTo>
                  <a:lnTo>
                    <a:pt x="155452" y="334043"/>
                  </a:lnTo>
                  <a:lnTo>
                    <a:pt x="160744" y="334272"/>
                  </a:lnTo>
                  <a:lnTo>
                    <a:pt x="166041" y="334333"/>
                  </a:lnTo>
                  <a:lnTo>
                    <a:pt x="171337" y="334226"/>
                  </a:lnTo>
                  <a:lnTo>
                    <a:pt x="176627" y="333951"/>
                  </a:lnTo>
                  <a:lnTo>
                    <a:pt x="181906" y="333509"/>
                  </a:lnTo>
                  <a:lnTo>
                    <a:pt x="187168" y="332899"/>
                  </a:lnTo>
                  <a:lnTo>
                    <a:pt x="192408" y="332124"/>
                  </a:lnTo>
                  <a:lnTo>
                    <a:pt x="197621" y="331182"/>
                  </a:lnTo>
                  <a:lnTo>
                    <a:pt x="202801" y="330076"/>
                  </a:lnTo>
                  <a:lnTo>
                    <a:pt x="207944" y="328807"/>
                  </a:lnTo>
                  <a:lnTo>
                    <a:pt x="213044" y="327375"/>
                  </a:lnTo>
                  <a:lnTo>
                    <a:pt x="218096" y="325782"/>
                  </a:lnTo>
                  <a:lnTo>
                    <a:pt x="223095" y="324030"/>
                  </a:lnTo>
                  <a:lnTo>
                    <a:pt x="228036" y="322120"/>
                  </a:lnTo>
                  <a:lnTo>
                    <a:pt x="232914" y="320055"/>
                  </a:lnTo>
                  <a:lnTo>
                    <a:pt x="237724" y="317836"/>
                  </a:lnTo>
                  <a:lnTo>
                    <a:pt x="242462" y="315466"/>
                  </a:lnTo>
                  <a:lnTo>
                    <a:pt x="247122" y="312948"/>
                  </a:lnTo>
                  <a:lnTo>
                    <a:pt x="251699" y="310282"/>
                  </a:lnTo>
                  <a:lnTo>
                    <a:pt x="256190" y="307473"/>
                  </a:lnTo>
                  <a:lnTo>
                    <a:pt x="260590" y="304523"/>
                  </a:lnTo>
                  <a:lnTo>
                    <a:pt x="264894" y="301436"/>
                  </a:lnTo>
                  <a:lnTo>
                    <a:pt x="269099" y="298213"/>
                  </a:lnTo>
                  <a:lnTo>
                    <a:pt x="273198" y="294859"/>
                  </a:lnTo>
                  <a:lnTo>
                    <a:pt x="277190" y="291377"/>
                  </a:lnTo>
                  <a:lnTo>
                    <a:pt x="281069" y="287769"/>
                  </a:lnTo>
                  <a:lnTo>
                    <a:pt x="284832" y="284041"/>
                  </a:lnTo>
                  <a:lnTo>
                    <a:pt x="288475" y="280196"/>
                  </a:lnTo>
                  <a:lnTo>
                    <a:pt x="291995" y="276237"/>
                  </a:lnTo>
                  <a:lnTo>
                    <a:pt x="295387" y="272168"/>
                  </a:lnTo>
                  <a:lnTo>
                    <a:pt x="298648" y="267994"/>
                  </a:lnTo>
                  <a:lnTo>
                    <a:pt x="301776" y="263719"/>
                  </a:lnTo>
                  <a:lnTo>
                    <a:pt x="304767" y="259346"/>
                  </a:lnTo>
                  <a:lnTo>
                    <a:pt x="307617" y="254882"/>
                  </a:lnTo>
                  <a:lnTo>
                    <a:pt x="310325" y="250329"/>
                  </a:lnTo>
                  <a:lnTo>
                    <a:pt x="312887" y="245692"/>
                  </a:lnTo>
                  <a:lnTo>
                    <a:pt x="315301" y="240977"/>
                  </a:lnTo>
                  <a:lnTo>
                    <a:pt x="317564" y="236188"/>
                  </a:lnTo>
                  <a:lnTo>
                    <a:pt x="319675" y="231329"/>
                  </a:lnTo>
                  <a:lnTo>
                    <a:pt x="321630" y="226406"/>
                  </a:lnTo>
                  <a:lnTo>
                    <a:pt x="323428" y="221424"/>
                  </a:lnTo>
                  <a:lnTo>
                    <a:pt x="325068" y="216387"/>
                  </a:lnTo>
                  <a:lnTo>
                    <a:pt x="326547" y="211300"/>
                  </a:lnTo>
                  <a:lnTo>
                    <a:pt x="327865" y="206170"/>
                  </a:lnTo>
                  <a:lnTo>
                    <a:pt x="329019" y="201000"/>
                  </a:lnTo>
                  <a:lnTo>
                    <a:pt x="330009" y="195796"/>
                  </a:lnTo>
                  <a:lnTo>
                    <a:pt x="330833" y="190563"/>
                  </a:lnTo>
                  <a:lnTo>
                    <a:pt x="331491" y="185307"/>
                  </a:lnTo>
                  <a:lnTo>
                    <a:pt x="331983" y="180033"/>
                  </a:lnTo>
                  <a:lnTo>
                    <a:pt x="332307" y="174745"/>
                  </a:lnTo>
                  <a:lnTo>
                    <a:pt x="332463" y="169451"/>
                  </a:lnTo>
                  <a:lnTo>
                    <a:pt x="332451" y="164153"/>
                  </a:lnTo>
                  <a:lnTo>
                    <a:pt x="332272" y="158859"/>
                  </a:lnTo>
                  <a:lnTo>
                    <a:pt x="331925" y="153573"/>
                  </a:lnTo>
                  <a:lnTo>
                    <a:pt x="331410" y="148301"/>
                  </a:lnTo>
                  <a:lnTo>
                    <a:pt x="330729" y="143048"/>
                  </a:lnTo>
                  <a:lnTo>
                    <a:pt x="329882" y="137819"/>
                  </a:lnTo>
                  <a:lnTo>
                    <a:pt x="328870" y="132620"/>
                  </a:lnTo>
                  <a:lnTo>
                    <a:pt x="327693" y="127455"/>
                  </a:lnTo>
                  <a:lnTo>
                    <a:pt x="326353" y="122330"/>
                  </a:lnTo>
                  <a:lnTo>
                    <a:pt x="324852" y="117250"/>
                  </a:lnTo>
                  <a:lnTo>
                    <a:pt x="323190" y="112220"/>
                  </a:lnTo>
                  <a:lnTo>
                    <a:pt x="321370" y="107246"/>
                  </a:lnTo>
                  <a:lnTo>
                    <a:pt x="319393" y="102331"/>
                  </a:lnTo>
                  <a:lnTo>
                    <a:pt x="317261" y="97482"/>
                  </a:lnTo>
                  <a:lnTo>
                    <a:pt x="314977" y="92702"/>
                  </a:lnTo>
                  <a:lnTo>
                    <a:pt x="312543" y="87998"/>
                  </a:lnTo>
                  <a:lnTo>
                    <a:pt x="309960" y="83373"/>
                  </a:lnTo>
                  <a:lnTo>
                    <a:pt x="307233" y="78832"/>
                  </a:lnTo>
                  <a:lnTo>
                    <a:pt x="304363" y="74379"/>
                  </a:lnTo>
                  <a:lnTo>
                    <a:pt x="301353" y="70020"/>
                  </a:lnTo>
                  <a:lnTo>
                    <a:pt x="298207" y="65759"/>
                  </a:lnTo>
                  <a:lnTo>
                    <a:pt x="294927" y="61599"/>
                  </a:lnTo>
                  <a:lnTo>
                    <a:pt x="291517" y="57545"/>
                  </a:lnTo>
                  <a:lnTo>
                    <a:pt x="287981" y="53601"/>
                  </a:lnTo>
                  <a:lnTo>
                    <a:pt x="284321" y="49772"/>
                  </a:lnTo>
                  <a:lnTo>
                    <a:pt x="280542" y="46060"/>
                  </a:lnTo>
                  <a:lnTo>
                    <a:pt x="276647" y="42470"/>
                  </a:lnTo>
                  <a:lnTo>
                    <a:pt x="272640" y="39005"/>
                  </a:lnTo>
                  <a:lnTo>
                    <a:pt x="268525" y="35669"/>
                  </a:lnTo>
                  <a:lnTo>
                    <a:pt x="264307" y="32465"/>
                  </a:lnTo>
                  <a:lnTo>
                    <a:pt x="259989" y="29396"/>
                  </a:lnTo>
                  <a:lnTo>
                    <a:pt x="255577" y="26465"/>
                  </a:lnTo>
                  <a:lnTo>
                    <a:pt x="251074" y="23676"/>
                  </a:lnTo>
                  <a:lnTo>
                    <a:pt x="246484" y="21030"/>
                  </a:lnTo>
                  <a:lnTo>
                    <a:pt x="241813" y="18532"/>
                  </a:lnTo>
                  <a:lnTo>
                    <a:pt x="237065" y="16183"/>
                  </a:lnTo>
                  <a:lnTo>
                    <a:pt x="232246" y="13985"/>
                  </a:lnTo>
                  <a:lnTo>
                    <a:pt x="227359" y="11941"/>
                  </a:lnTo>
                  <a:lnTo>
                    <a:pt x="222409" y="10053"/>
                  </a:lnTo>
                  <a:lnTo>
                    <a:pt x="217403" y="8323"/>
                  </a:lnTo>
                  <a:lnTo>
                    <a:pt x="212344" y="6752"/>
                  </a:lnTo>
                  <a:lnTo>
                    <a:pt x="207238" y="5343"/>
                  </a:lnTo>
                  <a:lnTo>
                    <a:pt x="202089" y="4095"/>
                  </a:lnTo>
                  <a:lnTo>
                    <a:pt x="196904" y="3012"/>
                  </a:lnTo>
                  <a:lnTo>
                    <a:pt x="191687" y="2093"/>
                  </a:lnTo>
                  <a:lnTo>
                    <a:pt x="186444" y="1341"/>
                  </a:lnTo>
                  <a:lnTo>
                    <a:pt x="181179" y="754"/>
                  </a:lnTo>
                  <a:lnTo>
                    <a:pt x="175899" y="335"/>
                  </a:lnTo>
                  <a:lnTo>
                    <a:pt x="170607" y="83"/>
                  </a:lnTo>
                  <a:lnTo>
                    <a:pt x="165311" y="0"/>
                  </a:lnTo>
                  <a:lnTo>
                    <a:pt x="16531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61152" y="5399291"/>
              <a:ext cx="25063" cy="167167"/>
            </a:xfrm>
            <a:custGeom>
              <a:avLst/>
              <a:pathLst>
                <a:path w="25063" h="167167">
                  <a:moveTo>
                    <a:pt x="25063" y="0"/>
                  </a:moveTo>
                  <a:lnTo>
                    <a:pt x="16680" y="210"/>
                  </a:lnTo>
                  <a:lnTo>
                    <a:pt x="8319" y="840"/>
                  </a:lnTo>
                  <a:lnTo>
                    <a:pt x="0" y="1889"/>
                  </a:lnTo>
                  <a:lnTo>
                    <a:pt x="2506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61152" y="5401181"/>
              <a:ext cx="25063" cy="165277"/>
            </a:xfrm>
            <a:custGeom>
              <a:avLst/>
              <a:pathLst>
                <a:path w="25063" h="165277">
                  <a:moveTo>
                    <a:pt x="0" y="0"/>
                  </a:moveTo>
                  <a:lnTo>
                    <a:pt x="25063" y="165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61152" y="5401181"/>
              <a:ext cx="25063" cy="165277"/>
            </a:xfrm>
            <a:custGeom>
              <a:avLst/>
              <a:pathLst>
                <a:path w="25063" h="165277">
                  <a:moveTo>
                    <a:pt x="0" y="0"/>
                  </a:moveTo>
                  <a:lnTo>
                    <a:pt x="25063" y="165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61152" y="5401181"/>
              <a:ext cx="25063" cy="165277"/>
            </a:xfrm>
            <a:custGeom>
              <a:avLst/>
              <a:pathLst>
                <a:path w="25063" h="165277">
                  <a:moveTo>
                    <a:pt x="0" y="0"/>
                  </a:moveTo>
                  <a:lnTo>
                    <a:pt x="25063" y="165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61152" y="5401181"/>
              <a:ext cx="25063" cy="165277"/>
            </a:xfrm>
            <a:custGeom>
              <a:avLst/>
              <a:pathLst>
                <a:path w="25063" h="165277">
                  <a:moveTo>
                    <a:pt x="0" y="0"/>
                  </a:moveTo>
                  <a:lnTo>
                    <a:pt x="25063" y="165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61152" y="5401181"/>
              <a:ext cx="25063" cy="165277"/>
            </a:xfrm>
            <a:custGeom>
              <a:avLst/>
              <a:pathLst>
                <a:path w="25063" h="165277">
                  <a:moveTo>
                    <a:pt x="0" y="0"/>
                  </a:moveTo>
                  <a:lnTo>
                    <a:pt x="25063" y="1652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61152" y="5401181"/>
              <a:ext cx="25063" cy="165277"/>
            </a:xfrm>
            <a:custGeom>
              <a:avLst/>
              <a:pathLst>
                <a:path w="25063" h="165277">
                  <a:moveTo>
                    <a:pt x="0" y="0"/>
                  </a:moveTo>
                  <a:lnTo>
                    <a:pt x="25063" y="1652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319053" y="5400798"/>
              <a:ext cx="334324" cy="332822"/>
            </a:xfrm>
            <a:custGeom>
              <a:avLst/>
              <a:pathLst>
                <a:path w="334324" h="332822">
                  <a:moveTo>
                    <a:pt x="142099" y="382"/>
                  </a:moveTo>
                  <a:lnTo>
                    <a:pt x="136867" y="1261"/>
                  </a:lnTo>
                  <a:lnTo>
                    <a:pt x="131665" y="2305"/>
                  </a:lnTo>
                  <a:lnTo>
                    <a:pt x="126500" y="3513"/>
                  </a:lnTo>
                  <a:lnTo>
                    <a:pt x="121375" y="4885"/>
                  </a:lnTo>
                  <a:lnTo>
                    <a:pt x="116296" y="6419"/>
                  </a:lnTo>
                  <a:lnTo>
                    <a:pt x="111269" y="8113"/>
                  </a:lnTo>
                  <a:lnTo>
                    <a:pt x="106298" y="9966"/>
                  </a:lnTo>
                  <a:lnTo>
                    <a:pt x="101388" y="11976"/>
                  </a:lnTo>
                  <a:lnTo>
                    <a:pt x="96544" y="14141"/>
                  </a:lnTo>
                  <a:lnTo>
                    <a:pt x="91772" y="16458"/>
                  </a:lnTo>
                  <a:lnTo>
                    <a:pt x="87076" y="18925"/>
                  </a:lnTo>
                  <a:lnTo>
                    <a:pt x="82460" y="21540"/>
                  </a:lnTo>
                  <a:lnTo>
                    <a:pt x="77929" y="24301"/>
                  </a:lnTo>
                  <a:lnTo>
                    <a:pt x="73489" y="27203"/>
                  </a:lnTo>
                  <a:lnTo>
                    <a:pt x="69142" y="30245"/>
                  </a:lnTo>
                  <a:lnTo>
                    <a:pt x="64895" y="33424"/>
                  </a:lnTo>
                  <a:lnTo>
                    <a:pt x="60750" y="36736"/>
                  </a:lnTo>
                  <a:lnTo>
                    <a:pt x="56713" y="40177"/>
                  </a:lnTo>
                  <a:lnTo>
                    <a:pt x="52786" y="43745"/>
                  </a:lnTo>
                  <a:lnTo>
                    <a:pt x="48975" y="47436"/>
                  </a:lnTo>
                  <a:lnTo>
                    <a:pt x="45283" y="51246"/>
                  </a:lnTo>
                  <a:lnTo>
                    <a:pt x="41714" y="55171"/>
                  </a:lnTo>
                  <a:lnTo>
                    <a:pt x="38271" y="59207"/>
                  </a:lnTo>
                  <a:lnTo>
                    <a:pt x="34958" y="63351"/>
                  </a:lnTo>
                  <a:lnTo>
                    <a:pt x="31779" y="67597"/>
                  </a:lnTo>
                  <a:lnTo>
                    <a:pt x="28735" y="71943"/>
                  </a:lnTo>
                  <a:lnTo>
                    <a:pt x="25831" y="76382"/>
                  </a:lnTo>
                  <a:lnTo>
                    <a:pt x="23069" y="80912"/>
                  </a:lnTo>
                  <a:lnTo>
                    <a:pt x="20452" y="85527"/>
                  </a:lnTo>
                  <a:lnTo>
                    <a:pt x="17984" y="90223"/>
                  </a:lnTo>
                  <a:lnTo>
                    <a:pt x="15665" y="94994"/>
                  </a:lnTo>
                  <a:lnTo>
                    <a:pt x="13499" y="99837"/>
                  </a:lnTo>
                  <a:lnTo>
                    <a:pt x="11488" y="104746"/>
                  </a:lnTo>
                  <a:lnTo>
                    <a:pt x="9633" y="109717"/>
                  </a:lnTo>
                  <a:lnTo>
                    <a:pt x="7937" y="114744"/>
                  </a:lnTo>
                  <a:lnTo>
                    <a:pt x="6402" y="119822"/>
                  </a:lnTo>
                  <a:lnTo>
                    <a:pt x="5028" y="124946"/>
                  </a:lnTo>
                  <a:lnTo>
                    <a:pt x="3818" y="130111"/>
                  </a:lnTo>
                  <a:lnTo>
                    <a:pt x="2772" y="135312"/>
                  </a:lnTo>
                  <a:lnTo>
                    <a:pt x="1892" y="140544"/>
                  </a:lnTo>
                  <a:lnTo>
                    <a:pt x="1178" y="145801"/>
                  </a:lnTo>
                  <a:lnTo>
                    <a:pt x="632" y="151078"/>
                  </a:lnTo>
                  <a:lnTo>
                    <a:pt x="253" y="156370"/>
                  </a:lnTo>
                  <a:lnTo>
                    <a:pt x="42" y="161671"/>
                  </a:lnTo>
                  <a:lnTo>
                    <a:pt x="0" y="166976"/>
                  </a:lnTo>
                  <a:lnTo>
                    <a:pt x="125" y="172279"/>
                  </a:lnTo>
                  <a:lnTo>
                    <a:pt x="420" y="177576"/>
                  </a:lnTo>
                  <a:lnTo>
                    <a:pt x="882" y="182861"/>
                  </a:lnTo>
                  <a:lnTo>
                    <a:pt x="1511" y="188129"/>
                  </a:lnTo>
                  <a:lnTo>
                    <a:pt x="2308" y="193374"/>
                  </a:lnTo>
                  <a:lnTo>
                    <a:pt x="3270" y="198591"/>
                  </a:lnTo>
                  <a:lnTo>
                    <a:pt x="4398" y="203775"/>
                  </a:lnTo>
                  <a:lnTo>
                    <a:pt x="5689" y="208921"/>
                  </a:lnTo>
                  <a:lnTo>
                    <a:pt x="7143" y="214023"/>
                  </a:lnTo>
                  <a:lnTo>
                    <a:pt x="8758" y="219076"/>
                  </a:lnTo>
                  <a:lnTo>
                    <a:pt x="10533" y="224076"/>
                  </a:lnTo>
                  <a:lnTo>
                    <a:pt x="12466" y="229017"/>
                  </a:lnTo>
                  <a:lnTo>
                    <a:pt x="14554" y="233893"/>
                  </a:lnTo>
                  <a:lnTo>
                    <a:pt x="16796" y="238702"/>
                  </a:lnTo>
                  <a:lnTo>
                    <a:pt x="19189" y="243436"/>
                  </a:lnTo>
                  <a:lnTo>
                    <a:pt x="21732" y="248093"/>
                  </a:lnTo>
                  <a:lnTo>
                    <a:pt x="24421" y="252666"/>
                  </a:lnTo>
                  <a:lnTo>
                    <a:pt x="27254" y="257151"/>
                  </a:lnTo>
                  <a:lnTo>
                    <a:pt x="30227" y="261545"/>
                  </a:lnTo>
                  <a:lnTo>
                    <a:pt x="33339" y="265842"/>
                  </a:lnTo>
                  <a:lnTo>
                    <a:pt x="36585" y="270038"/>
                  </a:lnTo>
                  <a:lnTo>
                    <a:pt x="39963" y="274129"/>
                  </a:lnTo>
                  <a:lnTo>
                    <a:pt x="43469" y="278110"/>
                  </a:lnTo>
                  <a:lnTo>
                    <a:pt x="47099" y="281979"/>
                  </a:lnTo>
                  <a:lnTo>
                    <a:pt x="50851" y="285730"/>
                  </a:lnTo>
                  <a:lnTo>
                    <a:pt x="54720" y="289360"/>
                  </a:lnTo>
                  <a:lnTo>
                    <a:pt x="58701" y="292866"/>
                  </a:lnTo>
                  <a:lnTo>
                    <a:pt x="62792" y="296243"/>
                  </a:lnTo>
                  <a:lnTo>
                    <a:pt x="66989" y="299489"/>
                  </a:lnTo>
                  <a:lnTo>
                    <a:pt x="71286" y="302601"/>
                  </a:lnTo>
                  <a:lnTo>
                    <a:pt x="75679" y="305574"/>
                  </a:lnTo>
                  <a:lnTo>
                    <a:pt x="80165" y="308407"/>
                  </a:lnTo>
                  <a:lnTo>
                    <a:pt x="84739" y="311095"/>
                  </a:lnTo>
                  <a:lnTo>
                    <a:pt x="89395" y="313637"/>
                  </a:lnTo>
                  <a:lnTo>
                    <a:pt x="94130" y="316031"/>
                  </a:lnTo>
                  <a:lnTo>
                    <a:pt x="98938" y="318272"/>
                  </a:lnTo>
                  <a:lnTo>
                    <a:pt x="103815" y="320360"/>
                  </a:lnTo>
                  <a:lnTo>
                    <a:pt x="108756" y="322292"/>
                  </a:lnTo>
                  <a:lnTo>
                    <a:pt x="113756" y="324067"/>
                  </a:lnTo>
                  <a:lnTo>
                    <a:pt x="118809" y="325682"/>
                  </a:lnTo>
                  <a:lnTo>
                    <a:pt x="123911" y="327136"/>
                  </a:lnTo>
                  <a:lnTo>
                    <a:pt x="129057" y="328427"/>
                  </a:lnTo>
                  <a:lnTo>
                    <a:pt x="134241" y="329554"/>
                  </a:lnTo>
                  <a:lnTo>
                    <a:pt x="139458" y="330516"/>
                  </a:lnTo>
                  <a:lnTo>
                    <a:pt x="144703" y="331312"/>
                  </a:lnTo>
                  <a:lnTo>
                    <a:pt x="149971" y="331941"/>
                  </a:lnTo>
                  <a:lnTo>
                    <a:pt x="155256" y="332403"/>
                  </a:lnTo>
                  <a:lnTo>
                    <a:pt x="160553" y="332697"/>
                  </a:lnTo>
                  <a:lnTo>
                    <a:pt x="165857" y="332822"/>
                  </a:lnTo>
                  <a:lnTo>
                    <a:pt x="171162" y="332780"/>
                  </a:lnTo>
                  <a:lnTo>
                    <a:pt x="176463" y="332569"/>
                  </a:lnTo>
                  <a:lnTo>
                    <a:pt x="181754" y="332189"/>
                  </a:lnTo>
                  <a:lnTo>
                    <a:pt x="187031" y="331642"/>
                  </a:lnTo>
                  <a:lnTo>
                    <a:pt x="192288" y="330928"/>
                  </a:lnTo>
                  <a:lnTo>
                    <a:pt x="197520" y="330048"/>
                  </a:lnTo>
                  <a:lnTo>
                    <a:pt x="202721" y="329002"/>
                  </a:lnTo>
                  <a:lnTo>
                    <a:pt x="207886" y="327791"/>
                  </a:lnTo>
                  <a:lnTo>
                    <a:pt x="213010" y="326417"/>
                  </a:lnTo>
                  <a:lnTo>
                    <a:pt x="218088" y="324881"/>
                  </a:lnTo>
                  <a:lnTo>
                    <a:pt x="223115" y="323185"/>
                  </a:lnTo>
                  <a:lnTo>
                    <a:pt x="228086" y="321330"/>
                  </a:lnTo>
                  <a:lnTo>
                    <a:pt x="232995" y="319319"/>
                  </a:lnTo>
                  <a:lnTo>
                    <a:pt x="237837" y="317152"/>
                  </a:lnTo>
                  <a:lnTo>
                    <a:pt x="242609" y="314833"/>
                  </a:lnTo>
                  <a:lnTo>
                    <a:pt x="247304" y="312364"/>
                  </a:lnTo>
                  <a:lnTo>
                    <a:pt x="251919" y="309747"/>
                  </a:lnTo>
                  <a:lnTo>
                    <a:pt x="256449" y="306985"/>
                  </a:lnTo>
                  <a:lnTo>
                    <a:pt x="260888" y="304081"/>
                  </a:lnTo>
                  <a:lnTo>
                    <a:pt x="265233" y="301037"/>
                  </a:lnTo>
                  <a:lnTo>
                    <a:pt x="269480" y="297857"/>
                  </a:lnTo>
                  <a:lnTo>
                    <a:pt x="273623" y="294544"/>
                  </a:lnTo>
                  <a:lnTo>
                    <a:pt x="277659" y="291100"/>
                  </a:lnTo>
                  <a:lnTo>
                    <a:pt x="281584" y="287531"/>
                  </a:lnTo>
                  <a:lnTo>
                    <a:pt x="285393" y="283839"/>
                  </a:lnTo>
                  <a:lnTo>
                    <a:pt x="289084" y="280028"/>
                  </a:lnTo>
                  <a:lnTo>
                    <a:pt x="292652" y="276101"/>
                  </a:lnTo>
                  <a:lnTo>
                    <a:pt x="296093" y="272064"/>
                  </a:lnTo>
                  <a:lnTo>
                    <a:pt x="299404" y="267919"/>
                  </a:lnTo>
                  <a:lnTo>
                    <a:pt x="302583" y="263671"/>
                  </a:lnTo>
                  <a:lnTo>
                    <a:pt x="305625" y="259324"/>
                  </a:lnTo>
                  <a:lnTo>
                    <a:pt x="308527" y="254884"/>
                  </a:lnTo>
                  <a:lnTo>
                    <a:pt x="311287" y="250353"/>
                  </a:lnTo>
                  <a:lnTo>
                    <a:pt x="313902" y="245737"/>
                  </a:lnTo>
                  <a:lnTo>
                    <a:pt x="316369" y="241040"/>
                  </a:lnTo>
                  <a:lnTo>
                    <a:pt x="318686" y="236268"/>
                  </a:lnTo>
                  <a:lnTo>
                    <a:pt x="320850" y="231424"/>
                  </a:lnTo>
                  <a:lnTo>
                    <a:pt x="322859" y="226514"/>
                  </a:lnTo>
                  <a:lnTo>
                    <a:pt x="324712" y="221543"/>
                  </a:lnTo>
                  <a:lnTo>
                    <a:pt x="326406" y="216515"/>
                  </a:lnTo>
                  <a:lnTo>
                    <a:pt x="327939" y="211437"/>
                  </a:lnTo>
                  <a:lnTo>
                    <a:pt x="329311" y="206312"/>
                  </a:lnTo>
                  <a:lnTo>
                    <a:pt x="330519" y="201146"/>
                  </a:lnTo>
                  <a:lnTo>
                    <a:pt x="331563" y="195945"/>
                  </a:lnTo>
                  <a:lnTo>
                    <a:pt x="332441" y="190713"/>
                  </a:lnTo>
                  <a:lnTo>
                    <a:pt x="333153" y="185455"/>
                  </a:lnTo>
                  <a:lnTo>
                    <a:pt x="333698" y="180178"/>
                  </a:lnTo>
                  <a:lnTo>
                    <a:pt x="334074" y="174886"/>
                  </a:lnTo>
                  <a:lnTo>
                    <a:pt x="334283" y="169585"/>
                  </a:lnTo>
                  <a:lnTo>
                    <a:pt x="334324" y="164280"/>
                  </a:lnTo>
                  <a:lnTo>
                    <a:pt x="334196" y="158977"/>
                  </a:lnTo>
                  <a:lnTo>
                    <a:pt x="333899" y="153680"/>
                  </a:lnTo>
                  <a:lnTo>
                    <a:pt x="333435" y="148395"/>
                  </a:lnTo>
                  <a:lnTo>
                    <a:pt x="332804" y="143127"/>
                  </a:lnTo>
                  <a:lnTo>
                    <a:pt x="332005" y="137883"/>
                  </a:lnTo>
                  <a:lnTo>
                    <a:pt x="331041" y="132666"/>
                  </a:lnTo>
                  <a:lnTo>
                    <a:pt x="329911" y="127482"/>
                  </a:lnTo>
                  <a:lnTo>
                    <a:pt x="328618" y="122337"/>
                  </a:lnTo>
                  <a:lnTo>
                    <a:pt x="327162" y="117236"/>
                  </a:lnTo>
                  <a:lnTo>
                    <a:pt x="325545" y="112183"/>
                  </a:lnTo>
                  <a:lnTo>
                    <a:pt x="323768" y="107184"/>
                  </a:lnTo>
                  <a:lnTo>
                    <a:pt x="321834" y="102244"/>
                  </a:lnTo>
                  <a:lnTo>
                    <a:pt x="319743" y="97368"/>
                  </a:lnTo>
                  <a:lnTo>
                    <a:pt x="317500" y="92561"/>
                  </a:lnTo>
                  <a:lnTo>
                    <a:pt x="315104" y="87827"/>
                  </a:lnTo>
                  <a:lnTo>
                    <a:pt x="312560" y="83172"/>
                  </a:lnTo>
                  <a:lnTo>
                    <a:pt x="309869" y="78600"/>
                  </a:lnTo>
                  <a:lnTo>
                    <a:pt x="307035" y="74115"/>
                  </a:lnTo>
                  <a:lnTo>
                    <a:pt x="304059" y="69723"/>
                  </a:lnTo>
                  <a:lnTo>
                    <a:pt x="300946" y="65427"/>
                  </a:lnTo>
                  <a:lnTo>
                    <a:pt x="297698" y="61232"/>
                  </a:lnTo>
                  <a:lnTo>
                    <a:pt x="294319" y="57143"/>
                  </a:lnTo>
                  <a:lnTo>
                    <a:pt x="290811" y="53162"/>
                  </a:lnTo>
                  <a:lnTo>
                    <a:pt x="287179" y="49295"/>
                  </a:lnTo>
                  <a:lnTo>
                    <a:pt x="283426" y="45546"/>
                  </a:lnTo>
                  <a:lnTo>
                    <a:pt x="279557" y="41917"/>
                  </a:lnTo>
                  <a:lnTo>
                    <a:pt x="275573" y="38413"/>
                  </a:lnTo>
                  <a:lnTo>
                    <a:pt x="271481" y="35037"/>
                  </a:lnTo>
                  <a:lnTo>
                    <a:pt x="267283" y="31792"/>
                  </a:lnTo>
                  <a:lnTo>
                    <a:pt x="262985" y="28683"/>
                  </a:lnTo>
                  <a:lnTo>
                    <a:pt x="258590" y="25711"/>
                  </a:lnTo>
                  <a:lnTo>
                    <a:pt x="254104" y="22880"/>
                  </a:lnTo>
                  <a:lnTo>
                    <a:pt x="249529" y="20193"/>
                  </a:lnTo>
                  <a:lnTo>
                    <a:pt x="244872" y="17653"/>
                  </a:lnTo>
                  <a:lnTo>
                    <a:pt x="240136" y="15262"/>
                  </a:lnTo>
                  <a:lnTo>
                    <a:pt x="235327" y="13022"/>
                  </a:lnTo>
                  <a:lnTo>
                    <a:pt x="230449" y="10936"/>
                  </a:lnTo>
                  <a:lnTo>
                    <a:pt x="225507" y="9005"/>
                  </a:lnTo>
                  <a:lnTo>
                    <a:pt x="220507" y="7233"/>
                  </a:lnTo>
                  <a:lnTo>
                    <a:pt x="215453" y="5620"/>
                  </a:lnTo>
                  <a:lnTo>
                    <a:pt x="210350" y="4168"/>
                  </a:lnTo>
                  <a:lnTo>
                    <a:pt x="205204" y="2879"/>
                  </a:lnTo>
                  <a:lnTo>
                    <a:pt x="200020" y="1754"/>
                  </a:lnTo>
                  <a:lnTo>
                    <a:pt x="194802" y="794"/>
                  </a:lnTo>
                  <a:lnTo>
                    <a:pt x="189557" y="0"/>
                  </a:lnTo>
                  <a:lnTo>
                    <a:pt x="167162" y="1656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22394" cy="167167"/>
            </a:xfrm>
            <a:custGeom>
              <a:avLst/>
              <a:pathLst>
                <a:path w="22394" h="167167">
                  <a:moveTo>
                    <a:pt x="22394" y="1506"/>
                  </a:moveTo>
                  <a:lnTo>
                    <a:pt x="14954" y="670"/>
                  </a:lnTo>
                  <a:lnTo>
                    <a:pt x="7484" y="16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856389" y="5399291"/>
              <a:ext cx="167154" cy="334068"/>
            </a:xfrm>
            <a:custGeom>
              <a:avLst/>
              <a:pathLst>
                <a:path w="167154" h="334068">
                  <a:moveTo>
                    <a:pt x="167154" y="0"/>
                  </a:moveTo>
                  <a:lnTo>
                    <a:pt x="161838" y="84"/>
                  </a:lnTo>
                  <a:lnTo>
                    <a:pt x="156528" y="338"/>
                  </a:lnTo>
                  <a:lnTo>
                    <a:pt x="151228" y="760"/>
                  </a:lnTo>
                  <a:lnTo>
                    <a:pt x="145944" y="1351"/>
                  </a:lnTo>
                  <a:lnTo>
                    <a:pt x="140682" y="2109"/>
                  </a:lnTo>
                  <a:lnTo>
                    <a:pt x="135446" y="3034"/>
                  </a:lnTo>
                  <a:lnTo>
                    <a:pt x="130243" y="4126"/>
                  </a:lnTo>
                  <a:lnTo>
                    <a:pt x="125077" y="5382"/>
                  </a:lnTo>
                  <a:lnTo>
                    <a:pt x="119953" y="6802"/>
                  </a:lnTo>
                  <a:lnTo>
                    <a:pt x="114877" y="8384"/>
                  </a:lnTo>
                  <a:lnTo>
                    <a:pt x="109854" y="10127"/>
                  </a:lnTo>
                  <a:lnTo>
                    <a:pt x="104889" y="12028"/>
                  </a:lnTo>
                  <a:lnTo>
                    <a:pt x="99987" y="14087"/>
                  </a:lnTo>
                  <a:lnTo>
                    <a:pt x="95153" y="16300"/>
                  </a:lnTo>
                  <a:lnTo>
                    <a:pt x="90392" y="18666"/>
                  </a:lnTo>
                  <a:lnTo>
                    <a:pt x="85709" y="21182"/>
                  </a:lnTo>
                  <a:lnTo>
                    <a:pt x="81107" y="23846"/>
                  </a:lnTo>
                  <a:lnTo>
                    <a:pt x="76593" y="26655"/>
                  </a:lnTo>
                  <a:lnTo>
                    <a:pt x="72171" y="29606"/>
                  </a:lnTo>
                  <a:lnTo>
                    <a:pt x="67844" y="32696"/>
                  </a:lnTo>
                  <a:lnTo>
                    <a:pt x="63618" y="35922"/>
                  </a:lnTo>
                  <a:lnTo>
                    <a:pt x="59497" y="39281"/>
                  </a:lnTo>
                  <a:lnTo>
                    <a:pt x="55485" y="42769"/>
                  </a:lnTo>
                  <a:lnTo>
                    <a:pt x="51585" y="46383"/>
                  </a:lnTo>
                  <a:lnTo>
                    <a:pt x="47803" y="50119"/>
                  </a:lnTo>
                  <a:lnTo>
                    <a:pt x="44141" y="53974"/>
                  </a:lnTo>
                  <a:lnTo>
                    <a:pt x="40604" y="57943"/>
                  </a:lnTo>
                  <a:lnTo>
                    <a:pt x="37194" y="62023"/>
                  </a:lnTo>
                  <a:lnTo>
                    <a:pt x="33916" y="66209"/>
                  </a:lnTo>
                  <a:lnTo>
                    <a:pt x="30773" y="70497"/>
                  </a:lnTo>
                  <a:lnTo>
                    <a:pt x="27768" y="74883"/>
                  </a:lnTo>
                  <a:lnTo>
                    <a:pt x="24904" y="79362"/>
                  </a:lnTo>
                  <a:lnTo>
                    <a:pt x="22184" y="83930"/>
                  </a:lnTo>
                  <a:lnTo>
                    <a:pt x="19610" y="88582"/>
                  </a:lnTo>
                  <a:lnTo>
                    <a:pt x="17185" y="93314"/>
                  </a:lnTo>
                  <a:lnTo>
                    <a:pt x="14913" y="98120"/>
                  </a:lnTo>
                  <a:lnTo>
                    <a:pt x="12794" y="102996"/>
                  </a:lnTo>
                  <a:lnTo>
                    <a:pt x="10831" y="107938"/>
                  </a:lnTo>
                  <a:lnTo>
                    <a:pt x="9027" y="112939"/>
                  </a:lnTo>
                  <a:lnTo>
                    <a:pt x="7382" y="117995"/>
                  </a:lnTo>
                  <a:lnTo>
                    <a:pt x="5900" y="123100"/>
                  </a:lnTo>
                  <a:lnTo>
                    <a:pt x="4580" y="128250"/>
                  </a:lnTo>
                  <a:lnTo>
                    <a:pt x="3424" y="133440"/>
                  </a:lnTo>
                  <a:lnTo>
                    <a:pt x="2435" y="138664"/>
                  </a:lnTo>
                  <a:lnTo>
                    <a:pt x="1612" y="143916"/>
                  </a:lnTo>
                  <a:lnTo>
                    <a:pt x="956" y="149192"/>
                  </a:lnTo>
                  <a:lnTo>
                    <a:pt x="468" y="154487"/>
                  </a:lnTo>
                  <a:lnTo>
                    <a:pt x="150" y="159794"/>
                  </a:lnTo>
                  <a:lnTo>
                    <a:pt x="0" y="165108"/>
                  </a:lnTo>
                  <a:lnTo>
                    <a:pt x="19" y="170425"/>
                  </a:lnTo>
                  <a:lnTo>
                    <a:pt x="207" y="175738"/>
                  </a:lnTo>
                  <a:lnTo>
                    <a:pt x="564" y="181043"/>
                  </a:lnTo>
                  <a:lnTo>
                    <a:pt x="1089" y="186334"/>
                  </a:lnTo>
                  <a:lnTo>
                    <a:pt x="1783" y="191605"/>
                  </a:lnTo>
                  <a:lnTo>
                    <a:pt x="2644" y="196851"/>
                  </a:lnTo>
                  <a:lnTo>
                    <a:pt x="3671" y="202068"/>
                  </a:lnTo>
                  <a:lnTo>
                    <a:pt x="4863" y="207249"/>
                  </a:lnTo>
                  <a:lnTo>
                    <a:pt x="6220" y="212390"/>
                  </a:lnTo>
                  <a:lnTo>
                    <a:pt x="7739" y="217485"/>
                  </a:lnTo>
                  <a:lnTo>
                    <a:pt x="9420" y="222529"/>
                  </a:lnTo>
                  <a:lnTo>
                    <a:pt x="11260" y="227517"/>
                  </a:lnTo>
                  <a:lnTo>
                    <a:pt x="13258" y="232444"/>
                  </a:lnTo>
                  <a:lnTo>
                    <a:pt x="15412" y="237304"/>
                  </a:lnTo>
                  <a:lnTo>
                    <a:pt x="17719" y="242094"/>
                  </a:lnTo>
                  <a:lnTo>
                    <a:pt x="20178" y="246809"/>
                  </a:lnTo>
                  <a:lnTo>
                    <a:pt x="22785" y="251442"/>
                  </a:lnTo>
                  <a:lnTo>
                    <a:pt x="25538" y="255991"/>
                  </a:lnTo>
                  <a:lnTo>
                    <a:pt x="28434" y="260449"/>
                  </a:lnTo>
                  <a:lnTo>
                    <a:pt x="31470" y="264813"/>
                  </a:lnTo>
                  <a:lnTo>
                    <a:pt x="34644" y="269079"/>
                  </a:lnTo>
                  <a:lnTo>
                    <a:pt x="37952" y="273241"/>
                  </a:lnTo>
                  <a:lnTo>
                    <a:pt x="41391" y="277296"/>
                  </a:lnTo>
                  <a:lnTo>
                    <a:pt x="44956" y="281240"/>
                  </a:lnTo>
                  <a:lnTo>
                    <a:pt x="48646" y="285068"/>
                  </a:lnTo>
                  <a:lnTo>
                    <a:pt x="52455" y="288777"/>
                  </a:lnTo>
                  <a:lnTo>
                    <a:pt x="56380" y="292363"/>
                  </a:lnTo>
                  <a:lnTo>
                    <a:pt x="60417" y="295822"/>
                  </a:lnTo>
                  <a:lnTo>
                    <a:pt x="64563" y="299152"/>
                  </a:lnTo>
                  <a:lnTo>
                    <a:pt x="68812" y="302347"/>
                  </a:lnTo>
                  <a:lnTo>
                    <a:pt x="73160" y="305406"/>
                  </a:lnTo>
                  <a:lnTo>
                    <a:pt x="77604" y="308325"/>
                  </a:lnTo>
                  <a:lnTo>
                    <a:pt x="82138" y="311102"/>
                  </a:lnTo>
                  <a:lnTo>
                    <a:pt x="86758" y="313732"/>
                  </a:lnTo>
                  <a:lnTo>
                    <a:pt x="91460" y="316215"/>
                  </a:lnTo>
                  <a:lnTo>
                    <a:pt x="96238" y="318547"/>
                  </a:lnTo>
                  <a:lnTo>
                    <a:pt x="101088" y="320725"/>
                  </a:lnTo>
                  <a:lnTo>
                    <a:pt x="106004" y="322749"/>
                  </a:lnTo>
                  <a:lnTo>
                    <a:pt x="110983" y="324614"/>
                  </a:lnTo>
                  <a:lnTo>
                    <a:pt x="116018" y="326321"/>
                  </a:lnTo>
                  <a:lnTo>
                    <a:pt x="121105" y="327867"/>
                  </a:lnTo>
                  <a:lnTo>
                    <a:pt x="126239" y="329250"/>
                  </a:lnTo>
                  <a:lnTo>
                    <a:pt x="131414" y="330469"/>
                  </a:lnTo>
                  <a:lnTo>
                    <a:pt x="136625" y="331523"/>
                  </a:lnTo>
                  <a:lnTo>
                    <a:pt x="141867" y="332411"/>
                  </a:lnTo>
                  <a:lnTo>
                    <a:pt x="147134" y="333131"/>
                  </a:lnTo>
                  <a:lnTo>
                    <a:pt x="152422" y="333684"/>
                  </a:lnTo>
                  <a:lnTo>
                    <a:pt x="157725" y="334068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14114" y="5566459"/>
              <a:ext cx="9429" cy="166901"/>
            </a:xfrm>
            <a:custGeom>
              <a:avLst/>
              <a:pathLst>
                <a:path w="9429" h="166901">
                  <a:moveTo>
                    <a:pt x="0" y="166901"/>
                  </a:moveTo>
                  <a:lnTo>
                    <a:pt x="94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14114" y="5566459"/>
              <a:ext cx="9429" cy="166901"/>
            </a:xfrm>
            <a:custGeom>
              <a:avLst/>
              <a:pathLst>
                <a:path w="9429" h="166901">
                  <a:moveTo>
                    <a:pt x="0" y="166901"/>
                  </a:moveTo>
                  <a:lnTo>
                    <a:pt x="94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14114" y="5566459"/>
              <a:ext cx="9429" cy="166901"/>
            </a:xfrm>
            <a:custGeom>
              <a:avLst/>
              <a:pathLst>
                <a:path w="9429" h="166901">
                  <a:moveTo>
                    <a:pt x="0" y="166901"/>
                  </a:moveTo>
                  <a:lnTo>
                    <a:pt x="94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14114" y="5566459"/>
              <a:ext cx="9429" cy="166901"/>
            </a:xfrm>
            <a:custGeom>
              <a:avLst/>
              <a:pathLst>
                <a:path w="9429" h="166901">
                  <a:moveTo>
                    <a:pt x="0" y="166901"/>
                  </a:moveTo>
                  <a:lnTo>
                    <a:pt x="942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14114" y="5566459"/>
              <a:ext cx="9429" cy="166901"/>
            </a:xfrm>
            <a:custGeom>
              <a:avLst/>
              <a:pathLst>
                <a:path w="9429" h="166901">
                  <a:moveTo>
                    <a:pt x="0" y="166901"/>
                  </a:moveTo>
                  <a:lnTo>
                    <a:pt x="942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14114" y="5566459"/>
              <a:ext cx="103721" cy="167154"/>
            </a:xfrm>
            <a:custGeom>
              <a:avLst/>
              <a:pathLst>
                <a:path w="103721" h="167154">
                  <a:moveTo>
                    <a:pt x="0" y="166901"/>
                  </a:moveTo>
                  <a:lnTo>
                    <a:pt x="5764" y="167127"/>
                  </a:lnTo>
                  <a:lnTo>
                    <a:pt x="11533" y="167154"/>
                  </a:lnTo>
                  <a:lnTo>
                    <a:pt x="17299" y="166982"/>
                  </a:lnTo>
                  <a:lnTo>
                    <a:pt x="23057" y="166611"/>
                  </a:lnTo>
                  <a:lnTo>
                    <a:pt x="28797" y="166041"/>
                  </a:lnTo>
                  <a:lnTo>
                    <a:pt x="34515" y="165274"/>
                  </a:lnTo>
                  <a:lnTo>
                    <a:pt x="40203" y="164310"/>
                  </a:lnTo>
                  <a:lnTo>
                    <a:pt x="45854" y="163150"/>
                  </a:lnTo>
                  <a:lnTo>
                    <a:pt x="51462" y="161796"/>
                  </a:lnTo>
                  <a:lnTo>
                    <a:pt x="57020" y="160249"/>
                  </a:lnTo>
                  <a:lnTo>
                    <a:pt x="62521" y="158512"/>
                  </a:lnTo>
                  <a:lnTo>
                    <a:pt x="67959" y="156585"/>
                  </a:lnTo>
                  <a:lnTo>
                    <a:pt x="73327" y="154473"/>
                  </a:lnTo>
                  <a:lnTo>
                    <a:pt x="78619" y="152176"/>
                  </a:lnTo>
                  <a:lnTo>
                    <a:pt x="83829" y="149698"/>
                  </a:lnTo>
                  <a:lnTo>
                    <a:pt x="88950" y="147041"/>
                  </a:lnTo>
                  <a:lnTo>
                    <a:pt x="93976" y="144210"/>
                  </a:lnTo>
                  <a:lnTo>
                    <a:pt x="98902" y="141207"/>
                  </a:lnTo>
                  <a:lnTo>
                    <a:pt x="103721" y="138035"/>
                  </a:lnTo>
                  <a:lnTo>
                    <a:pt x="942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167164" cy="305203"/>
            </a:xfrm>
            <a:custGeom>
              <a:avLst/>
              <a:pathLst>
                <a:path w="167164" h="305203">
                  <a:moveTo>
                    <a:pt x="94292" y="305203"/>
                  </a:moveTo>
                  <a:lnTo>
                    <a:pt x="98685" y="302097"/>
                  </a:lnTo>
                  <a:lnTo>
                    <a:pt x="102975" y="298852"/>
                  </a:lnTo>
                  <a:lnTo>
                    <a:pt x="107159" y="295471"/>
                  </a:lnTo>
                  <a:lnTo>
                    <a:pt x="111231" y="291957"/>
                  </a:lnTo>
                  <a:lnTo>
                    <a:pt x="115189" y="288313"/>
                  </a:lnTo>
                  <a:lnTo>
                    <a:pt x="119027" y="284544"/>
                  </a:lnTo>
                  <a:lnTo>
                    <a:pt x="122742" y="280653"/>
                  </a:lnTo>
                  <a:lnTo>
                    <a:pt x="126330" y="276645"/>
                  </a:lnTo>
                  <a:lnTo>
                    <a:pt x="129787" y="272524"/>
                  </a:lnTo>
                  <a:lnTo>
                    <a:pt x="133110" y="268293"/>
                  </a:lnTo>
                  <a:lnTo>
                    <a:pt x="136295" y="263958"/>
                  </a:lnTo>
                  <a:lnTo>
                    <a:pt x="139339" y="259523"/>
                  </a:lnTo>
                  <a:lnTo>
                    <a:pt x="142238" y="254992"/>
                  </a:lnTo>
                  <a:lnTo>
                    <a:pt x="144990" y="250370"/>
                  </a:lnTo>
                  <a:lnTo>
                    <a:pt x="147592" y="245661"/>
                  </a:lnTo>
                  <a:lnTo>
                    <a:pt x="150041" y="240872"/>
                  </a:lnTo>
                  <a:lnTo>
                    <a:pt x="152335" y="236006"/>
                  </a:lnTo>
                  <a:lnTo>
                    <a:pt x="154471" y="231069"/>
                  </a:lnTo>
                  <a:lnTo>
                    <a:pt x="156447" y="226066"/>
                  </a:lnTo>
                  <a:lnTo>
                    <a:pt x="158261" y="221001"/>
                  </a:lnTo>
                  <a:lnTo>
                    <a:pt x="159912" y="215881"/>
                  </a:lnTo>
                  <a:lnTo>
                    <a:pt x="161396" y="210711"/>
                  </a:lnTo>
                  <a:lnTo>
                    <a:pt x="162714" y="205495"/>
                  </a:lnTo>
                  <a:lnTo>
                    <a:pt x="163863" y="200240"/>
                  </a:lnTo>
                  <a:lnTo>
                    <a:pt x="164842" y="194951"/>
                  </a:lnTo>
                  <a:lnTo>
                    <a:pt x="165651" y="189632"/>
                  </a:lnTo>
                  <a:lnTo>
                    <a:pt x="166288" y="184291"/>
                  </a:lnTo>
                  <a:lnTo>
                    <a:pt x="166752" y="178932"/>
                  </a:lnTo>
                  <a:lnTo>
                    <a:pt x="167045" y="173560"/>
                  </a:lnTo>
                  <a:lnTo>
                    <a:pt x="167164" y="168182"/>
                  </a:lnTo>
                  <a:lnTo>
                    <a:pt x="167110" y="162803"/>
                  </a:lnTo>
                  <a:lnTo>
                    <a:pt x="166883" y="157428"/>
                  </a:lnTo>
                  <a:lnTo>
                    <a:pt x="166483" y="152064"/>
                  </a:lnTo>
                  <a:lnTo>
                    <a:pt x="165911" y="146715"/>
                  </a:lnTo>
                  <a:lnTo>
                    <a:pt x="165167" y="141387"/>
                  </a:lnTo>
                  <a:lnTo>
                    <a:pt x="164252" y="136086"/>
                  </a:lnTo>
                  <a:lnTo>
                    <a:pt x="163167" y="130817"/>
                  </a:lnTo>
                  <a:lnTo>
                    <a:pt x="161913" y="125586"/>
                  </a:lnTo>
                  <a:lnTo>
                    <a:pt x="160491" y="120398"/>
                  </a:lnTo>
                  <a:lnTo>
                    <a:pt x="158903" y="115258"/>
                  </a:lnTo>
                  <a:lnTo>
                    <a:pt x="157151" y="110173"/>
                  </a:lnTo>
                  <a:lnTo>
                    <a:pt x="155236" y="105146"/>
                  </a:lnTo>
                  <a:lnTo>
                    <a:pt x="153160" y="100183"/>
                  </a:lnTo>
                  <a:lnTo>
                    <a:pt x="150925" y="95290"/>
                  </a:lnTo>
                  <a:lnTo>
                    <a:pt x="148535" y="90471"/>
                  </a:lnTo>
                  <a:lnTo>
                    <a:pt x="145990" y="85731"/>
                  </a:lnTo>
                  <a:lnTo>
                    <a:pt x="143294" y="81076"/>
                  </a:lnTo>
                  <a:lnTo>
                    <a:pt x="140450" y="76510"/>
                  </a:lnTo>
                  <a:lnTo>
                    <a:pt x="137460" y="72038"/>
                  </a:lnTo>
                  <a:lnTo>
                    <a:pt x="134328" y="67664"/>
                  </a:lnTo>
                  <a:lnTo>
                    <a:pt x="131057" y="63394"/>
                  </a:lnTo>
                  <a:lnTo>
                    <a:pt x="127650" y="59231"/>
                  </a:lnTo>
                  <a:lnTo>
                    <a:pt x="124111" y="55179"/>
                  </a:lnTo>
                  <a:lnTo>
                    <a:pt x="120444" y="51244"/>
                  </a:lnTo>
                  <a:lnTo>
                    <a:pt x="116652" y="47429"/>
                  </a:lnTo>
                  <a:lnTo>
                    <a:pt x="112739" y="43737"/>
                  </a:lnTo>
                  <a:lnTo>
                    <a:pt x="108709" y="40174"/>
                  </a:lnTo>
                  <a:lnTo>
                    <a:pt x="104566" y="36742"/>
                  </a:lnTo>
                  <a:lnTo>
                    <a:pt x="100316" y="33445"/>
                  </a:lnTo>
                  <a:lnTo>
                    <a:pt x="95961" y="30286"/>
                  </a:lnTo>
                  <a:lnTo>
                    <a:pt x="91507" y="27270"/>
                  </a:lnTo>
                  <a:lnTo>
                    <a:pt x="86959" y="24398"/>
                  </a:lnTo>
                  <a:lnTo>
                    <a:pt x="82320" y="21674"/>
                  </a:lnTo>
                  <a:lnTo>
                    <a:pt x="77596" y="19100"/>
                  </a:lnTo>
                  <a:lnTo>
                    <a:pt x="72792" y="16680"/>
                  </a:lnTo>
                  <a:lnTo>
                    <a:pt x="67912" y="14416"/>
                  </a:lnTo>
                  <a:lnTo>
                    <a:pt x="62962" y="12310"/>
                  </a:lnTo>
                  <a:lnTo>
                    <a:pt x="57947" y="10364"/>
                  </a:lnTo>
                  <a:lnTo>
                    <a:pt x="52872" y="8581"/>
                  </a:lnTo>
                  <a:lnTo>
                    <a:pt x="47742" y="6962"/>
                  </a:lnTo>
                  <a:lnTo>
                    <a:pt x="42563" y="5509"/>
                  </a:lnTo>
                  <a:lnTo>
                    <a:pt x="37339" y="4223"/>
                  </a:lnTo>
                  <a:lnTo>
                    <a:pt x="32077" y="3106"/>
                  </a:lnTo>
                  <a:lnTo>
                    <a:pt x="26782" y="2159"/>
                  </a:lnTo>
                  <a:lnTo>
                    <a:pt x="21459" y="1383"/>
                  </a:lnTo>
                  <a:lnTo>
                    <a:pt x="16113" y="778"/>
                  </a:lnTo>
                  <a:lnTo>
                    <a:pt x="10751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410202" y="5269756"/>
              <a:ext cx="135056" cy="167167"/>
            </a:xfrm>
            <a:custGeom>
              <a:avLst/>
              <a:pathLst>
                <a:path w="135056" h="167167">
                  <a:moveTo>
                    <a:pt x="135056" y="0"/>
                  </a:moveTo>
                  <a:lnTo>
                    <a:pt x="129441" y="94"/>
                  </a:lnTo>
                  <a:lnTo>
                    <a:pt x="123833" y="377"/>
                  </a:lnTo>
                  <a:lnTo>
                    <a:pt x="118237" y="848"/>
                  </a:lnTo>
                  <a:lnTo>
                    <a:pt x="112661" y="1506"/>
                  </a:lnTo>
                  <a:lnTo>
                    <a:pt x="107109" y="2352"/>
                  </a:lnTo>
                  <a:lnTo>
                    <a:pt x="101590" y="3384"/>
                  </a:lnTo>
                  <a:lnTo>
                    <a:pt x="96108" y="4600"/>
                  </a:lnTo>
                  <a:lnTo>
                    <a:pt x="90670" y="6000"/>
                  </a:lnTo>
                  <a:lnTo>
                    <a:pt x="85282" y="7582"/>
                  </a:lnTo>
                  <a:lnTo>
                    <a:pt x="79950" y="9343"/>
                  </a:lnTo>
                  <a:lnTo>
                    <a:pt x="74680" y="11283"/>
                  </a:lnTo>
                  <a:lnTo>
                    <a:pt x="69479" y="13399"/>
                  </a:lnTo>
                  <a:lnTo>
                    <a:pt x="64351" y="15688"/>
                  </a:lnTo>
                  <a:lnTo>
                    <a:pt x="59303" y="18148"/>
                  </a:lnTo>
                  <a:lnTo>
                    <a:pt x="54341" y="20777"/>
                  </a:lnTo>
                  <a:lnTo>
                    <a:pt x="49470" y="23570"/>
                  </a:lnTo>
                  <a:lnTo>
                    <a:pt x="44695" y="26526"/>
                  </a:lnTo>
                  <a:lnTo>
                    <a:pt x="40023" y="29640"/>
                  </a:lnTo>
                  <a:lnTo>
                    <a:pt x="35457" y="32909"/>
                  </a:lnTo>
                  <a:lnTo>
                    <a:pt x="31004" y="36330"/>
                  </a:lnTo>
                  <a:lnTo>
                    <a:pt x="26669" y="39899"/>
                  </a:lnTo>
                  <a:lnTo>
                    <a:pt x="22455" y="43611"/>
                  </a:lnTo>
                  <a:lnTo>
                    <a:pt x="18369" y="47462"/>
                  </a:lnTo>
                  <a:lnTo>
                    <a:pt x="14414" y="51449"/>
                  </a:lnTo>
                  <a:lnTo>
                    <a:pt x="10596" y="55566"/>
                  </a:lnTo>
                  <a:lnTo>
                    <a:pt x="6918" y="59809"/>
                  </a:lnTo>
                  <a:lnTo>
                    <a:pt x="3384" y="64174"/>
                  </a:lnTo>
                  <a:lnTo>
                    <a:pt x="0" y="68654"/>
                  </a:lnTo>
                  <a:lnTo>
                    <a:pt x="1350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410202" y="5338410"/>
              <a:ext cx="135056" cy="98512"/>
            </a:xfrm>
            <a:custGeom>
              <a:avLst/>
              <a:pathLst>
                <a:path w="135056" h="98512">
                  <a:moveTo>
                    <a:pt x="0" y="0"/>
                  </a:moveTo>
                  <a:lnTo>
                    <a:pt x="135056" y="985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410202" y="5338410"/>
              <a:ext cx="135056" cy="98512"/>
            </a:xfrm>
            <a:custGeom>
              <a:avLst/>
              <a:pathLst>
                <a:path w="135056" h="98512">
                  <a:moveTo>
                    <a:pt x="0" y="0"/>
                  </a:moveTo>
                  <a:lnTo>
                    <a:pt x="135056" y="985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410202" y="5338410"/>
              <a:ext cx="135056" cy="98512"/>
            </a:xfrm>
            <a:custGeom>
              <a:avLst/>
              <a:pathLst>
                <a:path w="135056" h="98512">
                  <a:moveTo>
                    <a:pt x="0" y="0"/>
                  </a:moveTo>
                  <a:lnTo>
                    <a:pt x="135056" y="985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410202" y="5338410"/>
              <a:ext cx="135056" cy="98512"/>
            </a:xfrm>
            <a:custGeom>
              <a:avLst/>
              <a:pathLst>
                <a:path w="135056" h="98512">
                  <a:moveTo>
                    <a:pt x="0" y="0"/>
                  </a:moveTo>
                  <a:lnTo>
                    <a:pt x="135056" y="985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391578" y="5338410"/>
              <a:ext cx="153679" cy="98512"/>
            </a:xfrm>
            <a:custGeom>
              <a:avLst/>
              <a:pathLst>
                <a:path w="153679" h="98512">
                  <a:moveTo>
                    <a:pt x="18623" y="0"/>
                  </a:moveTo>
                  <a:lnTo>
                    <a:pt x="15013" y="5149"/>
                  </a:lnTo>
                  <a:lnTo>
                    <a:pt x="11599" y="10431"/>
                  </a:lnTo>
                  <a:lnTo>
                    <a:pt x="8387" y="15838"/>
                  </a:lnTo>
                  <a:lnTo>
                    <a:pt x="5380" y="21362"/>
                  </a:lnTo>
                  <a:lnTo>
                    <a:pt x="2583" y="26995"/>
                  </a:lnTo>
                  <a:lnTo>
                    <a:pt x="0" y="32729"/>
                  </a:lnTo>
                  <a:lnTo>
                    <a:pt x="153679" y="985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378097" y="5269756"/>
              <a:ext cx="334313" cy="334332"/>
            </a:xfrm>
            <a:custGeom>
              <a:avLst/>
              <a:pathLst>
                <a:path w="334313" h="334332">
                  <a:moveTo>
                    <a:pt x="13481" y="101383"/>
                  </a:moveTo>
                  <a:lnTo>
                    <a:pt x="11468" y="106300"/>
                  </a:lnTo>
                  <a:lnTo>
                    <a:pt x="9613" y="111278"/>
                  </a:lnTo>
                  <a:lnTo>
                    <a:pt x="7916" y="116313"/>
                  </a:lnTo>
                  <a:lnTo>
                    <a:pt x="6381" y="121398"/>
                  </a:lnTo>
                  <a:lnTo>
                    <a:pt x="5007" y="126531"/>
                  </a:lnTo>
                  <a:lnTo>
                    <a:pt x="3798" y="131704"/>
                  </a:lnTo>
                  <a:lnTo>
                    <a:pt x="2754" y="136913"/>
                  </a:lnTo>
                  <a:lnTo>
                    <a:pt x="1875" y="142152"/>
                  </a:lnTo>
                  <a:lnTo>
                    <a:pt x="1164" y="147417"/>
                  </a:lnTo>
                  <a:lnTo>
                    <a:pt x="620" y="152702"/>
                  </a:lnTo>
                  <a:lnTo>
                    <a:pt x="245" y="158001"/>
                  </a:lnTo>
                  <a:lnTo>
                    <a:pt x="38" y="163310"/>
                  </a:lnTo>
                  <a:lnTo>
                    <a:pt x="0" y="168622"/>
                  </a:lnTo>
                  <a:lnTo>
                    <a:pt x="130" y="173933"/>
                  </a:lnTo>
                  <a:lnTo>
                    <a:pt x="430" y="179237"/>
                  </a:lnTo>
                  <a:lnTo>
                    <a:pt x="897" y="184529"/>
                  </a:lnTo>
                  <a:lnTo>
                    <a:pt x="1533" y="189804"/>
                  </a:lnTo>
                  <a:lnTo>
                    <a:pt x="2336" y="195055"/>
                  </a:lnTo>
                  <a:lnTo>
                    <a:pt x="3305" y="200279"/>
                  </a:lnTo>
                  <a:lnTo>
                    <a:pt x="4440" y="205469"/>
                  </a:lnTo>
                  <a:lnTo>
                    <a:pt x="5740" y="210620"/>
                  </a:lnTo>
                  <a:lnTo>
                    <a:pt x="7202" y="215728"/>
                  </a:lnTo>
                  <a:lnTo>
                    <a:pt x="8826" y="220786"/>
                  </a:lnTo>
                  <a:lnTo>
                    <a:pt x="10609" y="225790"/>
                  </a:lnTo>
                  <a:lnTo>
                    <a:pt x="12551" y="230735"/>
                  </a:lnTo>
                  <a:lnTo>
                    <a:pt x="14649" y="235616"/>
                  </a:lnTo>
                  <a:lnTo>
                    <a:pt x="16901" y="240428"/>
                  </a:lnTo>
                  <a:lnTo>
                    <a:pt x="19305" y="245165"/>
                  </a:lnTo>
                  <a:lnTo>
                    <a:pt x="21858" y="249824"/>
                  </a:lnTo>
                  <a:lnTo>
                    <a:pt x="24558" y="254400"/>
                  </a:lnTo>
                  <a:lnTo>
                    <a:pt x="27402" y="258887"/>
                  </a:lnTo>
                  <a:lnTo>
                    <a:pt x="30387" y="263282"/>
                  </a:lnTo>
                  <a:lnTo>
                    <a:pt x="33511" y="267579"/>
                  </a:lnTo>
                  <a:lnTo>
                    <a:pt x="36769" y="271775"/>
                  </a:lnTo>
                  <a:lnTo>
                    <a:pt x="40159" y="275866"/>
                  </a:lnTo>
                  <a:lnTo>
                    <a:pt x="43677" y="279847"/>
                  </a:lnTo>
                  <a:lnTo>
                    <a:pt x="47320" y="283714"/>
                  </a:lnTo>
                  <a:lnTo>
                    <a:pt x="51084" y="287463"/>
                  </a:lnTo>
                  <a:lnTo>
                    <a:pt x="54965" y="291091"/>
                  </a:lnTo>
                  <a:lnTo>
                    <a:pt x="58959" y="294593"/>
                  </a:lnTo>
                  <a:lnTo>
                    <a:pt x="63063" y="297967"/>
                  </a:lnTo>
                  <a:lnTo>
                    <a:pt x="67272" y="301209"/>
                  </a:lnTo>
                  <a:lnTo>
                    <a:pt x="71582" y="304315"/>
                  </a:lnTo>
                  <a:lnTo>
                    <a:pt x="75988" y="307283"/>
                  </a:lnTo>
                  <a:lnTo>
                    <a:pt x="80487" y="310110"/>
                  </a:lnTo>
                  <a:lnTo>
                    <a:pt x="85073" y="312792"/>
                  </a:lnTo>
                  <a:lnTo>
                    <a:pt x="89742" y="315326"/>
                  </a:lnTo>
                  <a:lnTo>
                    <a:pt x="94489" y="317712"/>
                  </a:lnTo>
                  <a:lnTo>
                    <a:pt x="99309" y="319945"/>
                  </a:lnTo>
                  <a:lnTo>
                    <a:pt x="104198" y="322024"/>
                  </a:lnTo>
                  <a:lnTo>
                    <a:pt x="109151" y="323946"/>
                  </a:lnTo>
                  <a:lnTo>
                    <a:pt x="114162" y="325711"/>
                  </a:lnTo>
                  <a:lnTo>
                    <a:pt x="119226" y="327315"/>
                  </a:lnTo>
                  <a:lnTo>
                    <a:pt x="124340" y="328757"/>
                  </a:lnTo>
                  <a:lnTo>
                    <a:pt x="129496" y="330036"/>
                  </a:lnTo>
                  <a:lnTo>
                    <a:pt x="134690" y="331151"/>
                  </a:lnTo>
                  <a:lnTo>
                    <a:pt x="139918" y="332100"/>
                  </a:lnTo>
                  <a:lnTo>
                    <a:pt x="145172" y="332882"/>
                  </a:lnTo>
                  <a:lnTo>
                    <a:pt x="150449" y="333497"/>
                  </a:lnTo>
                  <a:lnTo>
                    <a:pt x="155743" y="333944"/>
                  </a:lnTo>
                  <a:lnTo>
                    <a:pt x="161048" y="334223"/>
                  </a:lnTo>
                  <a:lnTo>
                    <a:pt x="166360" y="334332"/>
                  </a:lnTo>
                  <a:lnTo>
                    <a:pt x="171672" y="334273"/>
                  </a:lnTo>
                  <a:lnTo>
                    <a:pt x="176980" y="334046"/>
                  </a:lnTo>
                  <a:lnTo>
                    <a:pt x="182278" y="333649"/>
                  </a:lnTo>
                  <a:lnTo>
                    <a:pt x="187560" y="333085"/>
                  </a:lnTo>
                  <a:lnTo>
                    <a:pt x="192822" y="332353"/>
                  </a:lnTo>
                  <a:lnTo>
                    <a:pt x="198058" y="331454"/>
                  </a:lnTo>
                  <a:lnTo>
                    <a:pt x="203263" y="330389"/>
                  </a:lnTo>
                  <a:lnTo>
                    <a:pt x="208431" y="329160"/>
                  </a:lnTo>
                  <a:lnTo>
                    <a:pt x="213558" y="327767"/>
                  </a:lnTo>
                  <a:lnTo>
                    <a:pt x="218638" y="326211"/>
                  </a:lnTo>
                  <a:lnTo>
                    <a:pt x="223666" y="324495"/>
                  </a:lnTo>
                  <a:lnTo>
                    <a:pt x="228637" y="322620"/>
                  </a:lnTo>
                  <a:lnTo>
                    <a:pt x="233545" y="320588"/>
                  </a:lnTo>
                  <a:lnTo>
                    <a:pt x="238387" y="318401"/>
                  </a:lnTo>
                  <a:lnTo>
                    <a:pt x="243157" y="316061"/>
                  </a:lnTo>
                  <a:lnTo>
                    <a:pt x="247850" y="313571"/>
                  </a:lnTo>
                  <a:lnTo>
                    <a:pt x="252461" y="310933"/>
                  </a:lnTo>
                  <a:lnTo>
                    <a:pt x="256986" y="308150"/>
                  </a:lnTo>
                  <a:lnTo>
                    <a:pt x="261421" y="305225"/>
                  </a:lnTo>
                  <a:lnTo>
                    <a:pt x="265760" y="302160"/>
                  </a:lnTo>
                  <a:lnTo>
                    <a:pt x="270000" y="298959"/>
                  </a:lnTo>
                  <a:lnTo>
                    <a:pt x="274136" y="295624"/>
                  </a:lnTo>
                  <a:lnTo>
                    <a:pt x="278164" y="292160"/>
                  </a:lnTo>
                  <a:lnTo>
                    <a:pt x="282080" y="288570"/>
                  </a:lnTo>
                  <a:lnTo>
                    <a:pt x="285879" y="284857"/>
                  </a:lnTo>
                  <a:lnTo>
                    <a:pt x="289559" y="281025"/>
                  </a:lnTo>
                  <a:lnTo>
                    <a:pt x="293115" y="277078"/>
                  </a:lnTo>
                  <a:lnTo>
                    <a:pt x="296544" y="273020"/>
                  </a:lnTo>
                  <a:lnTo>
                    <a:pt x="299842" y="268855"/>
                  </a:lnTo>
                  <a:lnTo>
                    <a:pt x="303007" y="264588"/>
                  </a:lnTo>
                  <a:lnTo>
                    <a:pt x="306034" y="260222"/>
                  </a:lnTo>
                  <a:lnTo>
                    <a:pt x="308921" y="255762"/>
                  </a:lnTo>
                  <a:lnTo>
                    <a:pt x="311664" y="251213"/>
                  </a:lnTo>
                  <a:lnTo>
                    <a:pt x="314262" y="246578"/>
                  </a:lnTo>
                  <a:lnTo>
                    <a:pt x="316711" y="241864"/>
                  </a:lnTo>
                  <a:lnTo>
                    <a:pt x="319009" y="237074"/>
                  </a:lnTo>
                  <a:lnTo>
                    <a:pt x="321154" y="232214"/>
                  </a:lnTo>
                  <a:lnTo>
                    <a:pt x="323143" y="227287"/>
                  </a:lnTo>
                  <a:lnTo>
                    <a:pt x="324975" y="222300"/>
                  </a:lnTo>
                  <a:lnTo>
                    <a:pt x="326647" y="217258"/>
                  </a:lnTo>
                  <a:lnTo>
                    <a:pt x="328158" y="212165"/>
                  </a:lnTo>
                  <a:lnTo>
                    <a:pt x="329507" y="207026"/>
                  </a:lnTo>
                  <a:lnTo>
                    <a:pt x="330691" y="201847"/>
                  </a:lnTo>
                  <a:lnTo>
                    <a:pt x="331711" y="196633"/>
                  </a:lnTo>
                  <a:lnTo>
                    <a:pt x="332564" y="191390"/>
                  </a:lnTo>
                  <a:lnTo>
                    <a:pt x="333250" y="186122"/>
                  </a:lnTo>
                  <a:lnTo>
                    <a:pt x="333768" y="180834"/>
                  </a:lnTo>
                  <a:lnTo>
                    <a:pt x="334119" y="175533"/>
                  </a:lnTo>
                  <a:lnTo>
                    <a:pt x="334300" y="170224"/>
                  </a:lnTo>
                  <a:lnTo>
                    <a:pt x="334313" y="164911"/>
                  </a:lnTo>
                  <a:lnTo>
                    <a:pt x="334157" y="159601"/>
                  </a:lnTo>
                  <a:lnTo>
                    <a:pt x="333832" y="154298"/>
                  </a:lnTo>
                  <a:lnTo>
                    <a:pt x="333339" y="149008"/>
                  </a:lnTo>
                  <a:lnTo>
                    <a:pt x="332678" y="143737"/>
                  </a:lnTo>
                  <a:lnTo>
                    <a:pt x="331850" y="138489"/>
                  </a:lnTo>
                  <a:lnTo>
                    <a:pt x="330855" y="133270"/>
                  </a:lnTo>
                  <a:lnTo>
                    <a:pt x="329696" y="128086"/>
                  </a:lnTo>
                  <a:lnTo>
                    <a:pt x="328372" y="122941"/>
                  </a:lnTo>
                  <a:lnTo>
                    <a:pt x="326885" y="117841"/>
                  </a:lnTo>
                  <a:lnTo>
                    <a:pt x="325237" y="112790"/>
                  </a:lnTo>
                  <a:lnTo>
                    <a:pt x="323429" y="107794"/>
                  </a:lnTo>
                  <a:lnTo>
                    <a:pt x="321464" y="102859"/>
                  </a:lnTo>
                  <a:lnTo>
                    <a:pt x="319342" y="97988"/>
                  </a:lnTo>
                  <a:lnTo>
                    <a:pt x="317067" y="93187"/>
                  </a:lnTo>
                  <a:lnTo>
                    <a:pt x="314641" y="88461"/>
                  </a:lnTo>
                  <a:lnTo>
                    <a:pt x="312065" y="83815"/>
                  </a:lnTo>
                  <a:lnTo>
                    <a:pt x="309343" y="79252"/>
                  </a:lnTo>
                  <a:lnTo>
                    <a:pt x="306478" y="74778"/>
                  </a:lnTo>
                  <a:lnTo>
                    <a:pt x="303472" y="70398"/>
                  </a:lnTo>
                  <a:lnTo>
                    <a:pt x="300328" y="66115"/>
                  </a:lnTo>
                  <a:lnTo>
                    <a:pt x="297050" y="61935"/>
                  </a:lnTo>
                  <a:lnTo>
                    <a:pt x="293640" y="57861"/>
                  </a:lnTo>
                  <a:lnTo>
                    <a:pt x="290103" y="53897"/>
                  </a:lnTo>
                  <a:lnTo>
                    <a:pt x="286442" y="50047"/>
                  </a:lnTo>
                  <a:lnTo>
                    <a:pt x="282660" y="46316"/>
                  </a:lnTo>
                  <a:lnTo>
                    <a:pt x="278761" y="42707"/>
                  </a:lnTo>
                  <a:lnTo>
                    <a:pt x="274750" y="39224"/>
                  </a:lnTo>
                  <a:lnTo>
                    <a:pt x="270630" y="35870"/>
                  </a:lnTo>
                  <a:lnTo>
                    <a:pt x="266406" y="32648"/>
                  </a:lnTo>
                  <a:lnTo>
                    <a:pt x="262081" y="29562"/>
                  </a:lnTo>
                  <a:lnTo>
                    <a:pt x="257661" y="26616"/>
                  </a:lnTo>
                  <a:lnTo>
                    <a:pt x="253149" y="23811"/>
                  </a:lnTo>
                  <a:lnTo>
                    <a:pt x="248550" y="21151"/>
                  </a:lnTo>
                  <a:lnTo>
                    <a:pt x="243869" y="18638"/>
                  </a:lnTo>
                  <a:lnTo>
                    <a:pt x="239111" y="16276"/>
                  </a:lnTo>
                  <a:lnTo>
                    <a:pt x="234279" y="14066"/>
                  </a:lnTo>
                  <a:lnTo>
                    <a:pt x="229381" y="12010"/>
                  </a:lnTo>
                  <a:lnTo>
                    <a:pt x="224419" y="10111"/>
                  </a:lnTo>
                  <a:lnTo>
                    <a:pt x="219399" y="8371"/>
                  </a:lnTo>
                  <a:lnTo>
                    <a:pt x="214327" y="6791"/>
                  </a:lnTo>
                  <a:lnTo>
                    <a:pt x="209207" y="5374"/>
                  </a:lnTo>
                  <a:lnTo>
                    <a:pt x="204045" y="4119"/>
                  </a:lnTo>
                  <a:lnTo>
                    <a:pt x="198845" y="3030"/>
                  </a:lnTo>
                  <a:lnTo>
                    <a:pt x="193613" y="2106"/>
                  </a:lnTo>
                  <a:lnTo>
                    <a:pt x="188355" y="1348"/>
                  </a:lnTo>
                  <a:lnTo>
                    <a:pt x="183075" y="759"/>
                  </a:lnTo>
                  <a:lnTo>
                    <a:pt x="177779" y="337"/>
                  </a:lnTo>
                  <a:lnTo>
                    <a:pt x="172473" y="84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853889" y="5018213"/>
              <a:ext cx="167149" cy="169638"/>
            </a:xfrm>
            <a:custGeom>
              <a:avLst/>
              <a:pathLst>
                <a:path w="167149" h="169638">
                  <a:moveTo>
                    <a:pt x="167149" y="0"/>
                  </a:moveTo>
                  <a:lnTo>
                    <a:pt x="161740" y="87"/>
                  </a:lnTo>
                  <a:lnTo>
                    <a:pt x="156338" y="349"/>
                  </a:lnTo>
                  <a:lnTo>
                    <a:pt x="150946" y="787"/>
                  </a:lnTo>
                  <a:lnTo>
                    <a:pt x="145572" y="1398"/>
                  </a:lnTo>
                  <a:lnTo>
                    <a:pt x="140220" y="2183"/>
                  </a:lnTo>
                  <a:lnTo>
                    <a:pt x="134896" y="3140"/>
                  </a:lnTo>
                  <a:lnTo>
                    <a:pt x="129606" y="4270"/>
                  </a:lnTo>
                  <a:lnTo>
                    <a:pt x="124356" y="5570"/>
                  </a:lnTo>
                  <a:lnTo>
                    <a:pt x="119150" y="7039"/>
                  </a:lnTo>
                  <a:lnTo>
                    <a:pt x="113995" y="8675"/>
                  </a:lnTo>
                  <a:lnTo>
                    <a:pt x="108895" y="10478"/>
                  </a:lnTo>
                  <a:lnTo>
                    <a:pt x="103856" y="12445"/>
                  </a:lnTo>
                  <a:lnTo>
                    <a:pt x="98883" y="14573"/>
                  </a:lnTo>
                  <a:lnTo>
                    <a:pt x="93982" y="16862"/>
                  </a:lnTo>
                  <a:lnTo>
                    <a:pt x="89158" y="19308"/>
                  </a:lnTo>
                  <a:lnTo>
                    <a:pt x="84415" y="21908"/>
                  </a:lnTo>
                  <a:lnTo>
                    <a:pt x="79758" y="24661"/>
                  </a:lnTo>
                  <a:lnTo>
                    <a:pt x="75194" y="27563"/>
                  </a:lnTo>
                  <a:lnTo>
                    <a:pt x="70725" y="30611"/>
                  </a:lnTo>
                  <a:lnTo>
                    <a:pt x="66358" y="33802"/>
                  </a:lnTo>
                  <a:lnTo>
                    <a:pt x="62096" y="37133"/>
                  </a:lnTo>
                  <a:lnTo>
                    <a:pt x="57944" y="40600"/>
                  </a:lnTo>
                  <a:lnTo>
                    <a:pt x="53906" y="44199"/>
                  </a:lnTo>
                  <a:lnTo>
                    <a:pt x="49987" y="47927"/>
                  </a:lnTo>
                  <a:lnTo>
                    <a:pt x="46190" y="51780"/>
                  </a:lnTo>
                  <a:lnTo>
                    <a:pt x="42521" y="55754"/>
                  </a:lnTo>
                  <a:lnTo>
                    <a:pt x="38981" y="59845"/>
                  </a:lnTo>
                  <a:lnTo>
                    <a:pt x="35576" y="64047"/>
                  </a:lnTo>
                  <a:lnTo>
                    <a:pt x="32309" y="68358"/>
                  </a:lnTo>
                  <a:lnTo>
                    <a:pt x="29183" y="72772"/>
                  </a:lnTo>
                  <a:lnTo>
                    <a:pt x="26201" y="77285"/>
                  </a:lnTo>
                  <a:lnTo>
                    <a:pt x="23367" y="81892"/>
                  </a:lnTo>
                  <a:lnTo>
                    <a:pt x="20683" y="86589"/>
                  </a:lnTo>
                  <a:lnTo>
                    <a:pt x="18153" y="91370"/>
                  </a:lnTo>
                  <a:lnTo>
                    <a:pt x="15779" y="96230"/>
                  </a:lnTo>
                  <a:lnTo>
                    <a:pt x="13563" y="101164"/>
                  </a:lnTo>
                  <a:lnTo>
                    <a:pt x="11508" y="106168"/>
                  </a:lnTo>
                  <a:lnTo>
                    <a:pt x="9616" y="111235"/>
                  </a:lnTo>
                  <a:lnTo>
                    <a:pt x="7889" y="116361"/>
                  </a:lnTo>
                  <a:lnTo>
                    <a:pt x="6328" y="121540"/>
                  </a:lnTo>
                  <a:lnTo>
                    <a:pt x="4936" y="126767"/>
                  </a:lnTo>
                  <a:lnTo>
                    <a:pt x="3714" y="132036"/>
                  </a:lnTo>
                  <a:lnTo>
                    <a:pt x="2663" y="137342"/>
                  </a:lnTo>
                  <a:lnTo>
                    <a:pt x="1784" y="142680"/>
                  </a:lnTo>
                  <a:lnTo>
                    <a:pt x="1079" y="148042"/>
                  </a:lnTo>
                  <a:lnTo>
                    <a:pt x="547" y="153425"/>
                  </a:lnTo>
                  <a:lnTo>
                    <a:pt x="190" y="158823"/>
                  </a:lnTo>
                  <a:lnTo>
                    <a:pt x="7" y="164229"/>
                  </a:lnTo>
                  <a:lnTo>
                    <a:pt x="0" y="169638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853889" y="5185380"/>
              <a:ext cx="167149" cy="2470"/>
            </a:xfrm>
            <a:custGeom>
              <a:avLst/>
              <a:pathLst>
                <a:path w="167149" h="2470">
                  <a:moveTo>
                    <a:pt x="0" y="2470"/>
                  </a:moveTo>
                  <a:lnTo>
                    <a:pt x="1671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853889" y="5185380"/>
              <a:ext cx="167149" cy="2470"/>
            </a:xfrm>
            <a:custGeom>
              <a:avLst/>
              <a:pathLst>
                <a:path w="167149" h="2470">
                  <a:moveTo>
                    <a:pt x="0" y="2470"/>
                  </a:moveTo>
                  <a:lnTo>
                    <a:pt x="16714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853889" y="5185380"/>
              <a:ext cx="167149" cy="2470"/>
            </a:xfrm>
            <a:custGeom>
              <a:avLst/>
              <a:pathLst>
                <a:path w="167149" h="2470">
                  <a:moveTo>
                    <a:pt x="0" y="2470"/>
                  </a:moveTo>
                  <a:lnTo>
                    <a:pt x="16714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853889" y="5185380"/>
              <a:ext cx="167149" cy="61212"/>
            </a:xfrm>
            <a:custGeom>
              <a:avLst/>
              <a:pathLst>
                <a:path w="167149" h="61212">
                  <a:moveTo>
                    <a:pt x="0" y="2470"/>
                  </a:moveTo>
                  <a:lnTo>
                    <a:pt x="197" y="8487"/>
                  </a:lnTo>
                  <a:lnTo>
                    <a:pt x="611" y="14492"/>
                  </a:lnTo>
                  <a:lnTo>
                    <a:pt x="1240" y="20479"/>
                  </a:lnTo>
                  <a:lnTo>
                    <a:pt x="2085" y="26439"/>
                  </a:lnTo>
                  <a:lnTo>
                    <a:pt x="3144" y="32364"/>
                  </a:lnTo>
                  <a:lnTo>
                    <a:pt x="4416" y="38248"/>
                  </a:lnTo>
                  <a:lnTo>
                    <a:pt x="5898" y="44082"/>
                  </a:lnTo>
                  <a:lnTo>
                    <a:pt x="7590" y="49859"/>
                  </a:lnTo>
                  <a:lnTo>
                    <a:pt x="9489" y="55572"/>
                  </a:lnTo>
                  <a:lnTo>
                    <a:pt x="11592" y="61212"/>
                  </a:lnTo>
                  <a:lnTo>
                    <a:pt x="16714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865482" y="5018213"/>
              <a:ext cx="322711" cy="334330"/>
            </a:xfrm>
            <a:custGeom>
              <a:avLst/>
              <a:pathLst>
                <a:path w="322711" h="334330">
                  <a:moveTo>
                    <a:pt x="0" y="228379"/>
                  </a:moveTo>
                  <a:lnTo>
                    <a:pt x="2015" y="233273"/>
                  </a:lnTo>
                  <a:lnTo>
                    <a:pt x="4185" y="238100"/>
                  </a:lnTo>
                  <a:lnTo>
                    <a:pt x="6506" y="242856"/>
                  </a:lnTo>
                  <a:lnTo>
                    <a:pt x="8977" y="247537"/>
                  </a:lnTo>
                  <a:lnTo>
                    <a:pt x="11594" y="252136"/>
                  </a:lnTo>
                  <a:lnTo>
                    <a:pt x="14356" y="256651"/>
                  </a:lnTo>
                  <a:lnTo>
                    <a:pt x="17260" y="261076"/>
                  </a:lnTo>
                  <a:lnTo>
                    <a:pt x="20302" y="265407"/>
                  </a:lnTo>
                  <a:lnTo>
                    <a:pt x="23479" y="269639"/>
                  </a:lnTo>
                  <a:lnTo>
                    <a:pt x="26789" y="273769"/>
                  </a:lnTo>
                  <a:lnTo>
                    <a:pt x="30228" y="277791"/>
                  </a:lnTo>
                  <a:lnTo>
                    <a:pt x="33793" y="281703"/>
                  </a:lnTo>
                  <a:lnTo>
                    <a:pt x="37479" y="285500"/>
                  </a:lnTo>
                  <a:lnTo>
                    <a:pt x="41285" y="289179"/>
                  </a:lnTo>
                  <a:lnTo>
                    <a:pt x="45204" y="292735"/>
                  </a:lnTo>
                  <a:lnTo>
                    <a:pt x="49234" y="296165"/>
                  </a:lnTo>
                  <a:lnTo>
                    <a:pt x="53371" y="299466"/>
                  </a:lnTo>
                  <a:lnTo>
                    <a:pt x="57610" y="302635"/>
                  </a:lnTo>
                  <a:lnTo>
                    <a:pt x="61948" y="305667"/>
                  </a:lnTo>
                  <a:lnTo>
                    <a:pt x="66379" y="308561"/>
                  </a:lnTo>
                  <a:lnTo>
                    <a:pt x="70899" y="311313"/>
                  </a:lnTo>
                  <a:lnTo>
                    <a:pt x="75505" y="313921"/>
                  </a:lnTo>
                  <a:lnTo>
                    <a:pt x="80190" y="316381"/>
                  </a:lnTo>
                  <a:lnTo>
                    <a:pt x="84952" y="318692"/>
                  </a:lnTo>
                  <a:lnTo>
                    <a:pt x="89783" y="320851"/>
                  </a:lnTo>
                  <a:lnTo>
                    <a:pt x="94681" y="322856"/>
                  </a:lnTo>
                  <a:lnTo>
                    <a:pt x="99640" y="324705"/>
                  </a:lnTo>
                  <a:lnTo>
                    <a:pt x="104655" y="326396"/>
                  </a:lnTo>
                  <a:lnTo>
                    <a:pt x="109721" y="327928"/>
                  </a:lnTo>
                  <a:lnTo>
                    <a:pt x="114833" y="329298"/>
                  </a:lnTo>
                  <a:lnTo>
                    <a:pt x="119986" y="330506"/>
                  </a:lnTo>
                  <a:lnTo>
                    <a:pt x="125174" y="331550"/>
                  </a:lnTo>
                  <a:lnTo>
                    <a:pt x="130393" y="332430"/>
                  </a:lnTo>
                  <a:lnTo>
                    <a:pt x="135637" y="333143"/>
                  </a:lnTo>
                  <a:lnTo>
                    <a:pt x="140901" y="333691"/>
                  </a:lnTo>
                  <a:lnTo>
                    <a:pt x="146180" y="334071"/>
                  </a:lnTo>
                  <a:lnTo>
                    <a:pt x="151468" y="334284"/>
                  </a:lnTo>
                  <a:lnTo>
                    <a:pt x="156760" y="334330"/>
                  </a:lnTo>
                  <a:lnTo>
                    <a:pt x="162051" y="334208"/>
                  </a:lnTo>
                  <a:lnTo>
                    <a:pt x="167335" y="333919"/>
                  </a:lnTo>
                  <a:lnTo>
                    <a:pt x="172608" y="333462"/>
                  </a:lnTo>
                  <a:lnTo>
                    <a:pt x="177864" y="332839"/>
                  </a:lnTo>
                  <a:lnTo>
                    <a:pt x="183097" y="332050"/>
                  </a:lnTo>
                  <a:lnTo>
                    <a:pt x="188303" y="331096"/>
                  </a:lnTo>
                  <a:lnTo>
                    <a:pt x="193475" y="329977"/>
                  </a:lnTo>
                  <a:lnTo>
                    <a:pt x="198610" y="328695"/>
                  </a:lnTo>
                  <a:lnTo>
                    <a:pt x="203702" y="327251"/>
                  </a:lnTo>
                  <a:lnTo>
                    <a:pt x="208745" y="325647"/>
                  </a:lnTo>
                  <a:lnTo>
                    <a:pt x="213735" y="323884"/>
                  </a:lnTo>
                  <a:lnTo>
                    <a:pt x="218667" y="321964"/>
                  </a:lnTo>
                  <a:lnTo>
                    <a:pt x="223535" y="319888"/>
                  </a:lnTo>
                  <a:lnTo>
                    <a:pt x="228336" y="317660"/>
                  </a:lnTo>
                  <a:lnTo>
                    <a:pt x="233063" y="315281"/>
                  </a:lnTo>
                  <a:lnTo>
                    <a:pt x="237713" y="312753"/>
                  </a:lnTo>
                  <a:lnTo>
                    <a:pt x="242280" y="310079"/>
                  </a:lnTo>
                  <a:lnTo>
                    <a:pt x="246761" y="307262"/>
                  </a:lnTo>
                  <a:lnTo>
                    <a:pt x="251150" y="304305"/>
                  </a:lnTo>
                  <a:lnTo>
                    <a:pt x="255443" y="301210"/>
                  </a:lnTo>
                  <a:lnTo>
                    <a:pt x="259636" y="297981"/>
                  </a:lnTo>
                  <a:lnTo>
                    <a:pt x="263725" y="294621"/>
                  </a:lnTo>
                  <a:lnTo>
                    <a:pt x="267705" y="291133"/>
                  </a:lnTo>
                  <a:lnTo>
                    <a:pt x="271573" y="287521"/>
                  </a:lnTo>
                  <a:lnTo>
                    <a:pt x="275325" y="283788"/>
                  </a:lnTo>
                  <a:lnTo>
                    <a:pt x="278957" y="279938"/>
                  </a:lnTo>
                  <a:lnTo>
                    <a:pt x="282465" y="275975"/>
                  </a:lnTo>
                  <a:lnTo>
                    <a:pt x="285845" y="271904"/>
                  </a:lnTo>
                  <a:lnTo>
                    <a:pt x="289096" y="267727"/>
                  </a:lnTo>
                  <a:lnTo>
                    <a:pt x="292212" y="263449"/>
                  </a:lnTo>
                  <a:lnTo>
                    <a:pt x="295191" y="259075"/>
                  </a:lnTo>
                  <a:lnTo>
                    <a:pt x="298031" y="254609"/>
                  </a:lnTo>
                  <a:lnTo>
                    <a:pt x="300727" y="250055"/>
                  </a:lnTo>
                  <a:lnTo>
                    <a:pt x="303278" y="245418"/>
                  </a:lnTo>
                  <a:lnTo>
                    <a:pt x="305681" y="240703"/>
                  </a:lnTo>
                  <a:lnTo>
                    <a:pt x="307934" y="235913"/>
                  </a:lnTo>
                  <a:lnTo>
                    <a:pt x="310034" y="231055"/>
                  </a:lnTo>
                  <a:lnTo>
                    <a:pt x="311979" y="226133"/>
                  </a:lnTo>
                  <a:lnTo>
                    <a:pt x="313767" y="221152"/>
                  </a:lnTo>
                  <a:lnTo>
                    <a:pt x="315397" y="216117"/>
                  </a:lnTo>
                  <a:lnTo>
                    <a:pt x="316866" y="211033"/>
                  </a:lnTo>
                  <a:lnTo>
                    <a:pt x="318174" y="205904"/>
                  </a:lnTo>
                  <a:lnTo>
                    <a:pt x="319318" y="200737"/>
                  </a:lnTo>
                  <a:lnTo>
                    <a:pt x="320299" y="195537"/>
                  </a:lnTo>
                  <a:lnTo>
                    <a:pt x="321115" y="190307"/>
                  </a:lnTo>
                  <a:lnTo>
                    <a:pt x="321764" y="185055"/>
                  </a:lnTo>
                  <a:lnTo>
                    <a:pt x="322247" y="179785"/>
                  </a:lnTo>
                  <a:lnTo>
                    <a:pt x="322563" y="174502"/>
                  </a:lnTo>
                  <a:lnTo>
                    <a:pt x="322711" y="169211"/>
                  </a:lnTo>
                  <a:lnTo>
                    <a:pt x="322692" y="163919"/>
                  </a:lnTo>
                  <a:lnTo>
                    <a:pt x="322506" y="158630"/>
                  </a:lnTo>
                  <a:lnTo>
                    <a:pt x="322152" y="153349"/>
                  </a:lnTo>
                  <a:lnTo>
                    <a:pt x="321631" y="148083"/>
                  </a:lnTo>
                  <a:lnTo>
                    <a:pt x="320944" y="142835"/>
                  </a:lnTo>
                  <a:lnTo>
                    <a:pt x="320091" y="137612"/>
                  </a:lnTo>
                  <a:lnTo>
                    <a:pt x="319073" y="132418"/>
                  </a:lnTo>
                  <a:lnTo>
                    <a:pt x="317891" y="127260"/>
                  </a:lnTo>
                  <a:lnTo>
                    <a:pt x="316546" y="122141"/>
                  </a:lnTo>
                  <a:lnTo>
                    <a:pt x="315040" y="117067"/>
                  </a:lnTo>
                  <a:lnTo>
                    <a:pt x="313374" y="112044"/>
                  </a:lnTo>
                  <a:lnTo>
                    <a:pt x="311550" y="107076"/>
                  </a:lnTo>
                  <a:lnTo>
                    <a:pt x="309570" y="102168"/>
                  </a:lnTo>
                  <a:lnTo>
                    <a:pt x="307435" y="97325"/>
                  </a:lnTo>
                  <a:lnTo>
                    <a:pt x="305148" y="92552"/>
                  </a:lnTo>
                  <a:lnTo>
                    <a:pt x="302711" y="87855"/>
                  </a:lnTo>
                  <a:lnTo>
                    <a:pt x="300127" y="83236"/>
                  </a:lnTo>
                  <a:lnTo>
                    <a:pt x="297397" y="78702"/>
                  </a:lnTo>
                  <a:lnTo>
                    <a:pt x="294526" y="74256"/>
                  </a:lnTo>
                  <a:lnTo>
                    <a:pt x="291515" y="69903"/>
                  </a:lnTo>
                  <a:lnTo>
                    <a:pt x="288368" y="65648"/>
                  </a:lnTo>
                  <a:lnTo>
                    <a:pt x="285088" y="61495"/>
                  </a:lnTo>
                  <a:lnTo>
                    <a:pt x="281678" y="57448"/>
                  </a:lnTo>
                  <a:lnTo>
                    <a:pt x="278142" y="53510"/>
                  </a:lnTo>
                  <a:lnTo>
                    <a:pt x="274482" y="49687"/>
                  </a:lnTo>
                  <a:lnTo>
                    <a:pt x="270704" y="45981"/>
                  </a:lnTo>
                  <a:lnTo>
                    <a:pt x="266810" y="42397"/>
                  </a:lnTo>
                  <a:lnTo>
                    <a:pt x="262805" y="38938"/>
                  </a:lnTo>
                  <a:lnTo>
                    <a:pt x="258692" y="35607"/>
                  </a:lnTo>
                  <a:lnTo>
                    <a:pt x="254476" y="32408"/>
                  </a:lnTo>
                  <a:lnTo>
                    <a:pt x="250160" y="29344"/>
                  </a:lnTo>
                  <a:lnTo>
                    <a:pt x="245750" y="26419"/>
                  </a:lnTo>
                  <a:lnTo>
                    <a:pt x="241249" y="23634"/>
                  </a:lnTo>
                  <a:lnTo>
                    <a:pt x="236663" y="20993"/>
                  </a:lnTo>
                  <a:lnTo>
                    <a:pt x="231995" y="18499"/>
                  </a:lnTo>
                  <a:lnTo>
                    <a:pt x="227251" y="16154"/>
                  </a:lnTo>
                  <a:lnTo>
                    <a:pt x="222434" y="13960"/>
                  </a:lnTo>
                  <a:lnTo>
                    <a:pt x="217551" y="11920"/>
                  </a:lnTo>
                  <a:lnTo>
                    <a:pt x="212605" y="10035"/>
                  </a:lnTo>
                  <a:lnTo>
                    <a:pt x="207603" y="8308"/>
                  </a:lnTo>
                  <a:lnTo>
                    <a:pt x="202548" y="6740"/>
                  </a:lnTo>
                  <a:lnTo>
                    <a:pt x="197446" y="5333"/>
                  </a:lnTo>
                  <a:lnTo>
                    <a:pt x="192302" y="4088"/>
                  </a:lnTo>
                  <a:lnTo>
                    <a:pt x="187122" y="3007"/>
                  </a:lnTo>
                  <a:lnTo>
                    <a:pt x="181909" y="2090"/>
                  </a:lnTo>
                  <a:lnTo>
                    <a:pt x="176670" y="1338"/>
                  </a:lnTo>
                  <a:lnTo>
                    <a:pt x="171410" y="753"/>
                  </a:lnTo>
                  <a:lnTo>
                    <a:pt x="166135" y="335"/>
                  </a:lnTo>
                  <a:lnTo>
                    <a:pt x="160848" y="83"/>
                  </a:lnTo>
                  <a:lnTo>
                    <a:pt x="155557" y="0"/>
                  </a:lnTo>
                  <a:lnTo>
                    <a:pt x="1555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256074" y="4659281"/>
              <a:ext cx="167160" cy="334305"/>
            </a:xfrm>
            <a:custGeom>
              <a:avLst/>
              <a:pathLst>
                <a:path w="167160" h="334305">
                  <a:moveTo>
                    <a:pt x="167160" y="0"/>
                  </a:moveTo>
                  <a:lnTo>
                    <a:pt x="161834" y="84"/>
                  </a:lnTo>
                  <a:lnTo>
                    <a:pt x="156513" y="339"/>
                  </a:lnTo>
                  <a:lnTo>
                    <a:pt x="151203" y="763"/>
                  </a:lnTo>
                  <a:lnTo>
                    <a:pt x="145910" y="1356"/>
                  </a:lnTo>
                  <a:lnTo>
                    <a:pt x="140638" y="2117"/>
                  </a:lnTo>
                  <a:lnTo>
                    <a:pt x="135393" y="3046"/>
                  </a:lnTo>
                  <a:lnTo>
                    <a:pt x="130180" y="4141"/>
                  </a:lnTo>
                  <a:lnTo>
                    <a:pt x="125005" y="5402"/>
                  </a:lnTo>
                  <a:lnTo>
                    <a:pt x="119873" y="6827"/>
                  </a:lnTo>
                  <a:lnTo>
                    <a:pt x="114788" y="8415"/>
                  </a:lnTo>
                  <a:lnTo>
                    <a:pt x="109757" y="10164"/>
                  </a:lnTo>
                  <a:lnTo>
                    <a:pt x="104784" y="12073"/>
                  </a:lnTo>
                  <a:lnTo>
                    <a:pt x="99875" y="14139"/>
                  </a:lnTo>
                  <a:lnTo>
                    <a:pt x="95033" y="16360"/>
                  </a:lnTo>
                  <a:lnTo>
                    <a:pt x="90265" y="18734"/>
                  </a:lnTo>
                  <a:lnTo>
                    <a:pt x="85575" y="21260"/>
                  </a:lnTo>
                  <a:lnTo>
                    <a:pt x="80968" y="23933"/>
                  </a:lnTo>
                  <a:lnTo>
                    <a:pt x="76449" y="26752"/>
                  </a:lnTo>
                  <a:lnTo>
                    <a:pt x="72021" y="29713"/>
                  </a:lnTo>
                  <a:lnTo>
                    <a:pt x="67690" y="32814"/>
                  </a:lnTo>
                  <a:lnTo>
                    <a:pt x="63460" y="36051"/>
                  </a:lnTo>
                  <a:lnTo>
                    <a:pt x="59335" y="39421"/>
                  </a:lnTo>
                  <a:lnTo>
                    <a:pt x="55320" y="42922"/>
                  </a:lnTo>
                  <a:lnTo>
                    <a:pt x="51419" y="46548"/>
                  </a:lnTo>
                  <a:lnTo>
                    <a:pt x="47634" y="50297"/>
                  </a:lnTo>
                  <a:lnTo>
                    <a:pt x="43972" y="54164"/>
                  </a:lnTo>
                  <a:lnTo>
                    <a:pt x="40434" y="58146"/>
                  </a:lnTo>
                  <a:lnTo>
                    <a:pt x="37025" y="62239"/>
                  </a:lnTo>
                  <a:lnTo>
                    <a:pt x="33748" y="66438"/>
                  </a:lnTo>
                  <a:lnTo>
                    <a:pt x="30606" y="70740"/>
                  </a:lnTo>
                  <a:lnTo>
                    <a:pt x="27604" y="75139"/>
                  </a:lnTo>
                  <a:lnTo>
                    <a:pt x="24743" y="79632"/>
                  </a:lnTo>
                  <a:lnTo>
                    <a:pt x="22026" y="84214"/>
                  </a:lnTo>
                  <a:lnTo>
                    <a:pt x="19457" y="88880"/>
                  </a:lnTo>
                  <a:lnTo>
                    <a:pt x="17038" y="93625"/>
                  </a:lnTo>
                  <a:lnTo>
                    <a:pt x="14771" y="98446"/>
                  </a:lnTo>
                  <a:lnTo>
                    <a:pt x="12659" y="103336"/>
                  </a:lnTo>
                  <a:lnTo>
                    <a:pt x="10703" y="108290"/>
                  </a:lnTo>
                  <a:lnTo>
                    <a:pt x="8907" y="113305"/>
                  </a:lnTo>
                  <a:lnTo>
                    <a:pt x="7271" y="118374"/>
                  </a:lnTo>
                  <a:lnTo>
                    <a:pt x="5798" y="123493"/>
                  </a:lnTo>
                  <a:lnTo>
                    <a:pt x="4489" y="128656"/>
                  </a:lnTo>
                  <a:lnTo>
                    <a:pt x="3344" y="133858"/>
                  </a:lnTo>
                  <a:lnTo>
                    <a:pt x="2366" y="139094"/>
                  </a:lnTo>
                  <a:lnTo>
                    <a:pt x="1555" y="144359"/>
                  </a:lnTo>
                  <a:lnTo>
                    <a:pt x="913" y="149646"/>
                  </a:lnTo>
                  <a:lnTo>
                    <a:pt x="439" y="154952"/>
                  </a:lnTo>
                  <a:lnTo>
                    <a:pt x="134" y="160270"/>
                  </a:lnTo>
                  <a:lnTo>
                    <a:pt x="0" y="165595"/>
                  </a:lnTo>
                  <a:lnTo>
                    <a:pt x="34" y="170921"/>
                  </a:lnTo>
                  <a:lnTo>
                    <a:pt x="239" y="176244"/>
                  </a:lnTo>
                  <a:lnTo>
                    <a:pt x="613" y="181557"/>
                  </a:lnTo>
                  <a:lnTo>
                    <a:pt x="1156" y="186856"/>
                  </a:lnTo>
                  <a:lnTo>
                    <a:pt x="1867" y="192135"/>
                  </a:lnTo>
                  <a:lnTo>
                    <a:pt x="2747" y="197388"/>
                  </a:lnTo>
                  <a:lnTo>
                    <a:pt x="3793" y="202611"/>
                  </a:lnTo>
                  <a:lnTo>
                    <a:pt x="5005" y="207798"/>
                  </a:lnTo>
                  <a:lnTo>
                    <a:pt x="6382" y="212944"/>
                  </a:lnTo>
                  <a:lnTo>
                    <a:pt x="7922" y="218043"/>
                  </a:lnTo>
                  <a:lnTo>
                    <a:pt x="9624" y="223090"/>
                  </a:lnTo>
                  <a:lnTo>
                    <a:pt x="11485" y="228081"/>
                  </a:lnTo>
                  <a:lnTo>
                    <a:pt x="13505" y="233010"/>
                  </a:lnTo>
                  <a:lnTo>
                    <a:pt x="15681" y="237872"/>
                  </a:lnTo>
                  <a:lnTo>
                    <a:pt x="18010" y="242662"/>
                  </a:lnTo>
                  <a:lnTo>
                    <a:pt x="20491" y="247375"/>
                  </a:lnTo>
                  <a:lnTo>
                    <a:pt x="23121" y="252007"/>
                  </a:lnTo>
                  <a:lnTo>
                    <a:pt x="25897" y="256553"/>
                  </a:lnTo>
                  <a:lnTo>
                    <a:pt x="28817" y="261008"/>
                  </a:lnTo>
                  <a:lnTo>
                    <a:pt x="31877" y="265368"/>
                  </a:lnTo>
                  <a:lnTo>
                    <a:pt x="35074" y="269629"/>
                  </a:lnTo>
                  <a:lnTo>
                    <a:pt x="38406" y="273785"/>
                  </a:lnTo>
                  <a:lnTo>
                    <a:pt x="41868" y="277833"/>
                  </a:lnTo>
                  <a:lnTo>
                    <a:pt x="45457" y="281768"/>
                  </a:lnTo>
                  <a:lnTo>
                    <a:pt x="49170" y="285588"/>
                  </a:lnTo>
                  <a:lnTo>
                    <a:pt x="53003" y="289287"/>
                  </a:lnTo>
                  <a:lnTo>
                    <a:pt x="56951" y="292862"/>
                  </a:lnTo>
                  <a:lnTo>
                    <a:pt x="61012" y="296309"/>
                  </a:lnTo>
                  <a:lnTo>
                    <a:pt x="65180" y="299625"/>
                  </a:lnTo>
                  <a:lnTo>
                    <a:pt x="69452" y="302807"/>
                  </a:lnTo>
                  <a:lnTo>
                    <a:pt x="73823" y="305851"/>
                  </a:lnTo>
                  <a:lnTo>
                    <a:pt x="78289" y="308754"/>
                  </a:lnTo>
                  <a:lnTo>
                    <a:pt x="82845" y="311514"/>
                  </a:lnTo>
                  <a:lnTo>
                    <a:pt x="87487" y="314127"/>
                  </a:lnTo>
                  <a:lnTo>
                    <a:pt x="92209" y="316591"/>
                  </a:lnTo>
                  <a:lnTo>
                    <a:pt x="97008" y="318903"/>
                  </a:lnTo>
                  <a:lnTo>
                    <a:pt x="101878" y="321061"/>
                  </a:lnTo>
                  <a:lnTo>
                    <a:pt x="106814" y="323062"/>
                  </a:lnTo>
                  <a:lnTo>
                    <a:pt x="111811" y="324906"/>
                  </a:lnTo>
                  <a:lnTo>
                    <a:pt x="116865" y="326589"/>
                  </a:lnTo>
                  <a:lnTo>
                    <a:pt x="121970" y="328110"/>
                  </a:lnTo>
                  <a:lnTo>
                    <a:pt x="127120" y="329469"/>
                  </a:lnTo>
                  <a:lnTo>
                    <a:pt x="132311" y="330662"/>
                  </a:lnTo>
                  <a:lnTo>
                    <a:pt x="137538" y="331689"/>
                  </a:lnTo>
                  <a:lnTo>
                    <a:pt x="142795" y="332549"/>
                  </a:lnTo>
                  <a:lnTo>
                    <a:pt x="148076" y="333242"/>
                  </a:lnTo>
                  <a:lnTo>
                    <a:pt x="153377" y="333765"/>
                  </a:lnTo>
                  <a:lnTo>
                    <a:pt x="158692" y="334120"/>
                  </a:lnTo>
                  <a:lnTo>
                    <a:pt x="164015" y="334305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0090" y="4826449"/>
              <a:ext cx="3144" cy="167137"/>
            </a:xfrm>
            <a:custGeom>
              <a:avLst/>
              <a:pathLst>
                <a:path w="3144" h="167137">
                  <a:moveTo>
                    <a:pt x="0" y="167137"/>
                  </a:moveTo>
                  <a:lnTo>
                    <a:pt x="314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0090" y="4826449"/>
              <a:ext cx="3144" cy="167137"/>
            </a:xfrm>
            <a:custGeom>
              <a:avLst/>
              <a:pathLst>
                <a:path w="3144" h="167137">
                  <a:moveTo>
                    <a:pt x="0" y="167137"/>
                  </a:moveTo>
                  <a:lnTo>
                    <a:pt x="314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0090" y="4826449"/>
              <a:ext cx="77290" cy="167147"/>
            </a:xfrm>
            <a:custGeom>
              <a:avLst/>
              <a:pathLst>
                <a:path w="77290" h="167147">
                  <a:moveTo>
                    <a:pt x="0" y="167137"/>
                  </a:moveTo>
                  <a:lnTo>
                    <a:pt x="5711" y="167147"/>
                  </a:lnTo>
                  <a:lnTo>
                    <a:pt x="11420" y="166962"/>
                  </a:lnTo>
                  <a:lnTo>
                    <a:pt x="17119" y="166582"/>
                  </a:lnTo>
                  <a:lnTo>
                    <a:pt x="22801" y="166007"/>
                  </a:lnTo>
                  <a:lnTo>
                    <a:pt x="28461" y="165239"/>
                  </a:lnTo>
                  <a:lnTo>
                    <a:pt x="34091" y="164277"/>
                  </a:lnTo>
                  <a:lnTo>
                    <a:pt x="39685" y="163124"/>
                  </a:lnTo>
                  <a:lnTo>
                    <a:pt x="45236" y="161781"/>
                  </a:lnTo>
                  <a:lnTo>
                    <a:pt x="50739" y="160248"/>
                  </a:lnTo>
                  <a:lnTo>
                    <a:pt x="56185" y="158529"/>
                  </a:lnTo>
                  <a:lnTo>
                    <a:pt x="61570" y="156624"/>
                  </a:lnTo>
                  <a:lnTo>
                    <a:pt x="66886" y="154537"/>
                  </a:lnTo>
                  <a:lnTo>
                    <a:pt x="72129" y="152269"/>
                  </a:lnTo>
                  <a:lnTo>
                    <a:pt x="77290" y="149824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167164" cy="316991"/>
            </a:xfrm>
            <a:custGeom>
              <a:avLst/>
              <a:pathLst>
                <a:path w="167164" h="316991">
                  <a:moveTo>
                    <a:pt x="74146" y="316991"/>
                  </a:moveTo>
                  <a:lnTo>
                    <a:pt x="78891" y="314548"/>
                  </a:lnTo>
                  <a:lnTo>
                    <a:pt x="83555" y="311954"/>
                  </a:lnTo>
                  <a:lnTo>
                    <a:pt x="88135" y="309213"/>
                  </a:lnTo>
                  <a:lnTo>
                    <a:pt x="92625" y="306327"/>
                  </a:lnTo>
                  <a:lnTo>
                    <a:pt x="97020" y="303299"/>
                  </a:lnTo>
                  <a:lnTo>
                    <a:pt x="101316" y="300133"/>
                  </a:lnTo>
                  <a:lnTo>
                    <a:pt x="105509" y="296830"/>
                  </a:lnTo>
                  <a:lnTo>
                    <a:pt x="109595" y="293396"/>
                  </a:lnTo>
                  <a:lnTo>
                    <a:pt x="113569" y="289833"/>
                  </a:lnTo>
                  <a:lnTo>
                    <a:pt x="117427" y="286145"/>
                  </a:lnTo>
                  <a:lnTo>
                    <a:pt x="121165" y="282336"/>
                  </a:lnTo>
                  <a:lnTo>
                    <a:pt x="124780" y="278409"/>
                  </a:lnTo>
                  <a:lnTo>
                    <a:pt x="128268" y="274369"/>
                  </a:lnTo>
                  <a:lnTo>
                    <a:pt x="131625" y="270219"/>
                  </a:lnTo>
                  <a:lnTo>
                    <a:pt x="134847" y="265965"/>
                  </a:lnTo>
                  <a:lnTo>
                    <a:pt x="137933" y="261610"/>
                  </a:lnTo>
                  <a:lnTo>
                    <a:pt x="140877" y="257158"/>
                  </a:lnTo>
                  <a:lnTo>
                    <a:pt x="143678" y="252615"/>
                  </a:lnTo>
                  <a:lnTo>
                    <a:pt x="146333" y="247985"/>
                  </a:lnTo>
                  <a:lnTo>
                    <a:pt x="148838" y="243272"/>
                  </a:lnTo>
                  <a:lnTo>
                    <a:pt x="151192" y="238482"/>
                  </a:lnTo>
                  <a:lnTo>
                    <a:pt x="153392" y="233619"/>
                  </a:lnTo>
                  <a:lnTo>
                    <a:pt x="155435" y="228688"/>
                  </a:lnTo>
                  <a:lnTo>
                    <a:pt x="157320" y="223694"/>
                  </a:lnTo>
                  <a:lnTo>
                    <a:pt x="159044" y="218643"/>
                  </a:lnTo>
                  <a:lnTo>
                    <a:pt x="160606" y="213540"/>
                  </a:lnTo>
                  <a:lnTo>
                    <a:pt x="162005" y="208389"/>
                  </a:lnTo>
                  <a:lnTo>
                    <a:pt x="163238" y="203196"/>
                  </a:lnTo>
                  <a:lnTo>
                    <a:pt x="164305" y="197967"/>
                  </a:lnTo>
                  <a:lnTo>
                    <a:pt x="165205" y="192706"/>
                  </a:lnTo>
                  <a:lnTo>
                    <a:pt x="165936" y="187419"/>
                  </a:lnTo>
                  <a:lnTo>
                    <a:pt x="166498" y="182111"/>
                  </a:lnTo>
                  <a:lnTo>
                    <a:pt x="166890" y="176788"/>
                  </a:lnTo>
                  <a:lnTo>
                    <a:pt x="167112" y="171456"/>
                  </a:lnTo>
                  <a:lnTo>
                    <a:pt x="167164" y="166119"/>
                  </a:lnTo>
                  <a:lnTo>
                    <a:pt x="167045" y="160783"/>
                  </a:lnTo>
                  <a:lnTo>
                    <a:pt x="166756" y="155453"/>
                  </a:lnTo>
                  <a:lnTo>
                    <a:pt x="166297" y="150136"/>
                  </a:lnTo>
                  <a:lnTo>
                    <a:pt x="165669" y="144836"/>
                  </a:lnTo>
                  <a:lnTo>
                    <a:pt x="164871" y="139558"/>
                  </a:lnTo>
                  <a:lnTo>
                    <a:pt x="163906" y="134309"/>
                  </a:lnTo>
                  <a:lnTo>
                    <a:pt x="162773" y="129093"/>
                  </a:lnTo>
                  <a:lnTo>
                    <a:pt x="161475" y="123916"/>
                  </a:lnTo>
                  <a:lnTo>
                    <a:pt x="160012" y="118783"/>
                  </a:lnTo>
                  <a:lnTo>
                    <a:pt x="158386" y="113700"/>
                  </a:lnTo>
                  <a:lnTo>
                    <a:pt x="156598" y="108671"/>
                  </a:lnTo>
                  <a:lnTo>
                    <a:pt x="154651" y="103702"/>
                  </a:lnTo>
                  <a:lnTo>
                    <a:pt x="152546" y="98797"/>
                  </a:lnTo>
                  <a:lnTo>
                    <a:pt x="150286" y="93962"/>
                  </a:lnTo>
                  <a:lnTo>
                    <a:pt x="147872" y="89201"/>
                  </a:lnTo>
                  <a:lnTo>
                    <a:pt x="145308" y="84521"/>
                  </a:lnTo>
                  <a:lnTo>
                    <a:pt x="142595" y="79924"/>
                  </a:lnTo>
                  <a:lnTo>
                    <a:pt x="139738" y="75416"/>
                  </a:lnTo>
                  <a:lnTo>
                    <a:pt x="136737" y="71002"/>
                  </a:lnTo>
                  <a:lnTo>
                    <a:pt x="133598" y="66686"/>
                  </a:lnTo>
                  <a:lnTo>
                    <a:pt x="130322" y="62472"/>
                  </a:lnTo>
                  <a:lnTo>
                    <a:pt x="126913" y="58365"/>
                  </a:lnTo>
                  <a:lnTo>
                    <a:pt x="123375" y="54369"/>
                  </a:lnTo>
                  <a:lnTo>
                    <a:pt x="119711" y="50488"/>
                  </a:lnTo>
                  <a:lnTo>
                    <a:pt x="115926" y="46726"/>
                  </a:lnTo>
                  <a:lnTo>
                    <a:pt x="112022" y="43086"/>
                  </a:lnTo>
                  <a:lnTo>
                    <a:pt x="108003" y="39573"/>
                  </a:lnTo>
                  <a:lnTo>
                    <a:pt x="103875" y="36191"/>
                  </a:lnTo>
                  <a:lnTo>
                    <a:pt x="99641" y="32941"/>
                  </a:lnTo>
                  <a:lnTo>
                    <a:pt x="95305" y="29829"/>
                  </a:lnTo>
                  <a:lnTo>
                    <a:pt x="90872" y="26856"/>
                  </a:lnTo>
                  <a:lnTo>
                    <a:pt x="86347" y="24027"/>
                  </a:lnTo>
                  <a:lnTo>
                    <a:pt x="81733" y="21343"/>
                  </a:lnTo>
                  <a:lnTo>
                    <a:pt x="77036" y="18808"/>
                  </a:lnTo>
                  <a:lnTo>
                    <a:pt x="72261" y="16425"/>
                  </a:lnTo>
                  <a:lnTo>
                    <a:pt x="67412" y="14195"/>
                  </a:lnTo>
                  <a:lnTo>
                    <a:pt x="62494" y="12120"/>
                  </a:lnTo>
                  <a:lnTo>
                    <a:pt x="57512" y="10204"/>
                  </a:lnTo>
                  <a:lnTo>
                    <a:pt x="52472" y="8448"/>
                  </a:lnTo>
                  <a:lnTo>
                    <a:pt x="47379" y="6854"/>
                  </a:lnTo>
                  <a:lnTo>
                    <a:pt x="42237" y="5423"/>
                  </a:lnTo>
                  <a:lnTo>
                    <a:pt x="37052" y="4157"/>
                  </a:lnTo>
                  <a:lnTo>
                    <a:pt x="31829" y="3058"/>
                  </a:lnTo>
                  <a:lnTo>
                    <a:pt x="26574" y="2125"/>
                  </a:lnTo>
                  <a:lnTo>
                    <a:pt x="21292" y="1361"/>
                  </a:lnTo>
                  <a:lnTo>
                    <a:pt x="15988" y="766"/>
                  </a:lnTo>
                  <a:lnTo>
                    <a:pt x="10667" y="340"/>
                  </a:lnTo>
                  <a:lnTo>
                    <a:pt x="533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561309" y="4213821"/>
              <a:ext cx="227328" cy="334316"/>
            </a:xfrm>
            <a:custGeom>
              <a:avLst/>
              <a:pathLst>
                <a:path w="227328" h="334316">
                  <a:moveTo>
                    <a:pt x="167162" y="0"/>
                  </a:moveTo>
                  <a:lnTo>
                    <a:pt x="161830" y="85"/>
                  </a:lnTo>
                  <a:lnTo>
                    <a:pt x="156502" y="340"/>
                  </a:lnTo>
                  <a:lnTo>
                    <a:pt x="151185" y="765"/>
                  </a:lnTo>
                  <a:lnTo>
                    <a:pt x="145885" y="1359"/>
                  </a:lnTo>
                  <a:lnTo>
                    <a:pt x="140606" y="2122"/>
                  </a:lnTo>
                  <a:lnTo>
                    <a:pt x="135355" y="3054"/>
                  </a:lnTo>
                  <a:lnTo>
                    <a:pt x="130135" y="4152"/>
                  </a:lnTo>
                  <a:lnTo>
                    <a:pt x="124954" y="5416"/>
                  </a:lnTo>
                  <a:lnTo>
                    <a:pt x="119815" y="6845"/>
                  </a:lnTo>
                  <a:lnTo>
                    <a:pt x="114725" y="8437"/>
                  </a:lnTo>
                  <a:lnTo>
                    <a:pt x="109688" y="10190"/>
                  </a:lnTo>
                  <a:lnTo>
                    <a:pt x="104709" y="12104"/>
                  </a:lnTo>
                  <a:lnTo>
                    <a:pt x="99794" y="14175"/>
                  </a:lnTo>
                  <a:lnTo>
                    <a:pt x="94948" y="16402"/>
                  </a:lnTo>
                  <a:lnTo>
                    <a:pt x="90175" y="18783"/>
                  </a:lnTo>
                  <a:lnTo>
                    <a:pt x="85480" y="21314"/>
                  </a:lnTo>
                  <a:lnTo>
                    <a:pt x="80869" y="23994"/>
                  </a:lnTo>
                  <a:lnTo>
                    <a:pt x="76346" y="26820"/>
                  </a:lnTo>
                  <a:lnTo>
                    <a:pt x="71914" y="29789"/>
                  </a:lnTo>
                  <a:lnTo>
                    <a:pt x="67580" y="32897"/>
                  </a:lnTo>
                  <a:lnTo>
                    <a:pt x="63348" y="36142"/>
                  </a:lnTo>
                  <a:lnTo>
                    <a:pt x="59221" y="39521"/>
                  </a:lnTo>
                  <a:lnTo>
                    <a:pt x="55203" y="43029"/>
                  </a:lnTo>
                  <a:lnTo>
                    <a:pt x="51300" y="46664"/>
                  </a:lnTo>
                  <a:lnTo>
                    <a:pt x="47515" y="50422"/>
                  </a:lnTo>
                  <a:lnTo>
                    <a:pt x="43852" y="54298"/>
                  </a:lnTo>
                  <a:lnTo>
                    <a:pt x="40314" y="58289"/>
                  </a:lnTo>
                  <a:lnTo>
                    <a:pt x="36905" y="62391"/>
                  </a:lnTo>
                  <a:lnTo>
                    <a:pt x="33629" y="66600"/>
                  </a:lnTo>
                  <a:lnTo>
                    <a:pt x="30488" y="70911"/>
                  </a:lnTo>
                  <a:lnTo>
                    <a:pt x="27487" y="75320"/>
                  </a:lnTo>
                  <a:lnTo>
                    <a:pt x="24628" y="79823"/>
                  </a:lnTo>
                  <a:lnTo>
                    <a:pt x="21914" y="84415"/>
                  </a:lnTo>
                  <a:lnTo>
                    <a:pt x="19348" y="89090"/>
                  </a:lnTo>
                  <a:lnTo>
                    <a:pt x="16933" y="93846"/>
                  </a:lnTo>
                  <a:lnTo>
                    <a:pt x="14670" y="98675"/>
                  </a:lnTo>
                  <a:lnTo>
                    <a:pt x="12563" y="103575"/>
                  </a:lnTo>
                  <a:lnTo>
                    <a:pt x="10613" y="108539"/>
                  </a:lnTo>
                  <a:lnTo>
                    <a:pt x="8822" y="113563"/>
                  </a:lnTo>
                  <a:lnTo>
                    <a:pt x="7193" y="118642"/>
                  </a:lnTo>
                  <a:lnTo>
                    <a:pt x="5726" y="123770"/>
                  </a:lnTo>
                  <a:lnTo>
                    <a:pt x="4424" y="128942"/>
                  </a:lnTo>
                  <a:lnTo>
                    <a:pt x="3287" y="134153"/>
                  </a:lnTo>
                  <a:lnTo>
                    <a:pt x="2318" y="139398"/>
                  </a:lnTo>
                  <a:lnTo>
                    <a:pt x="1516" y="144671"/>
                  </a:lnTo>
                  <a:lnTo>
                    <a:pt x="882" y="149967"/>
                  </a:lnTo>
                  <a:lnTo>
                    <a:pt x="418" y="155280"/>
                  </a:lnTo>
                  <a:lnTo>
                    <a:pt x="124" y="160606"/>
                  </a:lnTo>
                  <a:lnTo>
                    <a:pt x="0" y="165938"/>
                  </a:lnTo>
                  <a:lnTo>
                    <a:pt x="45" y="171271"/>
                  </a:lnTo>
                  <a:lnTo>
                    <a:pt x="261" y="176600"/>
                  </a:lnTo>
                  <a:lnTo>
                    <a:pt x="647" y="181920"/>
                  </a:lnTo>
                  <a:lnTo>
                    <a:pt x="1203" y="187224"/>
                  </a:lnTo>
                  <a:lnTo>
                    <a:pt x="1927" y="192509"/>
                  </a:lnTo>
                  <a:lnTo>
                    <a:pt x="2820" y="197767"/>
                  </a:lnTo>
                  <a:lnTo>
                    <a:pt x="3879" y="202994"/>
                  </a:lnTo>
                  <a:lnTo>
                    <a:pt x="5105" y="208185"/>
                  </a:lnTo>
                  <a:lnTo>
                    <a:pt x="6496" y="213334"/>
                  </a:lnTo>
                  <a:lnTo>
                    <a:pt x="8051" y="218436"/>
                  </a:lnTo>
                  <a:lnTo>
                    <a:pt x="9768" y="223486"/>
                  </a:lnTo>
                  <a:lnTo>
                    <a:pt x="11644" y="228478"/>
                  </a:lnTo>
                  <a:lnTo>
                    <a:pt x="13679" y="233408"/>
                  </a:lnTo>
                  <a:lnTo>
                    <a:pt x="15871" y="238271"/>
                  </a:lnTo>
                  <a:lnTo>
                    <a:pt x="18216" y="243061"/>
                  </a:lnTo>
                  <a:lnTo>
                    <a:pt x="20713" y="247774"/>
                  </a:lnTo>
                  <a:lnTo>
                    <a:pt x="23359" y="252405"/>
                  </a:lnTo>
                  <a:lnTo>
                    <a:pt x="26151" y="256949"/>
                  </a:lnTo>
                  <a:lnTo>
                    <a:pt x="29087" y="261402"/>
                  </a:lnTo>
                  <a:lnTo>
                    <a:pt x="32164" y="265759"/>
                  </a:lnTo>
                  <a:lnTo>
                    <a:pt x="35378" y="270015"/>
                  </a:lnTo>
                  <a:lnTo>
                    <a:pt x="38726" y="274167"/>
                  </a:lnTo>
                  <a:lnTo>
                    <a:pt x="42205" y="278210"/>
                  </a:lnTo>
                  <a:lnTo>
                    <a:pt x="45811" y="282140"/>
                  </a:lnTo>
                  <a:lnTo>
                    <a:pt x="49541" y="285953"/>
                  </a:lnTo>
                  <a:lnTo>
                    <a:pt x="53390" y="289645"/>
                  </a:lnTo>
                  <a:lnTo>
                    <a:pt x="57355" y="293212"/>
                  </a:lnTo>
                  <a:lnTo>
                    <a:pt x="61432" y="296651"/>
                  </a:lnTo>
                  <a:lnTo>
                    <a:pt x="65616" y="299958"/>
                  </a:lnTo>
                  <a:lnTo>
                    <a:pt x="69904" y="303130"/>
                  </a:lnTo>
                  <a:lnTo>
                    <a:pt x="74291" y="306163"/>
                  </a:lnTo>
                  <a:lnTo>
                    <a:pt x="78773" y="309055"/>
                  </a:lnTo>
                  <a:lnTo>
                    <a:pt x="83344" y="311803"/>
                  </a:lnTo>
                  <a:lnTo>
                    <a:pt x="88001" y="314403"/>
                  </a:lnTo>
                  <a:lnTo>
                    <a:pt x="92738" y="316853"/>
                  </a:lnTo>
                  <a:lnTo>
                    <a:pt x="97551" y="319151"/>
                  </a:lnTo>
                  <a:lnTo>
                    <a:pt x="102435" y="321295"/>
                  </a:lnTo>
                  <a:lnTo>
                    <a:pt x="107385" y="323281"/>
                  </a:lnTo>
                  <a:lnTo>
                    <a:pt x="112396" y="325109"/>
                  </a:lnTo>
                  <a:lnTo>
                    <a:pt x="117462" y="326775"/>
                  </a:lnTo>
                  <a:lnTo>
                    <a:pt x="122580" y="328280"/>
                  </a:lnTo>
                  <a:lnTo>
                    <a:pt x="127742" y="329620"/>
                  </a:lnTo>
                  <a:lnTo>
                    <a:pt x="132945" y="330795"/>
                  </a:lnTo>
                  <a:lnTo>
                    <a:pt x="138182" y="331803"/>
                  </a:lnTo>
                  <a:lnTo>
                    <a:pt x="143449" y="332644"/>
                  </a:lnTo>
                  <a:lnTo>
                    <a:pt x="148740" y="333316"/>
                  </a:lnTo>
                  <a:lnTo>
                    <a:pt x="154050" y="333819"/>
                  </a:lnTo>
                  <a:lnTo>
                    <a:pt x="159373" y="334153"/>
                  </a:lnTo>
                  <a:lnTo>
                    <a:pt x="164704" y="334316"/>
                  </a:lnTo>
                  <a:lnTo>
                    <a:pt x="170037" y="334310"/>
                  </a:lnTo>
                  <a:lnTo>
                    <a:pt x="175368" y="334133"/>
                  </a:lnTo>
                  <a:lnTo>
                    <a:pt x="180690" y="333786"/>
                  </a:lnTo>
                  <a:lnTo>
                    <a:pt x="185999" y="333270"/>
                  </a:lnTo>
                  <a:lnTo>
                    <a:pt x="191288" y="332584"/>
                  </a:lnTo>
                  <a:lnTo>
                    <a:pt x="196553" y="331730"/>
                  </a:lnTo>
                  <a:lnTo>
                    <a:pt x="201788" y="330709"/>
                  </a:lnTo>
                  <a:lnTo>
                    <a:pt x="206988" y="329521"/>
                  </a:lnTo>
                  <a:lnTo>
                    <a:pt x="212147" y="328168"/>
                  </a:lnTo>
                  <a:lnTo>
                    <a:pt x="217260" y="326651"/>
                  </a:lnTo>
                  <a:lnTo>
                    <a:pt x="222322" y="324972"/>
                  </a:lnTo>
                  <a:lnTo>
                    <a:pt x="227328" y="323132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380988"/>
              <a:ext cx="60166" cy="155964"/>
            </a:xfrm>
            <a:custGeom>
              <a:avLst/>
              <a:pathLst>
                <a:path w="60166" h="155964">
                  <a:moveTo>
                    <a:pt x="60166" y="15596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380988"/>
              <a:ext cx="125206" cy="155964"/>
            </a:xfrm>
            <a:custGeom>
              <a:avLst/>
              <a:pathLst>
                <a:path w="125206" h="155964">
                  <a:moveTo>
                    <a:pt x="60166" y="155964"/>
                  </a:moveTo>
                  <a:lnTo>
                    <a:pt x="65458" y="153818"/>
                  </a:lnTo>
                  <a:lnTo>
                    <a:pt x="70675" y="151492"/>
                  </a:lnTo>
                  <a:lnTo>
                    <a:pt x="75809" y="148989"/>
                  </a:lnTo>
                  <a:lnTo>
                    <a:pt x="80855" y="146312"/>
                  </a:lnTo>
                  <a:lnTo>
                    <a:pt x="85806" y="143465"/>
                  </a:lnTo>
                  <a:lnTo>
                    <a:pt x="90657" y="140450"/>
                  </a:lnTo>
                  <a:lnTo>
                    <a:pt x="95402" y="137271"/>
                  </a:lnTo>
                  <a:lnTo>
                    <a:pt x="100036" y="133931"/>
                  </a:lnTo>
                  <a:lnTo>
                    <a:pt x="104553" y="130436"/>
                  </a:lnTo>
                  <a:lnTo>
                    <a:pt x="108947" y="126788"/>
                  </a:lnTo>
                  <a:lnTo>
                    <a:pt x="113215" y="122992"/>
                  </a:lnTo>
                  <a:lnTo>
                    <a:pt x="117351" y="119053"/>
                  </a:lnTo>
                  <a:lnTo>
                    <a:pt x="121349" y="114974"/>
                  </a:lnTo>
                  <a:lnTo>
                    <a:pt x="125206" y="1107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167160" cy="277929"/>
            </a:xfrm>
            <a:custGeom>
              <a:avLst/>
              <a:pathLst>
                <a:path w="167160" h="277929">
                  <a:moveTo>
                    <a:pt x="125206" y="277929"/>
                  </a:moveTo>
                  <a:lnTo>
                    <a:pt x="128673" y="273882"/>
                  </a:lnTo>
                  <a:lnTo>
                    <a:pt x="132008" y="269727"/>
                  </a:lnTo>
                  <a:lnTo>
                    <a:pt x="135210" y="265468"/>
                  </a:lnTo>
                  <a:lnTo>
                    <a:pt x="138274" y="261109"/>
                  </a:lnTo>
                  <a:lnTo>
                    <a:pt x="141198" y="256654"/>
                  </a:lnTo>
                  <a:lnTo>
                    <a:pt x="143978" y="252109"/>
                  </a:lnTo>
                  <a:lnTo>
                    <a:pt x="146612" y="247477"/>
                  </a:lnTo>
                  <a:lnTo>
                    <a:pt x="149097" y="242763"/>
                  </a:lnTo>
                  <a:lnTo>
                    <a:pt x="151431" y="237973"/>
                  </a:lnTo>
                  <a:lnTo>
                    <a:pt x="153610" y="233111"/>
                  </a:lnTo>
                  <a:lnTo>
                    <a:pt x="155634" y="228182"/>
                  </a:lnTo>
                  <a:lnTo>
                    <a:pt x="157500" y="223191"/>
                  </a:lnTo>
                  <a:lnTo>
                    <a:pt x="159205" y="218143"/>
                  </a:lnTo>
                  <a:lnTo>
                    <a:pt x="160749" y="213043"/>
                  </a:lnTo>
                  <a:lnTo>
                    <a:pt x="162129" y="207897"/>
                  </a:lnTo>
                  <a:lnTo>
                    <a:pt x="163345" y="202709"/>
                  </a:lnTo>
                  <a:lnTo>
                    <a:pt x="164395" y="197485"/>
                  </a:lnTo>
                  <a:lnTo>
                    <a:pt x="165277" y="192230"/>
                  </a:lnTo>
                  <a:lnTo>
                    <a:pt x="165992" y="186950"/>
                  </a:lnTo>
                  <a:lnTo>
                    <a:pt x="166538" y="181650"/>
                  </a:lnTo>
                  <a:lnTo>
                    <a:pt x="166915" y="176335"/>
                  </a:lnTo>
                  <a:lnTo>
                    <a:pt x="167123" y="171010"/>
                  </a:lnTo>
                  <a:lnTo>
                    <a:pt x="167160" y="165682"/>
                  </a:lnTo>
                  <a:lnTo>
                    <a:pt x="167028" y="160355"/>
                  </a:lnTo>
                  <a:lnTo>
                    <a:pt x="166726" y="155035"/>
                  </a:lnTo>
                  <a:lnTo>
                    <a:pt x="166255" y="149728"/>
                  </a:lnTo>
                  <a:lnTo>
                    <a:pt x="165615" y="144438"/>
                  </a:lnTo>
                  <a:lnTo>
                    <a:pt x="164806" y="139172"/>
                  </a:lnTo>
                  <a:lnTo>
                    <a:pt x="163830" y="133933"/>
                  </a:lnTo>
                  <a:lnTo>
                    <a:pt x="162688" y="128729"/>
                  </a:lnTo>
                  <a:lnTo>
                    <a:pt x="161380" y="123563"/>
                  </a:lnTo>
                  <a:lnTo>
                    <a:pt x="159908" y="118442"/>
                  </a:lnTo>
                  <a:lnTo>
                    <a:pt x="158274" y="113371"/>
                  </a:lnTo>
                  <a:lnTo>
                    <a:pt x="156479" y="108354"/>
                  </a:lnTo>
                  <a:lnTo>
                    <a:pt x="154526" y="103397"/>
                  </a:lnTo>
                  <a:lnTo>
                    <a:pt x="152415" y="98504"/>
                  </a:lnTo>
                  <a:lnTo>
                    <a:pt x="150149" y="93681"/>
                  </a:lnTo>
                  <a:lnTo>
                    <a:pt x="147731" y="88934"/>
                  </a:lnTo>
                  <a:lnTo>
                    <a:pt x="145162" y="84265"/>
                  </a:lnTo>
                  <a:lnTo>
                    <a:pt x="142446" y="79681"/>
                  </a:lnTo>
                  <a:lnTo>
                    <a:pt x="139586" y="75185"/>
                  </a:lnTo>
                  <a:lnTo>
                    <a:pt x="136583" y="70783"/>
                  </a:lnTo>
                  <a:lnTo>
                    <a:pt x="133442" y="66479"/>
                  </a:lnTo>
                  <a:lnTo>
                    <a:pt x="130166" y="62278"/>
                  </a:lnTo>
                  <a:lnTo>
                    <a:pt x="126757" y="58182"/>
                  </a:lnTo>
                  <a:lnTo>
                    <a:pt x="123219" y="54198"/>
                  </a:lnTo>
                  <a:lnTo>
                    <a:pt x="119556" y="50328"/>
                  </a:lnTo>
                  <a:lnTo>
                    <a:pt x="115771" y="46577"/>
                  </a:lnTo>
                  <a:lnTo>
                    <a:pt x="111869" y="42949"/>
                  </a:lnTo>
                  <a:lnTo>
                    <a:pt x="107854" y="39447"/>
                  </a:lnTo>
                  <a:lnTo>
                    <a:pt x="103728" y="36074"/>
                  </a:lnTo>
                  <a:lnTo>
                    <a:pt x="99498" y="32835"/>
                  </a:lnTo>
                  <a:lnTo>
                    <a:pt x="95166" y="29732"/>
                  </a:lnTo>
                  <a:lnTo>
                    <a:pt x="90737" y="26769"/>
                  </a:lnTo>
                  <a:lnTo>
                    <a:pt x="86217" y="23949"/>
                  </a:lnTo>
                  <a:lnTo>
                    <a:pt x="81609" y="21273"/>
                  </a:lnTo>
                  <a:lnTo>
                    <a:pt x="76918" y="18747"/>
                  </a:lnTo>
                  <a:lnTo>
                    <a:pt x="72148" y="16371"/>
                  </a:lnTo>
                  <a:lnTo>
                    <a:pt x="67306" y="14148"/>
                  </a:lnTo>
                  <a:lnTo>
                    <a:pt x="62395" y="12081"/>
                  </a:lnTo>
                  <a:lnTo>
                    <a:pt x="57420" y="10171"/>
                  </a:lnTo>
                  <a:lnTo>
                    <a:pt x="52388" y="8420"/>
                  </a:lnTo>
                  <a:lnTo>
                    <a:pt x="47302" y="6831"/>
                  </a:lnTo>
                  <a:lnTo>
                    <a:pt x="42168" y="5405"/>
                  </a:lnTo>
                  <a:lnTo>
                    <a:pt x="36991" y="4144"/>
                  </a:lnTo>
                  <a:lnTo>
                    <a:pt x="31776" y="3048"/>
                  </a:lnTo>
                  <a:lnTo>
                    <a:pt x="26530" y="2118"/>
                  </a:lnTo>
                  <a:lnTo>
                    <a:pt x="21256" y="1356"/>
                  </a:lnTo>
                  <a:lnTo>
                    <a:pt x="15961" y="763"/>
                  </a:lnTo>
                  <a:lnTo>
                    <a:pt x="10649" y="339"/>
                  </a:lnTo>
                  <a:lnTo>
                    <a:pt x="5327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51855" y="3707720"/>
              <a:ext cx="168503" cy="334329"/>
            </a:xfrm>
            <a:custGeom>
              <a:avLst/>
              <a:pathLst>
                <a:path w="168503" h="334329">
                  <a:moveTo>
                    <a:pt x="167155" y="0"/>
                  </a:moveTo>
                  <a:lnTo>
                    <a:pt x="161838" y="84"/>
                  </a:lnTo>
                  <a:lnTo>
                    <a:pt x="156526" y="338"/>
                  </a:lnTo>
                  <a:lnTo>
                    <a:pt x="151224" y="760"/>
                  </a:lnTo>
                  <a:lnTo>
                    <a:pt x="145939" y="1351"/>
                  </a:lnTo>
                  <a:lnTo>
                    <a:pt x="140675" y="2110"/>
                  </a:lnTo>
                  <a:lnTo>
                    <a:pt x="135438" y="3036"/>
                  </a:lnTo>
                  <a:lnTo>
                    <a:pt x="130233" y="4128"/>
                  </a:lnTo>
                  <a:lnTo>
                    <a:pt x="125066" y="5385"/>
                  </a:lnTo>
                  <a:lnTo>
                    <a:pt x="119941" y="6806"/>
                  </a:lnTo>
                  <a:lnTo>
                    <a:pt x="114864" y="8389"/>
                  </a:lnTo>
                  <a:lnTo>
                    <a:pt x="109840" y="10132"/>
                  </a:lnTo>
                  <a:lnTo>
                    <a:pt x="104874" y="12035"/>
                  </a:lnTo>
                  <a:lnTo>
                    <a:pt x="99971" y="14094"/>
                  </a:lnTo>
                  <a:lnTo>
                    <a:pt x="95135" y="16309"/>
                  </a:lnTo>
                  <a:lnTo>
                    <a:pt x="90373" y="18676"/>
                  </a:lnTo>
                  <a:lnTo>
                    <a:pt x="85689" y="21194"/>
                  </a:lnTo>
                  <a:lnTo>
                    <a:pt x="81087" y="23859"/>
                  </a:lnTo>
                  <a:lnTo>
                    <a:pt x="76572" y="26669"/>
                  </a:lnTo>
                  <a:lnTo>
                    <a:pt x="72148" y="29622"/>
                  </a:lnTo>
                  <a:lnTo>
                    <a:pt x="67821" y="32714"/>
                  </a:lnTo>
                  <a:lnTo>
                    <a:pt x="63595" y="35941"/>
                  </a:lnTo>
                  <a:lnTo>
                    <a:pt x="59473" y="39302"/>
                  </a:lnTo>
                  <a:lnTo>
                    <a:pt x="55460" y="42792"/>
                  </a:lnTo>
                  <a:lnTo>
                    <a:pt x="51560" y="46408"/>
                  </a:lnTo>
                  <a:lnTo>
                    <a:pt x="47777" y="50146"/>
                  </a:lnTo>
                  <a:lnTo>
                    <a:pt x="44115" y="54003"/>
                  </a:lnTo>
                  <a:lnTo>
                    <a:pt x="40578" y="57974"/>
                  </a:lnTo>
                  <a:lnTo>
                    <a:pt x="37169" y="62055"/>
                  </a:lnTo>
                  <a:lnTo>
                    <a:pt x="33891" y="66243"/>
                  </a:lnTo>
                  <a:lnTo>
                    <a:pt x="30748" y="70533"/>
                  </a:lnTo>
                  <a:lnTo>
                    <a:pt x="27743" y="74921"/>
                  </a:lnTo>
                  <a:lnTo>
                    <a:pt x="24880" y="79402"/>
                  </a:lnTo>
                  <a:lnTo>
                    <a:pt x="22160" y="83973"/>
                  </a:lnTo>
                  <a:lnTo>
                    <a:pt x="19587" y="88627"/>
                  </a:lnTo>
                  <a:lnTo>
                    <a:pt x="17163" y="93361"/>
                  </a:lnTo>
                  <a:lnTo>
                    <a:pt x="14891" y="98169"/>
                  </a:lnTo>
                  <a:lnTo>
                    <a:pt x="12774" y="103048"/>
                  </a:lnTo>
                  <a:lnTo>
                    <a:pt x="10812" y="107991"/>
                  </a:lnTo>
                  <a:lnTo>
                    <a:pt x="9009" y="112994"/>
                  </a:lnTo>
                  <a:lnTo>
                    <a:pt x="7366" y="118052"/>
                  </a:lnTo>
                  <a:lnTo>
                    <a:pt x="5884" y="123159"/>
                  </a:lnTo>
                  <a:lnTo>
                    <a:pt x="4566" y="128312"/>
                  </a:lnTo>
                  <a:lnTo>
                    <a:pt x="3412" y="133503"/>
                  </a:lnTo>
                  <a:lnTo>
                    <a:pt x="2424" y="138729"/>
                  </a:lnTo>
                  <a:lnTo>
                    <a:pt x="1603" y="143983"/>
                  </a:lnTo>
                  <a:lnTo>
                    <a:pt x="949" y="149261"/>
                  </a:lnTo>
                  <a:lnTo>
                    <a:pt x="464" y="154557"/>
                  </a:lnTo>
                  <a:lnTo>
                    <a:pt x="147" y="159866"/>
                  </a:lnTo>
                  <a:lnTo>
                    <a:pt x="0" y="165182"/>
                  </a:lnTo>
                  <a:lnTo>
                    <a:pt x="21" y="170500"/>
                  </a:lnTo>
                  <a:lnTo>
                    <a:pt x="212" y="175815"/>
                  </a:lnTo>
                  <a:lnTo>
                    <a:pt x="571" y="181121"/>
                  </a:lnTo>
                  <a:lnTo>
                    <a:pt x="1099" y="186412"/>
                  </a:lnTo>
                  <a:lnTo>
                    <a:pt x="1795" y="191685"/>
                  </a:lnTo>
                  <a:lnTo>
                    <a:pt x="2659" y="196932"/>
                  </a:lnTo>
                  <a:lnTo>
                    <a:pt x="3689" y="202150"/>
                  </a:lnTo>
                  <a:lnTo>
                    <a:pt x="4885" y="207332"/>
                  </a:lnTo>
                  <a:lnTo>
                    <a:pt x="6244" y="212473"/>
                  </a:lnTo>
                  <a:lnTo>
                    <a:pt x="7767" y="217569"/>
                  </a:lnTo>
                  <a:lnTo>
                    <a:pt x="9451" y="222613"/>
                  </a:lnTo>
                  <a:lnTo>
                    <a:pt x="11294" y="227602"/>
                  </a:lnTo>
                  <a:lnTo>
                    <a:pt x="13296" y="232529"/>
                  </a:lnTo>
                  <a:lnTo>
                    <a:pt x="15453" y="237390"/>
                  </a:lnTo>
                  <a:lnTo>
                    <a:pt x="17763" y="242180"/>
                  </a:lnTo>
                  <a:lnTo>
                    <a:pt x="20225" y="246894"/>
                  </a:lnTo>
                  <a:lnTo>
                    <a:pt x="22835" y="251528"/>
                  </a:lnTo>
                  <a:lnTo>
                    <a:pt x="25592" y="256076"/>
                  </a:lnTo>
                  <a:lnTo>
                    <a:pt x="28491" y="260534"/>
                  </a:lnTo>
                  <a:lnTo>
                    <a:pt x="31532" y="264897"/>
                  </a:lnTo>
                  <a:lnTo>
                    <a:pt x="34709" y="269162"/>
                  </a:lnTo>
                  <a:lnTo>
                    <a:pt x="38020" y="273323"/>
                  </a:lnTo>
                  <a:lnTo>
                    <a:pt x="41462" y="277377"/>
                  </a:lnTo>
                  <a:lnTo>
                    <a:pt x="45032" y="281320"/>
                  </a:lnTo>
                  <a:lnTo>
                    <a:pt x="48725" y="285147"/>
                  </a:lnTo>
                  <a:lnTo>
                    <a:pt x="52538" y="288854"/>
                  </a:lnTo>
                  <a:lnTo>
                    <a:pt x="56466" y="292438"/>
                  </a:lnTo>
                  <a:lnTo>
                    <a:pt x="60507" y="295896"/>
                  </a:lnTo>
                  <a:lnTo>
                    <a:pt x="64656" y="299223"/>
                  </a:lnTo>
                  <a:lnTo>
                    <a:pt x="68908" y="302417"/>
                  </a:lnTo>
                  <a:lnTo>
                    <a:pt x="73260" y="305474"/>
                  </a:lnTo>
                  <a:lnTo>
                    <a:pt x="77707" y="308390"/>
                  </a:lnTo>
                  <a:lnTo>
                    <a:pt x="82245" y="311164"/>
                  </a:lnTo>
                  <a:lnTo>
                    <a:pt x="86868" y="313792"/>
                  </a:lnTo>
                  <a:lnTo>
                    <a:pt x="91573" y="316272"/>
                  </a:lnTo>
                  <a:lnTo>
                    <a:pt x="96354" y="318601"/>
                  </a:lnTo>
                  <a:lnTo>
                    <a:pt x="101207" y="320776"/>
                  </a:lnTo>
                  <a:lnTo>
                    <a:pt x="106126" y="322796"/>
                  </a:lnTo>
                  <a:lnTo>
                    <a:pt x="111108" y="324659"/>
                  </a:lnTo>
                  <a:lnTo>
                    <a:pt x="116146" y="326362"/>
                  </a:lnTo>
                  <a:lnTo>
                    <a:pt x="121235" y="327904"/>
                  </a:lnTo>
                  <a:lnTo>
                    <a:pt x="126372" y="329283"/>
                  </a:lnTo>
                  <a:lnTo>
                    <a:pt x="131549" y="330498"/>
                  </a:lnTo>
                  <a:lnTo>
                    <a:pt x="136763" y="331548"/>
                  </a:lnTo>
                  <a:lnTo>
                    <a:pt x="142007" y="332432"/>
                  </a:lnTo>
                  <a:lnTo>
                    <a:pt x="147277" y="333148"/>
                  </a:lnTo>
                  <a:lnTo>
                    <a:pt x="152566" y="333697"/>
                  </a:lnTo>
                  <a:lnTo>
                    <a:pt x="157871" y="334076"/>
                  </a:lnTo>
                  <a:lnTo>
                    <a:pt x="163185" y="334287"/>
                  </a:lnTo>
                  <a:lnTo>
                    <a:pt x="168503" y="334329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11569"/>
              <a:ext cx="167160" cy="330480"/>
            </a:xfrm>
            <a:custGeom>
              <a:avLst/>
              <a:pathLst>
                <a:path w="167160" h="330480">
                  <a:moveTo>
                    <a:pt x="1347" y="330480"/>
                  </a:moveTo>
                  <a:lnTo>
                    <a:pt x="6707" y="330351"/>
                  </a:lnTo>
                  <a:lnTo>
                    <a:pt x="12059" y="330050"/>
                  </a:lnTo>
                  <a:lnTo>
                    <a:pt x="17400" y="329578"/>
                  </a:lnTo>
                  <a:lnTo>
                    <a:pt x="22722" y="328934"/>
                  </a:lnTo>
                  <a:lnTo>
                    <a:pt x="28021" y="328120"/>
                  </a:lnTo>
                  <a:lnTo>
                    <a:pt x="33291" y="327137"/>
                  </a:lnTo>
                  <a:lnTo>
                    <a:pt x="38527" y="325985"/>
                  </a:lnTo>
                  <a:lnTo>
                    <a:pt x="43724" y="324666"/>
                  </a:lnTo>
                  <a:lnTo>
                    <a:pt x="48875" y="323181"/>
                  </a:lnTo>
                  <a:lnTo>
                    <a:pt x="53976" y="321532"/>
                  </a:lnTo>
                  <a:lnTo>
                    <a:pt x="59022" y="319720"/>
                  </a:lnTo>
                  <a:lnTo>
                    <a:pt x="64006" y="317747"/>
                  </a:lnTo>
                  <a:lnTo>
                    <a:pt x="68926" y="315615"/>
                  </a:lnTo>
                  <a:lnTo>
                    <a:pt x="73774" y="313326"/>
                  </a:lnTo>
                  <a:lnTo>
                    <a:pt x="78546" y="310883"/>
                  </a:lnTo>
                  <a:lnTo>
                    <a:pt x="83237" y="308289"/>
                  </a:lnTo>
                  <a:lnTo>
                    <a:pt x="87843" y="305545"/>
                  </a:lnTo>
                  <a:lnTo>
                    <a:pt x="92359" y="302655"/>
                  </a:lnTo>
                  <a:lnTo>
                    <a:pt x="96779" y="299622"/>
                  </a:lnTo>
                  <a:lnTo>
                    <a:pt x="101100" y="296448"/>
                  </a:lnTo>
                  <a:lnTo>
                    <a:pt x="105317" y="293138"/>
                  </a:lnTo>
                  <a:lnTo>
                    <a:pt x="109426" y="289694"/>
                  </a:lnTo>
                  <a:lnTo>
                    <a:pt x="113422" y="286120"/>
                  </a:lnTo>
                  <a:lnTo>
                    <a:pt x="117302" y="282420"/>
                  </a:lnTo>
                  <a:lnTo>
                    <a:pt x="121060" y="278597"/>
                  </a:lnTo>
                  <a:lnTo>
                    <a:pt x="124695" y="274656"/>
                  </a:lnTo>
                  <a:lnTo>
                    <a:pt x="128201" y="270600"/>
                  </a:lnTo>
                  <a:lnTo>
                    <a:pt x="131575" y="266434"/>
                  </a:lnTo>
                  <a:lnTo>
                    <a:pt x="134814" y="262162"/>
                  </a:lnTo>
                  <a:lnTo>
                    <a:pt x="137914" y="257788"/>
                  </a:lnTo>
                  <a:lnTo>
                    <a:pt x="140872" y="253317"/>
                  </a:lnTo>
                  <a:lnTo>
                    <a:pt x="143686" y="248754"/>
                  </a:lnTo>
                  <a:lnTo>
                    <a:pt x="146352" y="244102"/>
                  </a:lnTo>
                  <a:lnTo>
                    <a:pt x="148867" y="239368"/>
                  </a:lnTo>
                  <a:lnTo>
                    <a:pt x="151229" y="234555"/>
                  </a:lnTo>
                  <a:lnTo>
                    <a:pt x="153435" y="229669"/>
                  </a:lnTo>
                  <a:lnTo>
                    <a:pt x="155484" y="224715"/>
                  </a:lnTo>
                  <a:lnTo>
                    <a:pt x="157373" y="219697"/>
                  </a:lnTo>
                  <a:lnTo>
                    <a:pt x="159100" y="214622"/>
                  </a:lnTo>
                  <a:lnTo>
                    <a:pt x="160663" y="209494"/>
                  </a:lnTo>
                  <a:lnTo>
                    <a:pt x="162061" y="204318"/>
                  </a:lnTo>
                  <a:lnTo>
                    <a:pt x="163293" y="199100"/>
                  </a:lnTo>
                  <a:lnTo>
                    <a:pt x="164356" y="193846"/>
                  </a:lnTo>
                  <a:lnTo>
                    <a:pt x="165250" y="188560"/>
                  </a:lnTo>
                  <a:lnTo>
                    <a:pt x="165975" y="183248"/>
                  </a:lnTo>
                  <a:lnTo>
                    <a:pt x="166528" y="177915"/>
                  </a:lnTo>
                  <a:lnTo>
                    <a:pt x="166911" y="172568"/>
                  </a:lnTo>
                  <a:lnTo>
                    <a:pt x="167122" y="167211"/>
                  </a:lnTo>
                  <a:lnTo>
                    <a:pt x="167160" y="161850"/>
                  </a:lnTo>
                  <a:lnTo>
                    <a:pt x="167027" y="156490"/>
                  </a:lnTo>
                  <a:lnTo>
                    <a:pt x="166723" y="151138"/>
                  </a:lnTo>
                  <a:lnTo>
                    <a:pt x="166246" y="145798"/>
                  </a:lnTo>
                  <a:lnTo>
                    <a:pt x="165599" y="140476"/>
                  </a:lnTo>
                  <a:lnTo>
                    <a:pt x="164781" y="135177"/>
                  </a:lnTo>
                  <a:lnTo>
                    <a:pt x="163794" y="129908"/>
                  </a:lnTo>
                  <a:lnTo>
                    <a:pt x="162639" y="124673"/>
                  </a:lnTo>
                  <a:lnTo>
                    <a:pt x="161316" y="119478"/>
                  </a:lnTo>
                  <a:lnTo>
                    <a:pt x="159827" y="114327"/>
                  </a:lnTo>
                  <a:lnTo>
                    <a:pt x="158174" y="109227"/>
                  </a:lnTo>
                  <a:lnTo>
                    <a:pt x="156358" y="104183"/>
                  </a:lnTo>
                  <a:lnTo>
                    <a:pt x="154381" y="99200"/>
                  </a:lnTo>
                  <a:lnTo>
                    <a:pt x="152246" y="94282"/>
                  </a:lnTo>
                  <a:lnTo>
                    <a:pt x="149954" y="89436"/>
                  </a:lnTo>
                  <a:lnTo>
                    <a:pt x="147508" y="84665"/>
                  </a:lnTo>
                  <a:lnTo>
                    <a:pt x="144910" y="79976"/>
                  </a:lnTo>
                  <a:lnTo>
                    <a:pt x="142163" y="75372"/>
                  </a:lnTo>
                  <a:lnTo>
                    <a:pt x="139269" y="70858"/>
                  </a:lnTo>
                  <a:lnTo>
                    <a:pt x="136233" y="66440"/>
                  </a:lnTo>
                  <a:lnTo>
                    <a:pt x="133056" y="62121"/>
                  </a:lnTo>
                  <a:lnTo>
                    <a:pt x="129743" y="57907"/>
                  </a:lnTo>
                  <a:lnTo>
                    <a:pt x="126296" y="53801"/>
                  </a:lnTo>
                  <a:lnTo>
                    <a:pt x="122719" y="49807"/>
                  </a:lnTo>
                  <a:lnTo>
                    <a:pt x="119016" y="45930"/>
                  </a:lnTo>
                  <a:lnTo>
                    <a:pt x="115191" y="42174"/>
                  </a:lnTo>
                  <a:lnTo>
                    <a:pt x="111247" y="38543"/>
                  </a:lnTo>
                  <a:lnTo>
                    <a:pt x="107189" y="35040"/>
                  </a:lnTo>
                  <a:lnTo>
                    <a:pt x="103020" y="31668"/>
                  </a:lnTo>
                  <a:lnTo>
                    <a:pt x="98745" y="28433"/>
                  </a:lnTo>
                  <a:lnTo>
                    <a:pt x="94369" y="25335"/>
                  </a:lnTo>
                  <a:lnTo>
                    <a:pt x="89896" y="22380"/>
                  </a:lnTo>
                  <a:lnTo>
                    <a:pt x="85331" y="19570"/>
                  </a:lnTo>
                  <a:lnTo>
                    <a:pt x="80677" y="16908"/>
                  </a:lnTo>
                  <a:lnTo>
                    <a:pt x="75941" y="14396"/>
                  </a:lnTo>
                  <a:lnTo>
                    <a:pt x="71127" y="12038"/>
                  </a:lnTo>
                  <a:lnTo>
                    <a:pt x="66239" y="9835"/>
                  </a:lnTo>
                  <a:lnTo>
                    <a:pt x="61283" y="7789"/>
                  </a:lnTo>
                  <a:lnTo>
                    <a:pt x="56264" y="5904"/>
                  </a:lnTo>
                  <a:lnTo>
                    <a:pt x="51188" y="4181"/>
                  </a:lnTo>
                  <a:lnTo>
                    <a:pt x="46059" y="2621"/>
                  </a:lnTo>
                  <a:lnTo>
                    <a:pt x="40882" y="1227"/>
                  </a:lnTo>
                  <a:lnTo>
                    <a:pt x="35663" y="0"/>
                  </a:lnTo>
                  <a:lnTo>
                    <a:pt x="0" y="1633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35663" cy="167167"/>
            </a:xfrm>
            <a:custGeom>
              <a:avLst/>
              <a:pathLst>
                <a:path w="35663" h="167167">
                  <a:moveTo>
                    <a:pt x="35663" y="3848"/>
                  </a:moveTo>
                  <a:lnTo>
                    <a:pt x="28610" y="2466"/>
                  </a:lnTo>
                  <a:lnTo>
                    <a:pt x="21504" y="1388"/>
                  </a:lnTo>
                  <a:lnTo>
                    <a:pt x="14358" y="617"/>
                  </a:lnTo>
                  <a:lnTo>
                    <a:pt x="7185" y="15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tx78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95" name="tx79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96" name="tx79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97" name="tx79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98" name="tx79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99" name="tx79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00" name="tx80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01" name="tx80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02" name="tx80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03" name="tx80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04" name="tx80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2025-06-05T15:15:02Z</dcterms:modified>
  <cp:category/>
</cp:coreProperties>
</file>