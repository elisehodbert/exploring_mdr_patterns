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346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87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2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7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89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3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38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1231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983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6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689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30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6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9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77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02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3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55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78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83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2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51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49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36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0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0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55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188" y="3170392"/>
              <a:ext cx="1590" cy="167167"/>
            </a:xfrm>
            <a:custGeom>
              <a:avLst/>
              <a:pathLst>
                <a:path w="1590" h="167167">
                  <a:moveTo>
                    <a:pt x="1590" y="0"/>
                  </a:moveTo>
                  <a:lnTo>
                    <a:pt x="0" y="7"/>
                  </a:lnTo>
                  <a:lnTo>
                    <a:pt x="159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21" y="3170400"/>
              <a:ext cx="334313" cy="334327"/>
            </a:xfrm>
            <a:custGeom>
              <a:avLst/>
              <a:pathLst>
                <a:path w="334313" h="334327">
                  <a:moveTo>
                    <a:pt x="165566" y="0"/>
                  </a:moveTo>
                  <a:lnTo>
                    <a:pt x="160278" y="134"/>
                  </a:lnTo>
                  <a:lnTo>
                    <a:pt x="154998" y="435"/>
                  </a:lnTo>
                  <a:lnTo>
                    <a:pt x="149729" y="903"/>
                  </a:lnTo>
                  <a:lnTo>
                    <a:pt x="144477" y="1538"/>
                  </a:lnTo>
                  <a:lnTo>
                    <a:pt x="139249" y="2338"/>
                  </a:lnTo>
                  <a:lnTo>
                    <a:pt x="134048" y="3304"/>
                  </a:lnTo>
                  <a:lnTo>
                    <a:pt x="128880" y="4433"/>
                  </a:lnTo>
                  <a:lnTo>
                    <a:pt x="123751" y="5726"/>
                  </a:lnTo>
                  <a:lnTo>
                    <a:pt x="118665" y="7180"/>
                  </a:lnTo>
                  <a:lnTo>
                    <a:pt x="113628" y="8794"/>
                  </a:lnTo>
                  <a:lnTo>
                    <a:pt x="108645" y="10567"/>
                  </a:lnTo>
                  <a:lnTo>
                    <a:pt x="103720" y="12497"/>
                  </a:lnTo>
                  <a:lnTo>
                    <a:pt x="98858" y="14581"/>
                  </a:lnTo>
                  <a:lnTo>
                    <a:pt x="94065" y="16818"/>
                  </a:lnTo>
                  <a:lnTo>
                    <a:pt x="89345" y="19206"/>
                  </a:lnTo>
                  <a:lnTo>
                    <a:pt x="84703" y="21742"/>
                  </a:lnTo>
                  <a:lnTo>
                    <a:pt x="80143" y="24424"/>
                  </a:lnTo>
                  <a:lnTo>
                    <a:pt x="75671" y="27248"/>
                  </a:lnTo>
                  <a:lnTo>
                    <a:pt x="71290" y="30212"/>
                  </a:lnTo>
                  <a:lnTo>
                    <a:pt x="67005" y="33314"/>
                  </a:lnTo>
                  <a:lnTo>
                    <a:pt x="62821" y="36550"/>
                  </a:lnTo>
                  <a:lnTo>
                    <a:pt x="58741" y="39916"/>
                  </a:lnTo>
                  <a:lnTo>
                    <a:pt x="54769" y="43410"/>
                  </a:lnTo>
                  <a:lnTo>
                    <a:pt x="50910" y="47028"/>
                  </a:lnTo>
                  <a:lnTo>
                    <a:pt x="47168" y="50766"/>
                  </a:lnTo>
                  <a:lnTo>
                    <a:pt x="43545" y="54620"/>
                  </a:lnTo>
                  <a:lnTo>
                    <a:pt x="40047" y="58587"/>
                  </a:lnTo>
                  <a:lnTo>
                    <a:pt x="36675" y="62663"/>
                  </a:lnTo>
                  <a:lnTo>
                    <a:pt x="33435" y="66844"/>
                  </a:lnTo>
                  <a:lnTo>
                    <a:pt x="30328" y="71125"/>
                  </a:lnTo>
                  <a:lnTo>
                    <a:pt x="27358" y="75502"/>
                  </a:lnTo>
                  <a:lnTo>
                    <a:pt x="24528" y="79971"/>
                  </a:lnTo>
                  <a:lnTo>
                    <a:pt x="21841" y="84527"/>
                  </a:lnTo>
                  <a:lnTo>
                    <a:pt x="19299" y="89166"/>
                  </a:lnTo>
                  <a:lnTo>
                    <a:pt x="16906" y="93883"/>
                  </a:lnTo>
                  <a:lnTo>
                    <a:pt x="14663" y="98674"/>
                  </a:lnTo>
                  <a:lnTo>
                    <a:pt x="12572" y="103533"/>
                  </a:lnTo>
                  <a:lnTo>
                    <a:pt x="10636" y="108455"/>
                  </a:lnTo>
                  <a:lnTo>
                    <a:pt x="8857" y="113437"/>
                  </a:lnTo>
                  <a:lnTo>
                    <a:pt x="7237" y="118472"/>
                  </a:lnTo>
                  <a:lnTo>
                    <a:pt x="5777" y="123556"/>
                  </a:lnTo>
                  <a:lnTo>
                    <a:pt x="4478" y="128684"/>
                  </a:lnTo>
                  <a:lnTo>
                    <a:pt x="3342" y="133850"/>
                  </a:lnTo>
                  <a:lnTo>
                    <a:pt x="2370" y="139049"/>
                  </a:lnTo>
                  <a:lnTo>
                    <a:pt x="1563" y="144277"/>
                  </a:lnTo>
                  <a:lnTo>
                    <a:pt x="922" y="149528"/>
                  </a:lnTo>
                  <a:lnTo>
                    <a:pt x="448" y="154796"/>
                  </a:lnTo>
                  <a:lnTo>
                    <a:pt x="140" y="160076"/>
                  </a:lnTo>
                  <a:lnTo>
                    <a:pt x="0" y="165364"/>
                  </a:lnTo>
                  <a:lnTo>
                    <a:pt x="26" y="170654"/>
                  </a:lnTo>
                  <a:lnTo>
                    <a:pt x="221" y="175940"/>
                  </a:lnTo>
                  <a:lnTo>
                    <a:pt x="582" y="181217"/>
                  </a:lnTo>
                  <a:lnTo>
                    <a:pt x="1110" y="186480"/>
                  </a:lnTo>
                  <a:lnTo>
                    <a:pt x="1805" y="191724"/>
                  </a:lnTo>
                  <a:lnTo>
                    <a:pt x="2664" y="196943"/>
                  </a:lnTo>
                  <a:lnTo>
                    <a:pt x="3689" y="202132"/>
                  </a:lnTo>
                  <a:lnTo>
                    <a:pt x="4877" y="207287"/>
                  </a:lnTo>
                  <a:lnTo>
                    <a:pt x="6228" y="212401"/>
                  </a:lnTo>
                  <a:lnTo>
                    <a:pt x="7740" y="217470"/>
                  </a:lnTo>
                  <a:lnTo>
                    <a:pt x="9412" y="222488"/>
                  </a:lnTo>
                  <a:lnTo>
                    <a:pt x="11241" y="227451"/>
                  </a:lnTo>
                  <a:lnTo>
                    <a:pt x="13227" y="232354"/>
                  </a:lnTo>
                  <a:lnTo>
                    <a:pt x="15367" y="237192"/>
                  </a:lnTo>
                  <a:lnTo>
                    <a:pt x="17658" y="241959"/>
                  </a:lnTo>
                  <a:lnTo>
                    <a:pt x="20100" y="246651"/>
                  </a:lnTo>
                  <a:lnTo>
                    <a:pt x="22688" y="251264"/>
                  </a:lnTo>
                  <a:lnTo>
                    <a:pt x="25421" y="255793"/>
                  </a:lnTo>
                  <a:lnTo>
                    <a:pt x="28297" y="260233"/>
                  </a:lnTo>
                  <a:lnTo>
                    <a:pt x="31311" y="264580"/>
                  </a:lnTo>
                  <a:lnTo>
                    <a:pt x="34461" y="268829"/>
                  </a:lnTo>
                  <a:lnTo>
                    <a:pt x="37744" y="272976"/>
                  </a:lnTo>
                  <a:lnTo>
                    <a:pt x="41157" y="277018"/>
                  </a:lnTo>
                  <a:lnTo>
                    <a:pt x="44696" y="280949"/>
                  </a:lnTo>
                  <a:lnTo>
                    <a:pt x="48357" y="284767"/>
                  </a:lnTo>
                  <a:lnTo>
                    <a:pt x="52137" y="288466"/>
                  </a:lnTo>
                  <a:lnTo>
                    <a:pt x="56033" y="292045"/>
                  </a:lnTo>
                  <a:lnTo>
                    <a:pt x="60040" y="295498"/>
                  </a:lnTo>
                  <a:lnTo>
                    <a:pt x="64154" y="298823"/>
                  </a:lnTo>
                  <a:lnTo>
                    <a:pt x="68371" y="302016"/>
                  </a:lnTo>
                  <a:lnTo>
                    <a:pt x="72687" y="305074"/>
                  </a:lnTo>
                  <a:lnTo>
                    <a:pt x="77098" y="307993"/>
                  </a:lnTo>
                  <a:lnTo>
                    <a:pt x="81599" y="310772"/>
                  </a:lnTo>
                  <a:lnTo>
                    <a:pt x="86185" y="313407"/>
                  </a:lnTo>
                  <a:lnTo>
                    <a:pt x="90853" y="315896"/>
                  </a:lnTo>
                  <a:lnTo>
                    <a:pt x="95597" y="318236"/>
                  </a:lnTo>
                  <a:lnTo>
                    <a:pt x="100412" y="320424"/>
                  </a:lnTo>
                  <a:lnTo>
                    <a:pt x="105295" y="322459"/>
                  </a:lnTo>
                  <a:lnTo>
                    <a:pt x="110239" y="324339"/>
                  </a:lnTo>
                  <a:lnTo>
                    <a:pt x="115241" y="326061"/>
                  </a:lnTo>
                  <a:lnTo>
                    <a:pt x="120294" y="327624"/>
                  </a:lnTo>
                  <a:lnTo>
                    <a:pt x="125394" y="329026"/>
                  </a:lnTo>
                  <a:lnTo>
                    <a:pt x="130536" y="330266"/>
                  </a:lnTo>
                  <a:lnTo>
                    <a:pt x="135715" y="331343"/>
                  </a:lnTo>
                  <a:lnTo>
                    <a:pt x="140925" y="332256"/>
                  </a:lnTo>
                  <a:lnTo>
                    <a:pt x="146162" y="333003"/>
                  </a:lnTo>
                  <a:lnTo>
                    <a:pt x="151419" y="333584"/>
                  </a:lnTo>
                  <a:lnTo>
                    <a:pt x="156693" y="333999"/>
                  </a:lnTo>
                  <a:lnTo>
                    <a:pt x="161977" y="334247"/>
                  </a:lnTo>
                  <a:lnTo>
                    <a:pt x="167265" y="334327"/>
                  </a:lnTo>
                  <a:lnTo>
                    <a:pt x="172554" y="334240"/>
                  </a:lnTo>
                  <a:lnTo>
                    <a:pt x="177838" y="333985"/>
                  </a:lnTo>
                  <a:lnTo>
                    <a:pt x="183111" y="333564"/>
                  </a:lnTo>
                  <a:lnTo>
                    <a:pt x="188367" y="332976"/>
                  </a:lnTo>
                  <a:lnTo>
                    <a:pt x="193603" y="332222"/>
                  </a:lnTo>
                  <a:lnTo>
                    <a:pt x="198812" y="331302"/>
                  </a:lnTo>
                  <a:lnTo>
                    <a:pt x="203989" y="330219"/>
                  </a:lnTo>
                  <a:lnTo>
                    <a:pt x="209130" y="328972"/>
                  </a:lnTo>
                  <a:lnTo>
                    <a:pt x="214228" y="327563"/>
                  </a:lnTo>
                  <a:lnTo>
                    <a:pt x="219280" y="325993"/>
                  </a:lnTo>
                  <a:lnTo>
                    <a:pt x="224279" y="324265"/>
                  </a:lnTo>
                  <a:lnTo>
                    <a:pt x="229221" y="322379"/>
                  </a:lnTo>
                  <a:lnTo>
                    <a:pt x="234101" y="320338"/>
                  </a:lnTo>
                  <a:lnTo>
                    <a:pt x="238913" y="318143"/>
                  </a:lnTo>
                  <a:lnTo>
                    <a:pt x="243654" y="315797"/>
                  </a:lnTo>
                  <a:lnTo>
                    <a:pt x="248319" y="313302"/>
                  </a:lnTo>
                  <a:lnTo>
                    <a:pt x="252902" y="310661"/>
                  </a:lnTo>
                  <a:lnTo>
                    <a:pt x="257399" y="307877"/>
                  </a:lnTo>
                  <a:lnTo>
                    <a:pt x="261806" y="304951"/>
                  </a:lnTo>
                  <a:lnTo>
                    <a:pt x="266118" y="301888"/>
                  </a:lnTo>
                  <a:lnTo>
                    <a:pt x="270331" y="298689"/>
                  </a:lnTo>
                  <a:lnTo>
                    <a:pt x="274441" y="295359"/>
                  </a:lnTo>
                  <a:lnTo>
                    <a:pt x="278443" y="291901"/>
                  </a:lnTo>
                  <a:lnTo>
                    <a:pt x="282334" y="288317"/>
                  </a:lnTo>
                  <a:lnTo>
                    <a:pt x="286110" y="284613"/>
                  </a:lnTo>
                  <a:lnTo>
                    <a:pt x="289766" y="280790"/>
                  </a:lnTo>
                  <a:lnTo>
                    <a:pt x="293300" y="276854"/>
                  </a:lnTo>
                  <a:lnTo>
                    <a:pt x="296707" y="272809"/>
                  </a:lnTo>
                  <a:lnTo>
                    <a:pt x="299985" y="268657"/>
                  </a:lnTo>
                  <a:lnTo>
                    <a:pt x="303130" y="264404"/>
                  </a:lnTo>
                  <a:lnTo>
                    <a:pt x="306138" y="260053"/>
                  </a:lnTo>
                  <a:lnTo>
                    <a:pt x="309008" y="255609"/>
                  </a:lnTo>
                  <a:lnTo>
                    <a:pt x="311735" y="251077"/>
                  </a:lnTo>
                  <a:lnTo>
                    <a:pt x="314318" y="246461"/>
                  </a:lnTo>
                  <a:lnTo>
                    <a:pt x="316753" y="241765"/>
                  </a:lnTo>
                  <a:lnTo>
                    <a:pt x="319039" y="236995"/>
                  </a:lnTo>
                  <a:lnTo>
                    <a:pt x="321172" y="232155"/>
                  </a:lnTo>
                  <a:lnTo>
                    <a:pt x="323151" y="227250"/>
                  </a:lnTo>
                  <a:lnTo>
                    <a:pt x="324974" y="222284"/>
                  </a:lnTo>
                  <a:lnTo>
                    <a:pt x="326639" y="217263"/>
                  </a:lnTo>
                  <a:lnTo>
                    <a:pt x="328145" y="212193"/>
                  </a:lnTo>
                  <a:lnTo>
                    <a:pt x="329489" y="207077"/>
                  </a:lnTo>
                  <a:lnTo>
                    <a:pt x="330671" y="201921"/>
                  </a:lnTo>
                  <a:lnTo>
                    <a:pt x="331689" y="196730"/>
                  </a:lnTo>
                  <a:lnTo>
                    <a:pt x="332542" y="191510"/>
                  </a:lnTo>
                  <a:lnTo>
                    <a:pt x="333229" y="186265"/>
                  </a:lnTo>
                  <a:lnTo>
                    <a:pt x="333751" y="181001"/>
                  </a:lnTo>
                  <a:lnTo>
                    <a:pt x="334105" y="175724"/>
                  </a:lnTo>
                  <a:lnTo>
                    <a:pt x="334293" y="170437"/>
                  </a:lnTo>
                  <a:lnTo>
                    <a:pt x="334313" y="165148"/>
                  </a:lnTo>
                  <a:lnTo>
                    <a:pt x="334165" y="159860"/>
                  </a:lnTo>
                  <a:lnTo>
                    <a:pt x="333851" y="154580"/>
                  </a:lnTo>
                  <a:lnTo>
                    <a:pt x="333369" y="149312"/>
                  </a:lnTo>
                  <a:lnTo>
                    <a:pt x="332721" y="144063"/>
                  </a:lnTo>
                  <a:lnTo>
                    <a:pt x="331908" y="138836"/>
                  </a:lnTo>
                  <a:lnTo>
                    <a:pt x="330929" y="133638"/>
                  </a:lnTo>
                  <a:lnTo>
                    <a:pt x="329787" y="128473"/>
                  </a:lnTo>
                  <a:lnTo>
                    <a:pt x="328481" y="123347"/>
                  </a:lnTo>
                  <a:lnTo>
                    <a:pt x="327014" y="118265"/>
                  </a:lnTo>
                  <a:lnTo>
                    <a:pt x="325387" y="113232"/>
                  </a:lnTo>
                  <a:lnTo>
                    <a:pt x="323602" y="108253"/>
                  </a:lnTo>
                  <a:lnTo>
                    <a:pt x="321660" y="103333"/>
                  </a:lnTo>
                  <a:lnTo>
                    <a:pt x="319563" y="98476"/>
                  </a:lnTo>
                  <a:lnTo>
                    <a:pt x="317314" y="93689"/>
                  </a:lnTo>
                  <a:lnTo>
                    <a:pt x="314914" y="88975"/>
                  </a:lnTo>
                  <a:lnTo>
                    <a:pt x="312367" y="84339"/>
                  </a:lnTo>
                  <a:lnTo>
                    <a:pt x="309674" y="79786"/>
                  </a:lnTo>
                  <a:lnTo>
                    <a:pt x="306838" y="75321"/>
                  </a:lnTo>
                  <a:lnTo>
                    <a:pt x="303863" y="70948"/>
                  </a:lnTo>
                  <a:lnTo>
                    <a:pt x="300750" y="66671"/>
                  </a:lnTo>
                  <a:lnTo>
                    <a:pt x="297504" y="62495"/>
                  </a:lnTo>
                  <a:lnTo>
                    <a:pt x="294127" y="58423"/>
                  </a:lnTo>
                  <a:lnTo>
                    <a:pt x="290623" y="54460"/>
                  </a:lnTo>
                  <a:lnTo>
                    <a:pt x="286996" y="50611"/>
                  </a:lnTo>
                  <a:lnTo>
                    <a:pt x="283249" y="46877"/>
                  </a:lnTo>
                  <a:lnTo>
                    <a:pt x="279385" y="43265"/>
                  </a:lnTo>
                  <a:lnTo>
                    <a:pt x="275409" y="39776"/>
                  </a:lnTo>
                  <a:lnTo>
                    <a:pt x="271325" y="36415"/>
                  </a:lnTo>
                  <a:lnTo>
                    <a:pt x="267136" y="33185"/>
                  </a:lnTo>
                  <a:lnTo>
                    <a:pt x="262847" y="30089"/>
                  </a:lnTo>
                  <a:lnTo>
                    <a:pt x="258462" y="27130"/>
                  </a:lnTo>
                  <a:lnTo>
                    <a:pt x="253986" y="24311"/>
                  </a:lnTo>
                  <a:lnTo>
                    <a:pt x="249423" y="21635"/>
                  </a:lnTo>
                  <a:lnTo>
                    <a:pt x="244778" y="19105"/>
                  </a:lnTo>
                  <a:lnTo>
                    <a:pt x="240055" y="16724"/>
                  </a:lnTo>
                  <a:lnTo>
                    <a:pt x="235259" y="14493"/>
                  </a:lnTo>
                  <a:lnTo>
                    <a:pt x="230395" y="12415"/>
                  </a:lnTo>
                  <a:lnTo>
                    <a:pt x="225467" y="10491"/>
                  </a:lnTo>
                  <a:lnTo>
                    <a:pt x="220481" y="8725"/>
                  </a:lnTo>
                  <a:lnTo>
                    <a:pt x="215442" y="7117"/>
                  </a:lnTo>
                  <a:lnTo>
                    <a:pt x="210354" y="5670"/>
                  </a:lnTo>
                  <a:lnTo>
                    <a:pt x="205224" y="4384"/>
                  </a:lnTo>
                  <a:lnTo>
                    <a:pt x="200055" y="3261"/>
                  </a:lnTo>
                  <a:lnTo>
                    <a:pt x="194853" y="2302"/>
                  </a:lnTo>
                  <a:lnTo>
                    <a:pt x="189623" y="1508"/>
                  </a:lnTo>
                  <a:lnTo>
                    <a:pt x="184371" y="881"/>
                  </a:lnTo>
                  <a:lnTo>
                    <a:pt x="167157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17213" cy="167167"/>
            </a:xfrm>
            <a:custGeom>
              <a:avLst/>
              <a:pathLst>
                <a:path w="17213" h="167167">
                  <a:moveTo>
                    <a:pt x="17213" y="888"/>
                  </a:moveTo>
                  <a:lnTo>
                    <a:pt x="8618" y="2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829" y="2633064"/>
              <a:ext cx="32181" cy="167167"/>
            </a:xfrm>
            <a:custGeom>
              <a:avLst/>
              <a:pathLst>
                <a:path w="32181" h="167167">
                  <a:moveTo>
                    <a:pt x="32181" y="0"/>
                  </a:moveTo>
                  <a:lnTo>
                    <a:pt x="25706" y="125"/>
                  </a:lnTo>
                  <a:lnTo>
                    <a:pt x="19241" y="501"/>
                  </a:lnTo>
                  <a:lnTo>
                    <a:pt x="12795" y="1127"/>
                  </a:lnTo>
                  <a:lnTo>
                    <a:pt x="6378" y="2003"/>
                  </a:lnTo>
                  <a:lnTo>
                    <a:pt x="0" y="3126"/>
                  </a:lnTo>
                  <a:lnTo>
                    <a:pt x="321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6829" y="2636191"/>
              <a:ext cx="32181" cy="164040"/>
            </a:xfrm>
            <a:custGeom>
              <a:avLst/>
              <a:pathLst>
                <a:path w="32181" h="164040">
                  <a:moveTo>
                    <a:pt x="0" y="0"/>
                  </a:moveTo>
                  <a:lnTo>
                    <a:pt x="32181" y="164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62" y="2636191"/>
              <a:ext cx="334313" cy="331205"/>
            </a:xfrm>
            <a:custGeom>
              <a:avLst/>
              <a:pathLst>
                <a:path w="334313" h="331205">
                  <a:moveTo>
                    <a:pt x="134966" y="0"/>
                  </a:moveTo>
                  <a:lnTo>
                    <a:pt x="129793" y="1100"/>
                  </a:lnTo>
                  <a:lnTo>
                    <a:pt x="124658" y="2363"/>
                  </a:lnTo>
                  <a:lnTo>
                    <a:pt x="119565" y="3788"/>
                  </a:lnTo>
                  <a:lnTo>
                    <a:pt x="114519" y="5373"/>
                  </a:lnTo>
                  <a:lnTo>
                    <a:pt x="109526" y="7118"/>
                  </a:lnTo>
                  <a:lnTo>
                    <a:pt x="104591" y="9019"/>
                  </a:lnTo>
                  <a:lnTo>
                    <a:pt x="99718" y="11075"/>
                  </a:lnTo>
                  <a:lnTo>
                    <a:pt x="94913" y="13285"/>
                  </a:lnTo>
                  <a:lnTo>
                    <a:pt x="90181" y="15645"/>
                  </a:lnTo>
                  <a:lnTo>
                    <a:pt x="85525" y="18154"/>
                  </a:lnTo>
                  <a:lnTo>
                    <a:pt x="80951" y="20809"/>
                  </a:lnTo>
                  <a:lnTo>
                    <a:pt x="76463" y="23608"/>
                  </a:lnTo>
                  <a:lnTo>
                    <a:pt x="72066" y="26547"/>
                  </a:lnTo>
                  <a:lnTo>
                    <a:pt x="67764" y="29623"/>
                  </a:lnTo>
                  <a:lnTo>
                    <a:pt x="63562" y="32835"/>
                  </a:lnTo>
                  <a:lnTo>
                    <a:pt x="59463" y="36177"/>
                  </a:lnTo>
                  <a:lnTo>
                    <a:pt x="55472" y="39647"/>
                  </a:lnTo>
                  <a:lnTo>
                    <a:pt x="51593" y="43242"/>
                  </a:lnTo>
                  <a:lnTo>
                    <a:pt x="47830" y="46958"/>
                  </a:lnTo>
                  <a:lnTo>
                    <a:pt x="44186" y="50791"/>
                  </a:lnTo>
                  <a:lnTo>
                    <a:pt x="40665" y="54738"/>
                  </a:lnTo>
                  <a:lnTo>
                    <a:pt x="37271" y="58793"/>
                  </a:lnTo>
                  <a:lnTo>
                    <a:pt x="34006" y="62955"/>
                  </a:lnTo>
                  <a:lnTo>
                    <a:pt x="30875" y="67217"/>
                  </a:lnTo>
                  <a:lnTo>
                    <a:pt x="27881" y="71576"/>
                  </a:lnTo>
                  <a:lnTo>
                    <a:pt x="25025" y="76028"/>
                  </a:lnTo>
                  <a:lnTo>
                    <a:pt x="22312" y="80568"/>
                  </a:lnTo>
                  <a:lnTo>
                    <a:pt x="19744" y="85191"/>
                  </a:lnTo>
                  <a:lnTo>
                    <a:pt x="17324" y="89894"/>
                  </a:lnTo>
                  <a:lnTo>
                    <a:pt x="15053" y="94670"/>
                  </a:lnTo>
                  <a:lnTo>
                    <a:pt x="12935" y="99516"/>
                  </a:lnTo>
                  <a:lnTo>
                    <a:pt x="10971" y="104427"/>
                  </a:lnTo>
                  <a:lnTo>
                    <a:pt x="9164" y="109397"/>
                  </a:lnTo>
                  <a:lnTo>
                    <a:pt x="7514" y="114422"/>
                  </a:lnTo>
                  <a:lnTo>
                    <a:pt x="6024" y="119497"/>
                  </a:lnTo>
                  <a:lnTo>
                    <a:pt x="4696" y="124616"/>
                  </a:lnTo>
                  <a:lnTo>
                    <a:pt x="3530" y="129774"/>
                  </a:lnTo>
                  <a:lnTo>
                    <a:pt x="2528" y="134967"/>
                  </a:lnTo>
                  <a:lnTo>
                    <a:pt x="1691" y="140189"/>
                  </a:lnTo>
                  <a:lnTo>
                    <a:pt x="1019" y="145435"/>
                  </a:lnTo>
                  <a:lnTo>
                    <a:pt x="514" y="150700"/>
                  </a:lnTo>
                  <a:lnTo>
                    <a:pt x="175" y="155978"/>
                  </a:lnTo>
                  <a:lnTo>
                    <a:pt x="4" y="161264"/>
                  </a:lnTo>
                  <a:lnTo>
                    <a:pt x="0" y="166553"/>
                  </a:lnTo>
                  <a:lnTo>
                    <a:pt x="163" y="171839"/>
                  </a:lnTo>
                  <a:lnTo>
                    <a:pt x="493" y="177117"/>
                  </a:lnTo>
                  <a:lnTo>
                    <a:pt x="990" y="182383"/>
                  </a:lnTo>
                  <a:lnTo>
                    <a:pt x="1653" y="187630"/>
                  </a:lnTo>
                  <a:lnTo>
                    <a:pt x="2482" y="192853"/>
                  </a:lnTo>
                  <a:lnTo>
                    <a:pt x="3476" y="198047"/>
                  </a:lnTo>
                  <a:lnTo>
                    <a:pt x="4634" y="203208"/>
                  </a:lnTo>
                  <a:lnTo>
                    <a:pt x="5954" y="208329"/>
                  </a:lnTo>
                  <a:lnTo>
                    <a:pt x="7436" y="213406"/>
                  </a:lnTo>
                  <a:lnTo>
                    <a:pt x="9078" y="218434"/>
                  </a:lnTo>
                  <a:lnTo>
                    <a:pt x="10877" y="223407"/>
                  </a:lnTo>
                  <a:lnTo>
                    <a:pt x="12834" y="228320"/>
                  </a:lnTo>
                  <a:lnTo>
                    <a:pt x="14944" y="233170"/>
                  </a:lnTo>
                  <a:lnTo>
                    <a:pt x="17207" y="237950"/>
                  </a:lnTo>
                  <a:lnTo>
                    <a:pt x="19620" y="242656"/>
                  </a:lnTo>
                  <a:lnTo>
                    <a:pt x="22181" y="247284"/>
                  </a:lnTo>
                  <a:lnTo>
                    <a:pt x="24887" y="251828"/>
                  </a:lnTo>
                  <a:lnTo>
                    <a:pt x="27735" y="256284"/>
                  </a:lnTo>
                  <a:lnTo>
                    <a:pt x="30723" y="260648"/>
                  </a:lnTo>
                  <a:lnTo>
                    <a:pt x="33847" y="264915"/>
                  </a:lnTo>
                  <a:lnTo>
                    <a:pt x="37105" y="269082"/>
                  </a:lnTo>
                  <a:lnTo>
                    <a:pt x="40493" y="273143"/>
                  </a:lnTo>
                  <a:lnTo>
                    <a:pt x="44007" y="277095"/>
                  </a:lnTo>
                  <a:lnTo>
                    <a:pt x="47645" y="280933"/>
                  </a:lnTo>
                  <a:lnTo>
                    <a:pt x="51403" y="284655"/>
                  </a:lnTo>
                  <a:lnTo>
                    <a:pt x="55276" y="288256"/>
                  </a:lnTo>
                  <a:lnTo>
                    <a:pt x="59262" y="291733"/>
                  </a:lnTo>
                  <a:lnTo>
                    <a:pt x="63355" y="295082"/>
                  </a:lnTo>
                  <a:lnTo>
                    <a:pt x="67552" y="298300"/>
                  </a:lnTo>
                  <a:lnTo>
                    <a:pt x="71849" y="301383"/>
                  </a:lnTo>
                  <a:lnTo>
                    <a:pt x="76242" y="304329"/>
                  </a:lnTo>
                  <a:lnTo>
                    <a:pt x="80725" y="307134"/>
                  </a:lnTo>
                  <a:lnTo>
                    <a:pt x="85295" y="309797"/>
                  </a:lnTo>
                  <a:lnTo>
                    <a:pt x="89947" y="312313"/>
                  </a:lnTo>
                  <a:lnTo>
                    <a:pt x="94676" y="314681"/>
                  </a:lnTo>
                  <a:lnTo>
                    <a:pt x="99477" y="316898"/>
                  </a:lnTo>
                  <a:lnTo>
                    <a:pt x="104346" y="318962"/>
                  </a:lnTo>
                  <a:lnTo>
                    <a:pt x="109279" y="320871"/>
                  </a:lnTo>
                  <a:lnTo>
                    <a:pt x="114269" y="322624"/>
                  </a:lnTo>
                  <a:lnTo>
                    <a:pt x="119312" y="324217"/>
                  </a:lnTo>
                  <a:lnTo>
                    <a:pt x="124403" y="325650"/>
                  </a:lnTo>
                  <a:lnTo>
                    <a:pt x="129536" y="326921"/>
                  </a:lnTo>
                  <a:lnTo>
                    <a:pt x="134708" y="328030"/>
                  </a:lnTo>
                  <a:lnTo>
                    <a:pt x="139911" y="328974"/>
                  </a:lnTo>
                  <a:lnTo>
                    <a:pt x="145142" y="329753"/>
                  </a:lnTo>
                  <a:lnTo>
                    <a:pt x="150396" y="330366"/>
                  </a:lnTo>
                  <a:lnTo>
                    <a:pt x="155665" y="330813"/>
                  </a:lnTo>
                  <a:lnTo>
                    <a:pt x="160947" y="331092"/>
                  </a:lnTo>
                  <a:lnTo>
                    <a:pt x="166234" y="331205"/>
                  </a:lnTo>
                  <a:lnTo>
                    <a:pt x="171523" y="331150"/>
                  </a:lnTo>
                  <a:lnTo>
                    <a:pt x="176807" y="330928"/>
                  </a:lnTo>
                  <a:lnTo>
                    <a:pt x="182081" y="330539"/>
                  </a:lnTo>
                  <a:lnTo>
                    <a:pt x="187341" y="329983"/>
                  </a:lnTo>
                  <a:lnTo>
                    <a:pt x="192580" y="329262"/>
                  </a:lnTo>
                  <a:lnTo>
                    <a:pt x="197794" y="328374"/>
                  </a:lnTo>
                  <a:lnTo>
                    <a:pt x="202977" y="327323"/>
                  </a:lnTo>
                  <a:lnTo>
                    <a:pt x="208124" y="326108"/>
                  </a:lnTo>
                  <a:lnTo>
                    <a:pt x="213231" y="324730"/>
                  </a:lnTo>
                  <a:lnTo>
                    <a:pt x="218291" y="323192"/>
                  </a:lnTo>
                  <a:lnTo>
                    <a:pt x="223300" y="321495"/>
                  </a:lnTo>
                  <a:lnTo>
                    <a:pt x="228252" y="319640"/>
                  </a:lnTo>
                  <a:lnTo>
                    <a:pt x="233144" y="317629"/>
                  </a:lnTo>
                  <a:lnTo>
                    <a:pt x="237969" y="315464"/>
                  </a:lnTo>
                  <a:lnTo>
                    <a:pt x="242724" y="313148"/>
                  </a:lnTo>
                  <a:lnTo>
                    <a:pt x="247403" y="310683"/>
                  </a:lnTo>
                  <a:lnTo>
                    <a:pt x="252002" y="308071"/>
                  </a:lnTo>
                  <a:lnTo>
                    <a:pt x="256515" y="305314"/>
                  </a:lnTo>
                  <a:lnTo>
                    <a:pt x="260940" y="302417"/>
                  </a:lnTo>
                  <a:lnTo>
                    <a:pt x="265270" y="299380"/>
                  </a:lnTo>
                  <a:lnTo>
                    <a:pt x="269502" y="296209"/>
                  </a:lnTo>
                  <a:lnTo>
                    <a:pt x="273632" y="292905"/>
                  </a:lnTo>
                  <a:lnTo>
                    <a:pt x="277655" y="289472"/>
                  </a:lnTo>
                  <a:lnTo>
                    <a:pt x="281568" y="285913"/>
                  </a:lnTo>
                  <a:lnTo>
                    <a:pt x="285366" y="282233"/>
                  </a:lnTo>
                  <a:lnTo>
                    <a:pt x="289045" y="278434"/>
                  </a:lnTo>
                  <a:lnTo>
                    <a:pt x="292603" y="274521"/>
                  </a:lnTo>
                  <a:lnTo>
                    <a:pt x="296035" y="270497"/>
                  </a:lnTo>
                  <a:lnTo>
                    <a:pt x="299338" y="266366"/>
                  </a:lnTo>
                  <a:lnTo>
                    <a:pt x="302509" y="262134"/>
                  </a:lnTo>
                  <a:lnTo>
                    <a:pt x="305544" y="257803"/>
                  </a:lnTo>
                  <a:lnTo>
                    <a:pt x="308441" y="253378"/>
                  </a:lnTo>
                  <a:lnTo>
                    <a:pt x="311196" y="248863"/>
                  </a:lnTo>
                  <a:lnTo>
                    <a:pt x="313808" y="244264"/>
                  </a:lnTo>
                  <a:lnTo>
                    <a:pt x="316272" y="239585"/>
                  </a:lnTo>
                  <a:lnTo>
                    <a:pt x="318587" y="234830"/>
                  </a:lnTo>
                  <a:lnTo>
                    <a:pt x="320751" y="230004"/>
                  </a:lnTo>
                  <a:lnTo>
                    <a:pt x="322760" y="225112"/>
                  </a:lnTo>
                  <a:lnTo>
                    <a:pt x="324614" y="220158"/>
                  </a:lnTo>
                  <a:lnTo>
                    <a:pt x="326311" y="215149"/>
                  </a:lnTo>
                  <a:lnTo>
                    <a:pt x="327848" y="210089"/>
                  </a:lnTo>
                  <a:lnTo>
                    <a:pt x="329224" y="204982"/>
                  </a:lnTo>
                  <a:lnTo>
                    <a:pt x="330438" y="199835"/>
                  </a:lnTo>
                  <a:lnTo>
                    <a:pt x="331489" y="194651"/>
                  </a:lnTo>
                  <a:lnTo>
                    <a:pt x="332375" y="189437"/>
                  </a:lnTo>
                  <a:lnTo>
                    <a:pt x="333096" y="184198"/>
                  </a:lnTo>
                  <a:lnTo>
                    <a:pt x="333650" y="178938"/>
                  </a:lnTo>
                  <a:lnTo>
                    <a:pt x="334038" y="173664"/>
                  </a:lnTo>
                  <a:lnTo>
                    <a:pt x="334259" y="168380"/>
                  </a:lnTo>
                  <a:lnTo>
                    <a:pt x="334313" y="163091"/>
                  </a:lnTo>
                  <a:lnTo>
                    <a:pt x="334199" y="157804"/>
                  </a:lnTo>
                  <a:lnTo>
                    <a:pt x="333918" y="152522"/>
                  </a:lnTo>
                  <a:lnTo>
                    <a:pt x="333470" y="147253"/>
                  </a:lnTo>
                  <a:lnTo>
                    <a:pt x="332856" y="142000"/>
                  </a:lnTo>
                  <a:lnTo>
                    <a:pt x="332076" y="136769"/>
                  </a:lnTo>
                  <a:lnTo>
                    <a:pt x="331131" y="131565"/>
                  </a:lnTo>
                  <a:lnTo>
                    <a:pt x="330021" y="126394"/>
                  </a:lnTo>
                  <a:lnTo>
                    <a:pt x="328749" y="121261"/>
                  </a:lnTo>
                  <a:lnTo>
                    <a:pt x="327315" y="116170"/>
                  </a:lnTo>
                  <a:lnTo>
                    <a:pt x="325720" y="111127"/>
                  </a:lnTo>
                  <a:lnTo>
                    <a:pt x="323967" y="106138"/>
                  </a:lnTo>
                  <a:lnTo>
                    <a:pt x="322057" y="101206"/>
                  </a:lnTo>
                  <a:lnTo>
                    <a:pt x="319992" y="96337"/>
                  </a:lnTo>
                  <a:lnTo>
                    <a:pt x="317774" y="91536"/>
                  </a:lnTo>
                  <a:lnTo>
                    <a:pt x="315405" y="86807"/>
                  </a:lnTo>
                  <a:lnTo>
                    <a:pt x="312887" y="82156"/>
                  </a:lnTo>
                  <a:lnTo>
                    <a:pt x="310224" y="77587"/>
                  </a:lnTo>
                  <a:lnTo>
                    <a:pt x="307418" y="73104"/>
                  </a:lnTo>
                  <a:lnTo>
                    <a:pt x="304471" y="68712"/>
                  </a:lnTo>
                  <a:lnTo>
                    <a:pt x="301387" y="64416"/>
                  </a:lnTo>
                  <a:lnTo>
                    <a:pt x="298168" y="60220"/>
                  </a:lnTo>
                  <a:lnTo>
                    <a:pt x="294818" y="56127"/>
                  </a:lnTo>
                  <a:lnTo>
                    <a:pt x="291341" y="52142"/>
                  </a:lnTo>
                  <a:lnTo>
                    <a:pt x="287739" y="48270"/>
                  </a:lnTo>
                  <a:lnTo>
                    <a:pt x="284016" y="44513"/>
                  </a:lnTo>
                  <a:lnTo>
                    <a:pt x="280177" y="40876"/>
                  </a:lnTo>
                  <a:lnTo>
                    <a:pt x="276224" y="37362"/>
                  </a:lnTo>
                  <a:lnTo>
                    <a:pt x="272162" y="33975"/>
                  </a:lnTo>
                  <a:lnTo>
                    <a:pt x="267995" y="30718"/>
                  </a:lnTo>
                  <a:lnTo>
                    <a:pt x="263727" y="27594"/>
                  </a:lnTo>
                  <a:lnTo>
                    <a:pt x="259363" y="24608"/>
                  </a:lnTo>
                  <a:lnTo>
                    <a:pt x="254906" y="21760"/>
                  </a:lnTo>
                  <a:lnTo>
                    <a:pt x="250361" y="19055"/>
                  </a:lnTo>
                  <a:lnTo>
                    <a:pt x="245733" y="16496"/>
                  </a:lnTo>
                  <a:lnTo>
                    <a:pt x="241026" y="14084"/>
                  </a:lnTo>
                  <a:lnTo>
                    <a:pt x="236246" y="11822"/>
                  </a:lnTo>
                  <a:lnTo>
                    <a:pt x="167148" y="164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69097" cy="167167"/>
            </a:xfrm>
            <a:custGeom>
              <a:avLst/>
              <a:pathLst>
                <a:path w="69097" h="167167">
                  <a:moveTo>
                    <a:pt x="69097" y="14949"/>
                  </a:moveTo>
                  <a:lnTo>
                    <a:pt x="63650" y="12591"/>
                  </a:lnTo>
                  <a:lnTo>
                    <a:pt x="58122" y="10429"/>
                  </a:lnTo>
                  <a:lnTo>
                    <a:pt x="52520" y="8464"/>
                  </a:lnTo>
                  <a:lnTo>
                    <a:pt x="46853" y="6700"/>
                  </a:lnTo>
                  <a:lnTo>
                    <a:pt x="41126" y="5137"/>
                  </a:lnTo>
                  <a:lnTo>
                    <a:pt x="35348" y="3779"/>
                  </a:lnTo>
                  <a:lnTo>
                    <a:pt x="29525" y="2628"/>
                  </a:lnTo>
                  <a:lnTo>
                    <a:pt x="23664" y="1683"/>
                  </a:lnTo>
                  <a:lnTo>
                    <a:pt x="17774" y="947"/>
                  </a:lnTo>
                  <a:lnTo>
                    <a:pt x="11862" y="421"/>
                  </a:lnTo>
                  <a:lnTo>
                    <a:pt x="593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802" y="2126963"/>
              <a:ext cx="6670" cy="167167"/>
            </a:xfrm>
            <a:custGeom>
              <a:avLst/>
              <a:pathLst>
                <a:path w="6670" h="167167">
                  <a:moveTo>
                    <a:pt x="6670" y="0"/>
                  </a:moveTo>
                  <a:lnTo>
                    <a:pt x="0" y="133"/>
                  </a:lnTo>
                  <a:lnTo>
                    <a:pt x="667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802" y="2127096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8" y="2127096"/>
              <a:ext cx="334329" cy="334193"/>
            </a:xfrm>
            <a:custGeom>
              <a:avLst/>
              <a:pathLst>
                <a:path w="334329" h="334193">
                  <a:moveTo>
                    <a:pt x="160493" y="0"/>
                  </a:moveTo>
                  <a:lnTo>
                    <a:pt x="155194" y="295"/>
                  </a:lnTo>
                  <a:lnTo>
                    <a:pt x="149906" y="760"/>
                  </a:lnTo>
                  <a:lnTo>
                    <a:pt x="144636" y="1391"/>
                  </a:lnTo>
                  <a:lnTo>
                    <a:pt x="139389" y="2190"/>
                  </a:lnTo>
                  <a:lnTo>
                    <a:pt x="134169" y="3155"/>
                  </a:lnTo>
                  <a:lnTo>
                    <a:pt x="128983" y="4285"/>
                  </a:lnTo>
                  <a:lnTo>
                    <a:pt x="123836" y="5579"/>
                  </a:lnTo>
                  <a:lnTo>
                    <a:pt x="118732" y="7036"/>
                  </a:lnTo>
                  <a:lnTo>
                    <a:pt x="113677" y="8654"/>
                  </a:lnTo>
                  <a:lnTo>
                    <a:pt x="108676" y="10432"/>
                  </a:lnTo>
                  <a:lnTo>
                    <a:pt x="103733" y="12368"/>
                  </a:lnTo>
                  <a:lnTo>
                    <a:pt x="98855" y="14459"/>
                  </a:lnTo>
                  <a:lnTo>
                    <a:pt x="94046" y="16705"/>
                  </a:lnTo>
                  <a:lnTo>
                    <a:pt x="89310" y="19102"/>
                  </a:lnTo>
                  <a:lnTo>
                    <a:pt x="84653" y="21648"/>
                  </a:lnTo>
                  <a:lnTo>
                    <a:pt x="80079" y="24341"/>
                  </a:lnTo>
                  <a:lnTo>
                    <a:pt x="75593" y="27177"/>
                  </a:lnTo>
                  <a:lnTo>
                    <a:pt x="71199" y="30155"/>
                  </a:lnTo>
                  <a:lnTo>
                    <a:pt x="66902" y="33271"/>
                  </a:lnTo>
                  <a:lnTo>
                    <a:pt x="62705" y="36521"/>
                  </a:lnTo>
                  <a:lnTo>
                    <a:pt x="58615" y="39903"/>
                  </a:lnTo>
                  <a:lnTo>
                    <a:pt x="54633" y="43413"/>
                  </a:lnTo>
                  <a:lnTo>
                    <a:pt x="50765" y="47048"/>
                  </a:lnTo>
                  <a:lnTo>
                    <a:pt x="47015" y="50804"/>
                  </a:lnTo>
                  <a:lnTo>
                    <a:pt x="43386" y="54677"/>
                  </a:lnTo>
                  <a:lnTo>
                    <a:pt x="39881" y="58663"/>
                  </a:lnTo>
                  <a:lnTo>
                    <a:pt x="36505" y="62759"/>
                  </a:lnTo>
                  <a:lnTo>
                    <a:pt x="33260" y="66959"/>
                  </a:lnTo>
                  <a:lnTo>
                    <a:pt x="30150" y="71261"/>
                  </a:lnTo>
                  <a:lnTo>
                    <a:pt x="27179" y="75659"/>
                  </a:lnTo>
                  <a:lnTo>
                    <a:pt x="24349" y="80149"/>
                  </a:lnTo>
                  <a:lnTo>
                    <a:pt x="21662" y="84727"/>
                  </a:lnTo>
                  <a:lnTo>
                    <a:pt x="19123" y="89388"/>
                  </a:lnTo>
                  <a:lnTo>
                    <a:pt x="16732" y="94127"/>
                  </a:lnTo>
                  <a:lnTo>
                    <a:pt x="14493" y="98939"/>
                  </a:lnTo>
                  <a:lnTo>
                    <a:pt x="12408" y="103820"/>
                  </a:lnTo>
                  <a:lnTo>
                    <a:pt x="10480" y="108765"/>
                  </a:lnTo>
                  <a:lnTo>
                    <a:pt x="8709" y="113769"/>
                  </a:lnTo>
                  <a:lnTo>
                    <a:pt x="7098" y="118826"/>
                  </a:lnTo>
                  <a:lnTo>
                    <a:pt x="5648" y="123932"/>
                  </a:lnTo>
                  <a:lnTo>
                    <a:pt x="4361" y="129082"/>
                  </a:lnTo>
                  <a:lnTo>
                    <a:pt x="3238" y="134269"/>
                  </a:lnTo>
                  <a:lnTo>
                    <a:pt x="2280" y="139490"/>
                  </a:lnTo>
                  <a:lnTo>
                    <a:pt x="1489" y="144738"/>
                  </a:lnTo>
                  <a:lnTo>
                    <a:pt x="865" y="150009"/>
                  </a:lnTo>
                  <a:lnTo>
                    <a:pt x="408" y="155297"/>
                  </a:lnTo>
                  <a:lnTo>
                    <a:pt x="120" y="160597"/>
                  </a:lnTo>
                  <a:lnTo>
                    <a:pt x="0" y="165904"/>
                  </a:lnTo>
                  <a:lnTo>
                    <a:pt x="48" y="171211"/>
                  </a:lnTo>
                  <a:lnTo>
                    <a:pt x="265" y="176515"/>
                  </a:lnTo>
                  <a:lnTo>
                    <a:pt x="650" y="181808"/>
                  </a:lnTo>
                  <a:lnTo>
                    <a:pt x="1203" y="187087"/>
                  </a:lnTo>
                  <a:lnTo>
                    <a:pt x="1923" y="192346"/>
                  </a:lnTo>
                  <a:lnTo>
                    <a:pt x="2810" y="197579"/>
                  </a:lnTo>
                  <a:lnTo>
                    <a:pt x="3863" y="202782"/>
                  </a:lnTo>
                  <a:lnTo>
                    <a:pt x="5080" y="207948"/>
                  </a:lnTo>
                  <a:lnTo>
                    <a:pt x="6460" y="213073"/>
                  </a:lnTo>
                  <a:lnTo>
                    <a:pt x="8003" y="218152"/>
                  </a:lnTo>
                  <a:lnTo>
                    <a:pt x="9706" y="223179"/>
                  </a:lnTo>
                  <a:lnTo>
                    <a:pt x="11568" y="228149"/>
                  </a:lnTo>
                  <a:lnTo>
                    <a:pt x="13587" y="233058"/>
                  </a:lnTo>
                  <a:lnTo>
                    <a:pt x="15760" y="237901"/>
                  </a:lnTo>
                  <a:lnTo>
                    <a:pt x="18086" y="242671"/>
                  </a:lnTo>
                  <a:lnTo>
                    <a:pt x="20563" y="247366"/>
                  </a:lnTo>
                  <a:lnTo>
                    <a:pt x="23187" y="251980"/>
                  </a:lnTo>
                  <a:lnTo>
                    <a:pt x="25956" y="256508"/>
                  </a:lnTo>
                  <a:lnTo>
                    <a:pt x="28868" y="260946"/>
                  </a:lnTo>
                  <a:lnTo>
                    <a:pt x="31919" y="265289"/>
                  </a:lnTo>
                  <a:lnTo>
                    <a:pt x="35107" y="269533"/>
                  </a:lnTo>
                  <a:lnTo>
                    <a:pt x="38427" y="273674"/>
                  </a:lnTo>
                  <a:lnTo>
                    <a:pt x="41878" y="277707"/>
                  </a:lnTo>
                  <a:lnTo>
                    <a:pt x="45454" y="281629"/>
                  </a:lnTo>
                  <a:lnTo>
                    <a:pt x="49154" y="285435"/>
                  </a:lnTo>
                  <a:lnTo>
                    <a:pt x="52972" y="289122"/>
                  </a:lnTo>
                  <a:lnTo>
                    <a:pt x="56906" y="292685"/>
                  </a:lnTo>
                  <a:lnTo>
                    <a:pt x="60950" y="296122"/>
                  </a:lnTo>
                  <a:lnTo>
                    <a:pt x="65102" y="299429"/>
                  </a:lnTo>
                  <a:lnTo>
                    <a:pt x="69357" y="302603"/>
                  </a:lnTo>
                  <a:lnTo>
                    <a:pt x="73710" y="305639"/>
                  </a:lnTo>
                  <a:lnTo>
                    <a:pt x="78158" y="308536"/>
                  </a:lnTo>
                  <a:lnTo>
                    <a:pt x="82695" y="311291"/>
                  </a:lnTo>
                  <a:lnTo>
                    <a:pt x="87317" y="313900"/>
                  </a:lnTo>
                  <a:lnTo>
                    <a:pt x="92020" y="316360"/>
                  </a:lnTo>
                  <a:lnTo>
                    <a:pt x="96798" y="318671"/>
                  </a:lnTo>
                  <a:lnTo>
                    <a:pt x="101648" y="320828"/>
                  </a:lnTo>
                  <a:lnTo>
                    <a:pt x="106564" y="322831"/>
                  </a:lnTo>
                  <a:lnTo>
                    <a:pt x="111540" y="324676"/>
                  </a:lnTo>
                  <a:lnTo>
                    <a:pt x="116573" y="326362"/>
                  </a:lnTo>
                  <a:lnTo>
                    <a:pt x="121657" y="327888"/>
                  </a:lnTo>
                  <a:lnTo>
                    <a:pt x="126786" y="329252"/>
                  </a:lnTo>
                  <a:lnTo>
                    <a:pt x="131957" y="330452"/>
                  </a:lnTo>
                  <a:lnTo>
                    <a:pt x="137163" y="331487"/>
                  </a:lnTo>
                  <a:lnTo>
                    <a:pt x="142399" y="332357"/>
                  </a:lnTo>
                  <a:lnTo>
                    <a:pt x="147660" y="333060"/>
                  </a:lnTo>
                  <a:lnTo>
                    <a:pt x="152940" y="333595"/>
                  </a:lnTo>
                  <a:lnTo>
                    <a:pt x="158235" y="333963"/>
                  </a:lnTo>
                  <a:lnTo>
                    <a:pt x="163539" y="334162"/>
                  </a:lnTo>
                  <a:lnTo>
                    <a:pt x="168847" y="334193"/>
                  </a:lnTo>
                  <a:lnTo>
                    <a:pt x="174153" y="334055"/>
                  </a:lnTo>
                  <a:lnTo>
                    <a:pt x="179452" y="333749"/>
                  </a:lnTo>
                  <a:lnTo>
                    <a:pt x="184739" y="333275"/>
                  </a:lnTo>
                  <a:lnTo>
                    <a:pt x="190007" y="332633"/>
                  </a:lnTo>
                  <a:lnTo>
                    <a:pt x="195253" y="331824"/>
                  </a:lnTo>
                  <a:lnTo>
                    <a:pt x="200471" y="330849"/>
                  </a:lnTo>
                  <a:lnTo>
                    <a:pt x="205655" y="329709"/>
                  </a:lnTo>
                  <a:lnTo>
                    <a:pt x="210800" y="328405"/>
                  </a:lnTo>
                  <a:lnTo>
                    <a:pt x="215901" y="326939"/>
                  </a:lnTo>
                  <a:lnTo>
                    <a:pt x="220953" y="325311"/>
                  </a:lnTo>
                  <a:lnTo>
                    <a:pt x="225951" y="323523"/>
                  </a:lnTo>
                  <a:lnTo>
                    <a:pt x="230889" y="321578"/>
                  </a:lnTo>
                  <a:lnTo>
                    <a:pt x="235763" y="319477"/>
                  </a:lnTo>
                  <a:lnTo>
                    <a:pt x="240568" y="317222"/>
                  </a:lnTo>
                  <a:lnTo>
                    <a:pt x="245299" y="314816"/>
                  </a:lnTo>
                  <a:lnTo>
                    <a:pt x="249952" y="312261"/>
                  </a:lnTo>
                  <a:lnTo>
                    <a:pt x="254521" y="309560"/>
                  </a:lnTo>
                  <a:lnTo>
                    <a:pt x="259001" y="306714"/>
                  </a:lnTo>
                  <a:lnTo>
                    <a:pt x="263390" y="303728"/>
                  </a:lnTo>
                  <a:lnTo>
                    <a:pt x="267681" y="300605"/>
                  </a:lnTo>
                  <a:lnTo>
                    <a:pt x="271871" y="297346"/>
                  </a:lnTo>
                  <a:lnTo>
                    <a:pt x="275955" y="293956"/>
                  </a:lnTo>
                  <a:lnTo>
                    <a:pt x="279929" y="290438"/>
                  </a:lnTo>
                  <a:lnTo>
                    <a:pt x="283790" y="286796"/>
                  </a:lnTo>
                  <a:lnTo>
                    <a:pt x="287534" y="283033"/>
                  </a:lnTo>
                  <a:lnTo>
                    <a:pt x="291156" y="279153"/>
                  </a:lnTo>
                  <a:lnTo>
                    <a:pt x="294653" y="275160"/>
                  </a:lnTo>
                  <a:lnTo>
                    <a:pt x="298021" y="271058"/>
                  </a:lnTo>
                  <a:lnTo>
                    <a:pt x="301258" y="266852"/>
                  </a:lnTo>
                  <a:lnTo>
                    <a:pt x="304359" y="262544"/>
                  </a:lnTo>
                  <a:lnTo>
                    <a:pt x="307322" y="258140"/>
                  </a:lnTo>
                  <a:lnTo>
                    <a:pt x="310144" y="253645"/>
                  </a:lnTo>
                  <a:lnTo>
                    <a:pt x="312821" y="249062"/>
                  </a:lnTo>
                  <a:lnTo>
                    <a:pt x="315352" y="244396"/>
                  </a:lnTo>
                  <a:lnTo>
                    <a:pt x="317734" y="239653"/>
                  </a:lnTo>
                  <a:lnTo>
                    <a:pt x="319963" y="234836"/>
                  </a:lnTo>
                  <a:lnTo>
                    <a:pt x="322039" y="229951"/>
                  </a:lnTo>
                  <a:lnTo>
                    <a:pt x="323958" y="225002"/>
                  </a:lnTo>
                  <a:lnTo>
                    <a:pt x="325719" y="219995"/>
                  </a:lnTo>
                  <a:lnTo>
                    <a:pt x="327321" y="214935"/>
                  </a:lnTo>
                  <a:lnTo>
                    <a:pt x="328761" y="209826"/>
                  </a:lnTo>
                  <a:lnTo>
                    <a:pt x="330038" y="204674"/>
                  </a:lnTo>
                  <a:lnTo>
                    <a:pt x="331151" y="199484"/>
                  </a:lnTo>
                  <a:lnTo>
                    <a:pt x="332098" y="194262"/>
                  </a:lnTo>
                  <a:lnTo>
                    <a:pt x="332880" y="189012"/>
                  </a:lnTo>
                  <a:lnTo>
                    <a:pt x="333494" y="183740"/>
                  </a:lnTo>
                  <a:lnTo>
                    <a:pt x="333940" y="178451"/>
                  </a:lnTo>
                  <a:lnTo>
                    <a:pt x="334219" y="173150"/>
                  </a:lnTo>
                  <a:lnTo>
                    <a:pt x="334329" y="167844"/>
                  </a:lnTo>
                  <a:lnTo>
                    <a:pt x="334270" y="162536"/>
                  </a:lnTo>
                  <a:lnTo>
                    <a:pt x="334043" y="157233"/>
                  </a:lnTo>
                  <a:lnTo>
                    <a:pt x="333648" y="151940"/>
                  </a:lnTo>
                  <a:lnTo>
                    <a:pt x="167163" y="1670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6484" cy="167167"/>
            </a:xfrm>
            <a:custGeom>
              <a:avLst/>
              <a:pathLst>
                <a:path w="166484" h="167167">
                  <a:moveTo>
                    <a:pt x="166484" y="152073"/>
                  </a:moveTo>
                  <a:lnTo>
                    <a:pt x="165912" y="146724"/>
                  </a:lnTo>
                  <a:lnTo>
                    <a:pt x="165169" y="141396"/>
                  </a:lnTo>
                  <a:lnTo>
                    <a:pt x="164254" y="136095"/>
                  </a:lnTo>
                  <a:lnTo>
                    <a:pt x="163169" y="130826"/>
                  </a:lnTo>
                  <a:lnTo>
                    <a:pt x="161915" y="125595"/>
                  </a:lnTo>
                  <a:lnTo>
                    <a:pt x="160494" y="120406"/>
                  </a:lnTo>
                  <a:lnTo>
                    <a:pt x="158906" y="115266"/>
                  </a:lnTo>
                  <a:lnTo>
                    <a:pt x="157154" y="110180"/>
                  </a:lnTo>
                  <a:lnTo>
                    <a:pt x="155239" y="105153"/>
                  </a:lnTo>
                  <a:lnTo>
                    <a:pt x="153163" y="100190"/>
                  </a:lnTo>
                  <a:lnTo>
                    <a:pt x="150928" y="95296"/>
                  </a:lnTo>
                  <a:lnTo>
                    <a:pt x="148538" y="90477"/>
                  </a:lnTo>
                  <a:lnTo>
                    <a:pt x="145993" y="85737"/>
                  </a:lnTo>
                  <a:lnTo>
                    <a:pt x="143297" y="81082"/>
                  </a:lnTo>
                  <a:lnTo>
                    <a:pt x="140453" y="76516"/>
                  </a:lnTo>
                  <a:lnTo>
                    <a:pt x="137464" y="72043"/>
                  </a:lnTo>
                  <a:lnTo>
                    <a:pt x="134332" y="67669"/>
                  </a:lnTo>
                  <a:lnTo>
                    <a:pt x="131061" y="63398"/>
                  </a:lnTo>
                  <a:lnTo>
                    <a:pt x="127654" y="59235"/>
                  </a:lnTo>
                  <a:lnTo>
                    <a:pt x="124115" y="55183"/>
                  </a:lnTo>
                  <a:lnTo>
                    <a:pt x="120447" y="51248"/>
                  </a:lnTo>
                  <a:lnTo>
                    <a:pt x="116655" y="47432"/>
                  </a:lnTo>
                  <a:lnTo>
                    <a:pt x="112742" y="43741"/>
                  </a:lnTo>
                  <a:lnTo>
                    <a:pt x="108712" y="40177"/>
                  </a:lnTo>
                  <a:lnTo>
                    <a:pt x="104570" y="36745"/>
                  </a:lnTo>
                  <a:lnTo>
                    <a:pt x="100319" y="33447"/>
                  </a:lnTo>
                  <a:lnTo>
                    <a:pt x="95965" y="30289"/>
                  </a:lnTo>
                  <a:lnTo>
                    <a:pt x="91511" y="27272"/>
                  </a:lnTo>
                  <a:lnTo>
                    <a:pt x="86962" y="24400"/>
                  </a:lnTo>
                  <a:lnTo>
                    <a:pt x="82323" y="21675"/>
                  </a:lnTo>
                  <a:lnTo>
                    <a:pt x="77599" y="19102"/>
                  </a:lnTo>
                  <a:lnTo>
                    <a:pt x="72795" y="16682"/>
                  </a:lnTo>
                  <a:lnTo>
                    <a:pt x="67915" y="14417"/>
                  </a:lnTo>
                  <a:lnTo>
                    <a:pt x="62965" y="12311"/>
                  </a:lnTo>
                  <a:lnTo>
                    <a:pt x="57949" y="10365"/>
                  </a:lnTo>
                  <a:lnTo>
                    <a:pt x="52874" y="8582"/>
                  </a:lnTo>
                  <a:lnTo>
                    <a:pt x="47744" y="6963"/>
                  </a:lnTo>
                  <a:lnTo>
                    <a:pt x="42564" y="5509"/>
                  </a:lnTo>
                  <a:lnTo>
                    <a:pt x="37341" y="4223"/>
                  </a:lnTo>
                  <a:lnTo>
                    <a:pt x="32078" y="3106"/>
                  </a:lnTo>
                  <a:lnTo>
                    <a:pt x="26783" y="2159"/>
                  </a:lnTo>
                  <a:lnTo>
                    <a:pt x="21459" y="1383"/>
                  </a:lnTo>
                  <a:lnTo>
                    <a:pt x="16114" y="778"/>
                  </a:lnTo>
                  <a:lnTo>
                    <a:pt x="10752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5488" y="1681503"/>
              <a:ext cx="7746" cy="167167"/>
            </a:xfrm>
            <a:custGeom>
              <a:avLst/>
              <a:pathLst>
                <a:path w="7746" h="167167">
                  <a:moveTo>
                    <a:pt x="7746" y="0"/>
                  </a:moveTo>
                  <a:lnTo>
                    <a:pt x="0" y="179"/>
                  </a:lnTo>
                  <a:lnTo>
                    <a:pt x="774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9" y="1681682"/>
              <a:ext cx="334320" cy="334150"/>
            </a:xfrm>
            <a:custGeom>
              <a:avLst/>
              <a:pathLst>
                <a:path w="334320" h="334150">
                  <a:moveTo>
                    <a:pt x="159418" y="0"/>
                  </a:moveTo>
                  <a:lnTo>
                    <a:pt x="154136" y="328"/>
                  </a:lnTo>
                  <a:lnTo>
                    <a:pt x="148868" y="824"/>
                  </a:lnTo>
                  <a:lnTo>
                    <a:pt x="143617" y="1487"/>
                  </a:lnTo>
                  <a:lnTo>
                    <a:pt x="138391" y="2315"/>
                  </a:lnTo>
                  <a:lnTo>
                    <a:pt x="133193" y="3308"/>
                  </a:lnTo>
                  <a:lnTo>
                    <a:pt x="128029" y="4466"/>
                  </a:lnTo>
                  <a:lnTo>
                    <a:pt x="122904" y="5786"/>
                  </a:lnTo>
                  <a:lnTo>
                    <a:pt x="117824" y="7268"/>
                  </a:lnTo>
                  <a:lnTo>
                    <a:pt x="112793" y="8909"/>
                  </a:lnTo>
                  <a:lnTo>
                    <a:pt x="107816" y="10710"/>
                  </a:lnTo>
                  <a:lnTo>
                    <a:pt x="102899" y="12667"/>
                  </a:lnTo>
                  <a:lnTo>
                    <a:pt x="98047" y="14778"/>
                  </a:lnTo>
                  <a:lnTo>
                    <a:pt x="93264" y="17042"/>
                  </a:lnTo>
                  <a:lnTo>
                    <a:pt x="88554" y="19457"/>
                  </a:lnTo>
                  <a:lnTo>
                    <a:pt x="83924" y="22019"/>
                  </a:lnTo>
                  <a:lnTo>
                    <a:pt x="79377" y="24726"/>
                  </a:lnTo>
                  <a:lnTo>
                    <a:pt x="74918" y="27576"/>
                  </a:lnTo>
                  <a:lnTo>
                    <a:pt x="70551" y="30566"/>
                  </a:lnTo>
                  <a:lnTo>
                    <a:pt x="66282" y="33692"/>
                  </a:lnTo>
                  <a:lnTo>
                    <a:pt x="62113" y="36953"/>
                  </a:lnTo>
                  <a:lnTo>
                    <a:pt x="58050" y="40343"/>
                  </a:lnTo>
                  <a:lnTo>
                    <a:pt x="54096" y="43860"/>
                  </a:lnTo>
                  <a:lnTo>
                    <a:pt x="50255" y="47501"/>
                  </a:lnTo>
                  <a:lnTo>
                    <a:pt x="46532" y="51261"/>
                  </a:lnTo>
                  <a:lnTo>
                    <a:pt x="42929" y="55138"/>
                  </a:lnTo>
                  <a:lnTo>
                    <a:pt x="39451" y="59126"/>
                  </a:lnTo>
                  <a:lnTo>
                    <a:pt x="36101" y="63223"/>
                  </a:lnTo>
                  <a:lnTo>
                    <a:pt x="32882" y="67423"/>
                  </a:lnTo>
                  <a:lnTo>
                    <a:pt x="29798" y="71724"/>
                  </a:lnTo>
                  <a:lnTo>
                    <a:pt x="26851" y="76120"/>
                  </a:lnTo>
                  <a:lnTo>
                    <a:pt x="24045" y="80606"/>
                  </a:lnTo>
                  <a:lnTo>
                    <a:pt x="21383" y="85180"/>
                  </a:lnTo>
                  <a:lnTo>
                    <a:pt x="18866" y="89835"/>
                  </a:lnTo>
                  <a:lnTo>
                    <a:pt x="16498" y="94568"/>
                  </a:lnTo>
                  <a:lnTo>
                    <a:pt x="14282" y="99373"/>
                  </a:lnTo>
                  <a:lnTo>
                    <a:pt x="12218" y="104247"/>
                  </a:lnTo>
                  <a:lnTo>
                    <a:pt x="10310" y="109183"/>
                  </a:lnTo>
                  <a:lnTo>
                    <a:pt x="8559" y="114176"/>
                  </a:lnTo>
                  <a:lnTo>
                    <a:pt x="6967" y="119223"/>
                  </a:lnTo>
                  <a:lnTo>
                    <a:pt x="5535" y="124318"/>
                  </a:lnTo>
                  <a:lnTo>
                    <a:pt x="4265" y="129455"/>
                  </a:lnTo>
                  <a:lnTo>
                    <a:pt x="3159" y="134631"/>
                  </a:lnTo>
                  <a:lnTo>
                    <a:pt x="2217" y="139838"/>
                  </a:lnTo>
                  <a:lnTo>
                    <a:pt x="1440" y="145073"/>
                  </a:lnTo>
                  <a:lnTo>
                    <a:pt x="830" y="150329"/>
                  </a:lnTo>
                  <a:lnTo>
                    <a:pt x="386" y="155603"/>
                  </a:lnTo>
                  <a:lnTo>
                    <a:pt x="109" y="160888"/>
                  </a:lnTo>
                  <a:lnTo>
                    <a:pt x="0" y="166178"/>
                  </a:lnTo>
                  <a:lnTo>
                    <a:pt x="58" y="171470"/>
                  </a:lnTo>
                  <a:lnTo>
                    <a:pt x="283" y="176757"/>
                  </a:lnTo>
                  <a:lnTo>
                    <a:pt x="676" y="182035"/>
                  </a:lnTo>
                  <a:lnTo>
                    <a:pt x="1236" y="187297"/>
                  </a:lnTo>
                  <a:lnTo>
                    <a:pt x="1962" y="192539"/>
                  </a:lnTo>
                  <a:lnTo>
                    <a:pt x="2853" y="197756"/>
                  </a:lnTo>
                  <a:lnTo>
                    <a:pt x="3910" y="202941"/>
                  </a:lnTo>
                  <a:lnTo>
                    <a:pt x="5130" y="208091"/>
                  </a:lnTo>
                  <a:lnTo>
                    <a:pt x="6512" y="213199"/>
                  </a:lnTo>
                  <a:lnTo>
                    <a:pt x="8055" y="218261"/>
                  </a:lnTo>
                  <a:lnTo>
                    <a:pt x="9758" y="223272"/>
                  </a:lnTo>
                  <a:lnTo>
                    <a:pt x="11618" y="228226"/>
                  </a:lnTo>
                  <a:lnTo>
                    <a:pt x="13634" y="233119"/>
                  </a:lnTo>
                  <a:lnTo>
                    <a:pt x="15805" y="237945"/>
                  </a:lnTo>
                  <a:lnTo>
                    <a:pt x="18127" y="242701"/>
                  </a:lnTo>
                  <a:lnTo>
                    <a:pt x="20598" y="247380"/>
                  </a:lnTo>
                  <a:lnTo>
                    <a:pt x="23216" y="251979"/>
                  </a:lnTo>
                  <a:lnTo>
                    <a:pt x="25978" y="256493"/>
                  </a:lnTo>
                  <a:lnTo>
                    <a:pt x="28882" y="260917"/>
                  </a:lnTo>
                  <a:lnTo>
                    <a:pt x="31925" y="265247"/>
                  </a:lnTo>
                  <a:lnTo>
                    <a:pt x="35103" y="269479"/>
                  </a:lnTo>
                  <a:lnTo>
                    <a:pt x="38413" y="273608"/>
                  </a:lnTo>
                  <a:lnTo>
                    <a:pt x="41852" y="277629"/>
                  </a:lnTo>
                  <a:lnTo>
                    <a:pt x="45417" y="281541"/>
                  </a:lnTo>
                  <a:lnTo>
                    <a:pt x="49104" y="285337"/>
                  </a:lnTo>
                  <a:lnTo>
                    <a:pt x="52909" y="289015"/>
                  </a:lnTo>
                  <a:lnTo>
                    <a:pt x="56829" y="292570"/>
                  </a:lnTo>
                  <a:lnTo>
                    <a:pt x="60860" y="295999"/>
                  </a:lnTo>
                  <a:lnTo>
                    <a:pt x="64997" y="299300"/>
                  </a:lnTo>
                  <a:lnTo>
                    <a:pt x="69236" y="302467"/>
                  </a:lnTo>
                  <a:lnTo>
                    <a:pt x="73573" y="305499"/>
                  </a:lnTo>
                  <a:lnTo>
                    <a:pt x="78004" y="308392"/>
                  </a:lnTo>
                  <a:lnTo>
                    <a:pt x="82525" y="311144"/>
                  </a:lnTo>
                  <a:lnTo>
                    <a:pt x="87130" y="313750"/>
                  </a:lnTo>
                  <a:lnTo>
                    <a:pt x="91816" y="316210"/>
                  </a:lnTo>
                  <a:lnTo>
                    <a:pt x="96577" y="318521"/>
                  </a:lnTo>
                  <a:lnTo>
                    <a:pt x="101409" y="320679"/>
                  </a:lnTo>
                  <a:lnTo>
                    <a:pt x="106307" y="322683"/>
                  </a:lnTo>
                  <a:lnTo>
                    <a:pt x="111265" y="324532"/>
                  </a:lnTo>
                  <a:lnTo>
                    <a:pt x="116280" y="326222"/>
                  </a:lnTo>
                  <a:lnTo>
                    <a:pt x="121346" y="327753"/>
                  </a:lnTo>
                  <a:lnTo>
                    <a:pt x="126458" y="329123"/>
                  </a:lnTo>
                  <a:lnTo>
                    <a:pt x="131610" y="330330"/>
                  </a:lnTo>
                  <a:lnTo>
                    <a:pt x="136798" y="331374"/>
                  </a:lnTo>
                  <a:lnTo>
                    <a:pt x="142017" y="332252"/>
                  </a:lnTo>
                  <a:lnTo>
                    <a:pt x="147261" y="332966"/>
                  </a:lnTo>
                  <a:lnTo>
                    <a:pt x="152524" y="333512"/>
                  </a:lnTo>
                  <a:lnTo>
                    <a:pt x="157803" y="333892"/>
                  </a:lnTo>
                  <a:lnTo>
                    <a:pt x="163090" y="334105"/>
                  </a:lnTo>
                  <a:lnTo>
                    <a:pt x="168382" y="334150"/>
                  </a:lnTo>
                  <a:lnTo>
                    <a:pt x="173673" y="334028"/>
                  </a:lnTo>
                  <a:lnTo>
                    <a:pt x="178957" y="333738"/>
                  </a:lnTo>
                  <a:lnTo>
                    <a:pt x="184229" y="333282"/>
                  </a:lnTo>
                  <a:lnTo>
                    <a:pt x="189484" y="332658"/>
                  </a:lnTo>
                  <a:lnTo>
                    <a:pt x="194717" y="331869"/>
                  </a:lnTo>
                  <a:lnTo>
                    <a:pt x="199922" y="330914"/>
                  </a:lnTo>
                  <a:lnTo>
                    <a:pt x="205095" y="329795"/>
                  </a:lnTo>
                  <a:lnTo>
                    <a:pt x="210229" y="328513"/>
                  </a:lnTo>
                  <a:lnTo>
                    <a:pt x="215320" y="327069"/>
                  </a:lnTo>
                  <a:lnTo>
                    <a:pt x="220363" y="325464"/>
                  </a:lnTo>
                  <a:lnTo>
                    <a:pt x="225353" y="323701"/>
                  </a:lnTo>
                  <a:lnTo>
                    <a:pt x="230284" y="321781"/>
                  </a:lnTo>
                  <a:lnTo>
                    <a:pt x="235152" y="319705"/>
                  </a:lnTo>
                  <a:lnTo>
                    <a:pt x="239952" y="317477"/>
                  </a:lnTo>
                  <a:lnTo>
                    <a:pt x="244679" y="315097"/>
                  </a:lnTo>
                  <a:lnTo>
                    <a:pt x="249328" y="312569"/>
                  </a:lnTo>
                  <a:lnTo>
                    <a:pt x="253895" y="309896"/>
                  </a:lnTo>
                  <a:lnTo>
                    <a:pt x="258375" y="307079"/>
                  </a:lnTo>
                  <a:lnTo>
                    <a:pt x="262764" y="304122"/>
                  </a:lnTo>
                  <a:lnTo>
                    <a:pt x="267057" y="301027"/>
                  </a:lnTo>
                  <a:lnTo>
                    <a:pt x="271249" y="297798"/>
                  </a:lnTo>
                  <a:lnTo>
                    <a:pt x="275338" y="294438"/>
                  </a:lnTo>
                  <a:lnTo>
                    <a:pt x="279318" y="290950"/>
                  </a:lnTo>
                  <a:lnTo>
                    <a:pt x="283185" y="287338"/>
                  </a:lnTo>
                  <a:lnTo>
                    <a:pt x="286937" y="283605"/>
                  </a:lnTo>
                  <a:lnTo>
                    <a:pt x="290568" y="279756"/>
                  </a:lnTo>
                  <a:lnTo>
                    <a:pt x="294076" y="275793"/>
                  </a:lnTo>
                  <a:lnTo>
                    <a:pt x="297456" y="271721"/>
                  </a:lnTo>
                  <a:lnTo>
                    <a:pt x="300706" y="267545"/>
                  </a:lnTo>
                  <a:lnTo>
                    <a:pt x="303822" y="263267"/>
                  </a:lnTo>
                  <a:lnTo>
                    <a:pt x="306801" y="258893"/>
                  </a:lnTo>
                  <a:lnTo>
                    <a:pt x="309640" y="254428"/>
                  </a:lnTo>
                  <a:lnTo>
                    <a:pt x="312336" y="249874"/>
                  </a:lnTo>
                  <a:lnTo>
                    <a:pt x="314887" y="245237"/>
                  </a:lnTo>
                  <a:lnTo>
                    <a:pt x="317290" y="240522"/>
                  </a:lnTo>
                  <a:lnTo>
                    <a:pt x="319543" y="235733"/>
                  </a:lnTo>
                  <a:lnTo>
                    <a:pt x="321642" y="230876"/>
                  </a:lnTo>
                  <a:lnTo>
                    <a:pt x="323587" y="225954"/>
                  </a:lnTo>
                  <a:lnTo>
                    <a:pt x="325375" y="220973"/>
                  </a:lnTo>
                  <a:lnTo>
                    <a:pt x="327005" y="215938"/>
                  </a:lnTo>
                  <a:lnTo>
                    <a:pt x="328474" y="210855"/>
                  </a:lnTo>
                  <a:lnTo>
                    <a:pt x="329782" y="205727"/>
                  </a:lnTo>
                  <a:lnTo>
                    <a:pt x="330927" y="200560"/>
                  </a:lnTo>
                  <a:lnTo>
                    <a:pt x="331907" y="195359"/>
                  </a:lnTo>
                  <a:lnTo>
                    <a:pt x="332723" y="190131"/>
                  </a:lnTo>
                  <a:lnTo>
                    <a:pt x="333372" y="184879"/>
                  </a:lnTo>
                  <a:lnTo>
                    <a:pt x="333855" y="179609"/>
                  </a:lnTo>
                  <a:lnTo>
                    <a:pt x="334171" y="174326"/>
                  </a:lnTo>
                  <a:lnTo>
                    <a:pt x="334320" y="169036"/>
                  </a:lnTo>
                  <a:lnTo>
                    <a:pt x="334301" y="163744"/>
                  </a:lnTo>
                  <a:lnTo>
                    <a:pt x="334115" y="158456"/>
                  </a:lnTo>
                  <a:lnTo>
                    <a:pt x="333761" y="153175"/>
                  </a:lnTo>
                  <a:lnTo>
                    <a:pt x="333240" y="147909"/>
                  </a:lnTo>
                  <a:lnTo>
                    <a:pt x="332553" y="142662"/>
                  </a:lnTo>
                  <a:lnTo>
                    <a:pt x="331700" y="137439"/>
                  </a:lnTo>
                  <a:lnTo>
                    <a:pt x="330682" y="132246"/>
                  </a:lnTo>
                  <a:lnTo>
                    <a:pt x="329501" y="127087"/>
                  </a:lnTo>
                  <a:lnTo>
                    <a:pt x="328157" y="121969"/>
                  </a:lnTo>
                  <a:lnTo>
                    <a:pt x="326651" y="116896"/>
                  </a:lnTo>
                  <a:lnTo>
                    <a:pt x="324985" y="111872"/>
                  </a:lnTo>
                  <a:lnTo>
                    <a:pt x="323162" y="106905"/>
                  </a:lnTo>
                  <a:lnTo>
                    <a:pt x="321182" y="101997"/>
                  </a:lnTo>
                  <a:lnTo>
                    <a:pt x="319048" y="97154"/>
                  </a:lnTo>
                  <a:lnTo>
                    <a:pt x="316761" y="92382"/>
                  </a:lnTo>
                  <a:lnTo>
                    <a:pt x="314325" y="87684"/>
                  </a:lnTo>
                  <a:lnTo>
                    <a:pt x="311741" y="83066"/>
                  </a:lnTo>
                  <a:lnTo>
                    <a:pt x="309012" y="78531"/>
                  </a:lnTo>
                  <a:lnTo>
                    <a:pt x="306141" y="74086"/>
                  </a:lnTo>
                  <a:lnTo>
                    <a:pt x="303131" y="69733"/>
                  </a:lnTo>
                  <a:lnTo>
                    <a:pt x="299984" y="65478"/>
                  </a:lnTo>
                  <a:lnTo>
                    <a:pt x="296704" y="61325"/>
                  </a:lnTo>
                  <a:lnTo>
                    <a:pt x="293295" y="57278"/>
                  </a:lnTo>
                  <a:lnTo>
                    <a:pt x="289759" y="53340"/>
                  </a:lnTo>
                  <a:lnTo>
                    <a:pt x="286100" y="49517"/>
                  </a:lnTo>
                  <a:lnTo>
                    <a:pt x="282323" y="45811"/>
                  </a:lnTo>
                  <a:lnTo>
                    <a:pt x="278429" y="42227"/>
                  </a:lnTo>
                  <a:lnTo>
                    <a:pt x="274424" y="38767"/>
                  </a:lnTo>
                  <a:lnTo>
                    <a:pt x="270312" y="35437"/>
                  </a:lnTo>
                  <a:lnTo>
                    <a:pt x="266096" y="32238"/>
                  </a:lnTo>
                  <a:lnTo>
                    <a:pt x="261782" y="29174"/>
                  </a:lnTo>
                  <a:lnTo>
                    <a:pt x="257372" y="26248"/>
                  </a:lnTo>
                  <a:lnTo>
                    <a:pt x="252872" y="23463"/>
                  </a:lnTo>
                  <a:lnTo>
                    <a:pt x="248286" y="20822"/>
                  </a:lnTo>
                  <a:lnTo>
                    <a:pt x="243619" y="18327"/>
                  </a:lnTo>
                  <a:lnTo>
                    <a:pt x="238875" y="15982"/>
                  </a:lnTo>
                  <a:lnTo>
                    <a:pt x="234059" y="13788"/>
                  </a:lnTo>
                  <a:lnTo>
                    <a:pt x="167165" y="166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66894" cy="167167"/>
            </a:xfrm>
            <a:custGeom>
              <a:avLst/>
              <a:pathLst>
                <a:path w="66894" h="167167">
                  <a:moveTo>
                    <a:pt x="66894" y="13967"/>
                  </a:moveTo>
                  <a:lnTo>
                    <a:pt x="61599" y="11763"/>
                  </a:lnTo>
                  <a:lnTo>
                    <a:pt x="56233" y="9741"/>
                  </a:lnTo>
                  <a:lnTo>
                    <a:pt x="50800" y="7905"/>
                  </a:lnTo>
                  <a:lnTo>
                    <a:pt x="45307" y="6256"/>
                  </a:lnTo>
                  <a:lnTo>
                    <a:pt x="39761" y="4797"/>
                  </a:lnTo>
                  <a:lnTo>
                    <a:pt x="34168" y="3529"/>
                  </a:lnTo>
                  <a:lnTo>
                    <a:pt x="28535" y="2453"/>
                  </a:lnTo>
                  <a:lnTo>
                    <a:pt x="22868" y="1571"/>
                  </a:lnTo>
                  <a:lnTo>
                    <a:pt x="17175" y="884"/>
                  </a:lnTo>
                  <a:lnTo>
                    <a:pt x="11461" y="393"/>
                  </a:lnTo>
                  <a:lnTo>
                    <a:pt x="5734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9" y="1322571"/>
              <a:ext cx="167160" cy="329466"/>
            </a:xfrm>
            <a:custGeom>
              <a:avLst/>
              <a:pathLst>
                <a:path w="167160" h="329466">
                  <a:moveTo>
                    <a:pt x="167160" y="0"/>
                  </a:moveTo>
                  <a:lnTo>
                    <a:pt x="161834" y="84"/>
                  </a:lnTo>
                  <a:lnTo>
                    <a:pt x="156513" y="339"/>
                  </a:lnTo>
                  <a:lnTo>
                    <a:pt x="151204" y="763"/>
                  </a:lnTo>
                  <a:lnTo>
                    <a:pt x="145910" y="1356"/>
                  </a:lnTo>
                  <a:lnTo>
                    <a:pt x="140638" y="2117"/>
                  </a:lnTo>
                  <a:lnTo>
                    <a:pt x="135394" y="3045"/>
                  </a:lnTo>
                  <a:lnTo>
                    <a:pt x="130181" y="4141"/>
                  </a:lnTo>
                  <a:lnTo>
                    <a:pt x="125006" y="5402"/>
                  </a:lnTo>
                  <a:lnTo>
                    <a:pt x="119874" y="6827"/>
                  </a:lnTo>
                  <a:lnTo>
                    <a:pt x="114789" y="8415"/>
                  </a:lnTo>
                  <a:lnTo>
                    <a:pt x="109758" y="10164"/>
                  </a:lnTo>
                  <a:lnTo>
                    <a:pt x="104785" y="12072"/>
                  </a:lnTo>
                  <a:lnTo>
                    <a:pt x="99876" y="14138"/>
                  </a:lnTo>
                  <a:lnTo>
                    <a:pt x="95035" y="16359"/>
                  </a:lnTo>
                  <a:lnTo>
                    <a:pt x="90267" y="18734"/>
                  </a:lnTo>
                  <a:lnTo>
                    <a:pt x="85577" y="21259"/>
                  </a:lnTo>
                  <a:lnTo>
                    <a:pt x="80970" y="23932"/>
                  </a:lnTo>
                  <a:lnTo>
                    <a:pt x="76450" y="26751"/>
                  </a:lnTo>
                  <a:lnTo>
                    <a:pt x="72022" y="29712"/>
                  </a:lnTo>
                  <a:lnTo>
                    <a:pt x="67692" y="32813"/>
                  </a:lnTo>
                  <a:lnTo>
                    <a:pt x="63462" y="36050"/>
                  </a:lnTo>
                  <a:lnTo>
                    <a:pt x="59337" y="39420"/>
                  </a:lnTo>
                  <a:lnTo>
                    <a:pt x="55322" y="42920"/>
                  </a:lnTo>
                  <a:lnTo>
                    <a:pt x="51420" y="46546"/>
                  </a:lnTo>
                  <a:lnTo>
                    <a:pt x="47636" y="50295"/>
                  </a:lnTo>
                  <a:lnTo>
                    <a:pt x="43973" y="54162"/>
                  </a:lnTo>
                  <a:lnTo>
                    <a:pt x="40436" y="58144"/>
                  </a:lnTo>
                  <a:lnTo>
                    <a:pt x="37027" y="62237"/>
                  </a:lnTo>
                  <a:lnTo>
                    <a:pt x="33750" y="66436"/>
                  </a:lnTo>
                  <a:lnTo>
                    <a:pt x="30608" y="70737"/>
                  </a:lnTo>
                  <a:lnTo>
                    <a:pt x="27605" y="75137"/>
                  </a:lnTo>
                  <a:lnTo>
                    <a:pt x="24744" y="79629"/>
                  </a:lnTo>
                  <a:lnTo>
                    <a:pt x="22028" y="84211"/>
                  </a:lnTo>
                  <a:lnTo>
                    <a:pt x="19458" y="88877"/>
                  </a:lnTo>
                  <a:lnTo>
                    <a:pt x="17039" y="93622"/>
                  </a:lnTo>
                  <a:lnTo>
                    <a:pt x="14772" y="98442"/>
                  </a:lnTo>
                  <a:lnTo>
                    <a:pt x="12660" y="103332"/>
                  </a:lnTo>
                  <a:lnTo>
                    <a:pt x="10705" y="108287"/>
                  </a:lnTo>
                  <a:lnTo>
                    <a:pt x="8908" y="113301"/>
                  </a:lnTo>
                  <a:lnTo>
                    <a:pt x="7273" y="118370"/>
                  </a:lnTo>
                  <a:lnTo>
                    <a:pt x="5799" y="123489"/>
                  </a:lnTo>
                  <a:lnTo>
                    <a:pt x="4489" y="128652"/>
                  </a:lnTo>
                  <a:lnTo>
                    <a:pt x="3345" y="133854"/>
                  </a:lnTo>
                  <a:lnTo>
                    <a:pt x="2367" y="139090"/>
                  </a:lnTo>
                  <a:lnTo>
                    <a:pt x="1556" y="144354"/>
                  </a:lnTo>
                  <a:lnTo>
                    <a:pt x="913" y="149642"/>
                  </a:lnTo>
                  <a:lnTo>
                    <a:pt x="439" y="154947"/>
                  </a:lnTo>
                  <a:lnTo>
                    <a:pt x="135" y="160265"/>
                  </a:lnTo>
                  <a:lnTo>
                    <a:pt x="0" y="165590"/>
                  </a:lnTo>
                  <a:lnTo>
                    <a:pt x="34" y="170916"/>
                  </a:lnTo>
                  <a:lnTo>
                    <a:pt x="238" y="176239"/>
                  </a:lnTo>
                  <a:lnTo>
                    <a:pt x="612" y="181552"/>
                  </a:lnTo>
                  <a:lnTo>
                    <a:pt x="1155" y="186851"/>
                  </a:lnTo>
                  <a:lnTo>
                    <a:pt x="1866" y="192130"/>
                  </a:lnTo>
                  <a:lnTo>
                    <a:pt x="2746" y="197383"/>
                  </a:lnTo>
                  <a:lnTo>
                    <a:pt x="3792" y="202606"/>
                  </a:lnTo>
                  <a:lnTo>
                    <a:pt x="5004" y="207793"/>
                  </a:lnTo>
                  <a:lnTo>
                    <a:pt x="6380" y="212938"/>
                  </a:lnTo>
                  <a:lnTo>
                    <a:pt x="7920" y="218037"/>
                  </a:lnTo>
                  <a:lnTo>
                    <a:pt x="9622" y="223085"/>
                  </a:lnTo>
                  <a:lnTo>
                    <a:pt x="11483" y="228075"/>
                  </a:lnTo>
                  <a:lnTo>
                    <a:pt x="13503" y="233004"/>
                  </a:lnTo>
                  <a:lnTo>
                    <a:pt x="15678" y="237866"/>
                  </a:lnTo>
                  <a:lnTo>
                    <a:pt x="18007" y="242656"/>
                  </a:lnTo>
                  <a:lnTo>
                    <a:pt x="20488" y="247370"/>
                  </a:lnTo>
                  <a:lnTo>
                    <a:pt x="23118" y="252002"/>
                  </a:lnTo>
                  <a:lnTo>
                    <a:pt x="25894" y="256548"/>
                  </a:lnTo>
                  <a:lnTo>
                    <a:pt x="28813" y="261003"/>
                  </a:lnTo>
                  <a:lnTo>
                    <a:pt x="31873" y="265363"/>
                  </a:lnTo>
                  <a:lnTo>
                    <a:pt x="35070" y="269623"/>
                  </a:lnTo>
                  <a:lnTo>
                    <a:pt x="38401" y="273779"/>
                  </a:lnTo>
                  <a:lnTo>
                    <a:pt x="41863" y="277827"/>
                  </a:lnTo>
                  <a:lnTo>
                    <a:pt x="45452" y="281763"/>
                  </a:lnTo>
                  <a:lnTo>
                    <a:pt x="49165" y="285582"/>
                  </a:lnTo>
                  <a:lnTo>
                    <a:pt x="52997" y="289282"/>
                  </a:lnTo>
                  <a:lnTo>
                    <a:pt x="56946" y="292857"/>
                  </a:lnTo>
                  <a:lnTo>
                    <a:pt x="61006" y="296304"/>
                  </a:lnTo>
                  <a:lnTo>
                    <a:pt x="65174" y="299621"/>
                  </a:lnTo>
                  <a:lnTo>
                    <a:pt x="69446" y="302802"/>
                  </a:lnTo>
                  <a:lnTo>
                    <a:pt x="73817" y="305847"/>
                  </a:lnTo>
                  <a:lnTo>
                    <a:pt x="78282" y="308750"/>
                  </a:lnTo>
                  <a:lnTo>
                    <a:pt x="82838" y="311510"/>
                  </a:lnTo>
                  <a:lnTo>
                    <a:pt x="87480" y="314123"/>
                  </a:lnTo>
                  <a:lnTo>
                    <a:pt x="92202" y="316587"/>
                  </a:lnTo>
                  <a:lnTo>
                    <a:pt x="97000" y="318899"/>
                  </a:lnTo>
                  <a:lnTo>
                    <a:pt x="101870" y="321057"/>
                  </a:lnTo>
                  <a:lnTo>
                    <a:pt x="106806" y="323059"/>
                  </a:lnTo>
                  <a:lnTo>
                    <a:pt x="111803" y="324903"/>
                  </a:lnTo>
                  <a:lnTo>
                    <a:pt x="116857" y="326586"/>
                  </a:lnTo>
                  <a:lnTo>
                    <a:pt x="121961" y="328108"/>
                  </a:lnTo>
                  <a:lnTo>
                    <a:pt x="127112" y="32946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0991" y="1489739"/>
              <a:ext cx="40047" cy="162299"/>
            </a:xfrm>
            <a:custGeom>
              <a:avLst/>
              <a:pathLst>
                <a:path w="40047" h="162299">
                  <a:moveTo>
                    <a:pt x="0" y="162299"/>
                  </a:moveTo>
                  <a:lnTo>
                    <a:pt x="4004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0991" y="1322647"/>
              <a:ext cx="207210" cy="334243"/>
            </a:xfrm>
            <a:custGeom>
              <a:avLst/>
              <a:pathLst>
                <a:path w="207210" h="334243">
                  <a:moveTo>
                    <a:pt x="0" y="329391"/>
                  </a:moveTo>
                  <a:lnTo>
                    <a:pt x="5202" y="330587"/>
                  </a:lnTo>
                  <a:lnTo>
                    <a:pt x="10441" y="331616"/>
                  </a:lnTo>
                  <a:lnTo>
                    <a:pt x="15710" y="332478"/>
                  </a:lnTo>
                  <a:lnTo>
                    <a:pt x="21003" y="333170"/>
                  </a:lnTo>
                  <a:lnTo>
                    <a:pt x="26316" y="333694"/>
                  </a:lnTo>
                  <a:lnTo>
                    <a:pt x="31643" y="334047"/>
                  </a:lnTo>
                  <a:lnTo>
                    <a:pt x="36979" y="334231"/>
                  </a:lnTo>
                  <a:lnTo>
                    <a:pt x="42317" y="334243"/>
                  </a:lnTo>
                  <a:lnTo>
                    <a:pt x="47654" y="334086"/>
                  </a:lnTo>
                  <a:lnTo>
                    <a:pt x="52982" y="333758"/>
                  </a:lnTo>
                  <a:lnTo>
                    <a:pt x="58298" y="333260"/>
                  </a:lnTo>
                  <a:lnTo>
                    <a:pt x="63594" y="332592"/>
                  </a:lnTo>
                  <a:lnTo>
                    <a:pt x="68867" y="331756"/>
                  </a:lnTo>
                  <a:lnTo>
                    <a:pt x="74110" y="330752"/>
                  </a:lnTo>
                  <a:lnTo>
                    <a:pt x="79319" y="329580"/>
                  </a:lnTo>
                  <a:lnTo>
                    <a:pt x="84488" y="328243"/>
                  </a:lnTo>
                  <a:lnTo>
                    <a:pt x="89611" y="326742"/>
                  </a:lnTo>
                  <a:lnTo>
                    <a:pt x="94684" y="325078"/>
                  </a:lnTo>
                  <a:lnTo>
                    <a:pt x="99701" y="323253"/>
                  </a:lnTo>
                  <a:lnTo>
                    <a:pt x="104657" y="321268"/>
                  </a:lnTo>
                  <a:lnTo>
                    <a:pt x="109547" y="319127"/>
                  </a:lnTo>
                  <a:lnTo>
                    <a:pt x="114366" y="316830"/>
                  </a:lnTo>
                  <a:lnTo>
                    <a:pt x="119110" y="314380"/>
                  </a:lnTo>
                  <a:lnTo>
                    <a:pt x="123773" y="311781"/>
                  </a:lnTo>
                  <a:lnTo>
                    <a:pt x="128350" y="309033"/>
                  </a:lnTo>
                  <a:lnTo>
                    <a:pt x="132838" y="306141"/>
                  </a:lnTo>
                  <a:lnTo>
                    <a:pt x="137231" y="303107"/>
                  </a:lnTo>
                  <a:lnTo>
                    <a:pt x="141524" y="299935"/>
                  </a:lnTo>
                  <a:lnTo>
                    <a:pt x="145714" y="296627"/>
                  </a:lnTo>
                  <a:lnTo>
                    <a:pt x="149797" y="293187"/>
                  </a:lnTo>
                  <a:lnTo>
                    <a:pt x="153767" y="289618"/>
                  </a:lnTo>
                  <a:lnTo>
                    <a:pt x="157622" y="285924"/>
                  </a:lnTo>
                  <a:lnTo>
                    <a:pt x="161357" y="282109"/>
                  </a:lnTo>
                  <a:lnTo>
                    <a:pt x="164967" y="278177"/>
                  </a:lnTo>
                  <a:lnTo>
                    <a:pt x="168451" y="274131"/>
                  </a:lnTo>
                  <a:lnTo>
                    <a:pt x="171803" y="269976"/>
                  </a:lnTo>
                  <a:lnTo>
                    <a:pt x="175021" y="265717"/>
                  </a:lnTo>
                  <a:lnTo>
                    <a:pt x="178102" y="261356"/>
                  </a:lnTo>
                  <a:lnTo>
                    <a:pt x="181042" y="256900"/>
                  </a:lnTo>
                  <a:lnTo>
                    <a:pt x="183838" y="252352"/>
                  </a:lnTo>
                  <a:lnTo>
                    <a:pt x="186487" y="247717"/>
                  </a:lnTo>
                  <a:lnTo>
                    <a:pt x="188987" y="243000"/>
                  </a:lnTo>
                  <a:lnTo>
                    <a:pt x="191335" y="238205"/>
                  </a:lnTo>
                  <a:lnTo>
                    <a:pt x="193528" y="233338"/>
                  </a:lnTo>
                  <a:lnTo>
                    <a:pt x="195565" y="228403"/>
                  </a:lnTo>
                  <a:lnTo>
                    <a:pt x="197444" y="223406"/>
                  </a:lnTo>
                  <a:lnTo>
                    <a:pt x="199162" y="218351"/>
                  </a:lnTo>
                  <a:lnTo>
                    <a:pt x="200717" y="213244"/>
                  </a:lnTo>
                  <a:lnTo>
                    <a:pt x="202109" y="208090"/>
                  </a:lnTo>
                  <a:lnTo>
                    <a:pt x="203336" y="202894"/>
                  </a:lnTo>
                  <a:lnTo>
                    <a:pt x="204396" y="197662"/>
                  </a:lnTo>
                  <a:lnTo>
                    <a:pt x="205288" y="192398"/>
                  </a:lnTo>
                  <a:lnTo>
                    <a:pt x="206012" y="187109"/>
                  </a:lnTo>
                  <a:lnTo>
                    <a:pt x="206567" y="181799"/>
                  </a:lnTo>
                  <a:lnTo>
                    <a:pt x="206951" y="176475"/>
                  </a:lnTo>
                  <a:lnTo>
                    <a:pt x="207166" y="171140"/>
                  </a:lnTo>
                  <a:lnTo>
                    <a:pt x="207210" y="165802"/>
                  </a:lnTo>
                  <a:lnTo>
                    <a:pt x="207083" y="160464"/>
                  </a:lnTo>
                  <a:lnTo>
                    <a:pt x="206787" y="155134"/>
                  </a:lnTo>
                  <a:lnTo>
                    <a:pt x="206320" y="149816"/>
                  </a:lnTo>
                  <a:lnTo>
                    <a:pt x="205683" y="144515"/>
                  </a:lnTo>
                  <a:lnTo>
                    <a:pt x="204878" y="139238"/>
                  </a:lnTo>
                  <a:lnTo>
                    <a:pt x="203905" y="133989"/>
                  </a:lnTo>
                  <a:lnTo>
                    <a:pt x="202764" y="128773"/>
                  </a:lnTo>
                  <a:lnTo>
                    <a:pt x="201457" y="123597"/>
                  </a:lnTo>
                  <a:lnTo>
                    <a:pt x="199986" y="118465"/>
                  </a:lnTo>
                  <a:lnTo>
                    <a:pt x="198352" y="113383"/>
                  </a:lnTo>
                  <a:lnTo>
                    <a:pt x="196556" y="108355"/>
                  </a:lnTo>
                  <a:lnTo>
                    <a:pt x="194601" y="103387"/>
                  </a:lnTo>
                  <a:lnTo>
                    <a:pt x="192488" y="98485"/>
                  </a:lnTo>
                  <a:lnTo>
                    <a:pt x="190219" y="93652"/>
                  </a:lnTo>
                  <a:lnTo>
                    <a:pt x="187798" y="88894"/>
                  </a:lnTo>
                  <a:lnTo>
                    <a:pt x="185225" y="84216"/>
                  </a:lnTo>
                  <a:lnTo>
                    <a:pt x="182505" y="79622"/>
                  </a:lnTo>
                  <a:lnTo>
                    <a:pt x="179639" y="75118"/>
                  </a:lnTo>
                  <a:lnTo>
                    <a:pt x="176631" y="70707"/>
                  </a:lnTo>
                  <a:lnTo>
                    <a:pt x="173484" y="66395"/>
                  </a:lnTo>
                  <a:lnTo>
                    <a:pt x="170200" y="62186"/>
                  </a:lnTo>
                  <a:lnTo>
                    <a:pt x="166784" y="58083"/>
                  </a:lnTo>
                  <a:lnTo>
                    <a:pt x="163239" y="54092"/>
                  </a:lnTo>
                  <a:lnTo>
                    <a:pt x="159568" y="50216"/>
                  </a:lnTo>
                  <a:lnTo>
                    <a:pt x="155774" y="46459"/>
                  </a:lnTo>
                  <a:lnTo>
                    <a:pt x="151863" y="42825"/>
                  </a:lnTo>
                  <a:lnTo>
                    <a:pt x="147838" y="39318"/>
                  </a:lnTo>
                  <a:lnTo>
                    <a:pt x="143703" y="35941"/>
                  </a:lnTo>
                  <a:lnTo>
                    <a:pt x="139463" y="32698"/>
                  </a:lnTo>
                  <a:lnTo>
                    <a:pt x="135120" y="29592"/>
                  </a:lnTo>
                  <a:lnTo>
                    <a:pt x="130681" y="26626"/>
                  </a:lnTo>
                  <a:lnTo>
                    <a:pt x="126150" y="23804"/>
                  </a:lnTo>
                  <a:lnTo>
                    <a:pt x="121530" y="21127"/>
                  </a:lnTo>
                  <a:lnTo>
                    <a:pt x="116828" y="18600"/>
                  </a:lnTo>
                  <a:lnTo>
                    <a:pt x="112047" y="16224"/>
                  </a:lnTo>
                  <a:lnTo>
                    <a:pt x="107193" y="14002"/>
                  </a:lnTo>
                  <a:lnTo>
                    <a:pt x="102270" y="11936"/>
                  </a:lnTo>
                  <a:lnTo>
                    <a:pt x="97284" y="10028"/>
                  </a:lnTo>
                  <a:lnTo>
                    <a:pt x="92240" y="8280"/>
                  </a:lnTo>
                  <a:lnTo>
                    <a:pt x="87142" y="6695"/>
                  </a:lnTo>
                  <a:lnTo>
                    <a:pt x="81996" y="5273"/>
                  </a:lnTo>
                  <a:lnTo>
                    <a:pt x="76807" y="4016"/>
                  </a:lnTo>
                  <a:lnTo>
                    <a:pt x="71581" y="2925"/>
                  </a:lnTo>
                  <a:lnTo>
                    <a:pt x="66323" y="2002"/>
                  </a:lnTo>
                  <a:lnTo>
                    <a:pt x="61038" y="1247"/>
                  </a:lnTo>
                  <a:lnTo>
                    <a:pt x="55732" y="661"/>
                  </a:lnTo>
                  <a:lnTo>
                    <a:pt x="50409" y="245"/>
                  </a:lnTo>
                  <a:lnTo>
                    <a:pt x="45076" y="0"/>
                  </a:lnTo>
                  <a:lnTo>
                    <a:pt x="40047" y="1670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5028" cy="167167"/>
            </a:xfrm>
            <a:custGeom>
              <a:avLst/>
              <a:pathLst>
                <a:path w="5028" h="167167">
                  <a:moveTo>
                    <a:pt x="5028" y="7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1" y="1071028"/>
              <a:ext cx="167167" cy="290628"/>
            </a:xfrm>
            <a:custGeom>
              <a:avLst/>
              <a:pathLst>
                <a:path w="167167" h="290628">
                  <a:moveTo>
                    <a:pt x="167167" y="0"/>
                  </a:moveTo>
                  <a:lnTo>
                    <a:pt x="161814" y="85"/>
                  </a:lnTo>
                  <a:lnTo>
                    <a:pt x="156468" y="342"/>
                  </a:lnTo>
                  <a:lnTo>
                    <a:pt x="151132" y="770"/>
                  </a:lnTo>
                  <a:lnTo>
                    <a:pt x="145813" y="1369"/>
                  </a:lnTo>
                  <a:lnTo>
                    <a:pt x="140515" y="2138"/>
                  </a:lnTo>
                  <a:lnTo>
                    <a:pt x="135245" y="3076"/>
                  </a:lnTo>
                  <a:lnTo>
                    <a:pt x="130008" y="4182"/>
                  </a:lnTo>
                  <a:lnTo>
                    <a:pt x="124808" y="5455"/>
                  </a:lnTo>
                  <a:lnTo>
                    <a:pt x="119652" y="6894"/>
                  </a:lnTo>
                  <a:lnTo>
                    <a:pt x="114545" y="8498"/>
                  </a:lnTo>
                  <a:lnTo>
                    <a:pt x="109492" y="10264"/>
                  </a:lnTo>
                  <a:lnTo>
                    <a:pt x="104498" y="12191"/>
                  </a:lnTo>
                  <a:lnTo>
                    <a:pt x="99568" y="14277"/>
                  </a:lnTo>
                  <a:lnTo>
                    <a:pt x="94708" y="16519"/>
                  </a:lnTo>
                  <a:lnTo>
                    <a:pt x="89922" y="18917"/>
                  </a:lnTo>
                  <a:lnTo>
                    <a:pt x="85215" y="21466"/>
                  </a:lnTo>
                  <a:lnTo>
                    <a:pt x="80592" y="24164"/>
                  </a:lnTo>
                  <a:lnTo>
                    <a:pt x="76058" y="27010"/>
                  </a:lnTo>
                  <a:lnTo>
                    <a:pt x="71617" y="29999"/>
                  </a:lnTo>
                  <a:lnTo>
                    <a:pt x="67274" y="33128"/>
                  </a:lnTo>
                  <a:lnTo>
                    <a:pt x="63034" y="36395"/>
                  </a:lnTo>
                  <a:lnTo>
                    <a:pt x="58900" y="39796"/>
                  </a:lnTo>
                  <a:lnTo>
                    <a:pt x="54878" y="43328"/>
                  </a:lnTo>
                  <a:lnTo>
                    <a:pt x="50970" y="46987"/>
                  </a:lnTo>
                  <a:lnTo>
                    <a:pt x="47182" y="50769"/>
                  </a:lnTo>
                  <a:lnTo>
                    <a:pt x="43517" y="54670"/>
                  </a:lnTo>
                  <a:lnTo>
                    <a:pt x="39978" y="58686"/>
                  </a:lnTo>
                  <a:lnTo>
                    <a:pt x="36570" y="62814"/>
                  </a:lnTo>
                  <a:lnTo>
                    <a:pt x="33296" y="67049"/>
                  </a:lnTo>
                  <a:lnTo>
                    <a:pt x="30159" y="71387"/>
                  </a:lnTo>
                  <a:lnTo>
                    <a:pt x="27163" y="75822"/>
                  </a:lnTo>
                  <a:lnTo>
                    <a:pt x="24310" y="80352"/>
                  </a:lnTo>
                  <a:lnTo>
                    <a:pt x="21604" y="84970"/>
                  </a:lnTo>
                  <a:lnTo>
                    <a:pt x="19046" y="89673"/>
                  </a:lnTo>
                  <a:lnTo>
                    <a:pt x="16641" y="94455"/>
                  </a:lnTo>
                  <a:lnTo>
                    <a:pt x="14390" y="99312"/>
                  </a:lnTo>
                  <a:lnTo>
                    <a:pt x="12296" y="104238"/>
                  </a:lnTo>
                  <a:lnTo>
                    <a:pt x="10361" y="109229"/>
                  </a:lnTo>
                  <a:lnTo>
                    <a:pt x="8586" y="114279"/>
                  </a:lnTo>
                  <a:lnTo>
                    <a:pt x="6974" y="119383"/>
                  </a:lnTo>
                  <a:lnTo>
                    <a:pt x="5526" y="124537"/>
                  </a:lnTo>
                  <a:lnTo>
                    <a:pt x="4244" y="129734"/>
                  </a:lnTo>
                  <a:lnTo>
                    <a:pt x="3129" y="134970"/>
                  </a:lnTo>
                  <a:lnTo>
                    <a:pt x="2182" y="140238"/>
                  </a:lnTo>
                  <a:lnTo>
                    <a:pt x="1405" y="145534"/>
                  </a:lnTo>
                  <a:lnTo>
                    <a:pt x="797" y="150853"/>
                  </a:lnTo>
                  <a:lnTo>
                    <a:pt x="360" y="156188"/>
                  </a:lnTo>
                  <a:lnTo>
                    <a:pt x="94" y="161534"/>
                  </a:lnTo>
                  <a:lnTo>
                    <a:pt x="0" y="166886"/>
                  </a:lnTo>
                  <a:lnTo>
                    <a:pt x="76" y="172238"/>
                  </a:lnTo>
                  <a:lnTo>
                    <a:pt x="324" y="177586"/>
                  </a:lnTo>
                  <a:lnTo>
                    <a:pt x="743" y="182922"/>
                  </a:lnTo>
                  <a:lnTo>
                    <a:pt x="1333" y="188242"/>
                  </a:lnTo>
                  <a:lnTo>
                    <a:pt x="2093" y="193541"/>
                  </a:lnTo>
                  <a:lnTo>
                    <a:pt x="3022" y="198813"/>
                  </a:lnTo>
                  <a:lnTo>
                    <a:pt x="4119" y="204052"/>
                  </a:lnTo>
                  <a:lnTo>
                    <a:pt x="5384" y="209254"/>
                  </a:lnTo>
                  <a:lnTo>
                    <a:pt x="6814" y="214412"/>
                  </a:lnTo>
                  <a:lnTo>
                    <a:pt x="8409" y="219522"/>
                  </a:lnTo>
                  <a:lnTo>
                    <a:pt x="10167" y="224578"/>
                  </a:lnTo>
                  <a:lnTo>
                    <a:pt x="12086" y="229575"/>
                  </a:lnTo>
                  <a:lnTo>
                    <a:pt x="14163" y="234508"/>
                  </a:lnTo>
                  <a:lnTo>
                    <a:pt x="16398" y="239373"/>
                  </a:lnTo>
                  <a:lnTo>
                    <a:pt x="18787" y="244163"/>
                  </a:lnTo>
                  <a:lnTo>
                    <a:pt x="21328" y="248874"/>
                  </a:lnTo>
                  <a:lnTo>
                    <a:pt x="24019" y="253502"/>
                  </a:lnTo>
                  <a:lnTo>
                    <a:pt x="26856" y="258040"/>
                  </a:lnTo>
                  <a:lnTo>
                    <a:pt x="29838" y="262486"/>
                  </a:lnTo>
                  <a:lnTo>
                    <a:pt x="32960" y="266834"/>
                  </a:lnTo>
                  <a:lnTo>
                    <a:pt x="36220" y="271080"/>
                  </a:lnTo>
                  <a:lnTo>
                    <a:pt x="39614" y="275219"/>
                  </a:lnTo>
                  <a:lnTo>
                    <a:pt x="43139" y="279248"/>
                  </a:lnTo>
                  <a:lnTo>
                    <a:pt x="46791" y="283161"/>
                  </a:lnTo>
                  <a:lnTo>
                    <a:pt x="50567" y="286956"/>
                  </a:lnTo>
                  <a:lnTo>
                    <a:pt x="54462" y="29062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2553" y="1238196"/>
              <a:ext cx="112704" cy="123460"/>
            </a:xfrm>
            <a:custGeom>
              <a:avLst/>
              <a:pathLst>
                <a:path w="112704" h="123460">
                  <a:moveTo>
                    <a:pt x="0" y="123460"/>
                  </a:moveTo>
                  <a:lnTo>
                    <a:pt x="11270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32553" y="1136609"/>
              <a:ext cx="279851" cy="268750"/>
            </a:xfrm>
            <a:custGeom>
              <a:avLst/>
              <a:pathLst>
                <a:path w="279851" h="268750">
                  <a:moveTo>
                    <a:pt x="0" y="225047"/>
                  </a:moveTo>
                  <a:lnTo>
                    <a:pt x="3991" y="228576"/>
                  </a:lnTo>
                  <a:lnTo>
                    <a:pt x="8092" y="231975"/>
                  </a:lnTo>
                  <a:lnTo>
                    <a:pt x="12300" y="235242"/>
                  </a:lnTo>
                  <a:lnTo>
                    <a:pt x="16610" y="238374"/>
                  </a:lnTo>
                  <a:lnTo>
                    <a:pt x="21017" y="241366"/>
                  </a:lnTo>
                  <a:lnTo>
                    <a:pt x="25518" y="244217"/>
                  </a:lnTo>
                  <a:lnTo>
                    <a:pt x="30107" y="246923"/>
                  </a:lnTo>
                  <a:lnTo>
                    <a:pt x="34780" y="249481"/>
                  </a:lnTo>
                  <a:lnTo>
                    <a:pt x="39532" y="251888"/>
                  </a:lnTo>
                  <a:lnTo>
                    <a:pt x="44358" y="254144"/>
                  </a:lnTo>
                  <a:lnTo>
                    <a:pt x="49254" y="256244"/>
                  </a:lnTo>
                  <a:lnTo>
                    <a:pt x="54214" y="258187"/>
                  </a:lnTo>
                  <a:lnTo>
                    <a:pt x="59234" y="259971"/>
                  </a:lnTo>
                  <a:lnTo>
                    <a:pt x="64307" y="261595"/>
                  </a:lnTo>
                  <a:lnTo>
                    <a:pt x="69431" y="263056"/>
                  </a:lnTo>
                  <a:lnTo>
                    <a:pt x="74598" y="264353"/>
                  </a:lnTo>
                  <a:lnTo>
                    <a:pt x="79803" y="265484"/>
                  </a:lnTo>
                  <a:lnTo>
                    <a:pt x="85042" y="266449"/>
                  </a:lnTo>
                  <a:lnTo>
                    <a:pt x="90310" y="267247"/>
                  </a:lnTo>
                  <a:lnTo>
                    <a:pt x="95599" y="267876"/>
                  </a:lnTo>
                  <a:lnTo>
                    <a:pt x="100907" y="268337"/>
                  </a:lnTo>
                  <a:lnTo>
                    <a:pt x="106226" y="268628"/>
                  </a:lnTo>
                  <a:lnTo>
                    <a:pt x="111552" y="268750"/>
                  </a:lnTo>
                  <a:lnTo>
                    <a:pt x="116879" y="268702"/>
                  </a:lnTo>
                  <a:lnTo>
                    <a:pt x="122202" y="268484"/>
                  </a:lnTo>
                  <a:lnTo>
                    <a:pt x="127515" y="268096"/>
                  </a:lnTo>
                  <a:lnTo>
                    <a:pt x="132813" y="267540"/>
                  </a:lnTo>
                  <a:lnTo>
                    <a:pt x="138091" y="266815"/>
                  </a:lnTo>
                  <a:lnTo>
                    <a:pt x="143343" y="265922"/>
                  </a:lnTo>
                  <a:lnTo>
                    <a:pt x="148564" y="264862"/>
                  </a:lnTo>
                  <a:lnTo>
                    <a:pt x="153748" y="263637"/>
                  </a:lnTo>
                  <a:lnTo>
                    <a:pt x="158891" y="262247"/>
                  </a:lnTo>
                  <a:lnTo>
                    <a:pt x="163986" y="260694"/>
                  </a:lnTo>
                  <a:lnTo>
                    <a:pt x="169030" y="258979"/>
                  </a:lnTo>
                  <a:lnTo>
                    <a:pt x="174017" y="257104"/>
                  </a:lnTo>
                  <a:lnTo>
                    <a:pt x="178941" y="255071"/>
                  </a:lnTo>
                  <a:lnTo>
                    <a:pt x="183798" y="252883"/>
                  </a:lnTo>
                  <a:lnTo>
                    <a:pt x="188583" y="250541"/>
                  </a:lnTo>
                  <a:lnTo>
                    <a:pt x="193290" y="248047"/>
                  </a:lnTo>
                  <a:lnTo>
                    <a:pt x="197916" y="245405"/>
                  </a:lnTo>
                  <a:lnTo>
                    <a:pt x="202456" y="242617"/>
                  </a:lnTo>
                  <a:lnTo>
                    <a:pt x="206904" y="239686"/>
                  </a:lnTo>
                  <a:lnTo>
                    <a:pt x="211256" y="236614"/>
                  </a:lnTo>
                  <a:lnTo>
                    <a:pt x="215509" y="233405"/>
                  </a:lnTo>
                  <a:lnTo>
                    <a:pt x="219657" y="230062"/>
                  </a:lnTo>
                  <a:lnTo>
                    <a:pt x="223696" y="226589"/>
                  </a:lnTo>
                  <a:lnTo>
                    <a:pt x="227623" y="222989"/>
                  </a:lnTo>
                  <a:lnTo>
                    <a:pt x="231433" y="219266"/>
                  </a:lnTo>
                  <a:lnTo>
                    <a:pt x="235122" y="215423"/>
                  </a:lnTo>
                  <a:lnTo>
                    <a:pt x="238688" y="211464"/>
                  </a:lnTo>
                  <a:lnTo>
                    <a:pt x="242125" y="207394"/>
                  </a:lnTo>
                  <a:lnTo>
                    <a:pt x="245430" y="203217"/>
                  </a:lnTo>
                  <a:lnTo>
                    <a:pt x="248601" y="198936"/>
                  </a:lnTo>
                  <a:lnTo>
                    <a:pt x="251634" y="194556"/>
                  </a:lnTo>
                  <a:lnTo>
                    <a:pt x="254526" y="190082"/>
                  </a:lnTo>
                  <a:lnTo>
                    <a:pt x="257274" y="185518"/>
                  </a:lnTo>
                  <a:lnTo>
                    <a:pt x="259875" y="180869"/>
                  </a:lnTo>
                  <a:lnTo>
                    <a:pt x="262326" y="176139"/>
                  </a:lnTo>
                  <a:lnTo>
                    <a:pt x="264626" y="171334"/>
                  </a:lnTo>
                  <a:lnTo>
                    <a:pt x="266771" y="166458"/>
                  </a:lnTo>
                  <a:lnTo>
                    <a:pt x="268760" y="161516"/>
                  </a:lnTo>
                  <a:lnTo>
                    <a:pt x="270590" y="156513"/>
                  </a:lnTo>
                  <a:lnTo>
                    <a:pt x="272260" y="151454"/>
                  </a:lnTo>
                  <a:lnTo>
                    <a:pt x="273768" y="146345"/>
                  </a:lnTo>
                  <a:lnTo>
                    <a:pt x="275113" y="141190"/>
                  </a:lnTo>
                  <a:lnTo>
                    <a:pt x="276292" y="135995"/>
                  </a:lnTo>
                  <a:lnTo>
                    <a:pt x="277306" y="130765"/>
                  </a:lnTo>
                  <a:lnTo>
                    <a:pt x="278152" y="125505"/>
                  </a:lnTo>
                  <a:lnTo>
                    <a:pt x="278830" y="120221"/>
                  </a:lnTo>
                  <a:lnTo>
                    <a:pt x="279339" y="114918"/>
                  </a:lnTo>
                  <a:lnTo>
                    <a:pt x="279679" y="109602"/>
                  </a:lnTo>
                  <a:lnTo>
                    <a:pt x="279850" y="104277"/>
                  </a:lnTo>
                  <a:lnTo>
                    <a:pt x="279851" y="98950"/>
                  </a:lnTo>
                  <a:lnTo>
                    <a:pt x="279682" y="93625"/>
                  </a:lnTo>
                  <a:lnTo>
                    <a:pt x="279344" y="88309"/>
                  </a:lnTo>
                  <a:lnTo>
                    <a:pt x="278836" y="83006"/>
                  </a:lnTo>
                  <a:lnTo>
                    <a:pt x="278159" y="77722"/>
                  </a:lnTo>
                  <a:lnTo>
                    <a:pt x="277315" y="72462"/>
                  </a:lnTo>
                  <a:lnTo>
                    <a:pt x="276303" y="67232"/>
                  </a:lnTo>
                  <a:lnTo>
                    <a:pt x="275126" y="62036"/>
                  </a:lnTo>
                  <a:lnTo>
                    <a:pt x="273783" y="56881"/>
                  </a:lnTo>
                  <a:lnTo>
                    <a:pt x="272277" y="51771"/>
                  </a:lnTo>
                  <a:lnTo>
                    <a:pt x="270608" y="46712"/>
                  </a:lnTo>
                  <a:lnTo>
                    <a:pt x="268780" y="41708"/>
                  </a:lnTo>
                  <a:lnTo>
                    <a:pt x="266792" y="36765"/>
                  </a:lnTo>
                  <a:lnTo>
                    <a:pt x="264649" y="31888"/>
                  </a:lnTo>
                  <a:lnTo>
                    <a:pt x="262351" y="27082"/>
                  </a:lnTo>
                  <a:lnTo>
                    <a:pt x="259901" y="22352"/>
                  </a:lnTo>
                  <a:lnTo>
                    <a:pt x="257301" y="17702"/>
                  </a:lnTo>
                  <a:lnTo>
                    <a:pt x="254555" y="13137"/>
                  </a:lnTo>
                  <a:lnTo>
                    <a:pt x="251665" y="8662"/>
                  </a:lnTo>
                  <a:lnTo>
                    <a:pt x="248633" y="4281"/>
                  </a:lnTo>
                  <a:lnTo>
                    <a:pt x="245464" y="0"/>
                  </a:lnTo>
                  <a:lnTo>
                    <a:pt x="112704" y="1015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2759" cy="167167"/>
            </a:xfrm>
            <a:custGeom>
              <a:avLst/>
              <a:pathLst>
                <a:path w="132759" h="167167">
                  <a:moveTo>
                    <a:pt x="132759" y="65580"/>
                  </a:moveTo>
                  <a:lnTo>
                    <a:pt x="129359" y="61284"/>
                  </a:lnTo>
                  <a:lnTo>
                    <a:pt x="125820" y="57103"/>
                  </a:lnTo>
                  <a:lnTo>
                    <a:pt x="122146" y="53039"/>
                  </a:lnTo>
                  <a:lnTo>
                    <a:pt x="118341" y="49098"/>
                  </a:lnTo>
                  <a:lnTo>
                    <a:pt x="114408" y="45284"/>
                  </a:lnTo>
                  <a:lnTo>
                    <a:pt x="110353" y="41600"/>
                  </a:lnTo>
                  <a:lnTo>
                    <a:pt x="106180" y="38052"/>
                  </a:lnTo>
                  <a:lnTo>
                    <a:pt x="101892" y="34642"/>
                  </a:lnTo>
                  <a:lnTo>
                    <a:pt x="97495" y="31374"/>
                  </a:lnTo>
                  <a:lnTo>
                    <a:pt x="92993" y="28253"/>
                  </a:lnTo>
                  <a:lnTo>
                    <a:pt x="88391" y="25280"/>
                  </a:lnTo>
                  <a:lnTo>
                    <a:pt x="83694" y="22460"/>
                  </a:lnTo>
                  <a:lnTo>
                    <a:pt x="78908" y="19795"/>
                  </a:lnTo>
                  <a:lnTo>
                    <a:pt x="74036" y="17289"/>
                  </a:lnTo>
                  <a:lnTo>
                    <a:pt x="69086" y="14943"/>
                  </a:lnTo>
                  <a:lnTo>
                    <a:pt x="64061" y="12761"/>
                  </a:lnTo>
                  <a:lnTo>
                    <a:pt x="58967" y="10745"/>
                  </a:lnTo>
                  <a:lnTo>
                    <a:pt x="53810" y="8897"/>
                  </a:lnTo>
                  <a:lnTo>
                    <a:pt x="48595" y="7219"/>
                  </a:lnTo>
                  <a:lnTo>
                    <a:pt x="43328" y="5712"/>
                  </a:lnTo>
                  <a:lnTo>
                    <a:pt x="38014" y="4379"/>
                  </a:lnTo>
                  <a:lnTo>
                    <a:pt x="32659" y="3221"/>
                  </a:lnTo>
                  <a:lnTo>
                    <a:pt x="27270" y="2239"/>
                  </a:lnTo>
                  <a:lnTo>
                    <a:pt x="21851" y="1434"/>
                  </a:lnTo>
                  <a:lnTo>
                    <a:pt x="16409" y="807"/>
                  </a:lnTo>
                  <a:lnTo>
                    <a:pt x="10949" y="358"/>
                  </a:lnTo>
                  <a:lnTo>
                    <a:pt x="547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7242" y="941493"/>
              <a:ext cx="86302" cy="167167"/>
            </a:xfrm>
            <a:custGeom>
              <a:avLst/>
              <a:pathLst>
                <a:path w="86302" h="167167">
                  <a:moveTo>
                    <a:pt x="86302" y="0"/>
                  </a:moveTo>
                  <a:lnTo>
                    <a:pt x="80635" y="96"/>
                  </a:lnTo>
                  <a:lnTo>
                    <a:pt x="74975" y="384"/>
                  </a:lnTo>
                  <a:lnTo>
                    <a:pt x="69327" y="864"/>
                  </a:lnTo>
                  <a:lnTo>
                    <a:pt x="63700" y="1534"/>
                  </a:lnTo>
                  <a:lnTo>
                    <a:pt x="58098" y="2396"/>
                  </a:lnTo>
                  <a:lnTo>
                    <a:pt x="52529" y="3447"/>
                  </a:lnTo>
                  <a:lnTo>
                    <a:pt x="46998" y="4686"/>
                  </a:lnTo>
                  <a:lnTo>
                    <a:pt x="41513" y="6111"/>
                  </a:lnTo>
                  <a:lnTo>
                    <a:pt x="36079" y="7722"/>
                  </a:lnTo>
                  <a:lnTo>
                    <a:pt x="30703" y="9516"/>
                  </a:lnTo>
                  <a:lnTo>
                    <a:pt x="25391" y="11491"/>
                  </a:lnTo>
                  <a:lnTo>
                    <a:pt x="20149" y="13646"/>
                  </a:lnTo>
                  <a:lnTo>
                    <a:pt x="14983" y="15976"/>
                  </a:lnTo>
                  <a:lnTo>
                    <a:pt x="9899" y="18481"/>
                  </a:lnTo>
                  <a:lnTo>
                    <a:pt x="4902" y="21156"/>
                  </a:lnTo>
                  <a:lnTo>
                    <a:pt x="0" y="24000"/>
                  </a:lnTo>
                  <a:lnTo>
                    <a:pt x="8630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95" y="949109"/>
              <a:ext cx="334315" cy="326715"/>
            </a:xfrm>
            <a:custGeom>
              <a:avLst/>
              <a:pathLst>
                <a:path w="334315" h="326715">
                  <a:moveTo>
                    <a:pt x="80846" y="16384"/>
                  </a:moveTo>
                  <a:lnTo>
                    <a:pt x="76364" y="19183"/>
                  </a:lnTo>
                  <a:lnTo>
                    <a:pt x="71972" y="22123"/>
                  </a:lnTo>
                  <a:lnTo>
                    <a:pt x="67676" y="25200"/>
                  </a:lnTo>
                  <a:lnTo>
                    <a:pt x="63479" y="28411"/>
                  </a:lnTo>
                  <a:lnTo>
                    <a:pt x="59385" y="31754"/>
                  </a:lnTo>
                  <a:lnTo>
                    <a:pt x="55400" y="35224"/>
                  </a:lnTo>
                  <a:lnTo>
                    <a:pt x="51526" y="38818"/>
                  </a:lnTo>
                  <a:lnTo>
                    <a:pt x="47767" y="42533"/>
                  </a:lnTo>
                  <a:lnTo>
                    <a:pt x="44128" y="46365"/>
                  </a:lnTo>
                  <a:lnTo>
                    <a:pt x="40612" y="50311"/>
                  </a:lnTo>
                  <a:lnTo>
                    <a:pt x="37222" y="54365"/>
                  </a:lnTo>
                  <a:lnTo>
                    <a:pt x="33962" y="58524"/>
                  </a:lnTo>
                  <a:lnTo>
                    <a:pt x="30835" y="62785"/>
                  </a:lnTo>
                  <a:lnTo>
                    <a:pt x="27845" y="67142"/>
                  </a:lnTo>
                  <a:lnTo>
                    <a:pt x="24993" y="71591"/>
                  </a:lnTo>
                  <a:lnTo>
                    <a:pt x="22284" y="76129"/>
                  </a:lnTo>
                  <a:lnTo>
                    <a:pt x="19719" y="80749"/>
                  </a:lnTo>
                  <a:lnTo>
                    <a:pt x="17302" y="85449"/>
                  </a:lnTo>
                  <a:lnTo>
                    <a:pt x="15035" y="90222"/>
                  </a:lnTo>
                  <a:lnTo>
                    <a:pt x="12919" y="95065"/>
                  </a:lnTo>
                  <a:lnTo>
                    <a:pt x="10958" y="99972"/>
                  </a:lnTo>
                  <a:lnTo>
                    <a:pt x="9153" y="104939"/>
                  </a:lnTo>
                  <a:lnTo>
                    <a:pt x="7506" y="109961"/>
                  </a:lnTo>
                  <a:lnTo>
                    <a:pt x="6018" y="115032"/>
                  </a:lnTo>
                  <a:lnTo>
                    <a:pt x="4691" y="120147"/>
                  </a:lnTo>
                  <a:lnTo>
                    <a:pt x="3527" y="125302"/>
                  </a:lnTo>
                  <a:lnTo>
                    <a:pt x="2526" y="130491"/>
                  </a:lnTo>
                  <a:lnTo>
                    <a:pt x="1690" y="135709"/>
                  </a:lnTo>
                  <a:lnTo>
                    <a:pt x="1019" y="140951"/>
                  </a:lnTo>
                  <a:lnTo>
                    <a:pt x="514" y="146211"/>
                  </a:lnTo>
                  <a:lnTo>
                    <a:pt x="175" y="151485"/>
                  </a:lnTo>
                  <a:lnTo>
                    <a:pt x="4" y="156767"/>
                  </a:lnTo>
                  <a:lnTo>
                    <a:pt x="0" y="162052"/>
                  </a:lnTo>
                  <a:lnTo>
                    <a:pt x="162" y="167334"/>
                  </a:lnTo>
                  <a:lnTo>
                    <a:pt x="492" y="172609"/>
                  </a:lnTo>
                  <a:lnTo>
                    <a:pt x="988" y="177870"/>
                  </a:lnTo>
                  <a:lnTo>
                    <a:pt x="1650" y="183113"/>
                  </a:lnTo>
                  <a:lnTo>
                    <a:pt x="2477" y="188332"/>
                  </a:lnTo>
                  <a:lnTo>
                    <a:pt x="3469" y="193523"/>
                  </a:lnTo>
                  <a:lnTo>
                    <a:pt x="4625" y="198680"/>
                  </a:lnTo>
                  <a:lnTo>
                    <a:pt x="5943" y="203798"/>
                  </a:lnTo>
                  <a:lnTo>
                    <a:pt x="7422" y="208871"/>
                  </a:lnTo>
                  <a:lnTo>
                    <a:pt x="9061" y="213895"/>
                  </a:lnTo>
                  <a:lnTo>
                    <a:pt x="10858" y="218865"/>
                  </a:lnTo>
                  <a:lnTo>
                    <a:pt x="12811" y="223776"/>
                  </a:lnTo>
                  <a:lnTo>
                    <a:pt x="14918" y="228622"/>
                  </a:lnTo>
                  <a:lnTo>
                    <a:pt x="17177" y="233400"/>
                  </a:lnTo>
                  <a:lnTo>
                    <a:pt x="19586" y="238103"/>
                  </a:lnTo>
                  <a:lnTo>
                    <a:pt x="22143" y="242728"/>
                  </a:lnTo>
                  <a:lnTo>
                    <a:pt x="24845" y="247270"/>
                  </a:lnTo>
                  <a:lnTo>
                    <a:pt x="27688" y="251724"/>
                  </a:lnTo>
                  <a:lnTo>
                    <a:pt x="30672" y="256087"/>
                  </a:lnTo>
                  <a:lnTo>
                    <a:pt x="33791" y="260352"/>
                  </a:lnTo>
                  <a:lnTo>
                    <a:pt x="37044" y="264517"/>
                  </a:lnTo>
                  <a:lnTo>
                    <a:pt x="40427" y="268577"/>
                  </a:lnTo>
                  <a:lnTo>
                    <a:pt x="43937" y="272528"/>
                  </a:lnTo>
                  <a:lnTo>
                    <a:pt x="47569" y="276366"/>
                  </a:lnTo>
                  <a:lnTo>
                    <a:pt x="51322" y="280088"/>
                  </a:lnTo>
                  <a:lnTo>
                    <a:pt x="55190" y="283689"/>
                  </a:lnTo>
                  <a:lnTo>
                    <a:pt x="59169" y="287166"/>
                  </a:lnTo>
                  <a:lnTo>
                    <a:pt x="63257" y="290515"/>
                  </a:lnTo>
                  <a:lnTo>
                    <a:pt x="67449" y="293734"/>
                  </a:lnTo>
                  <a:lnTo>
                    <a:pt x="71740" y="296818"/>
                  </a:lnTo>
                  <a:lnTo>
                    <a:pt x="76126" y="299765"/>
                  </a:lnTo>
                  <a:lnTo>
                    <a:pt x="80604" y="302572"/>
                  </a:lnTo>
                  <a:lnTo>
                    <a:pt x="85168" y="305236"/>
                  </a:lnTo>
                  <a:lnTo>
                    <a:pt x="89814" y="307755"/>
                  </a:lnTo>
                  <a:lnTo>
                    <a:pt x="94537" y="310125"/>
                  </a:lnTo>
                  <a:lnTo>
                    <a:pt x="99333" y="312345"/>
                  </a:lnTo>
                  <a:lnTo>
                    <a:pt x="104197" y="314412"/>
                  </a:lnTo>
                  <a:lnTo>
                    <a:pt x="109123" y="316325"/>
                  </a:lnTo>
                  <a:lnTo>
                    <a:pt x="114108" y="318081"/>
                  </a:lnTo>
                  <a:lnTo>
                    <a:pt x="119145" y="319678"/>
                  </a:lnTo>
                  <a:lnTo>
                    <a:pt x="124231" y="321115"/>
                  </a:lnTo>
                  <a:lnTo>
                    <a:pt x="129359" y="322391"/>
                  </a:lnTo>
                  <a:lnTo>
                    <a:pt x="134525" y="323504"/>
                  </a:lnTo>
                  <a:lnTo>
                    <a:pt x="139724" y="324454"/>
                  </a:lnTo>
                  <a:lnTo>
                    <a:pt x="144950" y="325238"/>
                  </a:lnTo>
                  <a:lnTo>
                    <a:pt x="150198" y="325857"/>
                  </a:lnTo>
                  <a:lnTo>
                    <a:pt x="155464" y="326310"/>
                  </a:lnTo>
                  <a:lnTo>
                    <a:pt x="160741" y="326596"/>
                  </a:lnTo>
                  <a:lnTo>
                    <a:pt x="166024" y="326715"/>
                  </a:lnTo>
                  <a:lnTo>
                    <a:pt x="171308" y="326667"/>
                  </a:lnTo>
                  <a:lnTo>
                    <a:pt x="176589" y="326452"/>
                  </a:lnTo>
                  <a:lnTo>
                    <a:pt x="181860" y="326070"/>
                  </a:lnTo>
                  <a:lnTo>
                    <a:pt x="187116" y="325522"/>
                  </a:lnTo>
                  <a:lnTo>
                    <a:pt x="192352" y="324808"/>
                  </a:lnTo>
                  <a:lnTo>
                    <a:pt x="197563" y="323928"/>
                  </a:lnTo>
                  <a:lnTo>
                    <a:pt x="202744" y="322885"/>
                  </a:lnTo>
                  <a:lnTo>
                    <a:pt x="207889" y="321678"/>
                  </a:lnTo>
                  <a:lnTo>
                    <a:pt x="212993" y="320309"/>
                  </a:lnTo>
                  <a:lnTo>
                    <a:pt x="218052" y="318780"/>
                  </a:lnTo>
                  <a:lnTo>
                    <a:pt x="223059" y="317091"/>
                  </a:lnTo>
                  <a:lnTo>
                    <a:pt x="228011" y="315245"/>
                  </a:lnTo>
                  <a:lnTo>
                    <a:pt x="232902" y="313244"/>
                  </a:lnTo>
                  <a:lnTo>
                    <a:pt x="237727" y="311088"/>
                  </a:lnTo>
                  <a:lnTo>
                    <a:pt x="242482" y="308782"/>
                  </a:lnTo>
                  <a:lnTo>
                    <a:pt x="247161" y="306326"/>
                  </a:lnTo>
                  <a:lnTo>
                    <a:pt x="251761" y="303723"/>
                  </a:lnTo>
                  <a:lnTo>
                    <a:pt x="256276" y="300977"/>
                  </a:lnTo>
                  <a:lnTo>
                    <a:pt x="260702" y="298089"/>
                  </a:lnTo>
                  <a:lnTo>
                    <a:pt x="265034" y="295062"/>
                  </a:lnTo>
                  <a:lnTo>
                    <a:pt x="269268" y="291901"/>
                  </a:lnTo>
                  <a:lnTo>
                    <a:pt x="273401" y="288607"/>
                  </a:lnTo>
                  <a:lnTo>
                    <a:pt x="277427" y="285184"/>
                  </a:lnTo>
                  <a:lnTo>
                    <a:pt x="281343" y="281635"/>
                  </a:lnTo>
                  <a:lnTo>
                    <a:pt x="285145" y="277964"/>
                  </a:lnTo>
                  <a:lnTo>
                    <a:pt x="288829" y="274175"/>
                  </a:lnTo>
                  <a:lnTo>
                    <a:pt x="292391" y="270272"/>
                  </a:lnTo>
                  <a:lnTo>
                    <a:pt x="295829" y="266258"/>
                  </a:lnTo>
                  <a:lnTo>
                    <a:pt x="299137" y="262137"/>
                  </a:lnTo>
                  <a:lnTo>
                    <a:pt x="302314" y="257914"/>
                  </a:lnTo>
                  <a:lnTo>
                    <a:pt x="305356" y="253592"/>
                  </a:lnTo>
                  <a:lnTo>
                    <a:pt x="308259" y="249176"/>
                  </a:lnTo>
                  <a:lnTo>
                    <a:pt x="311022" y="244671"/>
                  </a:lnTo>
                  <a:lnTo>
                    <a:pt x="313640" y="240081"/>
                  </a:lnTo>
                  <a:lnTo>
                    <a:pt x="316112" y="235410"/>
                  </a:lnTo>
                  <a:lnTo>
                    <a:pt x="318436" y="230664"/>
                  </a:lnTo>
                  <a:lnTo>
                    <a:pt x="320608" y="225846"/>
                  </a:lnTo>
                  <a:lnTo>
                    <a:pt x="322627" y="220962"/>
                  </a:lnTo>
                  <a:lnTo>
                    <a:pt x="324490" y="216017"/>
                  </a:lnTo>
                  <a:lnTo>
                    <a:pt x="326197" y="211015"/>
                  </a:lnTo>
                  <a:lnTo>
                    <a:pt x="327744" y="205962"/>
                  </a:lnTo>
                  <a:lnTo>
                    <a:pt x="329131" y="200863"/>
                  </a:lnTo>
                  <a:lnTo>
                    <a:pt x="330356" y="195722"/>
                  </a:lnTo>
                  <a:lnTo>
                    <a:pt x="331417" y="190545"/>
                  </a:lnTo>
                  <a:lnTo>
                    <a:pt x="332315" y="185337"/>
                  </a:lnTo>
                  <a:lnTo>
                    <a:pt x="333047" y="180103"/>
                  </a:lnTo>
                  <a:lnTo>
                    <a:pt x="333614" y="174849"/>
                  </a:lnTo>
                  <a:lnTo>
                    <a:pt x="334015" y="169579"/>
                  </a:lnTo>
                  <a:lnTo>
                    <a:pt x="334248" y="164300"/>
                  </a:lnTo>
                  <a:lnTo>
                    <a:pt x="334315" y="159016"/>
                  </a:lnTo>
                  <a:lnTo>
                    <a:pt x="334214" y="153732"/>
                  </a:lnTo>
                  <a:lnTo>
                    <a:pt x="333947" y="148454"/>
                  </a:lnTo>
                  <a:lnTo>
                    <a:pt x="333513" y="143187"/>
                  </a:lnTo>
                  <a:lnTo>
                    <a:pt x="332912" y="137937"/>
                  </a:lnTo>
                  <a:lnTo>
                    <a:pt x="332146" y="132708"/>
                  </a:lnTo>
                  <a:lnTo>
                    <a:pt x="331215" y="127506"/>
                  </a:lnTo>
                  <a:lnTo>
                    <a:pt x="330121" y="122336"/>
                  </a:lnTo>
                  <a:lnTo>
                    <a:pt x="328863" y="117203"/>
                  </a:lnTo>
                  <a:lnTo>
                    <a:pt x="327443" y="112112"/>
                  </a:lnTo>
                  <a:lnTo>
                    <a:pt x="325864" y="107069"/>
                  </a:lnTo>
                  <a:lnTo>
                    <a:pt x="324126" y="102079"/>
                  </a:lnTo>
                  <a:lnTo>
                    <a:pt x="322230" y="97145"/>
                  </a:lnTo>
                  <a:lnTo>
                    <a:pt x="320180" y="92275"/>
                  </a:lnTo>
                  <a:lnTo>
                    <a:pt x="317977" y="87471"/>
                  </a:lnTo>
                  <a:lnTo>
                    <a:pt x="315624" y="82739"/>
                  </a:lnTo>
                  <a:lnTo>
                    <a:pt x="313121" y="78085"/>
                  </a:lnTo>
                  <a:lnTo>
                    <a:pt x="310473" y="73511"/>
                  </a:lnTo>
                  <a:lnTo>
                    <a:pt x="307682" y="69024"/>
                  </a:lnTo>
                  <a:lnTo>
                    <a:pt x="304750" y="64627"/>
                  </a:lnTo>
                  <a:lnTo>
                    <a:pt x="301681" y="60325"/>
                  </a:lnTo>
                  <a:lnTo>
                    <a:pt x="298478" y="56122"/>
                  </a:lnTo>
                  <a:lnTo>
                    <a:pt x="295143" y="52022"/>
                  </a:lnTo>
                  <a:lnTo>
                    <a:pt x="291680" y="48030"/>
                  </a:lnTo>
                  <a:lnTo>
                    <a:pt x="288092" y="44150"/>
                  </a:lnTo>
                  <a:lnTo>
                    <a:pt x="284384" y="40384"/>
                  </a:lnTo>
                  <a:lnTo>
                    <a:pt x="280559" y="36738"/>
                  </a:lnTo>
                  <a:lnTo>
                    <a:pt x="276620" y="33215"/>
                  </a:lnTo>
                  <a:lnTo>
                    <a:pt x="272572" y="29818"/>
                  </a:lnTo>
                  <a:lnTo>
                    <a:pt x="268419" y="26550"/>
                  </a:lnTo>
                  <a:lnTo>
                    <a:pt x="264164" y="23415"/>
                  </a:lnTo>
                  <a:lnTo>
                    <a:pt x="259812" y="20417"/>
                  </a:lnTo>
                  <a:lnTo>
                    <a:pt x="255368" y="17557"/>
                  </a:lnTo>
                  <a:lnTo>
                    <a:pt x="250836" y="14840"/>
                  </a:lnTo>
                  <a:lnTo>
                    <a:pt x="246220" y="12267"/>
                  </a:lnTo>
                  <a:lnTo>
                    <a:pt x="241525" y="9841"/>
                  </a:lnTo>
                  <a:lnTo>
                    <a:pt x="236755" y="7565"/>
                  </a:lnTo>
                  <a:lnTo>
                    <a:pt x="231916" y="5441"/>
                  </a:lnTo>
                  <a:lnTo>
                    <a:pt x="227013" y="3470"/>
                  </a:lnTo>
                  <a:lnTo>
                    <a:pt x="222049" y="1656"/>
                  </a:lnTo>
                  <a:lnTo>
                    <a:pt x="217031" y="0"/>
                  </a:lnTo>
                  <a:lnTo>
                    <a:pt x="167148" y="1595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9882" cy="167167"/>
            </a:xfrm>
            <a:custGeom>
              <a:avLst/>
              <a:pathLst>
                <a:path w="49882" h="167167">
                  <a:moveTo>
                    <a:pt x="49882" y="7615"/>
                  </a:moveTo>
                  <a:lnTo>
                    <a:pt x="43804" y="5841"/>
                  </a:lnTo>
                  <a:lnTo>
                    <a:pt x="37664" y="4298"/>
                  </a:lnTo>
                  <a:lnTo>
                    <a:pt x="31469" y="2988"/>
                  </a:lnTo>
                  <a:lnTo>
                    <a:pt x="25230" y="1914"/>
                  </a:lnTo>
                  <a:lnTo>
                    <a:pt x="18954" y="1078"/>
                  </a:lnTo>
                  <a:lnTo>
                    <a:pt x="12651" y="479"/>
                  </a:lnTo>
                  <a:lnTo>
                    <a:pt x="633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2575" y="941493"/>
              <a:ext cx="53640" cy="167167"/>
            </a:xfrm>
            <a:custGeom>
              <a:avLst/>
              <a:pathLst>
                <a:path w="53640" h="167167">
                  <a:moveTo>
                    <a:pt x="53640" y="0"/>
                  </a:moveTo>
                  <a:lnTo>
                    <a:pt x="47574" y="110"/>
                  </a:lnTo>
                  <a:lnTo>
                    <a:pt x="41516" y="440"/>
                  </a:lnTo>
                  <a:lnTo>
                    <a:pt x="35473" y="989"/>
                  </a:lnTo>
                  <a:lnTo>
                    <a:pt x="29455" y="1758"/>
                  </a:lnTo>
                  <a:lnTo>
                    <a:pt x="23469" y="2745"/>
                  </a:lnTo>
                  <a:lnTo>
                    <a:pt x="17523" y="3948"/>
                  </a:lnTo>
                  <a:lnTo>
                    <a:pt x="11624" y="5366"/>
                  </a:lnTo>
                  <a:lnTo>
                    <a:pt x="5780" y="6997"/>
                  </a:lnTo>
                  <a:lnTo>
                    <a:pt x="0" y="8839"/>
                  </a:lnTo>
                  <a:lnTo>
                    <a:pt x="5364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2575" y="950332"/>
              <a:ext cx="53640" cy="158327"/>
            </a:xfrm>
            <a:custGeom>
              <a:avLst/>
              <a:pathLst>
                <a:path w="53640" h="158327">
                  <a:moveTo>
                    <a:pt x="0" y="0"/>
                  </a:moveTo>
                  <a:lnTo>
                    <a:pt x="53640" y="1583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8" y="950332"/>
              <a:ext cx="167167" cy="312772"/>
            </a:xfrm>
            <a:custGeom>
              <a:avLst/>
              <a:pathLst>
                <a:path w="167167" h="312772">
                  <a:moveTo>
                    <a:pt x="113527" y="0"/>
                  </a:moveTo>
                  <a:lnTo>
                    <a:pt x="108509" y="1789"/>
                  </a:lnTo>
                  <a:lnTo>
                    <a:pt x="103550" y="3738"/>
                  </a:lnTo>
                  <a:lnTo>
                    <a:pt x="98656" y="5844"/>
                  </a:lnTo>
                  <a:lnTo>
                    <a:pt x="93832" y="8104"/>
                  </a:lnTo>
                  <a:lnTo>
                    <a:pt x="89082" y="10518"/>
                  </a:lnTo>
                  <a:lnTo>
                    <a:pt x="84411" y="13081"/>
                  </a:lnTo>
                  <a:lnTo>
                    <a:pt x="79825" y="15792"/>
                  </a:lnTo>
                  <a:lnTo>
                    <a:pt x="75327" y="18648"/>
                  </a:lnTo>
                  <a:lnTo>
                    <a:pt x="70923" y="21645"/>
                  </a:lnTo>
                  <a:lnTo>
                    <a:pt x="66616" y="24782"/>
                  </a:lnTo>
                  <a:lnTo>
                    <a:pt x="62411" y="28054"/>
                  </a:lnTo>
                  <a:lnTo>
                    <a:pt x="58313" y="31458"/>
                  </a:lnTo>
                  <a:lnTo>
                    <a:pt x="54326" y="34991"/>
                  </a:lnTo>
                  <a:lnTo>
                    <a:pt x="50453" y="38650"/>
                  </a:lnTo>
                  <a:lnTo>
                    <a:pt x="46698" y="42430"/>
                  </a:lnTo>
                  <a:lnTo>
                    <a:pt x="43066" y="46328"/>
                  </a:lnTo>
                  <a:lnTo>
                    <a:pt x="39560" y="50339"/>
                  </a:lnTo>
                  <a:lnTo>
                    <a:pt x="36184" y="54460"/>
                  </a:lnTo>
                  <a:lnTo>
                    <a:pt x="32940" y="58687"/>
                  </a:lnTo>
                  <a:lnTo>
                    <a:pt x="29833" y="63015"/>
                  </a:lnTo>
                  <a:lnTo>
                    <a:pt x="26866" y="67440"/>
                  </a:lnTo>
                  <a:lnTo>
                    <a:pt x="24041" y="71957"/>
                  </a:lnTo>
                  <a:lnTo>
                    <a:pt x="21361" y="76562"/>
                  </a:lnTo>
                  <a:lnTo>
                    <a:pt x="18829" y="81250"/>
                  </a:lnTo>
                  <a:lnTo>
                    <a:pt x="16449" y="86016"/>
                  </a:lnTo>
                  <a:lnTo>
                    <a:pt x="14221" y="90856"/>
                  </a:lnTo>
                  <a:lnTo>
                    <a:pt x="12148" y="95764"/>
                  </a:lnTo>
                  <a:lnTo>
                    <a:pt x="10233" y="100735"/>
                  </a:lnTo>
                  <a:lnTo>
                    <a:pt x="8478" y="105766"/>
                  </a:lnTo>
                  <a:lnTo>
                    <a:pt x="6883" y="110849"/>
                  </a:lnTo>
                  <a:lnTo>
                    <a:pt x="5452" y="115981"/>
                  </a:lnTo>
                  <a:lnTo>
                    <a:pt x="4185" y="121156"/>
                  </a:lnTo>
                  <a:lnTo>
                    <a:pt x="3083" y="126368"/>
                  </a:lnTo>
                  <a:lnTo>
                    <a:pt x="2148" y="131613"/>
                  </a:lnTo>
                  <a:lnTo>
                    <a:pt x="1380" y="136886"/>
                  </a:lnTo>
                  <a:lnTo>
                    <a:pt x="781" y="142180"/>
                  </a:lnTo>
                  <a:lnTo>
                    <a:pt x="351" y="147490"/>
                  </a:lnTo>
                  <a:lnTo>
                    <a:pt x="90" y="152811"/>
                  </a:lnTo>
                  <a:lnTo>
                    <a:pt x="0" y="158138"/>
                  </a:lnTo>
                  <a:lnTo>
                    <a:pt x="78" y="163465"/>
                  </a:lnTo>
                  <a:lnTo>
                    <a:pt x="327" y="168787"/>
                  </a:lnTo>
                  <a:lnTo>
                    <a:pt x="745" y="174099"/>
                  </a:lnTo>
                  <a:lnTo>
                    <a:pt x="1332" y="179394"/>
                  </a:lnTo>
                  <a:lnTo>
                    <a:pt x="2088" y="184668"/>
                  </a:lnTo>
                  <a:lnTo>
                    <a:pt x="3011" y="189915"/>
                  </a:lnTo>
                  <a:lnTo>
                    <a:pt x="4101" y="195130"/>
                  </a:lnTo>
                  <a:lnTo>
                    <a:pt x="5356" y="200308"/>
                  </a:lnTo>
                  <a:lnTo>
                    <a:pt x="6776" y="205443"/>
                  </a:lnTo>
                  <a:lnTo>
                    <a:pt x="8359" y="210530"/>
                  </a:lnTo>
                  <a:lnTo>
                    <a:pt x="10103" y="215564"/>
                  </a:lnTo>
                  <a:lnTo>
                    <a:pt x="12007" y="220540"/>
                  </a:lnTo>
                  <a:lnTo>
                    <a:pt x="14069" y="225453"/>
                  </a:lnTo>
                  <a:lnTo>
                    <a:pt x="16285" y="230298"/>
                  </a:lnTo>
                  <a:lnTo>
                    <a:pt x="18655" y="235069"/>
                  </a:lnTo>
                  <a:lnTo>
                    <a:pt x="21176" y="239763"/>
                  </a:lnTo>
                  <a:lnTo>
                    <a:pt x="23846" y="244374"/>
                  </a:lnTo>
                  <a:lnTo>
                    <a:pt x="26660" y="248897"/>
                  </a:lnTo>
                  <a:lnTo>
                    <a:pt x="29618" y="253329"/>
                  </a:lnTo>
                  <a:lnTo>
                    <a:pt x="32715" y="257664"/>
                  </a:lnTo>
                  <a:lnTo>
                    <a:pt x="35949" y="261898"/>
                  </a:lnTo>
                  <a:lnTo>
                    <a:pt x="39316" y="266027"/>
                  </a:lnTo>
                  <a:lnTo>
                    <a:pt x="42813" y="270046"/>
                  </a:lnTo>
                  <a:lnTo>
                    <a:pt x="46436" y="273952"/>
                  </a:lnTo>
                  <a:lnTo>
                    <a:pt x="50182" y="277741"/>
                  </a:lnTo>
                  <a:lnTo>
                    <a:pt x="54047" y="281408"/>
                  </a:lnTo>
                  <a:lnTo>
                    <a:pt x="58026" y="284950"/>
                  </a:lnTo>
                  <a:lnTo>
                    <a:pt x="62117" y="288364"/>
                  </a:lnTo>
                  <a:lnTo>
                    <a:pt x="66314" y="291645"/>
                  </a:lnTo>
                  <a:lnTo>
                    <a:pt x="70614" y="294791"/>
                  </a:lnTo>
                  <a:lnTo>
                    <a:pt x="75011" y="297799"/>
                  </a:lnTo>
                  <a:lnTo>
                    <a:pt x="79503" y="300665"/>
                  </a:lnTo>
                  <a:lnTo>
                    <a:pt x="84083" y="303386"/>
                  </a:lnTo>
                  <a:lnTo>
                    <a:pt x="88748" y="305960"/>
                  </a:lnTo>
                  <a:lnTo>
                    <a:pt x="93492" y="308384"/>
                  </a:lnTo>
                  <a:lnTo>
                    <a:pt x="98311" y="310656"/>
                  </a:lnTo>
                  <a:lnTo>
                    <a:pt x="103201" y="312772"/>
                  </a:lnTo>
                  <a:lnTo>
                    <a:pt x="167167" y="1583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22249" y="941493"/>
              <a:ext cx="231124" cy="334325"/>
            </a:xfrm>
            <a:custGeom>
              <a:avLst/>
              <a:pathLst>
                <a:path w="231124" h="334325">
                  <a:moveTo>
                    <a:pt x="0" y="321612"/>
                  </a:moveTo>
                  <a:lnTo>
                    <a:pt x="4949" y="323570"/>
                  </a:lnTo>
                  <a:lnTo>
                    <a:pt x="9958" y="325370"/>
                  </a:lnTo>
                  <a:lnTo>
                    <a:pt x="15021" y="327009"/>
                  </a:lnTo>
                  <a:lnTo>
                    <a:pt x="20135" y="328486"/>
                  </a:lnTo>
                  <a:lnTo>
                    <a:pt x="25292" y="329799"/>
                  </a:lnTo>
                  <a:lnTo>
                    <a:pt x="30489" y="330948"/>
                  </a:lnTo>
                  <a:lnTo>
                    <a:pt x="35720" y="331931"/>
                  </a:lnTo>
                  <a:lnTo>
                    <a:pt x="40980" y="332747"/>
                  </a:lnTo>
                  <a:lnTo>
                    <a:pt x="46263" y="333394"/>
                  </a:lnTo>
                  <a:lnTo>
                    <a:pt x="51563" y="333874"/>
                  </a:lnTo>
                  <a:lnTo>
                    <a:pt x="56877" y="334184"/>
                  </a:lnTo>
                  <a:lnTo>
                    <a:pt x="62197" y="334325"/>
                  </a:lnTo>
                  <a:lnTo>
                    <a:pt x="67520" y="334297"/>
                  </a:lnTo>
                  <a:lnTo>
                    <a:pt x="72838" y="334099"/>
                  </a:lnTo>
                  <a:lnTo>
                    <a:pt x="78148" y="333732"/>
                  </a:lnTo>
                  <a:lnTo>
                    <a:pt x="83443" y="333196"/>
                  </a:lnTo>
                  <a:lnTo>
                    <a:pt x="88719" y="332492"/>
                  </a:lnTo>
                  <a:lnTo>
                    <a:pt x="93970" y="331620"/>
                  </a:lnTo>
                  <a:lnTo>
                    <a:pt x="99190" y="330581"/>
                  </a:lnTo>
                  <a:lnTo>
                    <a:pt x="104374" y="329377"/>
                  </a:lnTo>
                  <a:lnTo>
                    <a:pt x="109518" y="328008"/>
                  </a:lnTo>
                  <a:lnTo>
                    <a:pt x="114615" y="326477"/>
                  </a:lnTo>
                  <a:lnTo>
                    <a:pt x="119661" y="324784"/>
                  </a:lnTo>
                  <a:lnTo>
                    <a:pt x="124650" y="322931"/>
                  </a:lnTo>
                  <a:lnTo>
                    <a:pt x="129578" y="320920"/>
                  </a:lnTo>
                  <a:lnTo>
                    <a:pt x="134440" y="318753"/>
                  </a:lnTo>
                  <a:lnTo>
                    <a:pt x="139230" y="316433"/>
                  </a:lnTo>
                  <a:lnTo>
                    <a:pt x="143943" y="313961"/>
                  </a:lnTo>
                  <a:lnTo>
                    <a:pt x="148576" y="311341"/>
                  </a:lnTo>
                  <a:lnTo>
                    <a:pt x="153123" y="308574"/>
                  </a:lnTo>
                  <a:lnTo>
                    <a:pt x="157579" y="305664"/>
                  </a:lnTo>
                  <a:lnTo>
                    <a:pt x="161941" y="302614"/>
                  </a:lnTo>
                  <a:lnTo>
                    <a:pt x="166203" y="299426"/>
                  </a:lnTo>
                  <a:lnTo>
                    <a:pt x="170362" y="296104"/>
                  </a:lnTo>
                  <a:lnTo>
                    <a:pt x="174412" y="292652"/>
                  </a:lnTo>
                  <a:lnTo>
                    <a:pt x="178351" y="289072"/>
                  </a:lnTo>
                  <a:lnTo>
                    <a:pt x="182174" y="285369"/>
                  </a:lnTo>
                  <a:lnTo>
                    <a:pt x="185877" y="281546"/>
                  </a:lnTo>
                  <a:lnTo>
                    <a:pt x="189457" y="277607"/>
                  </a:lnTo>
                  <a:lnTo>
                    <a:pt x="192909" y="273556"/>
                  </a:lnTo>
                  <a:lnTo>
                    <a:pt x="196230" y="269397"/>
                  </a:lnTo>
                  <a:lnTo>
                    <a:pt x="199418" y="265135"/>
                  </a:lnTo>
                  <a:lnTo>
                    <a:pt x="202468" y="260773"/>
                  </a:lnTo>
                  <a:lnTo>
                    <a:pt x="205378" y="256317"/>
                  </a:lnTo>
                  <a:lnTo>
                    <a:pt x="208144" y="251770"/>
                  </a:lnTo>
                  <a:lnTo>
                    <a:pt x="210764" y="247137"/>
                  </a:lnTo>
                  <a:lnTo>
                    <a:pt x="213236" y="242423"/>
                  </a:lnTo>
                  <a:lnTo>
                    <a:pt x="215556" y="237633"/>
                  </a:lnTo>
                  <a:lnTo>
                    <a:pt x="217722" y="232771"/>
                  </a:lnTo>
                  <a:lnTo>
                    <a:pt x="219733" y="227843"/>
                  </a:lnTo>
                  <a:lnTo>
                    <a:pt x="221585" y="222854"/>
                  </a:lnTo>
                  <a:lnTo>
                    <a:pt x="223278" y="217808"/>
                  </a:lnTo>
                  <a:lnTo>
                    <a:pt x="224810" y="212710"/>
                  </a:lnTo>
                  <a:lnTo>
                    <a:pt x="226178" y="207567"/>
                  </a:lnTo>
                  <a:lnTo>
                    <a:pt x="227382" y="202382"/>
                  </a:lnTo>
                  <a:lnTo>
                    <a:pt x="228420" y="197162"/>
                  </a:lnTo>
                  <a:lnTo>
                    <a:pt x="229292" y="191912"/>
                  </a:lnTo>
                  <a:lnTo>
                    <a:pt x="229996" y="186636"/>
                  </a:lnTo>
                  <a:lnTo>
                    <a:pt x="230531" y="181341"/>
                  </a:lnTo>
                  <a:lnTo>
                    <a:pt x="230898" y="176031"/>
                  </a:lnTo>
                  <a:lnTo>
                    <a:pt x="231096" y="170712"/>
                  </a:lnTo>
                  <a:lnTo>
                    <a:pt x="231124" y="165390"/>
                  </a:lnTo>
                  <a:lnTo>
                    <a:pt x="230982" y="160069"/>
                  </a:lnTo>
                  <a:lnTo>
                    <a:pt x="230672" y="154756"/>
                  </a:lnTo>
                  <a:lnTo>
                    <a:pt x="230192" y="149455"/>
                  </a:lnTo>
                  <a:lnTo>
                    <a:pt x="229544" y="144172"/>
                  </a:lnTo>
                  <a:lnTo>
                    <a:pt x="228728" y="138913"/>
                  </a:lnTo>
                  <a:lnTo>
                    <a:pt x="227745" y="133682"/>
                  </a:lnTo>
                  <a:lnTo>
                    <a:pt x="226596" y="128485"/>
                  </a:lnTo>
                  <a:lnTo>
                    <a:pt x="225282" y="123328"/>
                  </a:lnTo>
                  <a:lnTo>
                    <a:pt x="223805" y="118214"/>
                  </a:lnTo>
                  <a:lnTo>
                    <a:pt x="222166" y="113151"/>
                  </a:lnTo>
                  <a:lnTo>
                    <a:pt x="220366" y="108142"/>
                  </a:lnTo>
                  <a:lnTo>
                    <a:pt x="218408" y="103193"/>
                  </a:lnTo>
                  <a:lnTo>
                    <a:pt x="216293" y="98309"/>
                  </a:lnTo>
                  <a:lnTo>
                    <a:pt x="214023" y="93494"/>
                  </a:lnTo>
                  <a:lnTo>
                    <a:pt x="211602" y="88754"/>
                  </a:lnTo>
                  <a:lnTo>
                    <a:pt x="209031" y="84094"/>
                  </a:lnTo>
                  <a:lnTo>
                    <a:pt x="206313" y="79518"/>
                  </a:lnTo>
                  <a:lnTo>
                    <a:pt x="203450" y="75031"/>
                  </a:lnTo>
                  <a:lnTo>
                    <a:pt x="200447" y="70637"/>
                  </a:lnTo>
                  <a:lnTo>
                    <a:pt x="197304" y="66341"/>
                  </a:lnTo>
                  <a:lnTo>
                    <a:pt x="194027" y="62148"/>
                  </a:lnTo>
                  <a:lnTo>
                    <a:pt x="190618" y="58061"/>
                  </a:lnTo>
                  <a:lnTo>
                    <a:pt x="187080" y="54084"/>
                  </a:lnTo>
                  <a:lnTo>
                    <a:pt x="183418" y="50222"/>
                  </a:lnTo>
                  <a:lnTo>
                    <a:pt x="179634" y="46478"/>
                  </a:lnTo>
                  <a:lnTo>
                    <a:pt x="175734" y="42857"/>
                  </a:lnTo>
                  <a:lnTo>
                    <a:pt x="171720" y="39362"/>
                  </a:lnTo>
                  <a:lnTo>
                    <a:pt x="167596" y="35997"/>
                  </a:lnTo>
                  <a:lnTo>
                    <a:pt x="163368" y="32764"/>
                  </a:lnTo>
                  <a:lnTo>
                    <a:pt x="159039" y="29668"/>
                  </a:lnTo>
                  <a:lnTo>
                    <a:pt x="154614" y="26711"/>
                  </a:lnTo>
                  <a:lnTo>
                    <a:pt x="150096" y="23896"/>
                  </a:lnTo>
                  <a:lnTo>
                    <a:pt x="145492" y="21227"/>
                  </a:lnTo>
                  <a:lnTo>
                    <a:pt x="140804" y="18706"/>
                  </a:lnTo>
                  <a:lnTo>
                    <a:pt x="136039" y="16335"/>
                  </a:lnTo>
                  <a:lnTo>
                    <a:pt x="131201" y="14117"/>
                  </a:lnTo>
                  <a:lnTo>
                    <a:pt x="126295" y="12054"/>
                  </a:lnTo>
                  <a:lnTo>
                    <a:pt x="121325" y="10148"/>
                  </a:lnTo>
                  <a:lnTo>
                    <a:pt x="116297" y="8402"/>
                  </a:lnTo>
                  <a:lnTo>
                    <a:pt x="111217" y="6816"/>
                  </a:lnTo>
                  <a:lnTo>
                    <a:pt x="106088" y="5393"/>
                  </a:lnTo>
                  <a:lnTo>
                    <a:pt x="100916" y="4134"/>
                  </a:lnTo>
                  <a:lnTo>
                    <a:pt x="95708" y="3041"/>
                  </a:lnTo>
                  <a:lnTo>
                    <a:pt x="90467" y="2113"/>
                  </a:lnTo>
                  <a:lnTo>
                    <a:pt x="85199" y="1353"/>
                  </a:lnTo>
                  <a:lnTo>
                    <a:pt x="79909" y="762"/>
                  </a:lnTo>
                  <a:lnTo>
                    <a:pt x="74604" y="338"/>
                  </a:lnTo>
                  <a:lnTo>
                    <a:pt x="69288" y="84"/>
                  </a:lnTo>
                  <a:lnTo>
                    <a:pt x="63966" y="0"/>
                  </a:lnTo>
                  <a:lnTo>
                    <a:pt x="639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40" y="1071028"/>
              <a:ext cx="167161" cy="184763"/>
            </a:xfrm>
            <a:custGeom>
              <a:avLst/>
              <a:pathLst>
                <a:path w="167161" h="184763">
                  <a:moveTo>
                    <a:pt x="167161" y="0"/>
                  </a:moveTo>
                  <a:lnTo>
                    <a:pt x="161773" y="86"/>
                  </a:lnTo>
                  <a:lnTo>
                    <a:pt x="156391" y="347"/>
                  </a:lnTo>
                  <a:lnTo>
                    <a:pt x="151019" y="781"/>
                  </a:lnTo>
                  <a:lnTo>
                    <a:pt x="145665" y="1387"/>
                  </a:lnTo>
                  <a:lnTo>
                    <a:pt x="140333" y="2166"/>
                  </a:lnTo>
                  <a:lnTo>
                    <a:pt x="135029" y="3117"/>
                  </a:lnTo>
                  <a:lnTo>
                    <a:pt x="129759" y="4237"/>
                  </a:lnTo>
                  <a:lnTo>
                    <a:pt x="124527" y="5527"/>
                  </a:lnTo>
                  <a:lnTo>
                    <a:pt x="119339" y="6986"/>
                  </a:lnTo>
                  <a:lnTo>
                    <a:pt x="114201" y="8610"/>
                  </a:lnTo>
                  <a:lnTo>
                    <a:pt x="109119" y="10399"/>
                  </a:lnTo>
                  <a:lnTo>
                    <a:pt x="104096" y="12351"/>
                  </a:lnTo>
                  <a:lnTo>
                    <a:pt x="99139" y="14464"/>
                  </a:lnTo>
                  <a:lnTo>
                    <a:pt x="94253" y="16736"/>
                  </a:lnTo>
                  <a:lnTo>
                    <a:pt x="89443" y="19164"/>
                  </a:lnTo>
                  <a:lnTo>
                    <a:pt x="84713" y="21746"/>
                  </a:lnTo>
                  <a:lnTo>
                    <a:pt x="80069" y="24479"/>
                  </a:lnTo>
                  <a:lnTo>
                    <a:pt x="75515" y="27360"/>
                  </a:lnTo>
                  <a:lnTo>
                    <a:pt x="71057" y="30386"/>
                  </a:lnTo>
                  <a:lnTo>
                    <a:pt x="66698" y="33555"/>
                  </a:lnTo>
                  <a:lnTo>
                    <a:pt x="62444" y="36862"/>
                  </a:lnTo>
                  <a:lnTo>
                    <a:pt x="58299" y="40305"/>
                  </a:lnTo>
                  <a:lnTo>
                    <a:pt x="54266" y="43879"/>
                  </a:lnTo>
                  <a:lnTo>
                    <a:pt x="50352" y="47582"/>
                  </a:lnTo>
                  <a:lnTo>
                    <a:pt x="46558" y="51409"/>
                  </a:lnTo>
                  <a:lnTo>
                    <a:pt x="42890" y="55356"/>
                  </a:lnTo>
                  <a:lnTo>
                    <a:pt x="39351" y="59419"/>
                  </a:lnTo>
                  <a:lnTo>
                    <a:pt x="35944" y="63595"/>
                  </a:lnTo>
                  <a:lnTo>
                    <a:pt x="32674" y="67877"/>
                  </a:lnTo>
                  <a:lnTo>
                    <a:pt x="29544" y="72264"/>
                  </a:lnTo>
                  <a:lnTo>
                    <a:pt x="26557" y="76748"/>
                  </a:lnTo>
                  <a:lnTo>
                    <a:pt x="23716" y="81327"/>
                  </a:lnTo>
                  <a:lnTo>
                    <a:pt x="21024" y="85995"/>
                  </a:lnTo>
                  <a:lnTo>
                    <a:pt x="18483" y="90747"/>
                  </a:lnTo>
                  <a:lnTo>
                    <a:pt x="16098" y="95578"/>
                  </a:lnTo>
                  <a:lnTo>
                    <a:pt x="13869" y="100484"/>
                  </a:lnTo>
                  <a:lnTo>
                    <a:pt x="11799" y="105460"/>
                  </a:lnTo>
                  <a:lnTo>
                    <a:pt x="9891" y="110499"/>
                  </a:lnTo>
                  <a:lnTo>
                    <a:pt x="8146" y="115597"/>
                  </a:lnTo>
                  <a:lnTo>
                    <a:pt x="6567" y="120749"/>
                  </a:lnTo>
                  <a:lnTo>
                    <a:pt x="5154" y="125949"/>
                  </a:lnTo>
                  <a:lnTo>
                    <a:pt x="3910" y="131192"/>
                  </a:lnTo>
                  <a:lnTo>
                    <a:pt x="2835" y="136472"/>
                  </a:lnTo>
                  <a:lnTo>
                    <a:pt x="1931" y="141784"/>
                  </a:lnTo>
                  <a:lnTo>
                    <a:pt x="1199" y="147123"/>
                  </a:lnTo>
                  <a:lnTo>
                    <a:pt x="639" y="152482"/>
                  </a:lnTo>
                  <a:lnTo>
                    <a:pt x="253" y="157857"/>
                  </a:lnTo>
                  <a:lnTo>
                    <a:pt x="39" y="163241"/>
                  </a:lnTo>
                  <a:lnTo>
                    <a:pt x="0" y="168630"/>
                  </a:lnTo>
                  <a:lnTo>
                    <a:pt x="133" y="174016"/>
                  </a:lnTo>
                  <a:lnTo>
                    <a:pt x="441" y="179396"/>
                  </a:lnTo>
                  <a:lnTo>
                    <a:pt x="922" y="18476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8262" y="1238196"/>
              <a:ext cx="166238" cy="17596"/>
            </a:xfrm>
            <a:custGeom>
              <a:avLst/>
              <a:pathLst>
                <a:path w="166238" h="17596">
                  <a:moveTo>
                    <a:pt x="0" y="17596"/>
                  </a:moveTo>
                  <a:lnTo>
                    <a:pt x="16623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8262" y="1074185"/>
              <a:ext cx="333395" cy="331176"/>
            </a:xfrm>
            <a:custGeom>
              <a:avLst/>
              <a:pathLst>
                <a:path w="333395" h="331176">
                  <a:moveTo>
                    <a:pt x="0" y="181607"/>
                  </a:moveTo>
                  <a:lnTo>
                    <a:pt x="642" y="186874"/>
                  </a:lnTo>
                  <a:lnTo>
                    <a:pt x="1451" y="192118"/>
                  </a:lnTo>
                  <a:lnTo>
                    <a:pt x="2426" y="197334"/>
                  </a:lnTo>
                  <a:lnTo>
                    <a:pt x="3566" y="202516"/>
                  </a:lnTo>
                  <a:lnTo>
                    <a:pt x="4870" y="207659"/>
                  </a:lnTo>
                  <a:lnTo>
                    <a:pt x="6337" y="212759"/>
                  </a:lnTo>
                  <a:lnTo>
                    <a:pt x="7964" y="217809"/>
                  </a:lnTo>
                  <a:lnTo>
                    <a:pt x="9752" y="222805"/>
                  </a:lnTo>
                  <a:lnTo>
                    <a:pt x="11696" y="227742"/>
                  </a:lnTo>
                  <a:lnTo>
                    <a:pt x="13797" y="232615"/>
                  </a:lnTo>
                  <a:lnTo>
                    <a:pt x="16051" y="237419"/>
                  </a:lnTo>
                  <a:lnTo>
                    <a:pt x="18457" y="242148"/>
                  </a:lnTo>
                  <a:lnTo>
                    <a:pt x="21011" y="246799"/>
                  </a:lnTo>
                  <a:lnTo>
                    <a:pt x="23712" y="251367"/>
                  </a:lnTo>
                  <a:lnTo>
                    <a:pt x="26556" y="255846"/>
                  </a:lnTo>
                  <a:lnTo>
                    <a:pt x="29541" y="260233"/>
                  </a:lnTo>
                  <a:lnTo>
                    <a:pt x="32664" y="264523"/>
                  </a:lnTo>
                  <a:lnTo>
                    <a:pt x="35921" y="268712"/>
                  </a:lnTo>
                  <a:lnTo>
                    <a:pt x="39310" y="272795"/>
                  </a:lnTo>
                  <a:lnTo>
                    <a:pt x="42826" y="276769"/>
                  </a:lnTo>
                  <a:lnTo>
                    <a:pt x="46467" y="280629"/>
                  </a:lnTo>
                  <a:lnTo>
                    <a:pt x="50229" y="284371"/>
                  </a:lnTo>
                  <a:lnTo>
                    <a:pt x="54107" y="287992"/>
                  </a:lnTo>
                  <a:lnTo>
                    <a:pt x="58099" y="291489"/>
                  </a:lnTo>
                  <a:lnTo>
                    <a:pt x="62199" y="294857"/>
                  </a:lnTo>
                  <a:lnTo>
                    <a:pt x="66404" y="298093"/>
                  </a:lnTo>
                  <a:lnTo>
                    <a:pt x="70710" y="301194"/>
                  </a:lnTo>
                  <a:lnTo>
                    <a:pt x="75112" y="304156"/>
                  </a:lnTo>
                  <a:lnTo>
                    <a:pt x="79606" y="306978"/>
                  </a:lnTo>
                  <a:lnTo>
                    <a:pt x="84187" y="309655"/>
                  </a:lnTo>
                  <a:lnTo>
                    <a:pt x="88851" y="312186"/>
                  </a:lnTo>
                  <a:lnTo>
                    <a:pt x="93592" y="314568"/>
                  </a:lnTo>
                  <a:lnTo>
                    <a:pt x="98407" y="316797"/>
                  </a:lnTo>
                  <a:lnTo>
                    <a:pt x="103291" y="318873"/>
                  </a:lnTo>
                  <a:lnTo>
                    <a:pt x="108237" y="320793"/>
                  </a:lnTo>
                  <a:lnTo>
                    <a:pt x="113242" y="322555"/>
                  </a:lnTo>
                  <a:lnTo>
                    <a:pt x="118301" y="324157"/>
                  </a:lnTo>
                  <a:lnTo>
                    <a:pt x="123408" y="325598"/>
                  </a:lnTo>
                  <a:lnTo>
                    <a:pt x="128558" y="326876"/>
                  </a:lnTo>
                  <a:lnTo>
                    <a:pt x="133746" y="327990"/>
                  </a:lnTo>
                  <a:lnTo>
                    <a:pt x="138967" y="328938"/>
                  </a:lnTo>
                  <a:lnTo>
                    <a:pt x="144215" y="329721"/>
                  </a:lnTo>
                  <a:lnTo>
                    <a:pt x="149485" y="330336"/>
                  </a:lnTo>
                  <a:lnTo>
                    <a:pt x="154772" y="330784"/>
                  </a:lnTo>
                  <a:lnTo>
                    <a:pt x="160071" y="331064"/>
                  </a:lnTo>
                  <a:lnTo>
                    <a:pt x="165376" y="331176"/>
                  </a:lnTo>
                  <a:lnTo>
                    <a:pt x="170682" y="331119"/>
                  </a:lnTo>
                  <a:lnTo>
                    <a:pt x="175983" y="330893"/>
                  </a:lnTo>
                  <a:lnTo>
                    <a:pt x="181275" y="330500"/>
                  </a:lnTo>
                  <a:lnTo>
                    <a:pt x="186551" y="329939"/>
                  </a:lnTo>
                  <a:lnTo>
                    <a:pt x="191807" y="329211"/>
                  </a:lnTo>
                  <a:lnTo>
                    <a:pt x="197038" y="328316"/>
                  </a:lnTo>
                  <a:lnTo>
                    <a:pt x="202237" y="327256"/>
                  </a:lnTo>
                  <a:lnTo>
                    <a:pt x="207400" y="326031"/>
                  </a:lnTo>
                  <a:lnTo>
                    <a:pt x="212521" y="324643"/>
                  </a:lnTo>
                  <a:lnTo>
                    <a:pt x="217596" y="323093"/>
                  </a:lnTo>
                  <a:lnTo>
                    <a:pt x="222619" y="321383"/>
                  </a:lnTo>
                  <a:lnTo>
                    <a:pt x="227585" y="319514"/>
                  </a:lnTo>
                  <a:lnTo>
                    <a:pt x="232490" y="317489"/>
                  </a:lnTo>
                  <a:lnTo>
                    <a:pt x="237327" y="315309"/>
                  </a:lnTo>
                  <a:lnTo>
                    <a:pt x="242093" y="312977"/>
                  </a:lnTo>
                  <a:lnTo>
                    <a:pt x="246783" y="310494"/>
                  </a:lnTo>
                  <a:lnTo>
                    <a:pt x="251392" y="307864"/>
                  </a:lnTo>
                  <a:lnTo>
                    <a:pt x="255914" y="305089"/>
                  </a:lnTo>
                  <a:lnTo>
                    <a:pt x="260347" y="302172"/>
                  </a:lnTo>
                  <a:lnTo>
                    <a:pt x="264684" y="299115"/>
                  </a:lnTo>
                  <a:lnTo>
                    <a:pt x="268923" y="295923"/>
                  </a:lnTo>
                  <a:lnTo>
                    <a:pt x="273057" y="292597"/>
                  </a:lnTo>
                  <a:lnTo>
                    <a:pt x="277085" y="289142"/>
                  </a:lnTo>
                  <a:lnTo>
                    <a:pt x="281000" y="285561"/>
                  </a:lnTo>
                  <a:lnTo>
                    <a:pt x="284800" y="281858"/>
                  </a:lnTo>
                  <a:lnTo>
                    <a:pt x="288481" y="278036"/>
                  </a:lnTo>
                  <a:lnTo>
                    <a:pt x="292038" y="274098"/>
                  </a:lnTo>
                  <a:lnTo>
                    <a:pt x="295469" y="270050"/>
                  </a:lnTo>
                  <a:lnTo>
                    <a:pt x="298769" y="265895"/>
                  </a:lnTo>
                  <a:lnTo>
                    <a:pt x="301936" y="261638"/>
                  </a:lnTo>
                  <a:lnTo>
                    <a:pt x="304966" y="257282"/>
                  </a:lnTo>
                  <a:lnTo>
                    <a:pt x="307856" y="252832"/>
                  </a:lnTo>
                  <a:lnTo>
                    <a:pt x="310604" y="248293"/>
                  </a:lnTo>
                  <a:lnTo>
                    <a:pt x="313206" y="243668"/>
                  </a:lnTo>
                  <a:lnTo>
                    <a:pt x="315660" y="238964"/>
                  </a:lnTo>
                  <a:lnTo>
                    <a:pt x="317964" y="234184"/>
                  </a:lnTo>
                  <a:lnTo>
                    <a:pt x="320115" y="229333"/>
                  </a:lnTo>
                  <a:lnTo>
                    <a:pt x="322110" y="224416"/>
                  </a:lnTo>
                  <a:lnTo>
                    <a:pt x="323949" y="219439"/>
                  </a:lnTo>
                  <a:lnTo>
                    <a:pt x="325629" y="214406"/>
                  </a:lnTo>
                  <a:lnTo>
                    <a:pt x="327148" y="209322"/>
                  </a:lnTo>
                  <a:lnTo>
                    <a:pt x="328505" y="204192"/>
                  </a:lnTo>
                  <a:lnTo>
                    <a:pt x="329698" y="199022"/>
                  </a:lnTo>
                  <a:lnTo>
                    <a:pt x="330727" y="193816"/>
                  </a:lnTo>
                  <a:lnTo>
                    <a:pt x="331590" y="188581"/>
                  </a:lnTo>
                  <a:lnTo>
                    <a:pt x="332287" y="183320"/>
                  </a:lnTo>
                  <a:lnTo>
                    <a:pt x="332816" y="178041"/>
                  </a:lnTo>
                  <a:lnTo>
                    <a:pt x="333177" y="172747"/>
                  </a:lnTo>
                  <a:lnTo>
                    <a:pt x="333370" y="167444"/>
                  </a:lnTo>
                  <a:lnTo>
                    <a:pt x="333395" y="162138"/>
                  </a:lnTo>
                  <a:lnTo>
                    <a:pt x="333252" y="156834"/>
                  </a:lnTo>
                  <a:lnTo>
                    <a:pt x="332940" y="151537"/>
                  </a:lnTo>
                  <a:lnTo>
                    <a:pt x="332460" y="146252"/>
                  </a:lnTo>
                  <a:lnTo>
                    <a:pt x="331812" y="140986"/>
                  </a:lnTo>
                  <a:lnTo>
                    <a:pt x="330998" y="135742"/>
                  </a:lnTo>
                  <a:lnTo>
                    <a:pt x="330018" y="130527"/>
                  </a:lnTo>
                  <a:lnTo>
                    <a:pt x="328873" y="125346"/>
                  </a:lnTo>
                  <a:lnTo>
                    <a:pt x="327564" y="120204"/>
                  </a:lnTo>
                  <a:lnTo>
                    <a:pt x="326092" y="115106"/>
                  </a:lnTo>
                  <a:lnTo>
                    <a:pt x="324460" y="110057"/>
                  </a:lnTo>
                  <a:lnTo>
                    <a:pt x="322668" y="105063"/>
                  </a:lnTo>
                  <a:lnTo>
                    <a:pt x="320718" y="100128"/>
                  </a:lnTo>
                  <a:lnTo>
                    <a:pt x="318613" y="95257"/>
                  </a:lnTo>
                  <a:lnTo>
                    <a:pt x="316354" y="90456"/>
                  </a:lnTo>
                  <a:lnTo>
                    <a:pt x="313944" y="85728"/>
                  </a:lnTo>
                  <a:lnTo>
                    <a:pt x="311385" y="81080"/>
                  </a:lnTo>
                  <a:lnTo>
                    <a:pt x="308680" y="76515"/>
                  </a:lnTo>
                  <a:lnTo>
                    <a:pt x="305831" y="72039"/>
                  </a:lnTo>
                  <a:lnTo>
                    <a:pt x="302842" y="67654"/>
                  </a:lnTo>
                  <a:lnTo>
                    <a:pt x="299715" y="63368"/>
                  </a:lnTo>
                  <a:lnTo>
                    <a:pt x="296453" y="59182"/>
                  </a:lnTo>
                  <a:lnTo>
                    <a:pt x="293061" y="55102"/>
                  </a:lnTo>
                  <a:lnTo>
                    <a:pt x="289540" y="51132"/>
                  </a:lnTo>
                  <a:lnTo>
                    <a:pt x="285896" y="47275"/>
                  </a:lnTo>
                  <a:lnTo>
                    <a:pt x="282131" y="43537"/>
                  </a:lnTo>
                  <a:lnTo>
                    <a:pt x="278249" y="39919"/>
                  </a:lnTo>
                  <a:lnTo>
                    <a:pt x="274254" y="36427"/>
                  </a:lnTo>
                  <a:lnTo>
                    <a:pt x="270150" y="33063"/>
                  </a:lnTo>
                  <a:lnTo>
                    <a:pt x="265942" y="29831"/>
                  </a:lnTo>
                  <a:lnTo>
                    <a:pt x="261633" y="26734"/>
                  </a:lnTo>
                  <a:lnTo>
                    <a:pt x="257228" y="23776"/>
                  </a:lnTo>
                  <a:lnTo>
                    <a:pt x="252732" y="20958"/>
                  </a:lnTo>
                  <a:lnTo>
                    <a:pt x="248148" y="18285"/>
                  </a:lnTo>
                  <a:lnTo>
                    <a:pt x="243482" y="15759"/>
                  </a:lnTo>
                  <a:lnTo>
                    <a:pt x="238738" y="13382"/>
                  </a:lnTo>
                  <a:lnTo>
                    <a:pt x="233920" y="11157"/>
                  </a:lnTo>
                  <a:lnTo>
                    <a:pt x="229035" y="9086"/>
                  </a:lnTo>
                  <a:lnTo>
                    <a:pt x="224086" y="7171"/>
                  </a:lnTo>
                  <a:lnTo>
                    <a:pt x="219080" y="5414"/>
                  </a:lnTo>
                  <a:lnTo>
                    <a:pt x="214020" y="3817"/>
                  </a:lnTo>
                  <a:lnTo>
                    <a:pt x="208911" y="2381"/>
                  </a:lnTo>
                  <a:lnTo>
                    <a:pt x="203760" y="1108"/>
                  </a:lnTo>
                  <a:lnTo>
                    <a:pt x="198571" y="0"/>
                  </a:lnTo>
                  <a:lnTo>
                    <a:pt x="166238" y="1640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2332" cy="167167"/>
            </a:xfrm>
            <a:custGeom>
              <a:avLst/>
              <a:pathLst>
                <a:path w="32332" h="167167">
                  <a:moveTo>
                    <a:pt x="32332" y="3156"/>
                  </a:moveTo>
                  <a:lnTo>
                    <a:pt x="25925" y="2022"/>
                  </a:lnTo>
                  <a:lnTo>
                    <a:pt x="19478" y="1138"/>
                  </a:lnTo>
                  <a:lnTo>
                    <a:pt x="13001" y="506"/>
                  </a:lnTo>
                  <a:lnTo>
                    <a:pt x="6505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0639" y="1322571"/>
              <a:ext cx="78081" cy="167167"/>
            </a:xfrm>
            <a:custGeom>
              <a:avLst/>
              <a:pathLst>
                <a:path w="78081" h="167167">
                  <a:moveTo>
                    <a:pt x="78081" y="0"/>
                  </a:moveTo>
                  <a:lnTo>
                    <a:pt x="72279" y="100"/>
                  </a:lnTo>
                  <a:lnTo>
                    <a:pt x="66484" y="402"/>
                  </a:lnTo>
                  <a:lnTo>
                    <a:pt x="60703" y="905"/>
                  </a:lnTo>
                  <a:lnTo>
                    <a:pt x="54943" y="1608"/>
                  </a:lnTo>
                  <a:lnTo>
                    <a:pt x="49211" y="2511"/>
                  </a:lnTo>
                  <a:lnTo>
                    <a:pt x="43514" y="3612"/>
                  </a:lnTo>
                  <a:lnTo>
                    <a:pt x="37858" y="4911"/>
                  </a:lnTo>
                  <a:lnTo>
                    <a:pt x="32251" y="6404"/>
                  </a:lnTo>
                  <a:lnTo>
                    <a:pt x="26699" y="8092"/>
                  </a:lnTo>
                  <a:lnTo>
                    <a:pt x="21209" y="9971"/>
                  </a:lnTo>
                  <a:lnTo>
                    <a:pt x="15788" y="12039"/>
                  </a:lnTo>
                  <a:lnTo>
                    <a:pt x="10442" y="14295"/>
                  </a:lnTo>
                  <a:lnTo>
                    <a:pt x="5177" y="16734"/>
                  </a:lnTo>
                  <a:lnTo>
                    <a:pt x="0" y="19355"/>
                  </a:lnTo>
                  <a:lnTo>
                    <a:pt x="7808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10639" y="1341927"/>
              <a:ext cx="78081" cy="147811"/>
            </a:xfrm>
            <a:custGeom>
              <a:avLst/>
              <a:pathLst>
                <a:path w="78081" h="147811">
                  <a:moveTo>
                    <a:pt x="0" y="0"/>
                  </a:moveTo>
                  <a:lnTo>
                    <a:pt x="78081" y="1478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6" y="1341927"/>
              <a:ext cx="334326" cy="314972"/>
            </a:xfrm>
            <a:custGeom>
              <a:avLst/>
              <a:pathLst>
                <a:path w="334326" h="314972">
                  <a:moveTo>
                    <a:pt x="89082" y="0"/>
                  </a:moveTo>
                  <a:lnTo>
                    <a:pt x="84434" y="2550"/>
                  </a:lnTo>
                  <a:lnTo>
                    <a:pt x="79869" y="5247"/>
                  </a:lnTo>
                  <a:lnTo>
                    <a:pt x="75392" y="8087"/>
                  </a:lnTo>
                  <a:lnTo>
                    <a:pt x="71007" y="11067"/>
                  </a:lnTo>
                  <a:lnTo>
                    <a:pt x="66719" y="14185"/>
                  </a:lnTo>
                  <a:lnTo>
                    <a:pt x="62532" y="17438"/>
                  </a:lnTo>
                  <a:lnTo>
                    <a:pt x="58450" y="20822"/>
                  </a:lnTo>
                  <a:lnTo>
                    <a:pt x="54477" y="24333"/>
                  </a:lnTo>
                  <a:lnTo>
                    <a:pt x="50618" y="27969"/>
                  </a:lnTo>
                  <a:lnTo>
                    <a:pt x="46876" y="31725"/>
                  </a:lnTo>
                  <a:lnTo>
                    <a:pt x="43255" y="35598"/>
                  </a:lnTo>
                  <a:lnTo>
                    <a:pt x="39759" y="39584"/>
                  </a:lnTo>
                  <a:lnTo>
                    <a:pt x="36391" y="43679"/>
                  </a:lnTo>
                  <a:lnTo>
                    <a:pt x="33154" y="47878"/>
                  </a:lnTo>
                  <a:lnTo>
                    <a:pt x="30053" y="52179"/>
                  </a:lnTo>
                  <a:lnTo>
                    <a:pt x="27089" y="56575"/>
                  </a:lnTo>
                  <a:lnTo>
                    <a:pt x="24266" y="61063"/>
                  </a:lnTo>
                  <a:lnTo>
                    <a:pt x="21587" y="65638"/>
                  </a:lnTo>
                  <a:lnTo>
                    <a:pt x="19054" y="70296"/>
                  </a:lnTo>
                  <a:lnTo>
                    <a:pt x="16670" y="75032"/>
                  </a:lnTo>
                  <a:lnTo>
                    <a:pt x="14438" y="79841"/>
                  </a:lnTo>
                  <a:lnTo>
                    <a:pt x="12359" y="84719"/>
                  </a:lnTo>
                  <a:lnTo>
                    <a:pt x="10436" y="89660"/>
                  </a:lnTo>
                  <a:lnTo>
                    <a:pt x="8671" y="94659"/>
                  </a:lnTo>
                  <a:lnTo>
                    <a:pt x="7065" y="99712"/>
                  </a:lnTo>
                  <a:lnTo>
                    <a:pt x="5620" y="104814"/>
                  </a:lnTo>
                  <a:lnTo>
                    <a:pt x="4338" y="109958"/>
                  </a:lnTo>
                  <a:lnTo>
                    <a:pt x="3220" y="115141"/>
                  </a:lnTo>
                  <a:lnTo>
                    <a:pt x="2266" y="120356"/>
                  </a:lnTo>
                  <a:lnTo>
                    <a:pt x="1478" y="125600"/>
                  </a:lnTo>
                  <a:lnTo>
                    <a:pt x="857" y="130865"/>
                  </a:lnTo>
                  <a:lnTo>
                    <a:pt x="403" y="136148"/>
                  </a:lnTo>
                  <a:lnTo>
                    <a:pt x="117" y="141442"/>
                  </a:lnTo>
                  <a:lnTo>
                    <a:pt x="0" y="146743"/>
                  </a:lnTo>
                  <a:lnTo>
                    <a:pt x="50" y="152044"/>
                  </a:lnTo>
                  <a:lnTo>
                    <a:pt x="268" y="157342"/>
                  </a:lnTo>
                  <a:lnTo>
                    <a:pt x="654" y="162630"/>
                  </a:lnTo>
                  <a:lnTo>
                    <a:pt x="1208" y="167903"/>
                  </a:lnTo>
                  <a:lnTo>
                    <a:pt x="1929" y="173156"/>
                  </a:lnTo>
                  <a:lnTo>
                    <a:pt x="2815" y="178383"/>
                  </a:lnTo>
                  <a:lnTo>
                    <a:pt x="3868" y="183579"/>
                  </a:lnTo>
                  <a:lnTo>
                    <a:pt x="5084" y="188740"/>
                  </a:lnTo>
                  <a:lnTo>
                    <a:pt x="6463" y="193859"/>
                  </a:lnTo>
                  <a:lnTo>
                    <a:pt x="8005" y="198932"/>
                  </a:lnTo>
                  <a:lnTo>
                    <a:pt x="9706" y="203954"/>
                  </a:lnTo>
                  <a:lnTo>
                    <a:pt x="11566" y="208919"/>
                  </a:lnTo>
                  <a:lnTo>
                    <a:pt x="13582" y="213823"/>
                  </a:lnTo>
                  <a:lnTo>
                    <a:pt x="15752" y="218660"/>
                  </a:lnTo>
                  <a:lnTo>
                    <a:pt x="18075" y="223426"/>
                  </a:lnTo>
                  <a:lnTo>
                    <a:pt x="20548" y="228116"/>
                  </a:lnTo>
                  <a:lnTo>
                    <a:pt x="23169" y="232725"/>
                  </a:lnTo>
                  <a:lnTo>
                    <a:pt x="25934" y="237249"/>
                  </a:lnTo>
                  <a:lnTo>
                    <a:pt x="28841" y="241683"/>
                  </a:lnTo>
                  <a:lnTo>
                    <a:pt x="31888" y="246022"/>
                  </a:lnTo>
                  <a:lnTo>
                    <a:pt x="35070" y="250263"/>
                  </a:lnTo>
                  <a:lnTo>
                    <a:pt x="38386" y="254400"/>
                  </a:lnTo>
                  <a:lnTo>
                    <a:pt x="41831" y="258431"/>
                  </a:lnTo>
                  <a:lnTo>
                    <a:pt x="45402" y="262350"/>
                  </a:lnTo>
                  <a:lnTo>
                    <a:pt x="49096" y="266153"/>
                  </a:lnTo>
                  <a:lnTo>
                    <a:pt x="52908" y="269838"/>
                  </a:lnTo>
                  <a:lnTo>
                    <a:pt x="56835" y="273400"/>
                  </a:lnTo>
                  <a:lnTo>
                    <a:pt x="60874" y="276836"/>
                  </a:lnTo>
                  <a:lnTo>
                    <a:pt x="65019" y="280142"/>
                  </a:lnTo>
                  <a:lnTo>
                    <a:pt x="69267" y="283314"/>
                  </a:lnTo>
                  <a:lnTo>
                    <a:pt x="73613" y="286351"/>
                  </a:lnTo>
                  <a:lnTo>
                    <a:pt x="78054" y="289248"/>
                  </a:lnTo>
                  <a:lnTo>
                    <a:pt x="82584" y="292003"/>
                  </a:lnTo>
                  <a:lnTo>
                    <a:pt x="87199" y="294612"/>
                  </a:lnTo>
                  <a:lnTo>
                    <a:pt x="91895" y="297074"/>
                  </a:lnTo>
                  <a:lnTo>
                    <a:pt x="96666" y="299386"/>
                  </a:lnTo>
                  <a:lnTo>
                    <a:pt x="101508" y="301546"/>
                  </a:lnTo>
                  <a:lnTo>
                    <a:pt x="106417" y="303551"/>
                  </a:lnTo>
                  <a:lnTo>
                    <a:pt x="111386" y="305399"/>
                  </a:lnTo>
                  <a:lnTo>
                    <a:pt x="116412" y="307088"/>
                  </a:lnTo>
                  <a:lnTo>
                    <a:pt x="121489" y="308618"/>
                  </a:lnTo>
                  <a:lnTo>
                    <a:pt x="126611" y="309985"/>
                  </a:lnTo>
                  <a:lnTo>
                    <a:pt x="131774" y="311190"/>
                  </a:lnTo>
                  <a:lnTo>
                    <a:pt x="136973" y="312230"/>
                  </a:lnTo>
                  <a:lnTo>
                    <a:pt x="142203" y="313105"/>
                  </a:lnTo>
                  <a:lnTo>
                    <a:pt x="147457" y="313813"/>
                  </a:lnTo>
                  <a:lnTo>
                    <a:pt x="152732" y="314354"/>
                  </a:lnTo>
                  <a:lnTo>
                    <a:pt x="158020" y="314728"/>
                  </a:lnTo>
                  <a:lnTo>
                    <a:pt x="163318" y="314934"/>
                  </a:lnTo>
                  <a:lnTo>
                    <a:pt x="168620" y="314972"/>
                  </a:lnTo>
                  <a:lnTo>
                    <a:pt x="173921" y="314842"/>
                  </a:lnTo>
                  <a:lnTo>
                    <a:pt x="179214" y="314544"/>
                  </a:lnTo>
                  <a:lnTo>
                    <a:pt x="184496" y="314078"/>
                  </a:lnTo>
                  <a:lnTo>
                    <a:pt x="189760" y="313444"/>
                  </a:lnTo>
                  <a:lnTo>
                    <a:pt x="195001" y="312644"/>
                  </a:lnTo>
                  <a:lnTo>
                    <a:pt x="200214" y="311679"/>
                  </a:lnTo>
                  <a:lnTo>
                    <a:pt x="205394" y="310548"/>
                  </a:lnTo>
                  <a:lnTo>
                    <a:pt x="210536" y="309254"/>
                  </a:lnTo>
                  <a:lnTo>
                    <a:pt x="215634" y="307797"/>
                  </a:lnTo>
                  <a:lnTo>
                    <a:pt x="220683" y="306180"/>
                  </a:lnTo>
                  <a:lnTo>
                    <a:pt x="225679" y="304403"/>
                  </a:lnTo>
                  <a:lnTo>
                    <a:pt x="230615" y="302468"/>
                  </a:lnTo>
                  <a:lnTo>
                    <a:pt x="235488" y="300378"/>
                  </a:lnTo>
                  <a:lnTo>
                    <a:pt x="240292" y="298135"/>
                  </a:lnTo>
                  <a:lnTo>
                    <a:pt x="245022" y="295740"/>
                  </a:lnTo>
                  <a:lnTo>
                    <a:pt x="249674" y="293197"/>
                  </a:lnTo>
                  <a:lnTo>
                    <a:pt x="254243" y="290507"/>
                  </a:lnTo>
                  <a:lnTo>
                    <a:pt x="258725" y="287673"/>
                  </a:lnTo>
                  <a:lnTo>
                    <a:pt x="263114" y="284699"/>
                  </a:lnTo>
                  <a:lnTo>
                    <a:pt x="267407" y="281588"/>
                  </a:lnTo>
                  <a:lnTo>
                    <a:pt x="271599" y="278341"/>
                  </a:lnTo>
                  <a:lnTo>
                    <a:pt x="275686" y="274964"/>
                  </a:lnTo>
                  <a:lnTo>
                    <a:pt x="279664" y="271458"/>
                  </a:lnTo>
                  <a:lnTo>
                    <a:pt x="283528" y="267828"/>
                  </a:lnTo>
                  <a:lnTo>
                    <a:pt x="287276" y="264078"/>
                  </a:lnTo>
                  <a:lnTo>
                    <a:pt x="290903" y="260210"/>
                  </a:lnTo>
                  <a:lnTo>
                    <a:pt x="294405" y="256230"/>
                  </a:lnTo>
                  <a:lnTo>
                    <a:pt x="297779" y="252140"/>
                  </a:lnTo>
                  <a:lnTo>
                    <a:pt x="301022" y="247945"/>
                  </a:lnTo>
                  <a:lnTo>
                    <a:pt x="304130" y="243650"/>
                  </a:lnTo>
                  <a:lnTo>
                    <a:pt x="307101" y="239258"/>
                  </a:lnTo>
                  <a:lnTo>
                    <a:pt x="309930" y="234774"/>
                  </a:lnTo>
                  <a:lnTo>
                    <a:pt x="312616" y="230203"/>
                  </a:lnTo>
                  <a:lnTo>
                    <a:pt x="315156" y="225549"/>
                  </a:lnTo>
                  <a:lnTo>
                    <a:pt x="317547" y="220817"/>
                  </a:lnTo>
                  <a:lnTo>
                    <a:pt x="319786" y="216011"/>
                  </a:lnTo>
                  <a:lnTo>
                    <a:pt x="321872" y="211136"/>
                  </a:lnTo>
                  <a:lnTo>
                    <a:pt x="323803" y="206198"/>
                  </a:lnTo>
                  <a:lnTo>
                    <a:pt x="325576" y="201201"/>
                  </a:lnTo>
                  <a:lnTo>
                    <a:pt x="327189" y="196151"/>
                  </a:lnTo>
                  <a:lnTo>
                    <a:pt x="328642" y="191052"/>
                  </a:lnTo>
                  <a:lnTo>
                    <a:pt x="329932" y="185909"/>
                  </a:lnTo>
                  <a:lnTo>
                    <a:pt x="331058" y="180728"/>
                  </a:lnTo>
                  <a:lnTo>
                    <a:pt x="332020" y="175514"/>
                  </a:lnTo>
                  <a:lnTo>
                    <a:pt x="332815" y="170272"/>
                  </a:lnTo>
                  <a:lnTo>
                    <a:pt x="333444" y="165007"/>
                  </a:lnTo>
                  <a:lnTo>
                    <a:pt x="333906" y="159726"/>
                  </a:lnTo>
                  <a:lnTo>
                    <a:pt x="334200" y="154432"/>
                  </a:lnTo>
                  <a:lnTo>
                    <a:pt x="334326" y="149131"/>
                  </a:lnTo>
                  <a:lnTo>
                    <a:pt x="334284" y="143829"/>
                  </a:lnTo>
                  <a:lnTo>
                    <a:pt x="334073" y="138532"/>
                  </a:lnTo>
                  <a:lnTo>
                    <a:pt x="333695" y="133243"/>
                  </a:lnTo>
                  <a:lnTo>
                    <a:pt x="333149" y="127969"/>
                  </a:lnTo>
                  <a:lnTo>
                    <a:pt x="332437" y="122715"/>
                  </a:lnTo>
                  <a:lnTo>
                    <a:pt x="331558" y="117487"/>
                  </a:lnTo>
                  <a:lnTo>
                    <a:pt x="330513" y="112289"/>
                  </a:lnTo>
                  <a:lnTo>
                    <a:pt x="329305" y="107126"/>
                  </a:lnTo>
                  <a:lnTo>
                    <a:pt x="327933" y="102005"/>
                  </a:lnTo>
                  <a:lnTo>
                    <a:pt x="326399" y="96929"/>
                  </a:lnTo>
                  <a:lnTo>
                    <a:pt x="324706" y="91905"/>
                  </a:lnTo>
                  <a:lnTo>
                    <a:pt x="322853" y="86937"/>
                  </a:lnTo>
                  <a:lnTo>
                    <a:pt x="320845" y="82030"/>
                  </a:lnTo>
                  <a:lnTo>
                    <a:pt x="318681" y="77190"/>
                  </a:lnTo>
                  <a:lnTo>
                    <a:pt x="316365" y="72420"/>
                  </a:lnTo>
                  <a:lnTo>
                    <a:pt x="313900" y="67727"/>
                  </a:lnTo>
                  <a:lnTo>
                    <a:pt x="311286" y="63114"/>
                  </a:lnTo>
                  <a:lnTo>
                    <a:pt x="308528" y="58586"/>
                  </a:lnTo>
                  <a:lnTo>
                    <a:pt x="305627" y="54148"/>
                  </a:lnTo>
                  <a:lnTo>
                    <a:pt x="302587" y="49804"/>
                  </a:lnTo>
                  <a:lnTo>
                    <a:pt x="299411" y="45558"/>
                  </a:lnTo>
                  <a:lnTo>
                    <a:pt x="296101" y="41416"/>
                  </a:lnTo>
                  <a:lnTo>
                    <a:pt x="292662" y="37380"/>
                  </a:lnTo>
                  <a:lnTo>
                    <a:pt x="167164" y="1478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125498" cy="167167"/>
            </a:xfrm>
            <a:custGeom>
              <a:avLst/>
              <a:pathLst>
                <a:path w="125498" h="167167">
                  <a:moveTo>
                    <a:pt x="125498" y="56736"/>
                  </a:moveTo>
                  <a:lnTo>
                    <a:pt x="121825" y="52697"/>
                  </a:lnTo>
                  <a:lnTo>
                    <a:pt x="118022" y="48780"/>
                  </a:lnTo>
                  <a:lnTo>
                    <a:pt x="114094" y="44989"/>
                  </a:lnTo>
                  <a:lnTo>
                    <a:pt x="110043" y="41328"/>
                  </a:lnTo>
                  <a:lnTo>
                    <a:pt x="105875" y="37802"/>
                  </a:lnTo>
                  <a:lnTo>
                    <a:pt x="101594" y="34414"/>
                  </a:lnTo>
                  <a:lnTo>
                    <a:pt x="97205" y="31167"/>
                  </a:lnTo>
                  <a:lnTo>
                    <a:pt x="92712" y="28065"/>
                  </a:lnTo>
                  <a:lnTo>
                    <a:pt x="88120" y="25112"/>
                  </a:lnTo>
                  <a:lnTo>
                    <a:pt x="83434" y="22310"/>
                  </a:lnTo>
                  <a:lnTo>
                    <a:pt x="78660" y="19663"/>
                  </a:lnTo>
                  <a:lnTo>
                    <a:pt x="73801" y="17173"/>
                  </a:lnTo>
                  <a:lnTo>
                    <a:pt x="68864" y="14843"/>
                  </a:lnTo>
                  <a:lnTo>
                    <a:pt x="63853" y="12675"/>
                  </a:lnTo>
                  <a:lnTo>
                    <a:pt x="58774" y="10672"/>
                  </a:lnTo>
                  <a:lnTo>
                    <a:pt x="53632" y="8837"/>
                  </a:lnTo>
                  <a:lnTo>
                    <a:pt x="48433" y="7170"/>
                  </a:lnTo>
                  <a:lnTo>
                    <a:pt x="43183" y="5673"/>
                  </a:lnTo>
                  <a:lnTo>
                    <a:pt x="37886" y="4349"/>
                  </a:lnTo>
                  <a:lnTo>
                    <a:pt x="32549" y="3199"/>
                  </a:lnTo>
                  <a:lnTo>
                    <a:pt x="27177" y="2224"/>
                  </a:lnTo>
                  <a:lnTo>
                    <a:pt x="21777" y="1424"/>
                  </a:lnTo>
                  <a:lnTo>
                    <a:pt x="16353" y="801"/>
                  </a:lnTo>
                  <a:lnTo>
                    <a:pt x="10911" y="356"/>
                  </a:lnTo>
                  <a:lnTo>
                    <a:pt x="545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1444" y="1681503"/>
              <a:ext cx="5080" cy="167167"/>
            </a:xfrm>
            <a:custGeom>
              <a:avLst/>
              <a:pathLst>
                <a:path w="5080" h="167167">
                  <a:moveTo>
                    <a:pt x="5080" y="0"/>
                  </a:moveTo>
                  <a:lnTo>
                    <a:pt x="0" y="77"/>
                  </a:lnTo>
                  <a:lnTo>
                    <a:pt x="508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1444" y="1681580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50441" y="1681580"/>
              <a:ext cx="136083" cy="167090"/>
            </a:xfrm>
            <a:custGeom>
              <a:avLst/>
              <a:pathLst>
                <a:path w="136083" h="167090">
                  <a:moveTo>
                    <a:pt x="131003" y="0"/>
                  </a:moveTo>
                  <a:lnTo>
                    <a:pt x="125513" y="257"/>
                  </a:lnTo>
                  <a:lnTo>
                    <a:pt x="120034" y="695"/>
                  </a:lnTo>
                  <a:lnTo>
                    <a:pt x="114572" y="1312"/>
                  </a:lnTo>
                  <a:lnTo>
                    <a:pt x="109133" y="2109"/>
                  </a:lnTo>
                  <a:lnTo>
                    <a:pt x="103724" y="3084"/>
                  </a:lnTo>
                  <a:lnTo>
                    <a:pt x="98349" y="4237"/>
                  </a:lnTo>
                  <a:lnTo>
                    <a:pt x="93016" y="5565"/>
                  </a:lnTo>
                  <a:lnTo>
                    <a:pt x="87729" y="7069"/>
                  </a:lnTo>
                  <a:lnTo>
                    <a:pt x="82494" y="8745"/>
                  </a:lnTo>
                  <a:lnTo>
                    <a:pt x="77317" y="10592"/>
                  </a:lnTo>
                  <a:lnTo>
                    <a:pt x="72204" y="12609"/>
                  </a:lnTo>
                  <a:lnTo>
                    <a:pt x="67159" y="14793"/>
                  </a:lnTo>
                  <a:lnTo>
                    <a:pt x="62189" y="17141"/>
                  </a:lnTo>
                  <a:lnTo>
                    <a:pt x="57300" y="19651"/>
                  </a:lnTo>
                  <a:lnTo>
                    <a:pt x="52495" y="22321"/>
                  </a:lnTo>
                  <a:lnTo>
                    <a:pt x="47781" y="25148"/>
                  </a:lnTo>
                  <a:lnTo>
                    <a:pt x="43162" y="28127"/>
                  </a:lnTo>
                  <a:lnTo>
                    <a:pt x="38643" y="31257"/>
                  </a:lnTo>
                  <a:lnTo>
                    <a:pt x="34230" y="34534"/>
                  </a:lnTo>
                  <a:lnTo>
                    <a:pt x="29927" y="37955"/>
                  </a:lnTo>
                  <a:lnTo>
                    <a:pt x="25739" y="41515"/>
                  </a:lnTo>
                  <a:lnTo>
                    <a:pt x="21670" y="45210"/>
                  </a:lnTo>
                  <a:lnTo>
                    <a:pt x="17725" y="49038"/>
                  </a:lnTo>
                  <a:lnTo>
                    <a:pt x="13908" y="52993"/>
                  </a:lnTo>
                  <a:lnTo>
                    <a:pt x="10223" y="57071"/>
                  </a:lnTo>
                  <a:lnTo>
                    <a:pt x="6674" y="61268"/>
                  </a:lnTo>
                  <a:lnTo>
                    <a:pt x="3265" y="65580"/>
                  </a:lnTo>
                  <a:lnTo>
                    <a:pt x="0" y="70002"/>
                  </a:lnTo>
                  <a:lnTo>
                    <a:pt x="136083" y="1670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76" y="1681503"/>
              <a:ext cx="334295" cy="334334"/>
            </a:xfrm>
            <a:custGeom>
              <a:avLst/>
              <a:pathLst>
                <a:path w="334295" h="334334">
                  <a:moveTo>
                    <a:pt x="31064" y="70079"/>
                  </a:moveTo>
                  <a:lnTo>
                    <a:pt x="28052" y="74446"/>
                  </a:lnTo>
                  <a:lnTo>
                    <a:pt x="25179" y="78907"/>
                  </a:lnTo>
                  <a:lnTo>
                    <a:pt x="22450" y="83456"/>
                  </a:lnTo>
                  <a:lnTo>
                    <a:pt x="19867" y="88090"/>
                  </a:lnTo>
                  <a:lnTo>
                    <a:pt x="17431" y="92804"/>
                  </a:lnTo>
                  <a:lnTo>
                    <a:pt x="15147" y="97592"/>
                  </a:lnTo>
                  <a:lnTo>
                    <a:pt x="13016" y="102451"/>
                  </a:lnTo>
                  <a:lnTo>
                    <a:pt x="11040" y="107374"/>
                  </a:lnTo>
                  <a:lnTo>
                    <a:pt x="9221" y="112358"/>
                  </a:lnTo>
                  <a:lnTo>
                    <a:pt x="7561" y="117397"/>
                  </a:lnTo>
                  <a:lnTo>
                    <a:pt x="6062" y="122487"/>
                  </a:lnTo>
                  <a:lnTo>
                    <a:pt x="4725" y="127621"/>
                  </a:lnTo>
                  <a:lnTo>
                    <a:pt x="3552" y="132795"/>
                  </a:lnTo>
                  <a:lnTo>
                    <a:pt x="2544" y="138004"/>
                  </a:lnTo>
                  <a:lnTo>
                    <a:pt x="1701" y="143242"/>
                  </a:lnTo>
                  <a:lnTo>
                    <a:pt x="1026" y="148504"/>
                  </a:lnTo>
                  <a:lnTo>
                    <a:pt x="517" y="153785"/>
                  </a:lnTo>
                  <a:lnTo>
                    <a:pt x="176" y="159080"/>
                  </a:lnTo>
                  <a:lnTo>
                    <a:pt x="4" y="164382"/>
                  </a:lnTo>
                  <a:lnTo>
                    <a:pt x="0" y="169688"/>
                  </a:lnTo>
                  <a:lnTo>
                    <a:pt x="164" y="174991"/>
                  </a:lnTo>
                  <a:lnTo>
                    <a:pt x="496" y="180286"/>
                  </a:lnTo>
                  <a:lnTo>
                    <a:pt x="996" y="185567"/>
                  </a:lnTo>
                  <a:lnTo>
                    <a:pt x="1664" y="190831"/>
                  </a:lnTo>
                  <a:lnTo>
                    <a:pt x="2498" y="196070"/>
                  </a:lnTo>
                  <a:lnTo>
                    <a:pt x="3498" y="201280"/>
                  </a:lnTo>
                  <a:lnTo>
                    <a:pt x="4663" y="206456"/>
                  </a:lnTo>
                  <a:lnTo>
                    <a:pt x="5992" y="211593"/>
                  </a:lnTo>
                  <a:lnTo>
                    <a:pt x="7483" y="216684"/>
                  </a:lnTo>
                  <a:lnTo>
                    <a:pt x="9134" y="221726"/>
                  </a:lnTo>
                  <a:lnTo>
                    <a:pt x="10945" y="226713"/>
                  </a:lnTo>
                  <a:lnTo>
                    <a:pt x="12914" y="231640"/>
                  </a:lnTo>
                  <a:lnTo>
                    <a:pt x="15037" y="236502"/>
                  </a:lnTo>
                  <a:lnTo>
                    <a:pt x="17314" y="241294"/>
                  </a:lnTo>
                  <a:lnTo>
                    <a:pt x="19742" y="246011"/>
                  </a:lnTo>
                  <a:lnTo>
                    <a:pt x="22318" y="250649"/>
                  </a:lnTo>
                  <a:lnTo>
                    <a:pt x="25040" y="255203"/>
                  </a:lnTo>
                  <a:lnTo>
                    <a:pt x="27905" y="259668"/>
                  </a:lnTo>
                  <a:lnTo>
                    <a:pt x="30911" y="264040"/>
                  </a:lnTo>
                  <a:lnTo>
                    <a:pt x="34054" y="268315"/>
                  </a:lnTo>
                  <a:lnTo>
                    <a:pt x="37330" y="272487"/>
                  </a:lnTo>
                  <a:lnTo>
                    <a:pt x="40738" y="276554"/>
                  </a:lnTo>
                  <a:lnTo>
                    <a:pt x="44273" y="280510"/>
                  </a:lnTo>
                  <a:lnTo>
                    <a:pt x="47931" y="284352"/>
                  </a:lnTo>
                  <a:lnTo>
                    <a:pt x="51710" y="288076"/>
                  </a:lnTo>
                  <a:lnTo>
                    <a:pt x="55605" y="291679"/>
                  </a:lnTo>
                  <a:lnTo>
                    <a:pt x="59612" y="295155"/>
                  </a:lnTo>
                  <a:lnTo>
                    <a:pt x="63728" y="298503"/>
                  </a:lnTo>
                  <a:lnTo>
                    <a:pt x="67948" y="301719"/>
                  </a:lnTo>
                  <a:lnTo>
                    <a:pt x="72268" y="304799"/>
                  </a:lnTo>
                  <a:lnTo>
                    <a:pt x="76683" y="307741"/>
                  </a:lnTo>
                  <a:lnTo>
                    <a:pt x="81189" y="310541"/>
                  </a:lnTo>
                  <a:lnTo>
                    <a:pt x="85782" y="313196"/>
                  </a:lnTo>
                  <a:lnTo>
                    <a:pt x="90457" y="315705"/>
                  </a:lnTo>
                  <a:lnTo>
                    <a:pt x="95210" y="318064"/>
                  </a:lnTo>
                  <a:lnTo>
                    <a:pt x="100034" y="320271"/>
                  </a:lnTo>
                  <a:lnTo>
                    <a:pt x="104927" y="322323"/>
                  </a:lnTo>
                  <a:lnTo>
                    <a:pt x="109881" y="324219"/>
                  </a:lnTo>
                  <a:lnTo>
                    <a:pt x="114894" y="325958"/>
                  </a:lnTo>
                  <a:lnTo>
                    <a:pt x="119959" y="327536"/>
                  </a:lnTo>
                  <a:lnTo>
                    <a:pt x="125072" y="328953"/>
                  </a:lnTo>
                  <a:lnTo>
                    <a:pt x="130227" y="330206"/>
                  </a:lnTo>
                  <a:lnTo>
                    <a:pt x="135420" y="331296"/>
                  </a:lnTo>
                  <a:lnTo>
                    <a:pt x="140644" y="332220"/>
                  </a:lnTo>
                  <a:lnTo>
                    <a:pt x="145895" y="332978"/>
                  </a:lnTo>
                  <a:lnTo>
                    <a:pt x="151167" y="333569"/>
                  </a:lnTo>
                  <a:lnTo>
                    <a:pt x="156456" y="333992"/>
                  </a:lnTo>
                  <a:lnTo>
                    <a:pt x="161755" y="334247"/>
                  </a:lnTo>
                  <a:lnTo>
                    <a:pt x="167060" y="334334"/>
                  </a:lnTo>
                  <a:lnTo>
                    <a:pt x="172365" y="334253"/>
                  </a:lnTo>
                  <a:lnTo>
                    <a:pt x="177664" y="334003"/>
                  </a:lnTo>
                  <a:lnTo>
                    <a:pt x="182953" y="333586"/>
                  </a:lnTo>
                  <a:lnTo>
                    <a:pt x="188226" y="333000"/>
                  </a:lnTo>
                  <a:lnTo>
                    <a:pt x="193478" y="332248"/>
                  </a:lnTo>
                  <a:lnTo>
                    <a:pt x="198703" y="331329"/>
                  </a:lnTo>
                  <a:lnTo>
                    <a:pt x="203897" y="330245"/>
                  </a:lnTo>
                  <a:lnTo>
                    <a:pt x="209053" y="328997"/>
                  </a:lnTo>
                  <a:lnTo>
                    <a:pt x="214168" y="327585"/>
                  </a:lnTo>
                  <a:lnTo>
                    <a:pt x="219235" y="326013"/>
                  </a:lnTo>
                  <a:lnTo>
                    <a:pt x="224249" y="324280"/>
                  </a:lnTo>
                  <a:lnTo>
                    <a:pt x="229206" y="322389"/>
                  </a:lnTo>
                  <a:lnTo>
                    <a:pt x="234100" y="320341"/>
                  </a:lnTo>
                  <a:lnTo>
                    <a:pt x="238927" y="318139"/>
                  </a:lnTo>
                  <a:lnTo>
                    <a:pt x="243682" y="315785"/>
                  </a:lnTo>
                  <a:lnTo>
                    <a:pt x="248360" y="313282"/>
                  </a:lnTo>
                  <a:lnTo>
                    <a:pt x="252956" y="310631"/>
                  </a:lnTo>
                  <a:lnTo>
                    <a:pt x="257465" y="307836"/>
                  </a:lnTo>
                  <a:lnTo>
                    <a:pt x="261883" y="304899"/>
                  </a:lnTo>
                  <a:lnTo>
                    <a:pt x="266206" y="301824"/>
                  </a:lnTo>
                  <a:lnTo>
                    <a:pt x="270429" y="298612"/>
                  </a:lnTo>
                  <a:lnTo>
                    <a:pt x="274549" y="295269"/>
                  </a:lnTo>
                  <a:lnTo>
                    <a:pt x="278560" y="291796"/>
                  </a:lnTo>
                  <a:lnTo>
                    <a:pt x="282458" y="288198"/>
                  </a:lnTo>
                  <a:lnTo>
                    <a:pt x="286241" y="284478"/>
                  </a:lnTo>
                  <a:lnTo>
                    <a:pt x="289904" y="280639"/>
                  </a:lnTo>
                  <a:lnTo>
                    <a:pt x="293443" y="276687"/>
                  </a:lnTo>
                  <a:lnTo>
                    <a:pt x="296855" y="272624"/>
                  </a:lnTo>
                  <a:lnTo>
                    <a:pt x="300136" y="268455"/>
                  </a:lnTo>
                  <a:lnTo>
                    <a:pt x="303283" y="264184"/>
                  </a:lnTo>
                  <a:lnTo>
                    <a:pt x="306293" y="259815"/>
                  </a:lnTo>
                  <a:lnTo>
                    <a:pt x="309163" y="255352"/>
                  </a:lnTo>
                  <a:lnTo>
                    <a:pt x="311890" y="250801"/>
                  </a:lnTo>
                  <a:lnTo>
                    <a:pt x="314471" y="246166"/>
                  </a:lnTo>
                  <a:lnTo>
                    <a:pt x="316904" y="241451"/>
                  </a:lnTo>
                  <a:lnTo>
                    <a:pt x="319186" y="236662"/>
                  </a:lnTo>
                  <a:lnTo>
                    <a:pt x="321314" y="231802"/>
                  </a:lnTo>
                  <a:lnTo>
                    <a:pt x="323288" y="226877"/>
                  </a:lnTo>
                  <a:lnTo>
                    <a:pt x="325104" y="221892"/>
                  </a:lnTo>
                  <a:lnTo>
                    <a:pt x="326761" y="216852"/>
                  </a:lnTo>
                  <a:lnTo>
                    <a:pt x="328257" y="211762"/>
                  </a:lnTo>
                  <a:lnTo>
                    <a:pt x="329591" y="206627"/>
                  </a:lnTo>
                  <a:lnTo>
                    <a:pt x="330762" y="201453"/>
                  </a:lnTo>
                  <a:lnTo>
                    <a:pt x="331767" y="196243"/>
                  </a:lnTo>
                  <a:lnTo>
                    <a:pt x="332607" y="191005"/>
                  </a:lnTo>
                  <a:lnTo>
                    <a:pt x="333280" y="185742"/>
                  </a:lnTo>
                  <a:lnTo>
                    <a:pt x="333786" y="180461"/>
                  </a:lnTo>
                  <a:lnTo>
                    <a:pt x="334124" y="175166"/>
                  </a:lnTo>
                  <a:lnTo>
                    <a:pt x="334294" y="169864"/>
                  </a:lnTo>
                  <a:lnTo>
                    <a:pt x="334295" y="164558"/>
                  </a:lnTo>
                  <a:lnTo>
                    <a:pt x="334128" y="159255"/>
                  </a:lnTo>
                  <a:lnTo>
                    <a:pt x="333793" y="153961"/>
                  </a:lnTo>
                  <a:lnTo>
                    <a:pt x="333290" y="148679"/>
                  </a:lnTo>
                  <a:lnTo>
                    <a:pt x="332620" y="143416"/>
                  </a:lnTo>
                  <a:lnTo>
                    <a:pt x="331783" y="138177"/>
                  </a:lnTo>
                  <a:lnTo>
                    <a:pt x="330780" y="132967"/>
                  </a:lnTo>
                  <a:lnTo>
                    <a:pt x="329612" y="127792"/>
                  </a:lnTo>
                  <a:lnTo>
                    <a:pt x="328281" y="122656"/>
                  </a:lnTo>
                  <a:lnTo>
                    <a:pt x="326787" y="117565"/>
                  </a:lnTo>
                  <a:lnTo>
                    <a:pt x="325133" y="112525"/>
                  </a:lnTo>
                  <a:lnTo>
                    <a:pt x="323319" y="107539"/>
                  </a:lnTo>
                  <a:lnTo>
                    <a:pt x="321348" y="102613"/>
                  </a:lnTo>
                  <a:lnTo>
                    <a:pt x="319222" y="97752"/>
                  </a:lnTo>
                  <a:lnTo>
                    <a:pt x="316943" y="92961"/>
                  </a:lnTo>
                  <a:lnTo>
                    <a:pt x="314513" y="88245"/>
                  </a:lnTo>
                  <a:lnTo>
                    <a:pt x="311934" y="83609"/>
                  </a:lnTo>
                  <a:lnTo>
                    <a:pt x="309209" y="79056"/>
                  </a:lnTo>
                  <a:lnTo>
                    <a:pt x="306342" y="74592"/>
                  </a:lnTo>
                  <a:lnTo>
                    <a:pt x="303334" y="70222"/>
                  </a:lnTo>
                  <a:lnTo>
                    <a:pt x="300189" y="65949"/>
                  </a:lnTo>
                  <a:lnTo>
                    <a:pt x="296910" y="61778"/>
                  </a:lnTo>
                  <a:lnTo>
                    <a:pt x="293500" y="57714"/>
                  </a:lnTo>
                  <a:lnTo>
                    <a:pt x="289963" y="53759"/>
                  </a:lnTo>
                  <a:lnTo>
                    <a:pt x="286303" y="49919"/>
                  </a:lnTo>
                  <a:lnTo>
                    <a:pt x="282522" y="46197"/>
                  </a:lnTo>
                  <a:lnTo>
                    <a:pt x="278625" y="42597"/>
                  </a:lnTo>
                  <a:lnTo>
                    <a:pt x="274616" y="39122"/>
                  </a:lnTo>
                  <a:lnTo>
                    <a:pt x="270499" y="35776"/>
                  </a:lnTo>
                  <a:lnTo>
                    <a:pt x="266277" y="32563"/>
                  </a:lnTo>
                  <a:lnTo>
                    <a:pt x="261956" y="29485"/>
                  </a:lnTo>
                  <a:lnTo>
                    <a:pt x="257539" y="26545"/>
                  </a:lnTo>
                  <a:lnTo>
                    <a:pt x="253031" y="23748"/>
                  </a:lnTo>
                  <a:lnTo>
                    <a:pt x="248437" y="21095"/>
                  </a:lnTo>
                  <a:lnTo>
                    <a:pt x="243760" y="18589"/>
                  </a:lnTo>
                  <a:lnTo>
                    <a:pt x="239007" y="16232"/>
                  </a:lnTo>
                  <a:lnTo>
                    <a:pt x="234181" y="14028"/>
                  </a:lnTo>
                  <a:lnTo>
                    <a:pt x="229288" y="11978"/>
                  </a:lnTo>
                  <a:lnTo>
                    <a:pt x="224332" y="10084"/>
                  </a:lnTo>
                  <a:lnTo>
                    <a:pt x="219318" y="8349"/>
                  </a:lnTo>
                  <a:lnTo>
                    <a:pt x="214252" y="6773"/>
                  </a:lnTo>
                  <a:lnTo>
                    <a:pt x="209139" y="5359"/>
                  </a:lnTo>
                  <a:lnTo>
                    <a:pt x="203983" y="4108"/>
                  </a:lnTo>
                  <a:lnTo>
                    <a:pt x="198790" y="3021"/>
                  </a:lnTo>
                  <a:lnTo>
                    <a:pt x="193565" y="2100"/>
                  </a:lnTo>
                  <a:lnTo>
                    <a:pt x="188314" y="1345"/>
                  </a:lnTo>
                  <a:lnTo>
                    <a:pt x="183041" y="757"/>
                  </a:lnTo>
                  <a:lnTo>
                    <a:pt x="177752" y="336"/>
                  </a:lnTo>
                  <a:lnTo>
                    <a:pt x="172453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3785" y="2126963"/>
              <a:ext cx="37501" cy="167167"/>
            </a:xfrm>
            <a:custGeom>
              <a:avLst/>
              <a:pathLst>
                <a:path w="37501" h="167167">
                  <a:moveTo>
                    <a:pt x="37501" y="0"/>
                  </a:moveTo>
                  <a:lnTo>
                    <a:pt x="31199" y="118"/>
                  </a:lnTo>
                  <a:lnTo>
                    <a:pt x="24905" y="475"/>
                  </a:lnTo>
                  <a:lnTo>
                    <a:pt x="18630" y="1068"/>
                  </a:lnTo>
                  <a:lnTo>
                    <a:pt x="12381" y="1898"/>
                  </a:lnTo>
                  <a:lnTo>
                    <a:pt x="6168" y="2962"/>
                  </a:lnTo>
                  <a:lnTo>
                    <a:pt x="0" y="4260"/>
                  </a:lnTo>
                  <a:lnTo>
                    <a:pt x="3750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3785" y="2131224"/>
              <a:ext cx="37501" cy="162906"/>
            </a:xfrm>
            <a:custGeom>
              <a:avLst/>
              <a:pathLst>
                <a:path w="37501" h="162906">
                  <a:moveTo>
                    <a:pt x="0" y="0"/>
                  </a:moveTo>
                  <a:lnTo>
                    <a:pt x="37501" y="1629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35" y="2128377"/>
              <a:ext cx="334302" cy="332920"/>
            </a:xfrm>
            <a:custGeom>
              <a:avLst/>
              <a:pathLst>
                <a:path w="334302" h="332920">
                  <a:moveTo>
                    <a:pt x="129650" y="2846"/>
                  </a:moveTo>
                  <a:lnTo>
                    <a:pt x="124507" y="4116"/>
                  </a:lnTo>
                  <a:lnTo>
                    <a:pt x="119406" y="5549"/>
                  </a:lnTo>
                  <a:lnTo>
                    <a:pt x="114353" y="7142"/>
                  </a:lnTo>
                  <a:lnTo>
                    <a:pt x="109354" y="8895"/>
                  </a:lnTo>
                  <a:lnTo>
                    <a:pt x="104412" y="10805"/>
                  </a:lnTo>
                  <a:lnTo>
                    <a:pt x="99534" y="12871"/>
                  </a:lnTo>
                  <a:lnTo>
                    <a:pt x="94723" y="15091"/>
                  </a:lnTo>
                  <a:lnTo>
                    <a:pt x="89985" y="17462"/>
                  </a:lnTo>
                  <a:lnTo>
                    <a:pt x="85325" y="19981"/>
                  </a:lnTo>
                  <a:lnTo>
                    <a:pt x="80746" y="22648"/>
                  </a:lnTo>
                  <a:lnTo>
                    <a:pt x="76255" y="25458"/>
                  </a:lnTo>
                  <a:lnTo>
                    <a:pt x="71855" y="28408"/>
                  </a:lnTo>
                  <a:lnTo>
                    <a:pt x="67551" y="31497"/>
                  </a:lnTo>
                  <a:lnTo>
                    <a:pt x="63346" y="34721"/>
                  </a:lnTo>
                  <a:lnTo>
                    <a:pt x="59246" y="38076"/>
                  </a:lnTo>
                  <a:lnTo>
                    <a:pt x="55255" y="41560"/>
                  </a:lnTo>
                  <a:lnTo>
                    <a:pt x="51375" y="45168"/>
                  </a:lnTo>
                  <a:lnTo>
                    <a:pt x="47612" y="48897"/>
                  </a:lnTo>
                  <a:lnTo>
                    <a:pt x="43969" y="52744"/>
                  </a:lnTo>
                  <a:lnTo>
                    <a:pt x="40450" y="56704"/>
                  </a:lnTo>
                  <a:lnTo>
                    <a:pt x="37058" y="60774"/>
                  </a:lnTo>
                  <a:lnTo>
                    <a:pt x="33797" y="64949"/>
                  </a:lnTo>
                  <a:lnTo>
                    <a:pt x="30669" y="69226"/>
                  </a:lnTo>
                  <a:lnTo>
                    <a:pt x="27679" y="73599"/>
                  </a:lnTo>
                  <a:lnTo>
                    <a:pt x="24829" y="78065"/>
                  </a:lnTo>
                  <a:lnTo>
                    <a:pt x="22122" y="82619"/>
                  </a:lnTo>
                  <a:lnTo>
                    <a:pt x="19560" y="87257"/>
                  </a:lnTo>
                  <a:lnTo>
                    <a:pt x="17147" y="91973"/>
                  </a:lnTo>
                  <a:lnTo>
                    <a:pt x="14884" y="96763"/>
                  </a:lnTo>
                  <a:lnTo>
                    <a:pt x="12775" y="101623"/>
                  </a:lnTo>
                  <a:lnTo>
                    <a:pt x="10820" y="106547"/>
                  </a:lnTo>
                  <a:lnTo>
                    <a:pt x="9022" y="111531"/>
                  </a:lnTo>
                  <a:lnTo>
                    <a:pt x="7384" y="116569"/>
                  </a:lnTo>
                  <a:lnTo>
                    <a:pt x="5905" y="121657"/>
                  </a:lnTo>
                  <a:lnTo>
                    <a:pt x="4589" y="126789"/>
                  </a:lnTo>
                  <a:lnTo>
                    <a:pt x="3436" y="131960"/>
                  </a:lnTo>
                  <a:lnTo>
                    <a:pt x="2447" y="137164"/>
                  </a:lnTo>
                  <a:lnTo>
                    <a:pt x="1624" y="142398"/>
                  </a:lnTo>
                  <a:lnTo>
                    <a:pt x="967" y="147655"/>
                  </a:lnTo>
                  <a:lnTo>
                    <a:pt x="477" y="152930"/>
                  </a:lnTo>
                  <a:lnTo>
                    <a:pt x="154" y="158219"/>
                  </a:lnTo>
                  <a:lnTo>
                    <a:pt x="0" y="163514"/>
                  </a:lnTo>
                  <a:lnTo>
                    <a:pt x="13" y="168812"/>
                  </a:lnTo>
                  <a:lnTo>
                    <a:pt x="193" y="174107"/>
                  </a:lnTo>
                  <a:lnTo>
                    <a:pt x="542" y="179394"/>
                  </a:lnTo>
                  <a:lnTo>
                    <a:pt x="1058" y="184666"/>
                  </a:lnTo>
                  <a:lnTo>
                    <a:pt x="1741" y="189920"/>
                  </a:lnTo>
                  <a:lnTo>
                    <a:pt x="2590" y="195150"/>
                  </a:lnTo>
                  <a:lnTo>
                    <a:pt x="3604" y="200350"/>
                  </a:lnTo>
                  <a:lnTo>
                    <a:pt x="4782" y="205515"/>
                  </a:lnTo>
                  <a:lnTo>
                    <a:pt x="6124" y="210640"/>
                  </a:lnTo>
                  <a:lnTo>
                    <a:pt x="7627" y="215720"/>
                  </a:lnTo>
                  <a:lnTo>
                    <a:pt x="9291" y="220750"/>
                  </a:lnTo>
                  <a:lnTo>
                    <a:pt x="11113" y="225725"/>
                  </a:lnTo>
                  <a:lnTo>
                    <a:pt x="13091" y="230640"/>
                  </a:lnTo>
                  <a:lnTo>
                    <a:pt x="15225" y="235489"/>
                  </a:lnTo>
                  <a:lnTo>
                    <a:pt x="17511" y="240268"/>
                  </a:lnTo>
                  <a:lnTo>
                    <a:pt x="19948" y="244973"/>
                  </a:lnTo>
                  <a:lnTo>
                    <a:pt x="22532" y="249598"/>
                  </a:lnTo>
                  <a:lnTo>
                    <a:pt x="25261" y="254138"/>
                  </a:lnTo>
                  <a:lnTo>
                    <a:pt x="28134" y="258590"/>
                  </a:lnTo>
                  <a:lnTo>
                    <a:pt x="31145" y="262949"/>
                  </a:lnTo>
                  <a:lnTo>
                    <a:pt x="34294" y="267210"/>
                  </a:lnTo>
                  <a:lnTo>
                    <a:pt x="37575" y="271369"/>
                  </a:lnTo>
                  <a:lnTo>
                    <a:pt x="40987" y="275422"/>
                  </a:lnTo>
                  <a:lnTo>
                    <a:pt x="44526" y="279365"/>
                  </a:lnTo>
                  <a:lnTo>
                    <a:pt x="48188" y="283194"/>
                  </a:lnTo>
                  <a:lnTo>
                    <a:pt x="51969" y="286905"/>
                  </a:lnTo>
                  <a:lnTo>
                    <a:pt x="55866" y="290494"/>
                  </a:lnTo>
                  <a:lnTo>
                    <a:pt x="59875" y="293958"/>
                  </a:lnTo>
                  <a:lnTo>
                    <a:pt x="63991" y="297293"/>
                  </a:lnTo>
                  <a:lnTo>
                    <a:pt x="68211" y="300496"/>
                  </a:lnTo>
                  <a:lnTo>
                    <a:pt x="72531" y="303563"/>
                  </a:lnTo>
                  <a:lnTo>
                    <a:pt x="76945" y="306493"/>
                  </a:lnTo>
                  <a:lnTo>
                    <a:pt x="81450" y="309280"/>
                  </a:lnTo>
                  <a:lnTo>
                    <a:pt x="86042" y="311924"/>
                  </a:lnTo>
                  <a:lnTo>
                    <a:pt x="90714" y="314421"/>
                  </a:lnTo>
                  <a:lnTo>
                    <a:pt x="95464" y="316768"/>
                  </a:lnTo>
                  <a:lnTo>
                    <a:pt x="100285" y="318964"/>
                  </a:lnTo>
                  <a:lnTo>
                    <a:pt x="105174" y="321006"/>
                  </a:lnTo>
                  <a:lnTo>
                    <a:pt x="110125" y="322892"/>
                  </a:lnTo>
                  <a:lnTo>
                    <a:pt x="115133" y="324620"/>
                  </a:lnTo>
                  <a:lnTo>
                    <a:pt x="120193" y="326189"/>
                  </a:lnTo>
                  <a:lnTo>
                    <a:pt x="125301" y="327597"/>
                  </a:lnTo>
                  <a:lnTo>
                    <a:pt x="130451" y="328841"/>
                  </a:lnTo>
                  <a:lnTo>
                    <a:pt x="135637" y="329923"/>
                  </a:lnTo>
                  <a:lnTo>
                    <a:pt x="140855" y="330839"/>
                  </a:lnTo>
                  <a:lnTo>
                    <a:pt x="146100" y="331589"/>
                  </a:lnTo>
                  <a:lnTo>
                    <a:pt x="151365" y="332173"/>
                  </a:lnTo>
                  <a:lnTo>
                    <a:pt x="156647" y="332590"/>
                  </a:lnTo>
                  <a:lnTo>
                    <a:pt x="161939" y="332839"/>
                  </a:lnTo>
                  <a:lnTo>
                    <a:pt x="167236" y="332920"/>
                  </a:lnTo>
                  <a:lnTo>
                    <a:pt x="172534" y="332833"/>
                  </a:lnTo>
                  <a:lnTo>
                    <a:pt x="177826" y="332579"/>
                  </a:lnTo>
                  <a:lnTo>
                    <a:pt x="183107" y="332157"/>
                  </a:lnTo>
                  <a:lnTo>
                    <a:pt x="188372" y="331568"/>
                  </a:lnTo>
                  <a:lnTo>
                    <a:pt x="193616" y="330812"/>
                  </a:lnTo>
                  <a:lnTo>
                    <a:pt x="198833" y="329891"/>
                  </a:lnTo>
                  <a:lnTo>
                    <a:pt x="204018" y="328804"/>
                  </a:lnTo>
                  <a:lnTo>
                    <a:pt x="209167" y="327554"/>
                  </a:lnTo>
                  <a:lnTo>
                    <a:pt x="214273" y="326142"/>
                  </a:lnTo>
                  <a:lnTo>
                    <a:pt x="219332" y="324568"/>
                  </a:lnTo>
                  <a:lnTo>
                    <a:pt x="224338" y="322835"/>
                  </a:lnTo>
                  <a:lnTo>
                    <a:pt x="229287" y="320944"/>
                  </a:lnTo>
                  <a:lnTo>
                    <a:pt x="234173" y="318897"/>
                  </a:lnTo>
                  <a:lnTo>
                    <a:pt x="238993" y="316696"/>
                  </a:lnTo>
                  <a:lnTo>
                    <a:pt x="243740" y="314344"/>
                  </a:lnTo>
                  <a:lnTo>
                    <a:pt x="248410" y="311842"/>
                  </a:lnTo>
                  <a:lnTo>
                    <a:pt x="252999" y="309194"/>
                  </a:lnTo>
                  <a:lnTo>
                    <a:pt x="257501" y="306401"/>
                  </a:lnTo>
                  <a:lnTo>
                    <a:pt x="261912" y="303468"/>
                  </a:lnTo>
                  <a:lnTo>
                    <a:pt x="266229" y="300396"/>
                  </a:lnTo>
                  <a:lnTo>
                    <a:pt x="270446" y="297188"/>
                  </a:lnTo>
                  <a:lnTo>
                    <a:pt x="274559" y="293849"/>
                  </a:lnTo>
                  <a:lnTo>
                    <a:pt x="278564" y="290381"/>
                  </a:lnTo>
                  <a:lnTo>
                    <a:pt x="282457" y="286788"/>
                  </a:lnTo>
                  <a:lnTo>
                    <a:pt x="286235" y="283074"/>
                  </a:lnTo>
                  <a:lnTo>
                    <a:pt x="289893" y="279241"/>
                  </a:lnTo>
                  <a:lnTo>
                    <a:pt x="293428" y="275295"/>
                  </a:lnTo>
                  <a:lnTo>
                    <a:pt x="296835" y="271238"/>
                  </a:lnTo>
                  <a:lnTo>
                    <a:pt x="300113" y="267076"/>
                  </a:lnTo>
                  <a:lnTo>
                    <a:pt x="303257" y="262811"/>
                  </a:lnTo>
                  <a:lnTo>
                    <a:pt x="306264" y="258450"/>
                  </a:lnTo>
                  <a:lnTo>
                    <a:pt x="309132" y="253995"/>
                  </a:lnTo>
                  <a:lnTo>
                    <a:pt x="311857" y="249451"/>
                  </a:lnTo>
                  <a:lnTo>
                    <a:pt x="314436" y="244824"/>
                  </a:lnTo>
                  <a:lnTo>
                    <a:pt x="316868" y="240117"/>
                  </a:lnTo>
                  <a:lnTo>
                    <a:pt x="319149" y="235335"/>
                  </a:lnTo>
                  <a:lnTo>
                    <a:pt x="321278" y="230484"/>
                  </a:lnTo>
                  <a:lnTo>
                    <a:pt x="323252" y="225567"/>
                  </a:lnTo>
                  <a:lnTo>
                    <a:pt x="325069" y="220591"/>
                  </a:lnTo>
                  <a:lnTo>
                    <a:pt x="326727" y="215559"/>
                  </a:lnTo>
                  <a:lnTo>
                    <a:pt x="328225" y="210477"/>
                  </a:lnTo>
                  <a:lnTo>
                    <a:pt x="329562" y="205351"/>
                  </a:lnTo>
                  <a:lnTo>
                    <a:pt x="330735" y="200184"/>
                  </a:lnTo>
                  <a:lnTo>
                    <a:pt x="331744" y="194983"/>
                  </a:lnTo>
                  <a:lnTo>
                    <a:pt x="332588" y="189753"/>
                  </a:lnTo>
                  <a:lnTo>
                    <a:pt x="333265" y="184498"/>
                  </a:lnTo>
                  <a:lnTo>
                    <a:pt x="333776" y="179225"/>
                  </a:lnTo>
                  <a:lnTo>
                    <a:pt x="334119" y="173938"/>
                  </a:lnTo>
                  <a:lnTo>
                    <a:pt x="334294" y="168643"/>
                  </a:lnTo>
                  <a:lnTo>
                    <a:pt x="334302" y="163345"/>
                  </a:lnTo>
                  <a:lnTo>
                    <a:pt x="334142" y="158050"/>
                  </a:lnTo>
                  <a:lnTo>
                    <a:pt x="333814" y="152762"/>
                  </a:lnTo>
                  <a:lnTo>
                    <a:pt x="333319" y="147487"/>
                  </a:lnTo>
                  <a:lnTo>
                    <a:pt x="332656" y="142231"/>
                  </a:lnTo>
                  <a:lnTo>
                    <a:pt x="331828" y="136998"/>
                  </a:lnTo>
                  <a:lnTo>
                    <a:pt x="330834" y="131794"/>
                  </a:lnTo>
                  <a:lnTo>
                    <a:pt x="329676" y="126624"/>
                  </a:lnTo>
                  <a:lnTo>
                    <a:pt x="328354" y="121494"/>
                  </a:lnTo>
                  <a:lnTo>
                    <a:pt x="326871" y="116408"/>
                  </a:lnTo>
                  <a:lnTo>
                    <a:pt x="325227" y="111371"/>
                  </a:lnTo>
                  <a:lnTo>
                    <a:pt x="323424" y="106389"/>
                  </a:lnTo>
                  <a:lnTo>
                    <a:pt x="321464" y="101467"/>
                  </a:lnTo>
                  <a:lnTo>
                    <a:pt x="319350" y="96610"/>
                  </a:lnTo>
                  <a:lnTo>
                    <a:pt x="317082" y="91821"/>
                  </a:lnTo>
                  <a:lnTo>
                    <a:pt x="314664" y="87107"/>
                  </a:lnTo>
                  <a:lnTo>
                    <a:pt x="312098" y="82472"/>
                  </a:lnTo>
                  <a:lnTo>
                    <a:pt x="309386" y="77921"/>
                  </a:lnTo>
                  <a:lnTo>
                    <a:pt x="306531" y="73458"/>
                  </a:lnTo>
                  <a:lnTo>
                    <a:pt x="303537" y="69088"/>
                  </a:lnTo>
                  <a:lnTo>
                    <a:pt x="300405" y="64814"/>
                  </a:lnTo>
                  <a:lnTo>
                    <a:pt x="297140" y="60642"/>
                  </a:lnTo>
                  <a:lnTo>
                    <a:pt x="293744" y="56576"/>
                  </a:lnTo>
                  <a:lnTo>
                    <a:pt x="290220" y="52619"/>
                  </a:lnTo>
                  <a:lnTo>
                    <a:pt x="286573" y="48776"/>
                  </a:lnTo>
                  <a:lnTo>
                    <a:pt x="282807" y="45051"/>
                  </a:lnTo>
                  <a:lnTo>
                    <a:pt x="278924" y="41447"/>
                  </a:lnTo>
                  <a:lnTo>
                    <a:pt x="274929" y="37967"/>
                  </a:lnTo>
                  <a:lnTo>
                    <a:pt x="270825" y="34616"/>
                  </a:lnTo>
                  <a:lnTo>
                    <a:pt x="266617" y="31397"/>
                  </a:lnTo>
                  <a:lnTo>
                    <a:pt x="262310" y="28312"/>
                  </a:lnTo>
                  <a:lnTo>
                    <a:pt x="257907" y="25366"/>
                  </a:lnTo>
                  <a:lnTo>
                    <a:pt x="253413" y="22560"/>
                  </a:lnTo>
                  <a:lnTo>
                    <a:pt x="248832" y="19899"/>
                  </a:lnTo>
                  <a:lnTo>
                    <a:pt x="244169" y="17384"/>
                  </a:lnTo>
                  <a:lnTo>
                    <a:pt x="239429" y="15018"/>
                  </a:lnTo>
                  <a:lnTo>
                    <a:pt x="234616" y="12803"/>
                  </a:lnTo>
                  <a:lnTo>
                    <a:pt x="229735" y="10742"/>
                  </a:lnTo>
                  <a:lnTo>
                    <a:pt x="224792" y="8837"/>
                  </a:lnTo>
                  <a:lnTo>
                    <a:pt x="219790" y="7089"/>
                  </a:lnTo>
                  <a:lnTo>
                    <a:pt x="214736" y="5501"/>
                  </a:lnTo>
                  <a:lnTo>
                    <a:pt x="209634" y="4073"/>
                  </a:lnTo>
                  <a:lnTo>
                    <a:pt x="204489" y="2808"/>
                  </a:lnTo>
                  <a:lnTo>
                    <a:pt x="199307" y="1707"/>
                  </a:lnTo>
                  <a:lnTo>
                    <a:pt x="194092" y="770"/>
                  </a:lnTo>
                  <a:lnTo>
                    <a:pt x="188851" y="0"/>
                  </a:lnTo>
                  <a:lnTo>
                    <a:pt x="167152" y="1657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21698" cy="167167"/>
            </a:xfrm>
            <a:custGeom>
              <a:avLst/>
              <a:pathLst>
                <a:path w="21698" h="167167">
                  <a:moveTo>
                    <a:pt x="21698" y="1414"/>
                  </a:moveTo>
                  <a:lnTo>
                    <a:pt x="14488" y="629"/>
                  </a:lnTo>
                  <a:lnTo>
                    <a:pt x="7251" y="15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3975" y="2633064"/>
              <a:ext cx="6772" cy="167167"/>
            </a:xfrm>
            <a:custGeom>
              <a:avLst/>
              <a:pathLst>
                <a:path w="6772" h="167167">
                  <a:moveTo>
                    <a:pt x="6772" y="0"/>
                  </a:moveTo>
                  <a:lnTo>
                    <a:pt x="0" y="137"/>
                  </a:lnTo>
                  <a:lnTo>
                    <a:pt x="677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3975" y="2633201"/>
              <a:ext cx="6772" cy="167030"/>
            </a:xfrm>
            <a:custGeom>
              <a:avLst/>
              <a:pathLst>
                <a:path w="6772" h="167030">
                  <a:moveTo>
                    <a:pt x="0" y="0"/>
                  </a:moveTo>
                  <a:lnTo>
                    <a:pt x="6772" y="1670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4" y="2633201"/>
              <a:ext cx="334317" cy="334196"/>
            </a:xfrm>
            <a:custGeom>
              <a:avLst/>
              <a:pathLst>
                <a:path w="334317" h="334196">
                  <a:moveTo>
                    <a:pt x="160381" y="0"/>
                  </a:moveTo>
                  <a:lnTo>
                    <a:pt x="155104" y="297"/>
                  </a:lnTo>
                  <a:lnTo>
                    <a:pt x="149840" y="761"/>
                  </a:lnTo>
                  <a:lnTo>
                    <a:pt x="144593" y="1392"/>
                  </a:lnTo>
                  <a:lnTo>
                    <a:pt x="139369" y="2187"/>
                  </a:lnTo>
                  <a:lnTo>
                    <a:pt x="134172" y="3148"/>
                  </a:lnTo>
                  <a:lnTo>
                    <a:pt x="129008" y="4272"/>
                  </a:lnTo>
                  <a:lnTo>
                    <a:pt x="123883" y="5560"/>
                  </a:lnTo>
                  <a:lnTo>
                    <a:pt x="118801" y="7008"/>
                  </a:lnTo>
                  <a:lnTo>
                    <a:pt x="113767" y="8616"/>
                  </a:lnTo>
                  <a:lnTo>
                    <a:pt x="108786" y="10383"/>
                  </a:lnTo>
                  <a:lnTo>
                    <a:pt x="103864" y="12306"/>
                  </a:lnTo>
                  <a:lnTo>
                    <a:pt x="99005" y="14384"/>
                  </a:lnTo>
                  <a:lnTo>
                    <a:pt x="94214" y="16614"/>
                  </a:lnTo>
                  <a:lnTo>
                    <a:pt x="89495" y="18995"/>
                  </a:lnTo>
                  <a:lnTo>
                    <a:pt x="84855" y="21524"/>
                  </a:lnTo>
                  <a:lnTo>
                    <a:pt x="80297" y="24198"/>
                  </a:lnTo>
                  <a:lnTo>
                    <a:pt x="75825" y="27015"/>
                  </a:lnTo>
                  <a:lnTo>
                    <a:pt x="71445" y="29972"/>
                  </a:lnTo>
                  <a:lnTo>
                    <a:pt x="67161" y="33065"/>
                  </a:lnTo>
                  <a:lnTo>
                    <a:pt x="62976" y="36293"/>
                  </a:lnTo>
                  <a:lnTo>
                    <a:pt x="58896" y="39651"/>
                  </a:lnTo>
                  <a:lnTo>
                    <a:pt x="54924" y="43137"/>
                  </a:lnTo>
                  <a:lnTo>
                    <a:pt x="51064" y="46746"/>
                  </a:lnTo>
                  <a:lnTo>
                    <a:pt x="47319" y="50476"/>
                  </a:lnTo>
                  <a:lnTo>
                    <a:pt x="43695" y="54322"/>
                  </a:lnTo>
                  <a:lnTo>
                    <a:pt x="40194" y="58281"/>
                  </a:lnTo>
                  <a:lnTo>
                    <a:pt x="36820" y="62348"/>
                  </a:lnTo>
                  <a:lnTo>
                    <a:pt x="33576" y="66520"/>
                  </a:lnTo>
                  <a:lnTo>
                    <a:pt x="30466" y="70793"/>
                  </a:lnTo>
                  <a:lnTo>
                    <a:pt x="27493" y="75161"/>
                  </a:lnTo>
                  <a:lnTo>
                    <a:pt x="24658" y="79622"/>
                  </a:lnTo>
                  <a:lnTo>
                    <a:pt x="21967" y="84170"/>
                  </a:lnTo>
                  <a:lnTo>
                    <a:pt x="19420" y="88800"/>
                  </a:lnTo>
                  <a:lnTo>
                    <a:pt x="17021" y="93509"/>
                  </a:lnTo>
                  <a:lnTo>
                    <a:pt x="14772" y="98291"/>
                  </a:lnTo>
                  <a:lnTo>
                    <a:pt x="12676" y="103142"/>
                  </a:lnTo>
                  <a:lnTo>
                    <a:pt x="10733" y="108057"/>
                  </a:lnTo>
                  <a:lnTo>
                    <a:pt x="8947" y="113031"/>
                  </a:lnTo>
                  <a:lnTo>
                    <a:pt x="7320" y="118059"/>
                  </a:lnTo>
                  <a:lnTo>
                    <a:pt x="5852" y="123135"/>
                  </a:lnTo>
                  <a:lnTo>
                    <a:pt x="4545" y="128256"/>
                  </a:lnTo>
                  <a:lnTo>
                    <a:pt x="3400" y="133415"/>
                  </a:lnTo>
                  <a:lnTo>
                    <a:pt x="2420" y="138608"/>
                  </a:lnTo>
                  <a:lnTo>
                    <a:pt x="1604" y="143829"/>
                  </a:lnTo>
                  <a:lnTo>
                    <a:pt x="953" y="149074"/>
                  </a:lnTo>
                  <a:lnTo>
                    <a:pt x="468" y="154336"/>
                  </a:lnTo>
                  <a:lnTo>
                    <a:pt x="151" y="159611"/>
                  </a:lnTo>
                  <a:lnTo>
                    <a:pt x="0" y="164894"/>
                  </a:lnTo>
                  <a:lnTo>
                    <a:pt x="16" y="170179"/>
                  </a:lnTo>
                  <a:lnTo>
                    <a:pt x="199" y="175460"/>
                  </a:lnTo>
                  <a:lnTo>
                    <a:pt x="548" y="180733"/>
                  </a:lnTo>
                  <a:lnTo>
                    <a:pt x="1065" y="185993"/>
                  </a:lnTo>
                  <a:lnTo>
                    <a:pt x="1747" y="191233"/>
                  </a:lnTo>
                  <a:lnTo>
                    <a:pt x="2595" y="196449"/>
                  </a:lnTo>
                  <a:lnTo>
                    <a:pt x="3607" y="201636"/>
                  </a:lnTo>
                  <a:lnTo>
                    <a:pt x="4783" y="206788"/>
                  </a:lnTo>
                  <a:lnTo>
                    <a:pt x="6121" y="211901"/>
                  </a:lnTo>
                  <a:lnTo>
                    <a:pt x="7619" y="216969"/>
                  </a:lnTo>
                  <a:lnTo>
                    <a:pt x="9278" y="221986"/>
                  </a:lnTo>
                  <a:lnTo>
                    <a:pt x="11094" y="226949"/>
                  </a:lnTo>
                  <a:lnTo>
                    <a:pt x="13066" y="231852"/>
                  </a:lnTo>
                  <a:lnTo>
                    <a:pt x="15192" y="236691"/>
                  </a:lnTo>
                  <a:lnTo>
                    <a:pt x="17470" y="241459"/>
                  </a:lnTo>
                  <a:lnTo>
                    <a:pt x="19897" y="246153"/>
                  </a:lnTo>
                  <a:lnTo>
                    <a:pt x="22472" y="250768"/>
                  </a:lnTo>
                  <a:lnTo>
                    <a:pt x="25191" y="255300"/>
                  </a:lnTo>
                  <a:lnTo>
                    <a:pt x="28052" y="259743"/>
                  </a:lnTo>
                  <a:lnTo>
                    <a:pt x="31052" y="264094"/>
                  </a:lnTo>
                  <a:lnTo>
                    <a:pt x="34188" y="268347"/>
                  </a:lnTo>
                  <a:lnTo>
                    <a:pt x="37457" y="272499"/>
                  </a:lnTo>
                  <a:lnTo>
                    <a:pt x="40856" y="276546"/>
                  </a:lnTo>
                  <a:lnTo>
                    <a:pt x="44381" y="280484"/>
                  </a:lnTo>
                  <a:lnTo>
                    <a:pt x="48028" y="284308"/>
                  </a:lnTo>
                  <a:lnTo>
                    <a:pt x="51795" y="288015"/>
                  </a:lnTo>
                  <a:lnTo>
                    <a:pt x="55677" y="291601"/>
                  </a:lnTo>
                  <a:lnTo>
                    <a:pt x="59670" y="295062"/>
                  </a:lnTo>
                  <a:lnTo>
                    <a:pt x="63771" y="298396"/>
                  </a:lnTo>
                  <a:lnTo>
                    <a:pt x="67975" y="301598"/>
                  </a:lnTo>
                  <a:lnTo>
                    <a:pt x="72278" y="304665"/>
                  </a:lnTo>
                  <a:lnTo>
                    <a:pt x="76676" y="307596"/>
                  </a:lnTo>
                  <a:lnTo>
                    <a:pt x="81164" y="310385"/>
                  </a:lnTo>
                  <a:lnTo>
                    <a:pt x="85739" y="313032"/>
                  </a:lnTo>
                  <a:lnTo>
                    <a:pt x="90394" y="315532"/>
                  </a:lnTo>
                  <a:lnTo>
                    <a:pt x="95127" y="317884"/>
                  </a:lnTo>
                  <a:lnTo>
                    <a:pt x="99931" y="320086"/>
                  </a:lnTo>
                  <a:lnTo>
                    <a:pt x="104803" y="322134"/>
                  </a:lnTo>
                  <a:lnTo>
                    <a:pt x="109736" y="324027"/>
                  </a:lnTo>
                  <a:lnTo>
                    <a:pt x="114728" y="325764"/>
                  </a:lnTo>
                  <a:lnTo>
                    <a:pt x="119771" y="327342"/>
                  </a:lnTo>
                  <a:lnTo>
                    <a:pt x="124862" y="328759"/>
                  </a:lnTo>
                  <a:lnTo>
                    <a:pt x="129996" y="330015"/>
                  </a:lnTo>
                  <a:lnTo>
                    <a:pt x="135166" y="331108"/>
                  </a:lnTo>
                  <a:lnTo>
                    <a:pt x="140368" y="332037"/>
                  </a:lnTo>
                  <a:lnTo>
                    <a:pt x="145598" y="332802"/>
                  </a:lnTo>
                  <a:lnTo>
                    <a:pt x="150848" y="333400"/>
                  </a:lnTo>
                  <a:lnTo>
                    <a:pt x="156115" y="333832"/>
                  </a:lnTo>
                  <a:lnTo>
                    <a:pt x="161393" y="334098"/>
                  </a:lnTo>
                  <a:lnTo>
                    <a:pt x="166677" y="334196"/>
                  </a:lnTo>
                  <a:lnTo>
                    <a:pt x="171961" y="334128"/>
                  </a:lnTo>
                  <a:lnTo>
                    <a:pt x="177241" y="333893"/>
                  </a:lnTo>
                  <a:lnTo>
                    <a:pt x="182510" y="333490"/>
                  </a:lnTo>
                  <a:lnTo>
                    <a:pt x="187764" y="332922"/>
                  </a:lnTo>
                  <a:lnTo>
                    <a:pt x="192998" y="332187"/>
                  </a:lnTo>
                  <a:lnTo>
                    <a:pt x="198205" y="331288"/>
                  </a:lnTo>
                  <a:lnTo>
                    <a:pt x="203382" y="330224"/>
                  </a:lnTo>
                  <a:lnTo>
                    <a:pt x="208522" y="328998"/>
                  </a:lnTo>
                  <a:lnTo>
                    <a:pt x="213621" y="327609"/>
                  </a:lnTo>
                  <a:lnTo>
                    <a:pt x="218674" y="326060"/>
                  </a:lnTo>
                  <a:lnTo>
                    <a:pt x="223675" y="324352"/>
                  </a:lnTo>
                  <a:lnTo>
                    <a:pt x="228619" y="322487"/>
                  </a:lnTo>
                  <a:lnTo>
                    <a:pt x="233502" y="320466"/>
                  </a:lnTo>
                  <a:lnTo>
                    <a:pt x="238319" y="318292"/>
                  </a:lnTo>
                  <a:lnTo>
                    <a:pt x="243065" y="315967"/>
                  </a:lnTo>
                  <a:lnTo>
                    <a:pt x="247735" y="313493"/>
                  </a:lnTo>
                  <a:lnTo>
                    <a:pt x="252324" y="310873"/>
                  </a:lnTo>
                  <a:lnTo>
                    <a:pt x="256828" y="308109"/>
                  </a:lnTo>
                  <a:lnTo>
                    <a:pt x="261243" y="305204"/>
                  </a:lnTo>
                  <a:lnTo>
                    <a:pt x="265564" y="302161"/>
                  </a:lnTo>
                  <a:lnTo>
                    <a:pt x="269786" y="298982"/>
                  </a:lnTo>
                  <a:lnTo>
                    <a:pt x="273905" y="295672"/>
                  </a:lnTo>
                  <a:lnTo>
                    <a:pt x="277918" y="292234"/>
                  </a:lnTo>
                  <a:lnTo>
                    <a:pt x="281821" y="288670"/>
                  </a:lnTo>
                  <a:lnTo>
                    <a:pt x="285608" y="284985"/>
                  </a:lnTo>
                  <a:lnTo>
                    <a:pt x="289278" y="281181"/>
                  </a:lnTo>
                  <a:lnTo>
                    <a:pt x="292825" y="277264"/>
                  </a:lnTo>
                  <a:lnTo>
                    <a:pt x="296246" y="273237"/>
                  </a:lnTo>
                  <a:lnTo>
                    <a:pt x="299539" y="269103"/>
                  </a:lnTo>
                  <a:lnTo>
                    <a:pt x="302699" y="264867"/>
                  </a:lnTo>
                  <a:lnTo>
                    <a:pt x="305724" y="260534"/>
                  </a:lnTo>
                  <a:lnTo>
                    <a:pt x="308611" y="256107"/>
                  </a:lnTo>
                  <a:lnTo>
                    <a:pt x="311356" y="251591"/>
                  </a:lnTo>
                  <a:lnTo>
                    <a:pt x="313956" y="246991"/>
                  </a:lnTo>
                  <a:lnTo>
                    <a:pt x="316411" y="242311"/>
                  </a:lnTo>
                  <a:lnTo>
                    <a:pt x="318716" y="237555"/>
                  </a:lnTo>
                  <a:lnTo>
                    <a:pt x="320869" y="232729"/>
                  </a:lnTo>
                  <a:lnTo>
                    <a:pt x="322869" y="227838"/>
                  </a:lnTo>
                  <a:lnTo>
                    <a:pt x="324713" y="222885"/>
                  </a:lnTo>
                  <a:lnTo>
                    <a:pt x="326400" y="217877"/>
                  </a:lnTo>
                  <a:lnTo>
                    <a:pt x="327928" y="212818"/>
                  </a:lnTo>
                  <a:lnTo>
                    <a:pt x="329295" y="207713"/>
                  </a:lnTo>
                  <a:lnTo>
                    <a:pt x="330500" y="202567"/>
                  </a:lnTo>
                  <a:lnTo>
                    <a:pt x="331541" y="197386"/>
                  </a:lnTo>
                  <a:lnTo>
                    <a:pt x="332419" y="192175"/>
                  </a:lnTo>
                  <a:lnTo>
                    <a:pt x="333131" y="186939"/>
                  </a:lnTo>
                  <a:lnTo>
                    <a:pt x="333677" y="181682"/>
                  </a:lnTo>
                  <a:lnTo>
                    <a:pt x="334057" y="176411"/>
                  </a:lnTo>
                  <a:lnTo>
                    <a:pt x="334270" y="171131"/>
                  </a:lnTo>
                  <a:lnTo>
                    <a:pt x="334317" y="165846"/>
                  </a:lnTo>
                  <a:lnTo>
                    <a:pt x="334196" y="160563"/>
                  </a:lnTo>
                  <a:lnTo>
                    <a:pt x="333908" y="155286"/>
                  </a:lnTo>
                  <a:lnTo>
                    <a:pt x="333453" y="150021"/>
                  </a:lnTo>
                  <a:lnTo>
                    <a:pt x="332832" y="144773"/>
                  </a:lnTo>
                  <a:lnTo>
                    <a:pt x="332046" y="139547"/>
                  </a:lnTo>
                  <a:lnTo>
                    <a:pt x="331095" y="134349"/>
                  </a:lnTo>
                  <a:lnTo>
                    <a:pt x="329980" y="129183"/>
                  </a:lnTo>
                  <a:lnTo>
                    <a:pt x="328702" y="124055"/>
                  </a:lnTo>
                  <a:lnTo>
                    <a:pt x="327263" y="118970"/>
                  </a:lnTo>
                  <a:lnTo>
                    <a:pt x="325664" y="113933"/>
                  </a:lnTo>
                  <a:lnTo>
                    <a:pt x="323907" y="108949"/>
                  </a:lnTo>
                  <a:lnTo>
                    <a:pt x="321992" y="104023"/>
                  </a:lnTo>
                  <a:lnTo>
                    <a:pt x="319924" y="99161"/>
                  </a:lnTo>
                  <a:lnTo>
                    <a:pt x="317702" y="94366"/>
                  </a:lnTo>
                  <a:lnTo>
                    <a:pt x="315330" y="89643"/>
                  </a:lnTo>
                  <a:lnTo>
                    <a:pt x="312810" y="84998"/>
                  </a:lnTo>
                  <a:lnTo>
                    <a:pt x="310144" y="80435"/>
                  </a:lnTo>
                  <a:lnTo>
                    <a:pt x="307335" y="75958"/>
                  </a:lnTo>
                  <a:lnTo>
                    <a:pt x="304386" y="71573"/>
                  </a:lnTo>
                  <a:lnTo>
                    <a:pt x="301301" y="67283"/>
                  </a:lnTo>
                  <a:lnTo>
                    <a:pt x="298081" y="63092"/>
                  </a:lnTo>
                  <a:lnTo>
                    <a:pt x="294730" y="59006"/>
                  </a:lnTo>
                  <a:lnTo>
                    <a:pt x="291252" y="55027"/>
                  </a:lnTo>
                  <a:lnTo>
                    <a:pt x="287649" y="51160"/>
                  </a:lnTo>
                  <a:lnTo>
                    <a:pt x="167153" y="1670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120495" cy="167167"/>
            </a:xfrm>
            <a:custGeom>
              <a:avLst/>
              <a:pathLst>
                <a:path w="120495" h="167167">
                  <a:moveTo>
                    <a:pt x="120495" y="51298"/>
                  </a:moveTo>
                  <a:lnTo>
                    <a:pt x="116542" y="47322"/>
                  </a:lnTo>
                  <a:lnTo>
                    <a:pt x="112458" y="43481"/>
                  </a:lnTo>
                  <a:lnTo>
                    <a:pt x="108247" y="39780"/>
                  </a:lnTo>
                  <a:lnTo>
                    <a:pt x="103914" y="36221"/>
                  </a:lnTo>
                  <a:lnTo>
                    <a:pt x="99464" y="32810"/>
                  </a:lnTo>
                  <a:lnTo>
                    <a:pt x="94903" y="29550"/>
                  </a:lnTo>
                  <a:lnTo>
                    <a:pt x="90235" y="26445"/>
                  </a:lnTo>
                  <a:lnTo>
                    <a:pt x="85465" y="23499"/>
                  </a:lnTo>
                  <a:lnTo>
                    <a:pt x="80599" y="20713"/>
                  </a:lnTo>
                  <a:lnTo>
                    <a:pt x="75643" y="18093"/>
                  </a:lnTo>
                  <a:lnTo>
                    <a:pt x="70601" y="15640"/>
                  </a:lnTo>
                  <a:lnTo>
                    <a:pt x="65480" y="13358"/>
                  </a:lnTo>
                  <a:lnTo>
                    <a:pt x="60285" y="11248"/>
                  </a:lnTo>
                  <a:lnTo>
                    <a:pt x="55023" y="9315"/>
                  </a:lnTo>
                  <a:lnTo>
                    <a:pt x="49698" y="7558"/>
                  </a:lnTo>
                  <a:lnTo>
                    <a:pt x="44318" y="5981"/>
                  </a:lnTo>
                  <a:lnTo>
                    <a:pt x="38888" y="4586"/>
                  </a:lnTo>
                  <a:lnTo>
                    <a:pt x="33414" y="3373"/>
                  </a:lnTo>
                  <a:lnTo>
                    <a:pt x="27903" y="2345"/>
                  </a:lnTo>
                  <a:lnTo>
                    <a:pt x="22360" y="1502"/>
                  </a:lnTo>
                  <a:lnTo>
                    <a:pt x="16792" y="845"/>
                  </a:lnTo>
                  <a:lnTo>
                    <a:pt x="11205" y="375"/>
                  </a:lnTo>
                  <a:lnTo>
                    <a:pt x="5605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1232" y="3170392"/>
              <a:ext cx="24748" cy="167167"/>
            </a:xfrm>
            <a:custGeom>
              <a:avLst/>
              <a:pathLst>
                <a:path w="24748" h="167167">
                  <a:moveTo>
                    <a:pt x="24748" y="0"/>
                  </a:moveTo>
                  <a:lnTo>
                    <a:pt x="16471" y="205"/>
                  </a:lnTo>
                  <a:lnTo>
                    <a:pt x="8215" y="819"/>
                  </a:lnTo>
                  <a:lnTo>
                    <a:pt x="0" y="1842"/>
                  </a:lnTo>
                  <a:lnTo>
                    <a:pt x="247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232" y="3172234"/>
              <a:ext cx="24748" cy="165325"/>
            </a:xfrm>
            <a:custGeom>
              <a:avLst/>
              <a:pathLst>
                <a:path w="24748" h="165325">
                  <a:moveTo>
                    <a:pt x="0" y="0"/>
                  </a:moveTo>
                  <a:lnTo>
                    <a:pt x="24748" y="1653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6" y="3172234"/>
              <a:ext cx="334326" cy="332486"/>
            </a:xfrm>
            <a:custGeom>
              <a:avLst/>
              <a:pathLst>
                <a:path w="334326" h="332486">
                  <a:moveTo>
                    <a:pt x="142415" y="0"/>
                  </a:moveTo>
                  <a:lnTo>
                    <a:pt x="137180" y="868"/>
                  </a:lnTo>
                  <a:lnTo>
                    <a:pt x="131976" y="1903"/>
                  </a:lnTo>
                  <a:lnTo>
                    <a:pt x="126806" y="3102"/>
                  </a:lnTo>
                  <a:lnTo>
                    <a:pt x="121678" y="4465"/>
                  </a:lnTo>
                  <a:lnTo>
                    <a:pt x="116595" y="5989"/>
                  </a:lnTo>
                  <a:lnTo>
                    <a:pt x="111563" y="7675"/>
                  </a:lnTo>
                  <a:lnTo>
                    <a:pt x="106588" y="9519"/>
                  </a:lnTo>
                  <a:lnTo>
                    <a:pt x="101673" y="11520"/>
                  </a:lnTo>
                  <a:lnTo>
                    <a:pt x="96824" y="13676"/>
                  </a:lnTo>
                  <a:lnTo>
                    <a:pt x="92046" y="15985"/>
                  </a:lnTo>
                  <a:lnTo>
                    <a:pt x="87344" y="18445"/>
                  </a:lnTo>
                  <a:lnTo>
                    <a:pt x="82722" y="21052"/>
                  </a:lnTo>
                  <a:lnTo>
                    <a:pt x="78186" y="23805"/>
                  </a:lnTo>
                  <a:lnTo>
                    <a:pt x="73739" y="26700"/>
                  </a:lnTo>
                  <a:lnTo>
                    <a:pt x="69386" y="29736"/>
                  </a:lnTo>
                  <a:lnTo>
                    <a:pt x="65131" y="32907"/>
                  </a:lnTo>
                  <a:lnTo>
                    <a:pt x="60980" y="36213"/>
                  </a:lnTo>
                  <a:lnTo>
                    <a:pt x="56935" y="39648"/>
                  </a:lnTo>
                  <a:lnTo>
                    <a:pt x="53002" y="43210"/>
                  </a:lnTo>
                  <a:lnTo>
                    <a:pt x="49184" y="46895"/>
                  </a:lnTo>
                  <a:lnTo>
                    <a:pt x="45484" y="50699"/>
                  </a:lnTo>
                  <a:lnTo>
                    <a:pt x="41907" y="54619"/>
                  </a:lnTo>
                  <a:lnTo>
                    <a:pt x="38457" y="58650"/>
                  </a:lnTo>
                  <a:lnTo>
                    <a:pt x="35136" y="62789"/>
                  </a:lnTo>
                  <a:lnTo>
                    <a:pt x="31948" y="67031"/>
                  </a:lnTo>
                  <a:lnTo>
                    <a:pt x="28896" y="71373"/>
                  </a:lnTo>
                  <a:lnTo>
                    <a:pt x="25984" y="75809"/>
                  </a:lnTo>
                  <a:lnTo>
                    <a:pt x="23214" y="80335"/>
                  </a:lnTo>
                  <a:lnTo>
                    <a:pt x="20588" y="84946"/>
                  </a:lnTo>
                  <a:lnTo>
                    <a:pt x="18111" y="89639"/>
                  </a:lnTo>
                  <a:lnTo>
                    <a:pt x="15784" y="94408"/>
                  </a:lnTo>
                  <a:lnTo>
                    <a:pt x="13609" y="99249"/>
                  </a:lnTo>
                  <a:lnTo>
                    <a:pt x="11589" y="104156"/>
                  </a:lnTo>
                  <a:lnTo>
                    <a:pt x="9726" y="109125"/>
                  </a:lnTo>
                  <a:lnTo>
                    <a:pt x="8022" y="114150"/>
                  </a:lnTo>
                  <a:lnTo>
                    <a:pt x="6478" y="119227"/>
                  </a:lnTo>
                  <a:lnTo>
                    <a:pt x="5096" y="124350"/>
                  </a:lnTo>
                  <a:lnTo>
                    <a:pt x="3877" y="129515"/>
                  </a:lnTo>
                  <a:lnTo>
                    <a:pt x="2822" y="134716"/>
                  </a:lnTo>
                  <a:lnTo>
                    <a:pt x="1934" y="139947"/>
                  </a:lnTo>
                  <a:lnTo>
                    <a:pt x="1211" y="145204"/>
                  </a:lnTo>
                  <a:lnTo>
                    <a:pt x="656" y="150482"/>
                  </a:lnTo>
                  <a:lnTo>
                    <a:pt x="269" y="155774"/>
                  </a:lnTo>
                  <a:lnTo>
                    <a:pt x="50" y="161076"/>
                  </a:lnTo>
                  <a:lnTo>
                    <a:pt x="0" y="166382"/>
                  </a:lnTo>
                  <a:lnTo>
                    <a:pt x="117" y="171688"/>
                  </a:lnTo>
                  <a:lnTo>
                    <a:pt x="403" y="176986"/>
                  </a:lnTo>
                  <a:lnTo>
                    <a:pt x="858" y="182274"/>
                  </a:lnTo>
                  <a:lnTo>
                    <a:pt x="1479" y="187544"/>
                  </a:lnTo>
                  <a:lnTo>
                    <a:pt x="2268" y="192791"/>
                  </a:lnTo>
                  <a:lnTo>
                    <a:pt x="3223" y="198011"/>
                  </a:lnTo>
                  <a:lnTo>
                    <a:pt x="4343" y="203198"/>
                  </a:lnTo>
                  <a:lnTo>
                    <a:pt x="5627" y="208347"/>
                  </a:lnTo>
                  <a:lnTo>
                    <a:pt x="7074" y="213452"/>
                  </a:lnTo>
                  <a:lnTo>
                    <a:pt x="8682" y="218509"/>
                  </a:lnTo>
                  <a:lnTo>
                    <a:pt x="10450" y="223513"/>
                  </a:lnTo>
                  <a:lnTo>
                    <a:pt x="12376" y="228457"/>
                  </a:lnTo>
                  <a:lnTo>
                    <a:pt x="14458" y="233338"/>
                  </a:lnTo>
                  <a:lnTo>
                    <a:pt x="16693" y="238151"/>
                  </a:lnTo>
                  <a:lnTo>
                    <a:pt x="19081" y="242890"/>
                  </a:lnTo>
                  <a:lnTo>
                    <a:pt x="21617" y="247551"/>
                  </a:lnTo>
                  <a:lnTo>
                    <a:pt x="24300" y="252130"/>
                  </a:lnTo>
                  <a:lnTo>
                    <a:pt x="27128" y="256620"/>
                  </a:lnTo>
                  <a:lnTo>
                    <a:pt x="30096" y="261019"/>
                  </a:lnTo>
                  <a:lnTo>
                    <a:pt x="33202" y="265321"/>
                  </a:lnTo>
                  <a:lnTo>
                    <a:pt x="36443" y="269523"/>
                  </a:lnTo>
                  <a:lnTo>
                    <a:pt x="39817" y="273619"/>
                  </a:lnTo>
                  <a:lnTo>
                    <a:pt x="43318" y="277607"/>
                  </a:lnTo>
                  <a:lnTo>
                    <a:pt x="46944" y="281481"/>
                  </a:lnTo>
                  <a:lnTo>
                    <a:pt x="50692" y="285238"/>
                  </a:lnTo>
                  <a:lnTo>
                    <a:pt x="54556" y="288875"/>
                  </a:lnTo>
                  <a:lnTo>
                    <a:pt x="58534" y="292386"/>
                  </a:lnTo>
                  <a:lnTo>
                    <a:pt x="62622" y="295770"/>
                  </a:lnTo>
                  <a:lnTo>
                    <a:pt x="66815" y="299023"/>
                  </a:lnTo>
                  <a:lnTo>
                    <a:pt x="71109" y="302140"/>
                  </a:lnTo>
                  <a:lnTo>
                    <a:pt x="75500" y="305120"/>
                  </a:lnTo>
                  <a:lnTo>
                    <a:pt x="79983" y="307959"/>
                  </a:lnTo>
                  <a:lnTo>
                    <a:pt x="84554" y="310654"/>
                  </a:lnTo>
                  <a:lnTo>
                    <a:pt x="89209" y="313203"/>
                  </a:lnTo>
                  <a:lnTo>
                    <a:pt x="93942" y="315603"/>
                  </a:lnTo>
                  <a:lnTo>
                    <a:pt x="98748" y="317851"/>
                  </a:lnTo>
                  <a:lnTo>
                    <a:pt x="103624" y="319946"/>
                  </a:lnTo>
                  <a:lnTo>
                    <a:pt x="108564" y="321885"/>
                  </a:lnTo>
                  <a:lnTo>
                    <a:pt x="113562" y="323666"/>
                  </a:lnTo>
                  <a:lnTo>
                    <a:pt x="118615" y="325287"/>
                  </a:lnTo>
                  <a:lnTo>
                    <a:pt x="123717" y="326748"/>
                  </a:lnTo>
                  <a:lnTo>
                    <a:pt x="128862" y="328045"/>
                  </a:lnTo>
                  <a:lnTo>
                    <a:pt x="134046" y="329179"/>
                  </a:lnTo>
                  <a:lnTo>
                    <a:pt x="139264" y="330148"/>
                  </a:lnTo>
                  <a:lnTo>
                    <a:pt x="144509" y="330950"/>
                  </a:lnTo>
                  <a:lnTo>
                    <a:pt x="149777" y="331586"/>
                  </a:lnTo>
                  <a:lnTo>
                    <a:pt x="155063" y="332054"/>
                  </a:lnTo>
                  <a:lnTo>
                    <a:pt x="160361" y="332354"/>
                  </a:lnTo>
                  <a:lnTo>
                    <a:pt x="165666" y="332486"/>
                  </a:lnTo>
                  <a:lnTo>
                    <a:pt x="170973" y="332449"/>
                  </a:lnTo>
                  <a:lnTo>
                    <a:pt x="176275" y="332244"/>
                  </a:lnTo>
                  <a:lnTo>
                    <a:pt x="181569" y="331871"/>
                  </a:lnTo>
                  <a:lnTo>
                    <a:pt x="186847" y="331329"/>
                  </a:lnTo>
                  <a:lnTo>
                    <a:pt x="192106" y="330621"/>
                  </a:lnTo>
                  <a:lnTo>
                    <a:pt x="197340" y="329746"/>
                  </a:lnTo>
                  <a:lnTo>
                    <a:pt x="202544" y="328705"/>
                  </a:lnTo>
                  <a:lnTo>
                    <a:pt x="207712" y="327500"/>
                  </a:lnTo>
                  <a:lnTo>
                    <a:pt x="212839" y="326131"/>
                  </a:lnTo>
                  <a:lnTo>
                    <a:pt x="217920" y="324601"/>
                  </a:lnTo>
                  <a:lnTo>
                    <a:pt x="222949" y="322909"/>
                  </a:lnTo>
                  <a:lnTo>
                    <a:pt x="227923" y="321059"/>
                  </a:lnTo>
                  <a:lnTo>
                    <a:pt x="232835" y="319052"/>
                  </a:lnTo>
                  <a:lnTo>
                    <a:pt x="237682" y="316891"/>
                  </a:lnTo>
                  <a:lnTo>
                    <a:pt x="242457" y="314576"/>
                  </a:lnTo>
                  <a:lnTo>
                    <a:pt x="247156" y="312111"/>
                  </a:lnTo>
                  <a:lnTo>
                    <a:pt x="251775" y="309498"/>
                  </a:lnTo>
                  <a:lnTo>
                    <a:pt x="256308" y="306740"/>
                  </a:lnTo>
                  <a:lnTo>
                    <a:pt x="260752" y="303839"/>
                  </a:lnTo>
                  <a:lnTo>
                    <a:pt x="265101" y="300799"/>
                  </a:lnTo>
                  <a:lnTo>
                    <a:pt x="269352" y="297622"/>
                  </a:lnTo>
                  <a:lnTo>
                    <a:pt x="273499" y="294312"/>
                  </a:lnTo>
                  <a:lnTo>
                    <a:pt x="277540" y="290872"/>
                  </a:lnTo>
                  <a:lnTo>
                    <a:pt x="281469" y="287305"/>
                  </a:lnTo>
                  <a:lnTo>
                    <a:pt x="285283" y="283616"/>
                  </a:lnTo>
                  <a:lnTo>
                    <a:pt x="288978" y="279807"/>
                  </a:lnTo>
                  <a:lnTo>
                    <a:pt x="292550" y="275883"/>
                  </a:lnTo>
                  <a:lnTo>
                    <a:pt x="295996" y="271848"/>
                  </a:lnTo>
                  <a:lnTo>
                    <a:pt x="299312" y="267705"/>
                  </a:lnTo>
                  <a:lnTo>
                    <a:pt x="302495" y="263459"/>
                  </a:lnTo>
                  <a:lnTo>
                    <a:pt x="305542" y="259114"/>
                  </a:lnTo>
                  <a:lnTo>
                    <a:pt x="308449" y="254675"/>
                  </a:lnTo>
                  <a:lnTo>
                    <a:pt x="311214" y="250146"/>
                  </a:lnTo>
                  <a:lnTo>
                    <a:pt x="313833" y="245531"/>
                  </a:lnTo>
                  <a:lnTo>
                    <a:pt x="316305" y="240835"/>
                  </a:lnTo>
                  <a:lnTo>
                    <a:pt x="318627" y="236063"/>
                  </a:lnTo>
                  <a:lnTo>
                    <a:pt x="320796" y="231220"/>
                  </a:lnTo>
                  <a:lnTo>
                    <a:pt x="322810" y="226311"/>
                  </a:lnTo>
                  <a:lnTo>
                    <a:pt x="324667" y="221340"/>
                  </a:lnTo>
                  <a:lnTo>
                    <a:pt x="326365" y="216312"/>
                  </a:lnTo>
                  <a:lnTo>
                    <a:pt x="327904" y="211234"/>
                  </a:lnTo>
                  <a:lnTo>
                    <a:pt x="329280" y="206109"/>
                  </a:lnTo>
                  <a:lnTo>
                    <a:pt x="330492" y="200943"/>
                  </a:lnTo>
                  <a:lnTo>
                    <a:pt x="331541" y="195741"/>
                  </a:lnTo>
                  <a:lnTo>
                    <a:pt x="332423" y="190508"/>
                  </a:lnTo>
                  <a:lnTo>
                    <a:pt x="333139" y="185250"/>
                  </a:lnTo>
                  <a:lnTo>
                    <a:pt x="333688" y="179972"/>
                  </a:lnTo>
                  <a:lnTo>
                    <a:pt x="334069" y="174679"/>
                  </a:lnTo>
                  <a:lnTo>
                    <a:pt x="334282" y="169377"/>
                  </a:lnTo>
                  <a:lnTo>
                    <a:pt x="334326" y="164071"/>
                  </a:lnTo>
                  <a:lnTo>
                    <a:pt x="334202" y="158765"/>
                  </a:lnTo>
                  <a:lnTo>
                    <a:pt x="333910" y="153467"/>
                  </a:lnTo>
                  <a:lnTo>
                    <a:pt x="333450" y="148180"/>
                  </a:lnTo>
                  <a:lnTo>
                    <a:pt x="332822" y="142911"/>
                  </a:lnTo>
                  <a:lnTo>
                    <a:pt x="332027" y="137665"/>
                  </a:lnTo>
                  <a:lnTo>
                    <a:pt x="331066" y="132446"/>
                  </a:lnTo>
                  <a:lnTo>
                    <a:pt x="329940" y="127260"/>
                  </a:lnTo>
                  <a:lnTo>
                    <a:pt x="328649" y="122113"/>
                  </a:lnTo>
                  <a:lnTo>
                    <a:pt x="327197" y="117009"/>
                  </a:lnTo>
                  <a:lnTo>
                    <a:pt x="325582" y="111954"/>
                  </a:lnTo>
                  <a:lnTo>
                    <a:pt x="323809" y="106953"/>
                  </a:lnTo>
                  <a:lnTo>
                    <a:pt x="321877" y="102010"/>
                  </a:lnTo>
                  <a:lnTo>
                    <a:pt x="319789" y="97132"/>
                  </a:lnTo>
                  <a:lnTo>
                    <a:pt x="317548" y="92322"/>
                  </a:lnTo>
                  <a:lnTo>
                    <a:pt x="315155" y="87585"/>
                  </a:lnTo>
                  <a:lnTo>
                    <a:pt x="312613" y="82927"/>
                  </a:lnTo>
                  <a:lnTo>
                    <a:pt x="309925" y="78352"/>
                  </a:lnTo>
                  <a:lnTo>
                    <a:pt x="307092" y="73865"/>
                  </a:lnTo>
                  <a:lnTo>
                    <a:pt x="304119" y="69469"/>
                  </a:lnTo>
                  <a:lnTo>
                    <a:pt x="301007" y="65171"/>
                  </a:lnTo>
                  <a:lnTo>
                    <a:pt x="297761" y="60973"/>
                  </a:lnTo>
                  <a:lnTo>
                    <a:pt x="294383" y="56881"/>
                  </a:lnTo>
                  <a:lnTo>
                    <a:pt x="290877" y="52897"/>
                  </a:lnTo>
                  <a:lnTo>
                    <a:pt x="287246" y="49027"/>
                  </a:lnTo>
                  <a:lnTo>
                    <a:pt x="283494" y="45274"/>
                  </a:lnTo>
                  <a:lnTo>
                    <a:pt x="167164" y="1653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116330" cy="167167"/>
            </a:xfrm>
            <a:custGeom>
              <a:avLst/>
              <a:pathLst>
                <a:path w="116330" h="167167">
                  <a:moveTo>
                    <a:pt x="116330" y="47117"/>
                  </a:moveTo>
                  <a:lnTo>
                    <a:pt x="112249" y="43292"/>
                  </a:lnTo>
                  <a:lnTo>
                    <a:pt x="108041" y="39605"/>
                  </a:lnTo>
                  <a:lnTo>
                    <a:pt x="103713" y="36062"/>
                  </a:lnTo>
                  <a:lnTo>
                    <a:pt x="99268" y="32665"/>
                  </a:lnTo>
                  <a:lnTo>
                    <a:pt x="94713" y="29419"/>
                  </a:lnTo>
                  <a:lnTo>
                    <a:pt x="90051" y="26328"/>
                  </a:lnTo>
                  <a:lnTo>
                    <a:pt x="85288" y="23394"/>
                  </a:lnTo>
                  <a:lnTo>
                    <a:pt x="80430" y="20621"/>
                  </a:lnTo>
                  <a:lnTo>
                    <a:pt x="75482" y="18012"/>
                  </a:lnTo>
                  <a:lnTo>
                    <a:pt x="70450" y="15570"/>
                  </a:lnTo>
                  <a:lnTo>
                    <a:pt x="65338" y="13298"/>
                  </a:lnTo>
                  <a:lnTo>
                    <a:pt x="60154" y="11198"/>
                  </a:lnTo>
                  <a:lnTo>
                    <a:pt x="54902" y="9272"/>
                  </a:lnTo>
                  <a:lnTo>
                    <a:pt x="49588" y="7524"/>
                  </a:lnTo>
                  <a:lnTo>
                    <a:pt x="44219" y="5954"/>
                  </a:lnTo>
                  <a:lnTo>
                    <a:pt x="38801" y="4565"/>
                  </a:lnTo>
                  <a:lnTo>
                    <a:pt x="33339" y="3358"/>
                  </a:lnTo>
                  <a:lnTo>
                    <a:pt x="27839" y="2334"/>
                  </a:lnTo>
                  <a:lnTo>
                    <a:pt x="22309" y="1495"/>
                  </a:lnTo>
                  <a:lnTo>
                    <a:pt x="16753" y="841"/>
                  </a:lnTo>
                  <a:lnTo>
                    <a:pt x="11179" y="374"/>
                  </a:lnTo>
                  <a:lnTo>
                    <a:pt x="5592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540" y="3707720"/>
              <a:ext cx="6208" cy="167167"/>
            </a:xfrm>
            <a:custGeom>
              <a:avLst/>
              <a:pathLst>
                <a:path w="6208" h="167167">
                  <a:moveTo>
                    <a:pt x="6208" y="0"/>
                  </a:moveTo>
                  <a:lnTo>
                    <a:pt x="0" y="115"/>
                  </a:lnTo>
                  <a:lnTo>
                    <a:pt x="620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540" y="3707836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540" y="3707836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540" y="3707836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540" y="3707836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540" y="3707836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540" y="3707836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540" y="3707836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540" y="3707836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540" y="3707836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540" y="3707836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540" y="3707836"/>
              <a:ext cx="6208" cy="167052"/>
            </a:xfrm>
            <a:custGeom>
              <a:avLst/>
              <a:pathLst>
                <a:path w="6208" h="167052">
                  <a:moveTo>
                    <a:pt x="0" y="0"/>
                  </a:moveTo>
                  <a:lnTo>
                    <a:pt x="6208" y="1670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89" y="3707836"/>
              <a:ext cx="334317" cy="334216"/>
            </a:xfrm>
            <a:custGeom>
              <a:avLst/>
              <a:pathLst>
                <a:path w="334317" h="334216">
                  <a:moveTo>
                    <a:pt x="160950" y="0"/>
                  </a:moveTo>
                  <a:lnTo>
                    <a:pt x="155652" y="281"/>
                  </a:lnTo>
                  <a:lnTo>
                    <a:pt x="150366" y="730"/>
                  </a:lnTo>
                  <a:lnTo>
                    <a:pt x="145097" y="1346"/>
                  </a:lnTo>
                  <a:lnTo>
                    <a:pt x="139850" y="2130"/>
                  </a:lnTo>
                  <a:lnTo>
                    <a:pt x="134631" y="3079"/>
                  </a:lnTo>
                  <a:lnTo>
                    <a:pt x="129444" y="4194"/>
                  </a:lnTo>
                  <a:lnTo>
                    <a:pt x="124295" y="5473"/>
                  </a:lnTo>
                  <a:lnTo>
                    <a:pt x="119190" y="6914"/>
                  </a:lnTo>
                  <a:lnTo>
                    <a:pt x="114133" y="8517"/>
                  </a:lnTo>
                  <a:lnTo>
                    <a:pt x="109129" y="10279"/>
                  </a:lnTo>
                  <a:lnTo>
                    <a:pt x="104184" y="12200"/>
                  </a:lnTo>
                  <a:lnTo>
                    <a:pt x="99302" y="14276"/>
                  </a:lnTo>
                  <a:lnTo>
                    <a:pt x="94488" y="16506"/>
                  </a:lnTo>
                  <a:lnTo>
                    <a:pt x="89748" y="18887"/>
                  </a:lnTo>
                  <a:lnTo>
                    <a:pt x="85085" y="21418"/>
                  </a:lnTo>
                  <a:lnTo>
                    <a:pt x="80506" y="24096"/>
                  </a:lnTo>
                  <a:lnTo>
                    <a:pt x="76013" y="26918"/>
                  </a:lnTo>
                  <a:lnTo>
                    <a:pt x="71612" y="29880"/>
                  </a:lnTo>
                  <a:lnTo>
                    <a:pt x="67308" y="32981"/>
                  </a:lnTo>
                  <a:lnTo>
                    <a:pt x="63104" y="36217"/>
                  </a:lnTo>
                  <a:lnTo>
                    <a:pt x="59005" y="39585"/>
                  </a:lnTo>
                  <a:lnTo>
                    <a:pt x="55015" y="43081"/>
                  </a:lnTo>
                  <a:lnTo>
                    <a:pt x="51138" y="46701"/>
                  </a:lnTo>
                  <a:lnTo>
                    <a:pt x="47377" y="50443"/>
                  </a:lnTo>
                  <a:lnTo>
                    <a:pt x="43737" y="54303"/>
                  </a:lnTo>
                  <a:lnTo>
                    <a:pt x="40222" y="58276"/>
                  </a:lnTo>
                  <a:lnTo>
                    <a:pt x="36834" y="62359"/>
                  </a:lnTo>
                  <a:lnTo>
                    <a:pt x="33578" y="66547"/>
                  </a:lnTo>
                  <a:lnTo>
                    <a:pt x="30456" y="70836"/>
                  </a:lnTo>
                  <a:lnTo>
                    <a:pt x="27472" y="75222"/>
                  </a:lnTo>
                  <a:lnTo>
                    <a:pt x="24628" y="79701"/>
                  </a:lnTo>
                  <a:lnTo>
                    <a:pt x="21928" y="84267"/>
                  </a:lnTo>
                  <a:lnTo>
                    <a:pt x="19375" y="88917"/>
                  </a:lnTo>
                  <a:lnTo>
                    <a:pt x="16970" y="93646"/>
                  </a:lnTo>
                  <a:lnTo>
                    <a:pt x="14716" y="98448"/>
                  </a:lnTo>
                  <a:lnTo>
                    <a:pt x="12616" y="103320"/>
                  </a:lnTo>
                  <a:lnTo>
                    <a:pt x="10672" y="108256"/>
                  </a:lnTo>
                  <a:lnTo>
                    <a:pt x="8885" y="113251"/>
                  </a:lnTo>
                  <a:lnTo>
                    <a:pt x="7257" y="118300"/>
                  </a:lnTo>
                  <a:lnTo>
                    <a:pt x="5791" y="123399"/>
                  </a:lnTo>
                  <a:lnTo>
                    <a:pt x="4487" y="128541"/>
                  </a:lnTo>
                  <a:lnTo>
                    <a:pt x="3347" y="133722"/>
                  </a:lnTo>
                  <a:lnTo>
                    <a:pt x="2372" y="138937"/>
                  </a:lnTo>
                  <a:lnTo>
                    <a:pt x="1563" y="144180"/>
                  </a:lnTo>
                  <a:lnTo>
                    <a:pt x="920" y="149446"/>
                  </a:lnTo>
                  <a:lnTo>
                    <a:pt x="445" y="154729"/>
                  </a:lnTo>
                  <a:lnTo>
                    <a:pt x="138" y="160026"/>
                  </a:lnTo>
                  <a:lnTo>
                    <a:pt x="0" y="165329"/>
                  </a:lnTo>
                  <a:lnTo>
                    <a:pt x="29" y="170634"/>
                  </a:lnTo>
                  <a:lnTo>
                    <a:pt x="227" y="175935"/>
                  </a:lnTo>
                  <a:lnTo>
                    <a:pt x="593" y="181228"/>
                  </a:lnTo>
                  <a:lnTo>
                    <a:pt x="1126" y="186506"/>
                  </a:lnTo>
                  <a:lnTo>
                    <a:pt x="1827" y="191764"/>
                  </a:lnTo>
                  <a:lnTo>
                    <a:pt x="2695" y="196998"/>
                  </a:lnTo>
                  <a:lnTo>
                    <a:pt x="3728" y="202201"/>
                  </a:lnTo>
                  <a:lnTo>
                    <a:pt x="4925" y="207370"/>
                  </a:lnTo>
                  <a:lnTo>
                    <a:pt x="6286" y="212497"/>
                  </a:lnTo>
                  <a:lnTo>
                    <a:pt x="7810" y="217579"/>
                  </a:lnTo>
                  <a:lnTo>
                    <a:pt x="9493" y="222610"/>
                  </a:lnTo>
                  <a:lnTo>
                    <a:pt x="11335" y="227585"/>
                  </a:lnTo>
                  <a:lnTo>
                    <a:pt x="13335" y="232498"/>
                  </a:lnTo>
                  <a:lnTo>
                    <a:pt x="15489" y="237346"/>
                  </a:lnTo>
                  <a:lnTo>
                    <a:pt x="17796" y="242124"/>
                  </a:lnTo>
                  <a:lnTo>
                    <a:pt x="20253" y="246825"/>
                  </a:lnTo>
                  <a:lnTo>
                    <a:pt x="22858" y="251447"/>
                  </a:lnTo>
                  <a:lnTo>
                    <a:pt x="25609" y="255983"/>
                  </a:lnTo>
                  <a:lnTo>
                    <a:pt x="28502" y="260430"/>
                  </a:lnTo>
                  <a:lnTo>
                    <a:pt x="31535" y="264782"/>
                  </a:lnTo>
                  <a:lnTo>
                    <a:pt x="34704" y="269036"/>
                  </a:lnTo>
                  <a:lnTo>
                    <a:pt x="38007" y="273188"/>
                  </a:lnTo>
                  <a:lnTo>
                    <a:pt x="41440" y="277233"/>
                  </a:lnTo>
                  <a:lnTo>
                    <a:pt x="44999" y="281166"/>
                  </a:lnTo>
                  <a:lnTo>
                    <a:pt x="48682" y="284985"/>
                  </a:lnTo>
                  <a:lnTo>
                    <a:pt x="52484" y="288685"/>
                  </a:lnTo>
                  <a:lnTo>
                    <a:pt x="56401" y="292263"/>
                  </a:lnTo>
                  <a:lnTo>
                    <a:pt x="60430" y="295714"/>
                  </a:lnTo>
                  <a:lnTo>
                    <a:pt x="64566" y="299036"/>
                  </a:lnTo>
                  <a:lnTo>
                    <a:pt x="68806" y="302225"/>
                  </a:lnTo>
                  <a:lnTo>
                    <a:pt x="73144" y="305277"/>
                  </a:lnTo>
                  <a:lnTo>
                    <a:pt x="77578" y="308191"/>
                  </a:lnTo>
                  <a:lnTo>
                    <a:pt x="82101" y="310962"/>
                  </a:lnTo>
                  <a:lnTo>
                    <a:pt x="86711" y="313589"/>
                  </a:lnTo>
                  <a:lnTo>
                    <a:pt x="91401" y="316068"/>
                  </a:lnTo>
                  <a:lnTo>
                    <a:pt x="96167" y="318397"/>
                  </a:lnTo>
                  <a:lnTo>
                    <a:pt x="101005" y="320573"/>
                  </a:lnTo>
                  <a:lnTo>
                    <a:pt x="105910" y="322595"/>
                  </a:lnTo>
                  <a:lnTo>
                    <a:pt x="110877" y="324460"/>
                  </a:lnTo>
                  <a:lnTo>
                    <a:pt x="115900" y="326166"/>
                  </a:lnTo>
                  <a:lnTo>
                    <a:pt x="120974" y="327713"/>
                  </a:lnTo>
                  <a:lnTo>
                    <a:pt x="126095" y="329097"/>
                  </a:lnTo>
                  <a:lnTo>
                    <a:pt x="131258" y="330319"/>
                  </a:lnTo>
                  <a:lnTo>
                    <a:pt x="136457" y="331376"/>
                  </a:lnTo>
                  <a:lnTo>
                    <a:pt x="141686" y="332267"/>
                  </a:lnTo>
                  <a:lnTo>
                    <a:pt x="146942" y="332992"/>
                  </a:lnTo>
                  <a:lnTo>
                    <a:pt x="152217" y="333550"/>
                  </a:lnTo>
                  <a:lnTo>
                    <a:pt x="157508" y="333940"/>
                  </a:lnTo>
                  <a:lnTo>
                    <a:pt x="162808" y="334162"/>
                  </a:lnTo>
                  <a:lnTo>
                    <a:pt x="168113" y="334216"/>
                  </a:lnTo>
                  <a:lnTo>
                    <a:pt x="173417" y="334102"/>
                  </a:lnTo>
                  <a:lnTo>
                    <a:pt x="178714" y="333819"/>
                  </a:lnTo>
                  <a:lnTo>
                    <a:pt x="184000" y="333368"/>
                  </a:lnTo>
                  <a:lnTo>
                    <a:pt x="189269" y="332750"/>
                  </a:lnTo>
                  <a:lnTo>
                    <a:pt x="194516" y="331965"/>
                  </a:lnTo>
                  <a:lnTo>
                    <a:pt x="199735" y="331014"/>
                  </a:lnTo>
                  <a:lnTo>
                    <a:pt x="204921" y="329898"/>
                  </a:lnTo>
                  <a:lnTo>
                    <a:pt x="210070" y="328618"/>
                  </a:lnTo>
                  <a:lnTo>
                    <a:pt x="215175" y="327175"/>
                  </a:lnTo>
                  <a:lnTo>
                    <a:pt x="220231" y="325570"/>
                  </a:lnTo>
                  <a:lnTo>
                    <a:pt x="225234" y="323806"/>
                  </a:lnTo>
                  <a:lnTo>
                    <a:pt x="230179" y="321885"/>
                  </a:lnTo>
                  <a:lnTo>
                    <a:pt x="235060" y="319807"/>
                  </a:lnTo>
                  <a:lnTo>
                    <a:pt x="239873" y="317575"/>
                  </a:lnTo>
                  <a:lnTo>
                    <a:pt x="244613" y="315192"/>
                  </a:lnTo>
                  <a:lnTo>
                    <a:pt x="249275" y="312660"/>
                  </a:lnTo>
                  <a:lnTo>
                    <a:pt x="253854" y="309981"/>
                  </a:lnTo>
                  <a:lnTo>
                    <a:pt x="258345" y="307158"/>
                  </a:lnTo>
                  <a:lnTo>
                    <a:pt x="262745" y="304194"/>
                  </a:lnTo>
                  <a:lnTo>
                    <a:pt x="267049" y="301092"/>
                  </a:lnTo>
                  <a:lnTo>
                    <a:pt x="271252" y="297855"/>
                  </a:lnTo>
                  <a:lnTo>
                    <a:pt x="275350" y="294486"/>
                  </a:lnTo>
                  <a:lnTo>
                    <a:pt x="279339" y="290989"/>
                  </a:lnTo>
                  <a:lnTo>
                    <a:pt x="283215" y="287367"/>
                  </a:lnTo>
                  <a:lnTo>
                    <a:pt x="286974" y="283624"/>
                  </a:lnTo>
                  <a:lnTo>
                    <a:pt x="290613" y="279763"/>
                  </a:lnTo>
                  <a:lnTo>
                    <a:pt x="294127" y="275789"/>
                  </a:lnTo>
                  <a:lnTo>
                    <a:pt x="297514" y="271705"/>
                  </a:lnTo>
                  <a:lnTo>
                    <a:pt x="300769" y="267516"/>
                  </a:lnTo>
                  <a:lnTo>
                    <a:pt x="303889" y="263226"/>
                  </a:lnTo>
                  <a:lnTo>
                    <a:pt x="306872" y="258839"/>
                  </a:lnTo>
                  <a:lnTo>
                    <a:pt x="309714" y="254360"/>
                  </a:lnTo>
                  <a:lnTo>
                    <a:pt x="312413" y="249792"/>
                  </a:lnTo>
                  <a:lnTo>
                    <a:pt x="314965" y="245142"/>
                  </a:lnTo>
                  <a:lnTo>
                    <a:pt x="317369" y="240412"/>
                  </a:lnTo>
                  <a:lnTo>
                    <a:pt x="319621" y="235609"/>
                  </a:lnTo>
                  <a:lnTo>
                    <a:pt x="321719" y="230737"/>
                  </a:lnTo>
                  <a:lnTo>
                    <a:pt x="323662" y="225800"/>
                  </a:lnTo>
                  <a:lnTo>
                    <a:pt x="325448" y="220805"/>
                  </a:lnTo>
                  <a:lnTo>
                    <a:pt x="327074" y="215755"/>
                  </a:lnTo>
                  <a:lnTo>
                    <a:pt x="328538" y="210656"/>
                  </a:lnTo>
                  <a:lnTo>
                    <a:pt x="329841" y="205513"/>
                  </a:lnTo>
                  <a:lnTo>
                    <a:pt x="330979" y="200332"/>
                  </a:lnTo>
                  <a:lnTo>
                    <a:pt x="331953" y="195117"/>
                  </a:lnTo>
                  <a:lnTo>
                    <a:pt x="332760" y="189874"/>
                  </a:lnTo>
                  <a:lnTo>
                    <a:pt x="333401" y="184607"/>
                  </a:lnTo>
                  <a:lnTo>
                    <a:pt x="333874" y="179323"/>
                  </a:lnTo>
                  <a:lnTo>
                    <a:pt x="334180" y="174027"/>
                  </a:lnTo>
                  <a:lnTo>
                    <a:pt x="334317" y="168724"/>
                  </a:lnTo>
                  <a:lnTo>
                    <a:pt x="334286" y="163419"/>
                  </a:lnTo>
                  <a:lnTo>
                    <a:pt x="334087" y="158118"/>
                  </a:lnTo>
                  <a:lnTo>
                    <a:pt x="333719" y="152825"/>
                  </a:lnTo>
                  <a:lnTo>
                    <a:pt x="333184" y="147547"/>
                  </a:lnTo>
                  <a:lnTo>
                    <a:pt x="332481" y="142289"/>
                  </a:lnTo>
                  <a:lnTo>
                    <a:pt x="331612" y="137056"/>
                  </a:lnTo>
                  <a:lnTo>
                    <a:pt x="330578" y="131852"/>
                  </a:lnTo>
                  <a:lnTo>
                    <a:pt x="329378" y="126685"/>
                  </a:lnTo>
                  <a:lnTo>
                    <a:pt x="328016" y="121558"/>
                  </a:lnTo>
                  <a:lnTo>
                    <a:pt x="326491" y="116476"/>
                  </a:lnTo>
                  <a:lnTo>
                    <a:pt x="324806" y="111446"/>
                  </a:lnTo>
                  <a:lnTo>
                    <a:pt x="322963" y="106472"/>
                  </a:lnTo>
                  <a:lnTo>
                    <a:pt x="320962" y="101558"/>
                  </a:lnTo>
                  <a:lnTo>
                    <a:pt x="318806" y="96711"/>
                  </a:lnTo>
                  <a:lnTo>
                    <a:pt x="316498" y="91935"/>
                  </a:lnTo>
                  <a:lnTo>
                    <a:pt x="314039" y="87234"/>
                  </a:lnTo>
                  <a:lnTo>
                    <a:pt x="311432" y="82613"/>
                  </a:lnTo>
                  <a:lnTo>
                    <a:pt x="308680" y="78078"/>
                  </a:lnTo>
                  <a:lnTo>
                    <a:pt x="305786" y="73632"/>
                  </a:lnTo>
                  <a:lnTo>
                    <a:pt x="302752" y="69280"/>
                  </a:lnTo>
                  <a:lnTo>
                    <a:pt x="299581" y="65027"/>
                  </a:lnTo>
                  <a:lnTo>
                    <a:pt x="296277" y="60876"/>
                  </a:lnTo>
                  <a:lnTo>
                    <a:pt x="292843" y="56833"/>
                  </a:lnTo>
                  <a:lnTo>
                    <a:pt x="289282" y="52900"/>
                  </a:lnTo>
                  <a:lnTo>
                    <a:pt x="285599" y="49082"/>
                  </a:lnTo>
                  <a:lnTo>
                    <a:pt x="281796" y="45384"/>
                  </a:lnTo>
                  <a:lnTo>
                    <a:pt x="277878" y="41807"/>
                  </a:lnTo>
                  <a:lnTo>
                    <a:pt x="167158" y="167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10719" cy="167167"/>
            </a:xfrm>
            <a:custGeom>
              <a:avLst/>
              <a:pathLst>
                <a:path w="110719" h="167167">
                  <a:moveTo>
                    <a:pt x="110719" y="41923"/>
                  </a:moveTo>
                  <a:lnTo>
                    <a:pt x="106539" y="38348"/>
                  </a:lnTo>
                  <a:lnTo>
                    <a:pt x="102243" y="34912"/>
                  </a:lnTo>
                  <a:lnTo>
                    <a:pt x="97836" y="31620"/>
                  </a:lnTo>
                  <a:lnTo>
                    <a:pt x="93324" y="28475"/>
                  </a:lnTo>
                  <a:lnTo>
                    <a:pt x="88711" y="25480"/>
                  </a:lnTo>
                  <a:lnTo>
                    <a:pt x="84001" y="22638"/>
                  </a:lnTo>
                  <a:lnTo>
                    <a:pt x="79201" y="19952"/>
                  </a:lnTo>
                  <a:lnTo>
                    <a:pt x="74314" y="17426"/>
                  </a:lnTo>
                  <a:lnTo>
                    <a:pt x="69348" y="15063"/>
                  </a:lnTo>
                  <a:lnTo>
                    <a:pt x="64306" y="12863"/>
                  </a:lnTo>
                  <a:lnTo>
                    <a:pt x="59195" y="10831"/>
                  </a:lnTo>
                  <a:lnTo>
                    <a:pt x="54019" y="8968"/>
                  </a:lnTo>
                  <a:lnTo>
                    <a:pt x="48786" y="7277"/>
                  </a:lnTo>
                  <a:lnTo>
                    <a:pt x="43499" y="5758"/>
                  </a:lnTo>
                  <a:lnTo>
                    <a:pt x="38165" y="4415"/>
                  </a:lnTo>
                  <a:lnTo>
                    <a:pt x="32790" y="3247"/>
                  </a:lnTo>
                  <a:lnTo>
                    <a:pt x="27379" y="2257"/>
                  </a:lnTo>
                  <a:lnTo>
                    <a:pt x="21939" y="1445"/>
                  </a:lnTo>
                  <a:lnTo>
                    <a:pt x="16475" y="813"/>
                  </a:lnTo>
                  <a:lnTo>
                    <a:pt x="10993" y="361"/>
                  </a:lnTo>
                  <a:lnTo>
                    <a:pt x="549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259" y="4213821"/>
              <a:ext cx="5028" cy="167167"/>
            </a:xfrm>
            <a:custGeom>
              <a:avLst/>
              <a:pathLst>
                <a:path w="5028" h="167167">
                  <a:moveTo>
                    <a:pt x="5028" y="0"/>
                  </a:moveTo>
                  <a:lnTo>
                    <a:pt x="0" y="75"/>
                  </a:lnTo>
                  <a:lnTo>
                    <a:pt x="502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259" y="4213897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259" y="4213897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259" y="4213897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259" y="4213897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259" y="4213897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259" y="4213897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259" y="4213897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259" y="4213897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259" y="4213897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259" y="4213897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3" y="4213897"/>
              <a:ext cx="167164" cy="274407"/>
            </a:xfrm>
            <a:custGeom>
              <a:avLst/>
              <a:pathLst>
                <a:path w="167164" h="274407">
                  <a:moveTo>
                    <a:pt x="162135" y="0"/>
                  </a:moveTo>
                  <a:lnTo>
                    <a:pt x="156797" y="246"/>
                  </a:lnTo>
                  <a:lnTo>
                    <a:pt x="151469" y="662"/>
                  </a:lnTo>
                  <a:lnTo>
                    <a:pt x="146158" y="1249"/>
                  </a:lnTo>
                  <a:lnTo>
                    <a:pt x="140868" y="2005"/>
                  </a:lnTo>
                  <a:lnTo>
                    <a:pt x="135605" y="2930"/>
                  </a:lnTo>
                  <a:lnTo>
                    <a:pt x="130374" y="4022"/>
                  </a:lnTo>
                  <a:lnTo>
                    <a:pt x="125180" y="5282"/>
                  </a:lnTo>
                  <a:lnTo>
                    <a:pt x="120030" y="6706"/>
                  </a:lnTo>
                  <a:lnTo>
                    <a:pt x="114928" y="8295"/>
                  </a:lnTo>
                  <a:lnTo>
                    <a:pt x="109879" y="10045"/>
                  </a:lnTo>
                  <a:lnTo>
                    <a:pt x="104889" y="11957"/>
                  </a:lnTo>
                  <a:lnTo>
                    <a:pt x="99962" y="14026"/>
                  </a:lnTo>
                  <a:lnTo>
                    <a:pt x="95104" y="16253"/>
                  </a:lnTo>
                  <a:lnTo>
                    <a:pt x="90319" y="18633"/>
                  </a:lnTo>
                  <a:lnTo>
                    <a:pt x="85614" y="21165"/>
                  </a:lnTo>
                  <a:lnTo>
                    <a:pt x="80991" y="23846"/>
                  </a:lnTo>
                  <a:lnTo>
                    <a:pt x="76457" y="26673"/>
                  </a:lnTo>
                  <a:lnTo>
                    <a:pt x="72015" y="29644"/>
                  </a:lnTo>
                  <a:lnTo>
                    <a:pt x="67670" y="32756"/>
                  </a:lnTo>
                  <a:lnTo>
                    <a:pt x="63427" y="36005"/>
                  </a:lnTo>
                  <a:lnTo>
                    <a:pt x="59290" y="39387"/>
                  </a:lnTo>
                  <a:lnTo>
                    <a:pt x="55264" y="42900"/>
                  </a:lnTo>
                  <a:lnTo>
                    <a:pt x="51352" y="46541"/>
                  </a:lnTo>
                  <a:lnTo>
                    <a:pt x="47558" y="50304"/>
                  </a:lnTo>
                  <a:lnTo>
                    <a:pt x="43886" y="54186"/>
                  </a:lnTo>
                  <a:lnTo>
                    <a:pt x="40340" y="58184"/>
                  </a:lnTo>
                  <a:lnTo>
                    <a:pt x="36924" y="62294"/>
                  </a:lnTo>
                  <a:lnTo>
                    <a:pt x="33641" y="66510"/>
                  </a:lnTo>
                  <a:lnTo>
                    <a:pt x="30494" y="70829"/>
                  </a:lnTo>
                  <a:lnTo>
                    <a:pt x="27487" y="75247"/>
                  </a:lnTo>
                  <a:lnTo>
                    <a:pt x="24623" y="79758"/>
                  </a:lnTo>
                  <a:lnTo>
                    <a:pt x="21904" y="84359"/>
                  </a:lnTo>
                  <a:lnTo>
                    <a:pt x="19334" y="89044"/>
                  </a:lnTo>
                  <a:lnTo>
                    <a:pt x="16915" y="93809"/>
                  </a:lnTo>
                  <a:lnTo>
                    <a:pt x="14650" y="98648"/>
                  </a:lnTo>
                  <a:lnTo>
                    <a:pt x="12540" y="103558"/>
                  </a:lnTo>
                  <a:lnTo>
                    <a:pt x="10588" y="108533"/>
                  </a:lnTo>
                  <a:lnTo>
                    <a:pt x="8797" y="113567"/>
                  </a:lnTo>
                  <a:lnTo>
                    <a:pt x="7167" y="118656"/>
                  </a:lnTo>
                  <a:lnTo>
                    <a:pt x="5700" y="123795"/>
                  </a:lnTo>
                  <a:lnTo>
                    <a:pt x="4399" y="128978"/>
                  </a:lnTo>
                  <a:lnTo>
                    <a:pt x="3264" y="134200"/>
                  </a:lnTo>
                  <a:lnTo>
                    <a:pt x="2296" y="139455"/>
                  </a:lnTo>
                  <a:lnTo>
                    <a:pt x="1497" y="144739"/>
                  </a:lnTo>
                  <a:lnTo>
                    <a:pt x="868" y="150046"/>
                  </a:lnTo>
                  <a:lnTo>
                    <a:pt x="408" y="155370"/>
                  </a:lnTo>
                  <a:lnTo>
                    <a:pt x="118" y="160706"/>
                  </a:lnTo>
                  <a:lnTo>
                    <a:pt x="0" y="166048"/>
                  </a:lnTo>
                  <a:lnTo>
                    <a:pt x="52" y="171392"/>
                  </a:lnTo>
                  <a:lnTo>
                    <a:pt x="274" y="176731"/>
                  </a:lnTo>
                  <a:lnTo>
                    <a:pt x="668" y="182060"/>
                  </a:lnTo>
                  <a:lnTo>
                    <a:pt x="1231" y="187374"/>
                  </a:lnTo>
                  <a:lnTo>
                    <a:pt x="1964" y="192667"/>
                  </a:lnTo>
                  <a:lnTo>
                    <a:pt x="2866" y="197934"/>
                  </a:lnTo>
                  <a:lnTo>
                    <a:pt x="3936" y="203170"/>
                  </a:lnTo>
                  <a:lnTo>
                    <a:pt x="5173" y="208369"/>
                  </a:lnTo>
                  <a:lnTo>
                    <a:pt x="6575" y="213525"/>
                  </a:lnTo>
                  <a:lnTo>
                    <a:pt x="8141" y="218635"/>
                  </a:lnTo>
                  <a:lnTo>
                    <a:pt x="9870" y="223691"/>
                  </a:lnTo>
                  <a:lnTo>
                    <a:pt x="11759" y="228690"/>
                  </a:lnTo>
                  <a:lnTo>
                    <a:pt x="13807" y="233625"/>
                  </a:lnTo>
                  <a:lnTo>
                    <a:pt x="16012" y="238493"/>
                  </a:lnTo>
                  <a:lnTo>
                    <a:pt x="18372" y="243288"/>
                  </a:lnTo>
                  <a:lnTo>
                    <a:pt x="20883" y="248005"/>
                  </a:lnTo>
                  <a:lnTo>
                    <a:pt x="23544" y="252639"/>
                  </a:lnTo>
                  <a:lnTo>
                    <a:pt x="26352" y="257185"/>
                  </a:lnTo>
                  <a:lnTo>
                    <a:pt x="29303" y="261640"/>
                  </a:lnTo>
                  <a:lnTo>
                    <a:pt x="32396" y="265998"/>
                  </a:lnTo>
                  <a:lnTo>
                    <a:pt x="35626" y="270255"/>
                  </a:lnTo>
                  <a:lnTo>
                    <a:pt x="38991" y="274407"/>
                  </a:lnTo>
                  <a:lnTo>
                    <a:pt x="167164" y="1670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53114" y="4213821"/>
              <a:ext cx="295333" cy="334320"/>
            </a:xfrm>
            <a:custGeom>
              <a:avLst/>
              <a:pathLst>
                <a:path w="295333" h="334320">
                  <a:moveTo>
                    <a:pt x="0" y="274482"/>
                  </a:moveTo>
                  <a:lnTo>
                    <a:pt x="3484" y="278512"/>
                  </a:lnTo>
                  <a:lnTo>
                    <a:pt x="7095" y="282428"/>
                  </a:lnTo>
                  <a:lnTo>
                    <a:pt x="10829" y="286227"/>
                  </a:lnTo>
                  <a:lnTo>
                    <a:pt x="14682" y="289906"/>
                  </a:lnTo>
                  <a:lnTo>
                    <a:pt x="18650" y="293460"/>
                  </a:lnTo>
                  <a:lnTo>
                    <a:pt x="22730" y="296885"/>
                  </a:lnTo>
                  <a:lnTo>
                    <a:pt x="26917" y="300179"/>
                  </a:lnTo>
                  <a:lnTo>
                    <a:pt x="31206" y="303338"/>
                  </a:lnTo>
                  <a:lnTo>
                    <a:pt x="35594" y="306358"/>
                  </a:lnTo>
                  <a:lnTo>
                    <a:pt x="40076" y="309237"/>
                  </a:lnTo>
                  <a:lnTo>
                    <a:pt x="44647" y="311972"/>
                  </a:lnTo>
                  <a:lnTo>
                    <a:pt x="49304" y="314560"/>
                  </a:lnTo>
                  <a:lnTo>
                    <a:pt x="54040" y="316998"/>
                  </a:lnTo>
                  <a:lnTo>
                    <a:pt x="58852" y="319284"/>
                  </a:lnTo>
                  <a:lnTo>
                    <a:pt x="63734" y="321415"/>
                  </a:lnTo>
                  <a:lnTo>
                    <a:pt x="68681" y="323390"/>
                  </a:lnTo>
                  <a:lnTo>
                    <a:pt x="73689" y="325206"/>
                  </a:lnTo>
                  <a:lnTo>
                    <a:pt x="78752" y="326862"/>
                  </a:lnTo>
                  <a:lnTo>
                    <a:pt x="83865" y="328356"/>
                  </a:lnTo>
                  <a:lnTo>
                    <a:pt x="89024" y="329686"/>
                  </a:lnTo>
                  <a:lnTo>
                    <a:pt x="94222" y="330850"/>
                  </a:lnTo>
                  <a:lnTo>
                    <a:pt x="99454" y="331849"/>
                  </a:lnTo>
                  <a:lnTo>
                    <a:pt x="104716" y="332681"/>
                  </a:lnTo>
                  <a:lnTo>
                    <a:pt x="110002" y="333344"/>
                  </a:lnTo>
                  <a:lnTo>
                    <a:pt x="115306" y="333838"/>
                  </a:lnTo>
                  <a:lnTo>
                    <a:pt x="120623" y="334164"/>
                  </a:lnTo>
                  <a:lnTo>
                    <a:pt x="125947" y="334320"/>
                  </a:lnTo>
                  <a:lnTo>
                    <a:pt x="131274" y="334306"/>
                  </a:lnTo>
                  <a:lnTo>
                    <a:pt x="136598" y="334122"/>
                  </a:lnTo>
                  <a:lnTo>
                    <a:pt x="141914" y="333769"/>
                  </a:lnTo>
                  <a:lnTo>
                    <a:pt x="147215" y="333246"/>
                  </a:lnTo>
                  <a:lnTo>
                    <a:pt x="152497" y="332555"/>
                  </a:lnTo>
                  <a:lnTo>
                    <a:pt x="157754" y="331696"/>
                  </a:lnTo>
                  <a:lnTo>
                    <a:pt x="162982" y="330670"/>
                  </a:lnTo>
                  <a:lnTo>
                    <a:pt x="168173" y="329478"/>
                  </a:lnTo>
                  <a:lnTo>
                    <a:pt x="173325" y="328121"/>
                  </a:lnTo>
                  <a:lnTo>
                    <a:pt x="178430" y="326601"/>
                  </a:lnTo>
                  <a:lnTo>
                    <a:pt x="183485" y="324918"/>
                  </a:lnTo>
                  <a:lnTo>
                    <a:pt x="188483" y="323076"/>
                  </a:lnTo>
                  <a:lnTo>
                    <a:pt x="193420" y="321075"/>
                  </a:lnTo>
                  <a:lnTo>
                    <a:pt x="198291" y="318918"/>
                  </a:lnTo>
                  <a:lnTo>
                    <a:pt x="203090" y="316607"/>
                  </a:lnTo>
                  <a:lnTo>
                    <a:pt x="207814" y="314144"/>
                  </a:lnTo>
                  <a:lnTo>
                    <a:pt x="212456" y="311532"/>
                  </a:lnTo>
                  <a:lnTo>
                    <a:pt x="217013" y="308773"/>
                  </a:lnTo>
                  <a:lnTo>
                    <a:pt x="221480" y="305870"/>
                  </a:lnTo>
                  <a:lnTo>
                    <a:pt x="225852" y="302827"/>
                  </a:lnTo>
                  <a:lnTo>
                    <a:pt x="230125" y="299646"/>
                  </a:lnTo>
                  <a:lnTo>
                    <a:pt x="234294" y="296330"/>
                  </a:lnTo>
                  <a:lnTo>
                    <a:pt x="238356" y="292883"/>
                  </a:lnTo>
                  <a:lnTo>
                    <a:pt x="242305" y="289309"/>
                  </a:lnTo>
                  <a:lnTo>
                    <a:pt x="246139" y="285610"/>
                  </a:lnTo>
                  <a:lnTo>
                    <a:pt x="249853" y="281791"/>
                  </a:lnTo>
                  <a:lnTo>
                    <a:pt x="253444" y="277856"/>
                  </a:lnTo>
                  <a:lnTo>
                    <a:pt x="256907" y="273809"/>
                  </a:lnTo>
                  <a:lnTo>
                    <a:pt x="260239" y="269653"/>
                  </a:lnTo>
                  <a:lnTo>
                    <a:pt x="263438" y="265393"/>
                  </a:lnTo>
                  <a:lnTo>
                    <a:pt x="266499" y="261033"/>
                  </a:lnTo>
                  <a:lnTo>
                    <a:pt x="269419" y="256578"/>
                  </a:lnTo>
                  <a:lnTo>
                    <a:pt x="272196" y="252032"/>
                  </a:lnTo>
                  <a:lnTo>
                    <a:pt x="274827" y="247400"/>
                  </a:lnTo>
                  <a:lnTo>
                    <a:pt x="277309" y="242687"/>
                  </a:lnTo>
                  <a:lnTo>
                    <a:pt x="279640" y="237896"/>
                  </a:lnTo>
                  <a:lnTo>
                    <a:pt x="281816" y="233034"/>
                  </a:lnTo>
                  <a:lnTo>
                    <a:pt x="283837" y="228105"/>
                  </a:lnTo>
                  <a:lnTo>
                    <a:pt x="285700" y="223115"/>
                  </a:lnTo>
                  <a:lnTo>
                    <a:pt x="287402" y="218067"/>
                  </a:lnTo>
                  <a:lnTo>
                    <a:pt x="288943" y="212968"/>
                  </a:lnTo>
                  <a:lnTo>
                    <a:pt x="290321" y="207822"/>
                  </a:lnTo>
                  <a:lnTo>
                    <a:pt x="291534" y="202635"/>
                  </a:lnTo>
                  <a:lnTo>
                    <a:pt x="292581" y="197412"/>
                  </a:lnTo>
                  <a:lnTo>
                    <a:pt x="293461" y="192158"/>
                  </a:lnTo>
                  <a:lnTo>
                    <a:pt x="294174" y="186879"/>
                  </a:lnTo>
                  <a:lnTo>
                    <a:pt x="294718" y="181580"/>
                  </a:lnTo>
                  <a:lnTo>
                    <a:pt x="295092" y="176266"/>
                  </a:lnTo>
                  <a:lnTo>
                    <a:pt x="295297" y="170943"/>
                  </a:lnTo>
                  <a:lnTo>
                    <a:pt x="295333" y="165616"/>
                  </a:lnTo>
                  <a:lnTo>
                    <a:pt x="295199" y="160291"/>
                  </a:lnTo>
                  <a:lnTo>
                    <a:pt x="294895" y="154972"/>
                  </a:lnTo>
                  <a:lnTo>
                    <a:pt x="294421" y="149666"/>
                  </a:lnTo>
                  <a:lnTo>
                    <a:pt x="293779" y="144378"/>
                  </a:lnTo>
                  <a:lnTo>
                    <a:pt x="292969" y="139113"/>
                  </a:lnTo>
                  <a:lnTo>
                    <a:pt x="291992" y="133876"/>
                  </a:lnTo>
                  <a:lnTo>
                    <a:pt x="290848" y="128674"/>
                  </a:lnTo>
                  <a:lnTo>
                    <a:pt x="289539" y="123510"/>
                  </a:lnTo>
                  <a:lnTo>
                    <a:pt x="288066" y="118391"/>
                  </a:lnTo>
                  <a:lnTo>
                    <a:pt x="286430" y="113321"/>
                  </a:lnTo>
                  <a:lnTo>
                    <a:pt x="284634" y="108306"/>
                  </a:lnTo>
                  <a:lnTo>
                    <a:pt x="282680" y="103350"/>
                  </a:lnTo>
                  <a:lnTo>
                    <a:pt x="280568" y="98460"/>
                  </a:lnTo>
                  <a:lnTo>
                    <a:pt x="278301" y="93639"/>
                  </a:lnTo>
                  <a:lnTo>
                    <a:pt x="275882" y="88893"/>
                  </a:lnTo>
                  <a:lnTo>
                    <a:pt x="273313" y="84226"/>
                  </a:lnTo>
                  <a:lnTo>
                    <a:pt x="270597" y="79644"/>
                  </a:lnTo>
                  <a:lnTo>
                    <a:pt x="267736" y="75150"/>
                  </a:lnTo>
                  <a:lnTo>
                    <a:pt x="264733" y="70750"/>
                  </a:lnTo>
                  <a:lnTo>
                    <a:pt x="261592" y="66448"/>
                  </a:lnTo>
                  <a:lnTo>
                    <a:pt x="258315" y="62248"/>
                  </a:lnTo>
                  <a:lnTo>
                    <a:pt x="254906" y="58155"/>
                  </a:lnTo>
                  <a:lnTo>
                    <a:pt x="251368" y="54172"/>
                  </a:lnTo>
                  <a:lnTo>
                    <a:pt x="247705" y="50304"/>
                  </a:lnTo>
                  <a:lnTo>
                    <a:pt x="243921" y="46555"/>
                  </a:lnTo>
                  <a:lnTo>
                    <a:pt x="240019" y="42928"/>
                  </a:lnTo>
                  <a:lnTo>
                    <a:pt x="236004" y="39428"/>
                  </a:lnTo>
                  <a:lnTo>
                    <a:pt x="231879" y="36057"/>
                  </a:lnTo>
                  <a:lnTo>
                    <a:pt x="227649" y="32819"/>
                  </a:lnTo>
                  <a:lnTo>
                    <a:pt x="223318" y="29718"/>
                  </a:lnTo>
                  <a:lnTo>
                    <a:pt x="218890" y="26756"/>
                  </a:lnTo>
                  <a:lnTo>
                    <a:pt x="214370" y="23937"/>
                  </a:lnTo>
                  <a:lnTo>
                    <a:pt x="209763" y="21263"/>
                  </a:lnTo>
                  <a:lnTo>
                    <a:pt x="205073" y="18737"/>
                  </a:lnTo>
                  <a:lnTo>
                    <a:pt x="200304" y="16363"/>
                  </a:lnTo>
                  <a:lnTo>
                    <a:pt x="195463" y="14141"/>
                  </a:lnTo>
                  <a:lnTo>
                    <a:pt x="190553" y="12074"/>
                  </a:lnTo>
                  <a:lnTo>
                    <a:pt x="185579" y="10166"/>
                  </a:lnTo>
                  <a:lnTo>
                    <a:pt x="180548" y="8416"/>
                  </a:lnTo>
                  <a:lnTo>
                    <a:pt x="175463" y="6828"/>
                  </a:lnTo>
                  <a:lnTo>
                    <a:pt x="170330" y="5403"/>
                  </a:lnTo>
                  <a:lnTo>
                    <a:pt x="165155" y="4142"/>
                  </a:lnTo>
                  <a:lnTo>
                    <a:pt x="159942" y="3046"/>
                  </a:lnTo>
                  <a:lnTo>
                    <a:pt x="154696" y="2117"/>
                  </a:lnTo>
                  <a:lnTo>
                    <a:pt x="149424" y="1356"/>
                  </a:lnTo>
                  <a:lnTo>
                    <a:pt x="144130" y="763"/>
                  </a:lnTo>
                  <a:lnTo>
                    <a:pt x="138820" y="339"/>
                  </a:lnTo>
                  <a:lnTo>
                    <a:pt x="133499" y="84"/>
                  </a:lnTo>
                  <a:lnTo>
                    <a:pt x="128173" y="0"/>
                  </a:lnTo>
                  <a:lnTo>
                    <a:pt x="1281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2881" y="4659281"/>
              <a:ext cx="3643" cy="167167"/>
            </a:xfrm>
            <a:custGeom>
              <a:avLst/>
              <a:pathLst>
                <a:path w="3643" h="167167">
                  <a:moveTo>
                    <a:pt x="3643" y="0"/>
                  </a:moveTo>
                  <a:lnTo>
                    <a:pt x="0" y="39"/>
                  </a:lnTo>
                  <a:lnTo>
                    <a:pt x="364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2881" y="4659321"/>
              <a:ext cx="3643" cy="167127"/>
            </a:xfrm>
            <a:custGeom>
              <a:avLst/>
              <a:pathLst>
                <a:path w="3643" h="167127">
                  <a:moveTo>
                    <a:pt x="0" y="0"/>
                  </a:moveTo>
                  <a:lnTo>
                    <a:pt x="3643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2881" y="4659321"/>
              <a:ext cx="3643" cy="167127"/>
            </a:xfrm>
            <a:custGeom>
              <a:avLst/>
              <a:pathLst>
                <a:path w="3643" h="167127">
                  <a:moveTo>
                    <a:pt x="0" y="0"/>
                  </a:moveTo>
                  <a:lnTo>
                    <a:pt x="3643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2881" y="4659321"/>
              <a:ext cx="3643" cy="167127"/>
            </a:xfrm>
            <a:custGeom>
              <a:avLst/>
              <a:pathLst>
                <a:path w="3643" h="167127">
                  <a:moveTo>
                    <a:pt x="0" y="0"/>
                  </a:moveTo>
                  <a:lnTo>
                    <a:pt x="3643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2881" y="4659321"/>
              <a:ext cx="3643" cy="167127"/>
            </a:xfrm>
            <a:custGeom>
              <a:avLst/>
              <a:pathLst>
                <a:path w="3643" h="167127">
                  <a:moveTo>
                    <a:pt x="0" y="0"/>
                  </a:moveTo>
                  <a:lnTo>
                    <a:pt x="364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2881" y="4659321"/>
              <a:ext cx="3643" cy="167127"/>
            </a:xfrm>
            <a:custGeom>
              <a:avLst/>
              <a:pathLst>
                <a:path w="3643" h="167127">
                  <a:moveTo>
                    <a:pt x="0" y="0"/>
                  </a:moveTo>
                  <a:lnTo>
                    <a:pt x="364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2881" y="4659321"/>
              <a:ext cx="3643" cy="167127"/>
            </a:xfrm>
            <a:custGeom>
              <a:avLst/>
              <a:pathLst>
                <a:path w="3643" h="167127">
                  <a:moveTo>
                    <a:pt x="0" y="0"/>
                  </a:moveTo>
                  <a:lnTo>
                    <a:pt x="364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2881" y="4659321"/>
              <a:ext cx="3643" cy="167127"/>
            </a:xfrm>
            <a:custGeom>
              <a:avLst/>
              <a:pathLst>
                <a:path w="3643" h="167127">
                  <a:moveTo>
                    <a:pt x="0" y="0"/>
                  </a:moveTo>
                  <a:lnTo>
                    <a:pt x="364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2881" y="4659321"/>
              <a:ext cx="3643" cy="167127"/>
            </a:xfrm>
            <a:custGeom>
              <a:avLst/>
              <a:pathLst>
                <a:path w="3643" h="167127">
                  <a:moveTo>
                    <a:pt x="0" y="0"/>
                  </a:moveTo>
                  <a:lnTo>
                    <a:pt x="3643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2881" y="4659321"/>
              <a:ext cx="3643" cy="167127"/>
            </a:xfrm>
            <a:custGeom>
              <a:avLst/>
              <a:pathLst>
                <a:path w="3643" h="167127">
                  <a:moveTo>
                    <a:pt x="0" y="0"/>
                  </a:moveTo>
                  <a:lnTo>
                    <a:pt x="3643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686" y="4659321"/>
              <a:ext cx="166838" cy="167127"/>
            </a:xfrm>
            <a:custGeom>
              <a:avLst/>
              <a:pathLst>
                <a:path w="166838" h="167127">
                  <a:moveTo>
                    <a:pt x="163194" y="0"/>
                  </a:moveTo>
                  <a:lnTo>
                    <a:pt x="157797" y="204"/>
                  </a:lnTo>
                  <a:lnTo>
                    <a:pt x="152410" y="584"/>
                  </a:lnTo>
                  <a:lnTo>
                    <a:pt x="147037" y="1137"/>
                  </a:lnTo>
                  <a:lnTo>
                    <a:pt x="141686" y="1863"/>
                  </a:lnTo>
                  <a:lnTo>
                    <a:pt x="136360" y="2762"/>
                  </a:lnTo>
                  <a:lnTo>
                    <a:pt x="131066" y="3832"/>
                  </a:lnTo>
                  <a:lnTo>
                    <a:pt x="125810" y="5073"/>
                  </a:lnTo>
                  <a:lnTo>
                    <a:pt x="120597" y="6483"/>
                  </a:lnTo>
                  <a:lnTo>
                    <a:pt x="115431" y="8060"/>
                  </a:lnTo>
                  <a:lnTo>
                    <a:pt x="110320" y="9804"/>
                  </a:lnTo>
                  <a:lnTo>
                    <a:pt x="105267" y="11712"/>
                  </a:lnTo>
                  <a:lnTo>
                    <a:pt x="100279" y="13782"/>
                  </a:lnTo>
                  <a:lnTo>
                    <a:pt x="95360" y="16012"/>
                  </a:lnTo>
                  <a:lnTo>
                    <a:pt x="90516" y="18400"/>
                  </a:lnTo>
                  <a:lnTo>
                    <a:pt x="85751" y="20943"/>
                  </a:lnTo>
                  <a:lnTo>
                    <a:pt x="81071" y="23638"/>
                  </a:lnTo>
                  <a:lnTo>
                    <a:pt x="76481" y="26484"/>
                  </a:lnTo>
                  <a:lnTo>
                    <a:pt x="71985" y="29476"/>
                  </a:lnTo>
                  <a:lnTo>
                    <a:pt x="67588" y="32612"/>
                  </a:lnTo>
                  <a:lnTo>
                    <a:pt x="63294" y="35888"/>
                  </a:lnTo>
                  <a:lnTo>
                    <a:pt x="59109" y="39301"/>
                  </a:lnTo>
                  <a:lnTo>
                    <a:pt x="55036" y="42848"/>
                  </a:lnTo>
                  <a:lnTo>
                    <a:pt x="51079" y="46525"/>
                  </a:lnTo>
                  <a:lnTo>
                    <a:pt x="47244" y="50327"/>
                  </a:lnTo>
                  <a:lnTo>
                    <a:pt x="43533" y="54251"/>
                  </a:lnTo>
                  <a:lnTo>
                    <a:pt x="39951" y="58293"/>
                  </a:lnTo>
                  <a:lnTo>
                    <a:pt x="36502" y="62449"/>
                  </a:lnTo>
                  <a:lnTo>
                    <a:pt x="33188" y="66714"/>
                  </a:lnTo>
                  <a:lnTo>
                    <a:pt x="30014" y="71084"/>
                  </a:lnTo>
                  <a:lnTo>
                    <a:pt x="26983" y="75554"/>
                  </a:lnTo>
                  <a:lnTo>
                    <a:pt x="24098" y="80119"/>
                  </a:lnTo>
                  <a:lnTo>
                    <a:pt x="21362" y="84776"/>
                  </a:lnTo>
                  <a:lnTo>
                    <a:pt x="18778" y="89518"/>
                  </a:lnTo>
                  <a:lnTo>
                    <a:pt x="16348" y="94341"/>
                  </a:lnTo>
                  <a:lnTo>
                    <a:pt x="14075" y="99241"/>
                  </a:lnTo>
                  <a:lnTo>
                    <a:pt x="11962" y="104211"/>
                  </a:lnTo>
                  <a:lnTo>
                    <a:pt x="10010" y="109247"/>
                  </a:lnTo>
                  <a:lnTo>
                    <a:pt x="8222" y="114343"/>
                  </a:lnTo>
                  <a:lnTo>
                    <a:pt x="6600" y="119494"/>
                  </a:lnTo>
                  <a:lnTo>
                    <a:pt x="5145" y="124695"/>
                  </a:lnTo>
                  <a:lnTo>
                    <a:pt x="3859" y="129941"/>
                  </a:lnTo>
                  <a:lnTo>
                    <a:pt x="2743" y="135225"/>
                  </a:lnTo>
                  <a:lnTo>
                    <a:pt x="1798" y="140542"/>
                  </a:lnTo>
                  <a:lnTo>
                    <a:pt x="1025" y="145888"/>
                  </a:lnTo>
                  <a:lnTo>
                    <a:pt x="425" y="151255"/>
                  </a:lnTo>
                  <a:lnTo>
                    <a:pt x="0" y="156639"/>
                  </a:lnTo>
                  <a:lnTo>
                    <a:pt x="166838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57" y="4659281"/>
              <a:ext cx="334324" cy="334326"/>
            </a:xfrm>
            <a:custGeom>
              <a:avLst/>
              <a:pathLst>
                <a:path w="334324" h="334326">
                  <a:moveTo>
                    <a:pt x="329" y="156679"/>
                  </a:moveTo>
                  <a:lnTo>
                    <a:pt x="79" y="161994"/>
                  </a:lnTo>
                  <a:lnTo>
                    <a:pt x="0" y="167315"/>
                  </a:lnTo>
                  <a:lnTo>
                    <a:pt x="89" y="172636"/>
                  </a:lnTo>
                  <a:lnTo>
                    <a:pt x="348" y="177951"/>
                  </a:lnTo>
                  <a:lnTo>
                    <a:pt x="775" y="183255"/>
                  </a:lnTo>
                  <a:lnTo>
                    <a:pt x="1372" y="188543"/>
                  </a:lnTo>
                  <a:lnTo>
                    <a:pt x="2136" y="193809"/>
                  </a:lnTo>
                  <a:lnTo>
                    <a:pt x="3068" y="199049"/>
                  </a:lnTo>
                  <a:lnTo>
                    <a:pt x="4166" y="204256"/>
                  </a:lnTo>
                  <a:lnTo>
                    <a:pt x="5429" y="209425"/>
                  </a:lnTo>
                  <a:lnTo>
                    <a:pt x="6856" y="214552"/>
                  </a:lnTo>
                  <a:lnTo>
                    <a:pt x="8445" y="219630"/>
                  </a:lnTo>
                  <a:lnTo>
                    <a:pt x="10196" y="224656"/>
                  </a:lnTo>
                  <a:lnTo>
                    <a:pt x="12105" y="229623"/>
                  </a:lnTo>
                  <a:lnTo>
                    <a:pt x="14171" y="234527"/>
                  </a:lnTo>
                  <a:lnTo>
                    <a:pt x="16393" y="239362"/>
                  </a:lnTo>
                  <a:lnTo>
                    <a:pt x="18767" y="244125"/>
                  </a:lnTo>
                  <a:lnTo>
                    <a:pt x="21292" y="248809"/>
                  </a:lnTo>
                  <a:lnTo>
                    <a:pt x="23964" y="253411"/>
                  </a:lnTo>
                  <a:lnTo>
                    <a:pt x="26782" y="257925"/>
                  </a:lnTo>
                  <a:lnTo>
                    <a:pt x="29742" y="262347"/>
                  </a:lnTo>
                  <a:lnTo>
                    <a:pt x="32841" y="266673"/>
                  </a:lnTo>
                  <a:lnTo>
                    <a:pt x="36076" y="270898"/>
                  </a:lnTo>
                  <a:lnTo>
                    <a:pt x="39444" y="275018"/>
                  </a:lnTo>
                  <a:lnTo>
                    <a:pt x="42942" y="279029"/>
                  </a:lnTo>
                  <a:lnTo>
                    <a:pt x="46565" y="282926"/>
                  </a:lnTo>
                  <a:lnTo>
                    <a:pt x="50311" y="286706"/>
                  </a:lnTo>
                  <a:lnTo>
                    <a:pt x="54175" y="290365"/>
                  </a:lnTo>
                  <a:lnTo>
                    <a:pt x="58153" y="293899"/>
                  </a:lnTo>
                  <a:lnTo>
                    <a:pt x="62242" y="297305"/>
                  </a:lnTo>
                  <a:lnTo>
                    <a:pt x="66438" y="300578"/>
                  </a:lnTo>
                  <a:lnTo>
                    <a:pt x="70735" y="303717"/>
                  </a:lnTo>
                  <a:lnTo>
                    <a:pt x="75130" y="306717"/>
                  </a:lnTo>
                  <a:lnTo>
                    <a:pt x="79619" y="309576"/>
                  </a:lnTo>
                  <a:lnTo>
                    <a:pt x="84196" y="312290"/>
                  </a:lnTo>
                  <a:lnTo>
                    <a:pt x="88857" y="314858"/>
                  </a:lnTo>
                  <a:lnTo>
                    <a:pt x="93597" y="317275"/>
                  </a:lnTo>
                  <a:lnTo>
                    <a:pt x="98413" y="319541"/>
                  </a:lnTo>
                  <a:lnTo>
                    <a:pt x="103297" y="321652"/>
                  </a:lnTo>
                  <a:lnTo>
                    <a:pt x="108247" y="323607"/>
                  </a:lnTo>
                  <a:lnTo>
                    <a:pt x="113256" y="325403"/>
                  </a:lnTo>
                  <a:lnTo>
                    <a:pt x="118320" y="327039"/>
                  </a:lnTo>
                  <a:lnTo>
                    <a:pt x="123433" y="328512"/>
                  </a:lnTo>
                  <a:lnTo>
                    <a:pt x="128591" y="329823"/>
                  </a:lnTo>
                  <a:lnTo>
                    <a:pt x="133788" y="330968"/>
                  </a:lnTo>
                  <a:lnTo>
                    <a:pt x="139018" y="331947"/>
                  </a:lnTo>
                  <a:lnTo>
                    <a:pt x="144277" y="332760"/>
                  </a:lnTo>
                  <a:lnTo>
                    <a:pt x="149559" y="333405"/>
                  </a:lnTo>
                  <a:lnTo>
                    <a:pt x="154860" y="333881"/>
                  </a:lnTo>
                  <a:lnTo>
                    <a:pt x="160172" y="334188"/>
                  </a:lnTo>
                  <a:lnTo>
                    <a:pt x="165492" y="334326"/>
                  </a:lnTo>
                  <a:lnTo>
                    <a:pt x="170813" y="334295"/>
                  </a:lnTo>
                  <a:lnTo>
                    <a:pt x="176131" y="334094"/>
                  </a:lnTo>
                  <a:lnTo>
                    <a:pt x="181439" y="333724"/>
                  </a:lnTo>
                  <a:lnTo>
                    <a:pt x="186734" y="333185"/>
                  </a:lnTo>
                  <a:lnTo>
                    <a:pt x="192008" y="332478"/>
                  </a:lnTo>
                  <a:lnTo>
                    <a:pt x="197257" y="331604"/>
                  </a:lnTo>
                  <a:lnTo>
                    <a:pt x="202476" y="330563"/>
                  </a:lnTo>
                  <a:lnTo>
                    <a:pt x="207658" y="329356"/>
                  </a:lnTo>
                  <a:lnTo>
                    <a:pt x="212800" y="327985"/>
                  </a:lnTo>
                  <a:lnTo>
                    <a:pt x="217896" y="326451"/>
                  </a:lnTo>
                  <a:lnTo>
                    <a:pt x="222940" y="324756"/>
                  </a:lnTo>
                  <a:lnTo>
                    <a:pt x="227928" y="322901"/>
                  </a:lnTo>
                  <a:lnTo>
                    <a:pt x="232854" y="320888"/>
                  </a:lnTo>
                  <a:lnTo>
                    <a:pt x="237713" y="318719"/>
                  </a:lnTo>
                  <a:lnTo>
                    <a:pt x="242501" y="316397"/>
                  </a:lnTo>
                  <a:lnTo>
                    <a:pt x="247213" y="313924"/>
                  </a:lnTo>
                  <a:lnTo>
                    <a:pt x="251844" y="311302"/>
                  </a:lnTo>
                  <a:lnTo>
                    <a:pt x="256388" y="308533"/>
                  </a:lnTo>
                  <a:lnTo>
                    <a:pt x="260843" y="305622"/>
                  </a:lnTo>
                  <a:lnTo>
                    <a:pt x="265202" y="302570"/>
                  </a:lnTo>
                  <a:lnTo>
                    <a:pt x="269462" y="299381"/>
                  </a:lnTo>
                  <a:lnTo>
                    <a:pt x="273619" y="296058"/>
                  </a:lnTo>
                  <a:lnTo>
                    <a:pt x="277667" y="292605"/>
                  </a:lnTo>
                  <a:lnTo>
                    <a:pt x="281604" y="289024"/>
                  </a:lnTo>
                  <a:lnTo>
                    <a:pt x="285424" y="285320"/>
                  </a:lnTo>
                  <a:lnTo>
                    <a:pt x="289125" y="281496"/>
                  </a:lnTo>
                  <a:lnTo>
                    <a:pt x="292702" y="277556"/>
                  </a:lnTo>
                  <a:lnTo>
                    <a:pt x="296152" y="273505"/>
                  </a:lnTo>
                  <a:lnTo>
                    <a:pt x="299472" y="269345"/>
                  </a:lnTo>
                  <a:lnTo>
                    <a:pt x="302657" y="265082"/>
                  </a:lnTo>
                  <a:lnTo>
                    <a:pt x="305705" y="260720"/>
                  </a:lnTo>
                  <a:lnTo>
                    <a:pt x="308612" y="256263"/>
                  </a:lnTo>
                  <a:lnTo>
                    <a:pt x="311377" y="251716"/>
                  </a:lnTo>
                  <a:lnTo>
                    <a:pt x="313995" y="247083"/>
                  </a:lnTo>
                  <a:lnTo>
                    <a:pt x="316464" y="242369"/>
                  </a:lnTo>
                  <a:lnTo>
                    <a:pt x="318782" y="237579"/>
                  </a:lnTo>
                  <a:lnTo>
                    <a:pt x="320946" y="232718"/>
                  </a:lnTo>
                  <a:lnTo>
                    <a:pt x="322955" y="227790"/>
                  </a:lnTo>
                  <a:lnTo>
                    <a:pt x="324805" y="222800"/>
                  </a:lnTo>
                  <a:lnTo>
                    <a:pt x="326496" y="217755"/>
                  </a:lnTo>
                  <a:lnTo>
                    <a:pt x="328026" y="212658"/>
                  </a:lnTo>
                  <a:lnTo>
                    <a:pt x="329392" y="207515"/>
                  </a:lnTo>
                  <a:lnTo>
                    <a:pt x="330594" y="202331"/>
                  </a:lnTo>
                  <a:lnTo>
                    <a:pt x="331631" y="197111"/>
                  </a:lnTo>
                  <a:lnTo>
                    <a:pt x="332500" y="191861"/>
                  </a:lnTo>
                  <a:lnTo>
                    <a:pt x="333203" y="186586"/>
                  </a:lnTo>
                  <a:lnTo>
                    <a:pt x="333737" y="181292"/>
                  </a:lnTo>
                  <a:lnTo>
                    <a:pt x="334102" y="175983"/>
                  </a:lnTo>
                  <a:lnTo>
                    <a:pt x="334298" y="170665"/>
                  </a:lnTo>
                  <a:lnTo>
                    <a:pt x="334324" y="165344"/>
                  </a:lnTo>
                  <a:lnTo>
                    <a:pt x="334182" y="160024"/>
                  </a:lnTo>
                  <a:lnTo>
                    <a:pt x="333870" y="154712"/>
                  </a:lnTo>
                  <a:lnTo>
                    <a:pt x="333389" y="149412"/>
                  </a:lnTo>
                  <a:lnTo>
                    <a:pt x="332739" y="144130"/>
                  </a:lnTo>
                  <a:lnTo>
                    <a:pt x="331922" y="138872"/>
                  </a:lnTo>
                  <a:lnTo>
                    <a:pt x="330938" y="133642"/>
                  </a:lnTo>
                  <a:lnTo>
                    <a:pt x="329788" y="128447"/>
                  </a:lnTo>
                  <a:lnTo>
                    <a:pt x="328473" y="123290"/>
                  </a:lnTo>
                  <a:lnTo>
                    <a:pt x="326995" y="118178"/>
                  </a:lnTo>
                  <a:lnTo>
                    <a:pt x="325355" y="113116"/>
                  </a:lnTo>
                  <a:lnTo>
                    <a:pt x="323554" y="108108"/>
                  </a:lnTo>
                  <a:lnTo>
                    <a:pt x="321595" y="103161"/>
                  </a:lnTo>
                  <a:lnTo>
                    <a:pt x="319480" y="98278"/>
                  </a:lnTo>
                  <a:lnTo>
                    <a:pt x="317210" y="93465"/>
                  </a:lnTo>
                  <a:lnTo>
                    <a:pt x="314788" y="88726"/>
                  </a:lnTo>
                  <a:lnTo>
                    <a:pt x="312217" y="84067"/>
                  </a:lnTo>
                  <a:lnTo>
                    <a:pt x="309498" y="79493"/>
                  </a:lnTo>
                  <a:lnTo>
                    <a:pt x="306635" y="75007"/>
                  </a:lnTo>
                  <a:lnTo>
                    <a:pt x="303631" y="70614"/>
                  </a:lnTo>
                  <a:lnTo>
                    <a:pt x="300489" y="66320"/>
                  </a:lnTo>
                  <a:lnTo>
                    <a:pt x="297212" y="62127"/>
                  </a:lnTo>
                  <a:lnTo>
                    <a:pt x="293802" y="58041"/>
                  </a:lnTo>
                  <a:lnTo>
                    <a:pt x="290265" y="54066"/>
                  </a:lnTo>
                  <a:lnTo>
                    <a:pt x="286602" y="50205"/>
                  </a:lnTo>
                  <a:lnTo>
                    <a:pt x="282819" y="46463"/>
                  </a:lnTo>
                  <a:lnTo>
                    <a:pt x="278919" y="42843"/>
                  </a:lnTo>
                  <a:lnTo>
                    <a:pt x="274905" y="39349"/>
                  </a:lnTo>
                  <a:lnTo>
                    <a:pt x="270782" y="35984"/>
                  </a:lnTo>
                  <a:lnTo>
                    <a:pt x="266554" y="32753"/>
                  </a:lnTo>
                  <a:lnTo>
                    <a:pt x="262225" y="29658"/>
                  </a:lnTo>
                  <a:lnTo>
                    <a:pt x="257800" y="26702"/>
                  </a:lnTo>
                  <a:lnTo>
                    <a:pt x="253284" y="23888"/>
                  </a:lnTo>
                  <a:lnTo>
                    <a:pt x="248680" y="21220"/>
                  </a:lnTo>
                  <a:lnTo>
                    <a:pt x="243993" y="18699"/>
                  </a:lnTo>
                  <a:lnTo>
                    <a:pt x="239228" y="16329"/>
                  </a:lnTo>
                  <a:lnTo>
                    <a:pt x="234391" y="14112"/>
                  </a:lnTo>
                  <a:lnTo>
                    <a:pt x="229485" y="12050"/>
                  </a:lnTo>
                  <a:lnTo>
                    <a:pt x="224516" y="10145"/>
                  </a:lnTo>
                  <a:lnTo>
                    <a:pt x="219489" y="8399"/>
                  </a:lnTo>
                  <a:lnTo>
                    <a:pt x="214409" y="6814"/>
                  </a:lnTo>
                  <a:lnTo>
                    <a:pt x="209282" y="5391"/>
                  </a:lnTo>
                  <a:lnTo>
                    <a:pt x="204111" y="4133"/>
                  </a:lnTo>
                  <a:lnTo>
                    <a:pt x="198903" y="3040"/>
                  </a:lnTo>
                  <a:lnTo>
                    <a:pt x="193663" y="2113"/>
                  </a:lnTo>
                  <a:lnTo>
                    <a:pt x="188396" y="1353"/>
                  </a:lnTo>
                  <a:lnTo>
                    <a:pt x="183108" y="761"/>
                  </a:lnTo>
                  <a:lnTo>
                    <a:pt x="177803" y="338"/>
                  </a:lnTo>
                  <a:lnTo>
                    <a:pt x="172488" y="84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9" y="5018213"/>
              <a:ext cx="334313" cy="334332"/>
            </a:xfrm>
            <a:custGeom>
              <a:avLst/>
              <a:pathLst>
                <a:path w="334313" h="334332">
                  <a:moveTo>
                    <a:pt x="167049" y="0"/>
                  </a:moveTo>
                  <a:lnTo>
                    <a:pt x="161754" y="87"/>
                  </a:lnTo>
                  <a:lnTo>
                    <a:pt x="156465" y="341"/>
                  </a:lnTo>
                  <a:lnTo>
                    <a:pt x="151187" y="764"/>
                  </a:lnTo>
                  <a:lnTo>
                    <a:pt x="145924" y="1353"/>
                  </a:lnTo>
                  <a:lnTo>
                    <a:pt x="140683" y="2108"/>
                  </a:lnTo>
                  <a:lnTo>
                    <a:pt x="135469" y="3029"/>
                  </a:lnTo>
                  <a:lnTo>
                    <a:pt x="130286" y="4115"/>
                  </a:lnTo>
                  <a:lnTo>
                    <a:pt x="125140" y="5365"/>
                  </a:lnTo>
                  <a:lnTo>
                    <a:pt x="120036" y="6776"/>
                  </a:lnTo>
                  <a:lnTo>
                    <a:pt x="114980" y="8349"/>
                  </a:lnTo>
                  <a:lnTo>
                    <a:pt x="109976" y="10081"/>
                  </a:lnTo>
                  <a:lnTo>
                    <a:pt x="105030" y="11971"/>
                  </a:lnTo>
                  <a:lnTo>
                    <a:pt x="100145" y="14016"/>
                  </a:lnTo>
                  <a:lnTo>
                    <a:pt x="95328" y="16215"/>
                  </a:lnTo>
                  <a:lnTo>
                    <a:pt x="90583" y="18566"/>
                  </a:lnTo>
                  <a:lnTo>
                    <a:pt x="85915" y="21065"/>
                  </a:lnTo>
                  <a:lnTo>
                    <a:pt x="81328" y="23712"/>
                  </a:lnTo>
                  <a:lnTo>
                    <a:pt x="76828" y="26502"/>
                  </a:lnTo>
                  <a:lnTo>
                    <a:pt x="72418" y="29433"/>
                  </a:lnTo>
                  <a:lnTo>
                    <a:pt x="68103" y="32503"/>
                  </a:lnTo>
                  <a:lnTo>
                    <a:pt x="63888" y="35707"/>
                  </a:lnTo>
                  <a:lnTo>
                    <a:pt x="59776" y="39044"/>
                  </a:lnTo>
                  <a:lnTo>
                    <a:pt x="55772" y="42509"/>
                  </a:lnTo>
                  <a:lnTo>
                    <a:pt x="51880" y="46099"/>
                  </a:lnTo>
                  <a:lnTo>
                    <a:pt x="48103" y="49811"/>
                  </a:lnTo>
                  <a:lnTo>
                    <a:pt x="44446" y="53640"/>
                  </a:lnTo>
                  <a:lnTo>
                    <a:pt x="40912" y="57584"/>
                  </a:lnTo>
                  <a:lnTo>
                    <a:pt x="37504" y="61637"/>
                  </a:lnTo>
                  <a:lnTo>
                    <a:pt x="34227" y="65796"/>
                  </a:lnTo>
                  <a:lnTo>
                    <a:pt x="31083" y="70057"/>
                  </a:lnTo>
                  <a:lnTo>
                    <a:pt x="28075" y="74415"/>
                  </a:lnTo>
                  <a:lnTo>
                    <a:pt x="25207" y="78867"/>
                  </a:lnTo>
                  <a:lnTo>
                    <a:pt x="22482" y="83407"/>
                  </a:lnTo>
                  <a:lnTo>
                    <a:pt x="19902" y="88031"/>
                  </a:lnTo>
                  <a:lnTo>
                    <a:pt x="17469" y="92734"/>
                  </a:lnTo>
                  <a:lnTo>
                    <a:pt x="15187" y="97512"/>
                  </a:lnTo>
                  <a:lnTo>
                    <a:pt x="13057" y="102360"/>
                  </a:lnTo>
                  <a:lnTo>
                    <a:pt x="11082" y="107274"/>
                  </a:lnTo>
                  <a:lnTo>
                    <a:pt x="9263" y="112247"/>
                  </a:lnTo>
                  <a:lnTo>
                    <a:pt x="7603" y="117275"/>
                  </a:lnTo>
                  <a:lnTo>
                    <a:pt x="6103" y="122353"/>
                  </a:lnTo>
                  <a:lnTo>
                    <a:pt x="4764" y="127477"/>
                  </a:lnTo>
                  <a:lnTo>
                    <a:pt x="3588" y="132640"/>
                  </a:lnTo>
                  <a:lnTo>
                    <a:pt x="2577" y="137837"/>
                  </a:lnTo>
                  <a:lnTo>
                    <a:pt x="1730" y="143065"/>
                  </a:lnTo>
                  <a:lnTo>
                    <a:pt x="1050" y="148316"/>
                  </a:lnTo>
                  <a:lnTo>
                    <a:pt x="536" y="153586"/>
                  </a:lnTo>
                  <a:lnTo>
                    <a:pt x="190" y="158870"/>
                  </a:lnTo>
                  <a:lnTo>
                    <a:pt x="11" y="164162"/>
                  </a:lnTo>
                  <a:lnTo>
                    <a:pt x="0" y="169458"/>
                  </a:lnTo>
                  <a:lnTo>
                    <a:pt x="156" y="174751"/>
                  </a:lnTo>
                  <a:lnTo>
                    <a:pt x="480" y="180036"/>
                  </a:lnTo>
                  <a:lnTo>
                    <a:pt x="971" y="185308"/>
                  </a:lnTo>
                  <a:lnTo>
                    <a:pt x="1629" y="190563"/>
                  </a:lnTo>
                  <a:lnTo>
                    <a:pt x="2453" y="195793"/>
                  </a:lnTo>
                  <a:lnTo>
                    <a:pt x="3442" y="200995"/>
                  </a:lnTo>
                  <a:lnTo>
                    <a:pt x="4596" y="206163"/>
                  </a:lnTo>
                  <a:lnTo>
                    <a:pt x="5913" y="211292"/>
                  </a:lnTo>
                  <a:lnTo>
                    <a:pt x="7391" y="216377"/>
                  </a:lnTo>
                  <a:lnTo>
                    <a:pt x="9030" y="221412"/>
                  </a:lnTo>
                  <a:lnTo>
                    <a:pt x="10827" y="226393"/>
                  </a:lnTo>
                  <a:lnTo>
                    <a:pt x="12782" y="231315"/>
                  </a:lnTo>
                  <a:lnTo>
                    <a:pt x="14891" y="236172"/>
                  </a:lnTo>
                  <a:lnTo>
                    <a:pt x="17153" y="240960"/>
                  </a:lnTo>
                  <a:lnTo>
                    <a:pt x="19565" y="245673"/>
                  </a:lnTo>
                  <a:lnTo>
                    <a:pt x="22126" y="250308"/>
                  </a:lnTo>
                  <a:lnTo>
                    <a:pt x="24832" y="254860"/>
                  </a:lnTo>
                  <a:lnTo>
                    <a:pt x="27681" y="259324"/>
                  </a:lnTo>
                  <a:lnTo>
                    <a:pt x="30669" y="263695"/>
                  </a:lnTo>
                  <a:lnTo>
                    <a:pt x="33795" y="267969"/>
                  </a:lnTo>
                  <a:lnTo>
                    <a:pt x="37055" y="272142"/>
                  </a:lnTo>
                  <a:lnTo>
                    <a:pt x="40445" y="276210"/>
                  </a:lnTo>
                  <a:lnTo>
                    <a:pt x="43962" y="280168"/>
                  </a:lnTo>
                  <a:lnTo>
                    <a:pt x="47603" y="284013"/>
                  </a:lnTo>
                  <a:lnTo>
                    <a:pt x="51364" y="287741"/>
                  </a:lnTo>
                  <a:lnTo>
                    <a:pt x="55241" y="291348"/>
                  </a:lnTo>
                  <a:lnTo>
                    <a:pt x="59230" y="294830"/>
                  </a:lnTo>
                  <a:lnTo>
                    <a:pt x="63327" y="298184"/>
                  </a:lnTo>
                  <a:lnTo>
                    <a:pt x="67529" y="301407"/>
                  </a:lnTo>
                  <a:lnTo>
                    <a:pt x="71831" y="304495"/>
                  </a:lnTo>
                  <a:lnTo>
                    <a:pt x="76228" y="307445"/>
                  </a:lnTo>
                  <a:lnTo>
                    <a:pt x="80717" y="310254"/>
                  </a:lnTo>
                  <a:lnTo>
                    <a:pt x="85292" y="312920"/>
                  </a:lnTo>
                  <a:lnTo>
                    <a:pt x="89949" y="315440"/>
                  </a:lnTo>
                  <a:lnTo>
                    <a:pt x="94684" y="317811"/>
                  </a:lnTo>
                  <a:lnTo>
                    <a:pt x="99492" y="320030"/>
                  </a:lnTo>
                  <a:lnTo>
                    <a:pt x="104367" y="322096"/>
                  </a:lnTo>
                  <a:lnTo>
                    <a:pt x="109306" y="324007"/>
                  </a:lnTo>
                  <a:lnTo>
                    <a:pt x="114302" y="325761"/>
                  </a:lnTo>
                  <a:lnTo>
                    <a:pt x="119352" y="327355"/>
                  </a:lnTo>
                  <a:lnTo>
                    <a:pt x="124450" y="328788"/>
                  </a:lnTo>
                  <a:lnTo>
                    <a:pt x="129590" y="330060"/>
                  </a:lnTo>
                  <a:lnTo>
                    <a:pt x="134768" y="331168"/>
                  </a:lnTo>
                  <a:lnTo>
                    <a:pt x="139978" y="332111"/>
                  </a:lnTo>
                  <a:lnTo>
                    <a:pt x="145216" y="332889"/>
                  </a:lnTo>
                  <a:lnTo>
                    <a:pt x="150476" y="333501"/>
                  </a:lnTo>
                  <a:lnTo>
                    <a:pt x="155753" y="333945"/>
                  </a:lnTo>
                  <a:lnTo>
                    <a:pt x="161041" y="334223"/>
                  </a:lnTo>
                  <a:lnTo>
                    <a:pt x="166335" y="334332"/>
                  </a:lnTo>
                  <a:lnTo>
                    <a:pt x="171630" y="334274"/>
                  </a:lnTo>
                  <a:lnTo>
                    <a:pt x="176920" y="334049"/>
                  </a:lnTo>
                  <a:lnTo>
                    <a:pt x="182201" y="333656"/>
                  </a:lnTo>
                  <a:lnTo>
                    <a:pt x="187466" y="333095"/>
                  </a:lnTo>
                  <a:lnTo>
                    <a:pt x="192712" y="332369"/>
                  </a:lnTo>
                  <a:lnTo>
                    <a:pt x="197931" y="331476"/>
                  </a:lnTo>
                  <a:lnTo>
                    <a:pt x="203120" y="330419"/>
                  </a:lnTo>
                  <a:lnTo>
                    <a:pt x="208272" y="329198"/>
                  </a:lnTo>
                  <a:lnTo>
                    <a:pt x="213384" y="327814"/>
                  </a:lnTo>
                  <a:lnTo>
                    <a:pt x="218448" y="326269"/>
                  </a:lnTo>
                  <a:lnTo>
                    <a:pt x="223462" y="324565"/>
                  </a:lnTo>
                  <a:lnTo>
                    <a:pt x="228419" y="322702"/>
                  </a:lnTo>
                  <a:lnTo>
                    <a:pt x="233314" y="320684"/>
                  </a:lnTo>
                  <a:lnTo>
                    <a:pt x="238143" y="318511"/>
                  </a:lnTo>
                  <a:lnTo>
                    <a:pt x="242901" y="316187"/>
                  </a:lnTo>
                  <a:lnTo>
                    <a:pt x="247583" y="313713"/>
                  </a:lnTo>
                  <a:lnTo>
                    <a:pt x="252184" y="311092"/>
                  </a:lnTo>
                  <a:lnTo>
                    <a:pt x="256700" y="308326"/>
                  </a:lnTo>
                  <a:lnTo>
                    <a:pt x="261126" y="305419"/>
                  </a:lnTo>
                  <a:lnTo>
                    <a:pt x="265457" y="302374"/>
                  </a:lnTo>
                  <a:lnTo>
                    <a:pt x="269690" y="299192"/>
                  </a:lnTo>
                  <a:lnTo>
                    <a:pt x="273821" y="295878"/>
                  </a:lnTo>
                  <a:lnTo>
                    <a:pt x="277844" y="292435"/>
                  </a:lnTo>
                  <a:lnTo>
                    <a:pt x="281756" y="288867"/>
                  </a:lnTo>
                  <a:lnTo>
                    <a:pt x="285553" y="285176"/>
                  </a:lnTo>
                  <a:lnTo>
                    <a:pt x="289231" y="281366"/>
                  </a:lnTo>
                  <a:lnTo>
                    <a:pt x="292787" y="277443"/>
                  </a:lnTo>
                  <a:lnTo>
                    <a:pt x="296216" y="273408"/>
                  </a:lnTo>
                  <a:lnTo>
                    <a:pt x="299516" y="269267"/>
                  </a:lnTo>
                  <a:lnTo>
                    <a:pt x="302684" y="265023"/>
                  </a:lnTo>
                  <a:lnTo>
                    <a:pt x="305715" y="260682"/>
                  </a:lnTo>
                  <a:lnTo>
                    <a:pt x="308607" y="256246"/>
                  </a:lnTo>
                  <a:lnTo>
                    <a:pt x="311358" y="251721"/>
                  </a:lnTo>
                  <a:lnTo>
                    <a:pt x="313964" y="247111"/>
                  </a:lnTo>
                  <a:lnTo>
                    <a:pt x="316422" y="242421"/>
                  </a:lnTo>
                  <a:lnTo>
                    <a:pt x="318730" y="237656"/>
                  </a:lnTo>
                  <a:lnTo>
                    <a:pt x="320887" y="232820"/>
                  </a:lnTo>
                  <a:lnTo>
                    <a:pt x="322889" y="227917"/>
                  </a:lnTo>
                  <a:lnTo>
                    <a:pt x="324735" y="222954"/>
                  </a:lnTo>
                  <a:lnTo>
                    <a:pt x="326423" y="217935"/>
                  </a:lnTo>
                  <a:lnTo>
                    <a:pt x="327951" y="212865"/>
                  </a:lnTo>
                  <a:lnTo>
                    <a:pt x="329318" y="207749"/>
                  </a:lnTo>
                  <a:lnTo>
                    <a:pt x="330522" y="202593"/>
                  </a:lnTo>
                  <a:lnTo>
                    <a:pt x="331562" y="197401"/>
                  </a:lnTo>
                  <a:lnTo>
                    <a:pt x="332437" y="192178"/>
                  </a:lnTo>
                  <a:lnTo>
                    <a:pt x="333146" y="186931"/>
                  </a:lnTo>
                  <a:lnTo>
                    <a:pt x="333689" y="181663"/>
                  </a:lnTo>
                  <a:lnTo>
                    <a:pt x="334065" y="176381"/>
                  </a:lnTo>
                  <a:lnTo>
                    <a:pt x="334273" y="171090"/>
                  </a:lnTo>
                  <a:lnTo>
                    <a:pt x="334313" y="165795"/>
                  </a:lnTo>
                  <a:lnTo>
                    <a:pt x="334186" y="160501"/>
                  </a:lnTo>
                  <a:lnTo>
                    <a:pt x="333891" y="155214"/>
                  </a:lnTo>
                  <a:lnTo>
                    <a:pt x="333429" y="149939"/>
                  </a:lnTo>
                  <a:lnTo>
                    <a:pt x="332800" y="144682"/>
                  </a:lnTo>
                  <a:lnTo>
                    <a:pt x="332004" y="139446"/>
                  </a:lnTo>
                  <a:lnTo>
                    <a:pt x="331044" y="134239"/>
                  </a:lnTo>
                  <a:lnTo>
                    <a:pt x="329918" y="129065"/>
                  </a:lnTo>
                  <a:lnTo>
                    <a:pt x="328630" y="123929"/>
                  </a:lnTo>
                  <a:lnTo>
                    <a:pt x="327180" y="118836"/>
                  </a:lnTo>
                  <a:lnTo>
                    <a:pt x="325568" y="113792"/>
                  </a:lnTo>
                  <a:lnTo>
                    <a:pt x="323798" y="108801"/>
                  </a:lnTo>
                  <a:lnTo>
                    <a:pt x="321871" y="103869"/>
                  </a:lnTo>
                  <a:lnTo>
                    <a:pt x="319789" y="99000"/>
                  </a:lnTo>
                  <a:lnTo>
                    <a:pt x="317553" y="94200"/>
                  </a:lnTo>
                  <a:lnTo>
                    <a:pt x="315167" y="89473"/>
                  </a:lnTo>
                  <a:lnTo>
                    <a:pt x="312632" y="84824"/>
                  </a:lnTo>
                  <a:lnTo>
                    <a:pt x="309951" y="80258"/>
                  </a:lnTo>
                  <a:lnTo>
                    <a:pt x="307127" y="75778"/>
                  </a:lnTo>
                  <a:lnTo>
                    <a:pt x="304162" y="71391"/>
                  </a:lnTo>
                  <a:lnTo>
                    <a:pt x="301060" y="67099"/>
                  </a:lnTo>
                  <a:lnTo>
                    <a:pt x="297823" y="62908"/>
                  </a:lnTo>
                  <a:lnTo>
                    <a:pt x="294455" y="58822"/>
                  </a:lnTo>
                  <a:lnTo>
                    <a:pt x="290960" y="54844"/>
                  </a:lnTo>
                  <a:lnTo>
                    <a:pt x="287340" y="50979"/>
                  </a:lnTo>
                  <a:lnTo>
                    <a:pt x="283600" y="47231"/>
                  </a:lnTo>
                  <a:lnTo>
                    <a:pt x="279743" y="43603"/>
                  </a:lnTo>
                  <a:lnTo>
                    <a:pt x="275773" y="40099"/>
                  </a:lnTo>
                  <a:lnTo>
                    <a:pt x="271694" y="36722"/>
                  </a:lnTo>
                  <a:lnTo>
                    <a:pt x="267510" y="33477"/>
                  </a:lnTo>
                  <a:lnTo>
                    <a:pt x="263225" y="30365"/>
                  </a:lnTo>
                  <a:lnTo>
                    <a:pt x="258844" y="27391"/>
                  </a:lnTo>
                  <a:lnTo>
                    <a:pt x="254371" y="24557"/>
                  </a:lnTo>
                  <a:lnTo>
                    <a:pt x="249811" y="21866"/>
                  </a:lnTo>
                  <a:lnTo>
                    <a:pt x="245167" y="19321"/>
                  </a:lnTo>
                  <a:lnTo>
                    <a:pt x="240445" y="16924"/>
                  </a:lnTo>
                  <a:lnTo>
                    <a:pt x="235650" y="14678"/>
                  </a:lnTo>
                  <a:lnTo>
                    <a:pt x="230786" y="12585"/>
                  </a:lnTo>
                  <a:lnTo>
                    <a:pt x="225858" y="10647"/>
                  </a:lnTo>
                  <a:lnTo>
                    <a:pt x="220871" y="8866"/>
                  </a:lnTo>
                  <a:lnTo>
                    <a:pt x="215831" y="7244"/>
                  </a:lnTo>
                  <a:lnTo>
                    <a:pt x="210741" y="5783"/>
                  </a:lnTo>
                  <a:lnTo>
                    <a:pt x="205608" y="4483"/>
                  </a:lnTo>
                  <a:lnTo>
                    <a:pt x="200436" y="3347"/>
                  </a:lnTo>
                  <a:lnTo>
                    <a:pt x="195230" y="2375"/>
                  </a:lnTo>
                  <a:lnTo>
                    <a:pt x="189997" y="1568"/>
                  </a:lnTo>
                  <a:lnTo>
                    <a:pt x="184741" y="927"/>
                  </a:lnTo>
                  <a:lnTo>
                    <a:pt x="179467" y="454"/>
                  </a:lnTo>
                  <a:lnTo>
                    <a:pt x="174180" y="14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7028" cy="167167"/>
            </a:xfrm>
            <a:custGeom>
              <a:avLst/>
              <a:pathLst>
                <a:path w="7028" h="167167">
                  <a:moveTo>
                    <a:pt x="7028" y="1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47" y="5269756"/>
              <a:ext cx="167153" cy="167167"/>
            </a:xfrm>
            <a:custGeom>
              <a:avLst/>
              <a:pathLst>
                <a:path w="167153" h="167167">
                  <a:moveTo>
                    <a:pt x="167153" y="0"/>
                  </a:moveTo>
                  <a:lnTo>
                    <a:pt x="161728" y="88"/>
                  </a:lnTo>
                  <a:lnTo>
                    <a:pt x="156309" y="352"/>
                  </a:lnTo>
                  <a:lnTo>
                    <a:pt x="150901" y="791"/>
                  </a:lnTo>
                  <a:lnTo>
                    <a:pt x="145510" y="1407"/>
                  </a:lnTo>
                  <a:lnTo>
                    <a:pt x="140141" y="2196"/>
                  </a:lnTo>
                  <a:lnTo>
                    <a:pt x="134802" y="3160"/>
                  </a:lnTo>
                  <a:lnTo>
                    <a:pt x="129496" y="4296"/>
                  </a:lnTo>
                  <a:lnTo>
                    <a:pt x="124230" y="5604"/>
                  </a:lnTo>
                  <a:lnTo>
                    <a:pt x="119010" y="7082"/>
                  </a:lnTo>
                  <a:lnTo>
                    <a:pt x="113840" y="8729"/>
                  </a:lnTo>
                  <a:lnTo>
                    <a:pt x="108726" y="10543"/>
                  </a:lnTo>
                  <a:lnTo>
                    <a:pt x="103673" y="12521"/>
                  </a:lnTo>
                  <a:lnTo>
                    <a:pt x="98688" y="14663"/>
                  </a:lnTo>
                  <a:lnTo>
                    <a:pt x="93775" y="16965"/>
                  </a:lnTo>
                  <a:lnTo>
                    <a:pt x="88939" y="19426"/>
                  </a:lnTo>
                  <a:lnTo>
                    <a:pt x="84185" y="22042"/>
                  </a:lnTo>
                  <a:lnTo>
                    <a:pt x="79519" y="24811"/>
                  </a:lnTo>
                  <a:lnTo>
                    <a:pt x="74945" y="27730"/>
                  </a:lnTo>
                  <a:lnTo>
                    <a:pt x="70469" y="30796"/>
                  </a:lnTo>
                  <a:lnTo>
                    <a:pt x="66094" y="34006"/>
                  </a:lnTo>
                  <a:lnTo>
                    <a:pt x="61825" y="37356"/>
                  </a:lnTo>
                  <a:lnTo>
                    <a:pt x="57668" y="40842"/>
                  </a:lnTo>
                  <a:lnTo>
                    <a:pt x="53626" y="44462"/>
                  </a:lnTo>
                  <a:lnTo>
                    <a:pt x="49704" y="48211"/>
                  </a:lnTo>
                  <a:lnTo>
                    <a:pt x="45905" y="52085"/>
                  </a:lnTo>
                  <a:lnTo>
                    <a:pt x="42234" y="56081"/>
                  </a:lnTo>
                  <a:lnTo>
                    <a:pt x="38695" y="60194"/>
                  </a:lnTo>
                  <a:lnTo>
                    <a:pt x="35291" y="64419"/>
                  </a:lnTo>
                  <a:lnTo>
                    <a:pt x="32025" y="68753"/>
                  </a:lnTo>
                  <a:lnTo>
                    <a:pt x="28903" y="73190"/>
                  </a:lnTo>
                  <a:lnTo>
                    <a:pt x="25926" y="77726"/>
                  </a:lnTo>
                  <a:lnTo>
                    <a:pt x="23097" y="82357"/>
                  </a:lnTo>
                  <a:lnTo>
                    <a:pt x="20421" y="87076"/>
                  </a:lnTo>
                  <a:lnTo>
                    <a:pt x="17899" y="91881"/>
                  </a:lnTo>
                  <a:lnTo>
                    <a:pt x="15534" y="96764"/>
                  </a:lnTo>
                  <a:lnTo>
                    <a:pt x="13329" y="101722"/>
                  </a:lnTo>
                  <a:lnTo>
                    <a:pt x="11286" y="106749"/>
                  </a:lnTo>
                  <a:lnTo>
                    <a:pt x="9408" y="111839"/>
                  </a:lnTo>
                  <a:lnTo>
                    <a:pt x="7695" y="116987"/>
                  </a:lnTo>
                  <a:lnTo>
                    <a:pt x="6150" y="122189"/>
                  </a:lnTo>
                  <a:lnTo>
                    <a:pt x="4776" y="127438"/>
                  </a:lnTo>
                  <a:lnTo>
                    <a:pt x="3572" y="132728"/>
                  </a:lnTo>
                  <a:lnTo>
                    <a:pt x="2540" y="138055"/>
                  </a:lnTo>
                  <a:lnTo>
                    <a:pt x="1682" y="143413"/>
                  </a:lnTo>
                  <a:lnTo>
                    <a:pt x="998" y="148796"/>
                  </a:lnTo>
                  <a:lnTo>
                    <a:pt x="490" y="154198"/>
                  </a:lnTo>
                  <a:lnTo>
                    <a:pt x="157" y="159614"/>
                  </a:lnTo>
                  <a:lnTo>
                    <a:pt x="0" y="16503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47" y="5269756"/>
              <a:ext cx="334302" cy="334334"/>
            </a:xfrm>
            <a:custGeom>
              <a:avLst/>
              <a:pathLst>
                <a:path w="334302" h="334334">
                  <a:moveTo>
                    <a:pt x="0" y="165037"/>
                  </a:moveTo>
                  <a:lnTo>
                    <a:pt x="16" y="170338"/>
                  </a:lnTo>
                  <a:lnTo>
                    <a:pt x="201" y="175636"/>
                  </a:lnTo>
                  <a:lnTo>
                    <a:pt x="553" y="180925"/>
                  </a:lnTo>
                  <a:lnTo>
                    <a:pt x="1073" y="186201"/>
                  </a:lnTo>
                  <a:lnTo>
                    <a:pt x="1760" y="191457"/>
                  </a:lnTo>
                  <a:lnTo>
                    <a:pt x="2613" y="196689"/>
                  </a:lnTo>
                  <a:lnTo>
                    <a:pt x="3632" y="201891"/>
                  </a:lnTo>
                  <a:lnTo>
                    <a:pt x="4815" y="207059"/>
                  </a:lnTo>
                  <a:lnTo>
                    <a:pt x="6162" y="212186"/>
                  </a:lnTo>
                  <a:lnTo>
                    <a:pt x="7670" y="217268"/>
                  </a:lnTo>
                  <a:lnTo>
                    <a:pt x="9339" y="222299"/>
                  </a:lnTo>
                  <a:lnTo>
                    <a:pt x="11166" y="227275"/>
                  </a:lnTo>
                  <a:lnTo>
                    <a:pt x="13151" y="232191"/>
                  </a:lnTo>
                  <a:lnTo>
                    <a:pt x="15290" y="237041"/>
                  </a:lnTo>
                  <a:lnTo>
                    <a:pt x="17582" y="241821"/>
                  </a:lnTo>
                  <a:lnTo>
                    <a:pt x="20024" y="246526"/>
                  </a:lnTo>
                  <a:lnTo>
                    <a:pt x="22614" y="251151"/>
                  </a:lnTo>
                  <a:lnTo>
                    <a:pt x="25350" y="255692"/>
                  </a:lnTo>
                  <a:lnTo>
                    <a:pt x="28228" y="260144"/>
                  </a:lnTo>
                  <a:lnTo>
                    <a:pt x="31246" y="264502"/>
                  </a:lnTo>
                  <a:lnTo>
                    <a:pt x="34400" y="268762"/>
                  </a:lnTo>
                  <a:lnTo>
                    <a:pt x="37688" y="272920"/>
                  </a:lnTo>
                  <a:lnTo>
                    <a:pt x="41106" y="276972"/>
                  </a:lnTo>
                  <a:lnTo>
                    <a:pt x="44651" y="280913"/>
                  </a:lnTo>
                  <a:lnTo>
                    <a:pt x="48320" y="284740"/>
                  </a:lnTo>
                  <a:lnTo>
                    <a:pt x="52107" y="288449"/>
                  </a:lnTo>
                  <a:lnTo>
                    <a:pt x="56011" y="292036"/>
                  </a:lnTo>
                  <a:lnTo>
                    <a:pt x="60026" y="295497"/>
                  </a:lnTo>
                  <a:lnTo>
                    <a:pt x="64148" y="298829"/>
                  </a:lnTo>
                  <a:lnTo>
                    <a:pt x="68375" y="302029"/>
                  </a:lnTo>
                  <a:lnTo>
                    <a:pt x="72701" y="305093"/>
                  </a:lnTo>
                  <a:lnTo>
                    <a:pt x="77121" y="308019"/>
                  </a:lnTo>
                  <a:lnTo>
                    <a:pt x="81633" y="310802"/>
                  </a:lnTo>
                  <a:lnTo>
                    <a:pt x="86230" y="313442"/>
                  </a:lnTo>
                  <a:lnTo>
                    <a:pt x="90908" y="315934"/>
                  </a:lnTo>
                  <a:lnTo>
                    <a:pt x="95664" y="318277"/>
                  </a:lnTo>
                  <a:lnTo>
                    <a:pt x="100491" y="320468"/>
                  </a:lnTo>
                  <a:lnTo>
                    <a:pt x="105385" y="322504"/>
                  </a:lnTo>
                  <a:lnTo>
                    <a:pt x="110341" y="324384"/>
                  </a:lnTo>
                  <a:lnTo>
                    <a:pt x="115355" y="326107"/>
                  </a:lnTo>
                  <a:lnTo>
                    <a:pt x="120420" y="327669"/>
                  </a:lnTo>
                  <a:lnTo>
                    <a:pt x="125533" y="329070"/>
                  </a:lnTo>
                  <a:lnTo>
                    <a:pt x="130687" y="330309"/>
                  </a:lnTo>
                  <a:lnTo>
                    <a:pt x="135878" y="331383"/>
                  </a:lnTo>
                  <a:lnTo>
                    <a:pt x="141101" y="332292"/>
                  </a:lnTo>
                  <a:lnTo>
                    <a:pt x="146350" y="333035"/>
                  </a:lnTo>
                  <a:lnTo>
                    <a:pt x="151619" y="333611"/>
                  </a:lnTo>
                  <a:lnTo>
                    <a:pt x="156904" y="334020"/>
                  </a:lnTo>
                  <a:lnTo>
                    <a:pt x="162200" y="334261"/>
                  </a:lnTo>
                  <a:lnTo>
                    <a:pt x="167501" y="334334"/>
                  </a:lnTo>
                  <a:lnTo>
                    <a:pt x="172801" y="334239"/>
                  </a:lnTo>
                  <a:lnTo>
                    <a:pt x="178095" y="333976"/>
                  </a:lnTo>
                  <a:lnTo>
                    <a:pt x="183379" y="333545"/>
                  </a:lnTo>
                  <a:lnTo>
                    <a:pt x="188646" y="332947"/>
                  </a:lnTo>
                  <a:lnTo>
                    <a:pt x="193892" y="332182"/>
                  </a:lnTo>
                  <a:lnTo>
                    <a:pt x="199110" y="331251"/>
                  </a:lnTo>
                  <a:lnTo>
                    <a:pt x="204297" y="330156"/>
                  </a:lnTo>
                  <a:lnTo>
                    <a:pt x="209446" y="328896"/>
                  </a:lnTo>
                  <a:lnTo>
                    <a:pt x="214553" y="327474"/>
                  </a:lnTo>
                  <a:lnTo>
                    <a:pt x="219612" y="325890"/>
                  </a:lnTo>
                  <a:lnTo>
                    <a:pt x="224618" y="324147"/>
                  </a:lnTo>
                  <a:lnTo>
                    <a:pt x="229566" y="322246"/>
                  </a:lnTo>
                  <a:lnTo>
                    <a:pt x="234452" y="320189"/>
                  </a:lnTo>
                  <a:lnTo>
                    <a:pt x="239270" y="317979"/>
                  </a:lnTo>
                  <a:lnTo>
                    <a:pt x="244016" y="315616"/>
                  </a:lnTo>
                  <a:lnTo>
                    <a:pt x="248684" y="313104"/>
                  </a:lnTo>
                  <a:lnTo>
                    <a:pt x="253270" y="310446"/>
                  </a:lnTo>
                  <a:lnTo>
                    <a:pt x="257770" y="307643"/>
                  </a:lnTo>
                  <a:lnTo>
                    <a:pt x="262178" y="304700"/>
                  </a:lnTo>
                  <a:lnTo>
                    <a:pt x="266491" y="301617"/>
                  </a:lnTo>
                  <a:lnTo>
                    <a:pt x="270704" y="298400"/>
                  </a:lnTo>
                  <a:lnTo>
                    <a:pt x="274813" y="295051"/>
                  </a:lnTo>
                  <a:lnTo>
                    <a:pt x="278814" y="291573"/>
                  </a:lnTo>
                  <a:lnTo>
                    <a:pt x="282702" y="287970"/>
                  </a:lnTo>
                  <a:lnTo>
                    <a:pt x="286475" y="284246"/>
                  </a:lnTo>
                  <a:lnTo>
                    <a:pt x="290127" y="280403"/>
                  </a:lnTo>
                  <a:lnTo>
                    <a:pt x="293655" y="276447"/>
                  </a:lnTo>
                  <a:lnTo>
                    <a:pt x="297057" y="272381"/>
                  </a:lnTo>
                  <a:lnTo>
                    <a:pt x="300327" y="268210"/>
                  </a:lnTo>
                  <a:lnTo>
                    <a:pt x="303464" y="263936"/>
                  </a:lnTo>
                  <a:lnTo>
                    <a:pt x="306464" y="259566"/>
                  </a:lnTo>
                  <a:lnTo>
                    <a:pt x="309324" y="255102"/>
                  </a:lnTo>
                  <a:lnTo>
                    <a:pt x="312040" y="250550"/>
                  </a:lnTo>
                  <a:lnTo>
                    <a:pt x="314611" y="245914"/>
                  </a:lnTo>
                  <a:lnTo>
                    <a:pt x="317034" y="241199"/>
                  </a:lnTo>
                  <a:lnTo>
                    <a:pt x="319306" y="236410"/>
                  </a:lnTo>
                  <a:lnTo>
                    <a:pt x="321425" y="231551"/>
                  </a:lnTo>
                  <a:lnTo>
                    <a:pt x="323389" y="226627"/>
                  </a:lnTo>
                  <a:lnTo>
                    <a:pt x="325195" y="221643"/>
                  </a:lnTo>
                  <a:lnTo>
                    <a:pt x="326843" y="216605"/>
                  </a:lnTo>
                  <a:lnTo>
                    <a:pt x="328330" y="211517"/>
                  </a:lnTo>
                  <a:lnTo>
                    <a:pt x="329656" y="206384"/>
                  </a:lnTo>
                  <a:lnTo>
                    <a:pt x="330817" y="201212"/>
                  </a:lnTo>
                  <a:lnTo>
                    <a:pt x="331815" y="196005"/>
                  </a:lnTo>
                  <a:lnTo>
                    <a:pt x="332646" y="190770"/>
                  </a:lnTo>
                  <a:lnTo>
                    <a:pt x="333311" y="185511"/>
                  </a:lnTo>
                  <a:lnTo>
                    <a:pt x="333809" y="180233"/>
                  </a:lnTo>
                  <a:lnTo>
                    <a:pt x="334140" y="174942"/>
                  </a:lnTo>
                  <a:lnTo>
                    <a:pt x="334302" y="169644"/>
                  </a:lnTo>
                  <a:lnTo>
                    <a:pt x="334297" y="164343"/>
                  </a:lnTo>
                  <a:lnTo>
                    <a:pt x="334123" y="159045"/>
                  </a:lnTo>
                  <a:lnTo>
                    <a:pt x="333782" y="153755"/>
                  </a:lnTo>
                  <a:lnTo>
                    <a:pt x="333273" y="148478"/>
                  </a:lnTo>
                  <a:lnTo>
                    <a:pt x="332597" y="143220"/>
                  </a:lnTo>
                  <a:lnTo>
                    <a:pt x="331754" y="137987"/>
                  </a:lnTo>
                  <a:lnTo>
                    <a:pt x="330746" y="132782"/>
                  </a:lnTo>
                  <a:lnTo>
                    <a:pt x="329574" y="127613"/>
                  </a:lnTo>
                  <a:lnTo>
                    <a:pt x="328238" y="122483"/>
                  </a:lnTo>
                  <a:lnTo>
                    <a:pt x="326740" y="117398"/>
                  </a:lnTo>
                  <a:lnTo>
                    <a:pt x="325082" y="112363"/>
                  </a:lnTo>
                  <a:lnTo>
                    <a:pt x="323265" y="107383"/>
                  </a:lnTo>
                  <a:lnTo>
                    <a:pt x="321291" y="102463"/>
                  </a:lnTo>
                  <a:lnTo>
                    <a:pt x="319162" y="97608"/>
                  </a:lnTo>
                  <a:lnTo>
                    <a:pt x="316880" y="92824"/>
                  </a:lnTo>
                  <a:lnTo>
                    <a:pt x="314447" y="88114"/>
                  </a:lnTo>
                  <a:lnTo>
                    <a:pt x="311867" y="83483"/>
                  </a:lnTo>
                  <a:lnTo>
                    <a:pt x="309141" y="78937"/>
                  </a:lnTo>
                  <a:lnTo>
                    <a:pt x="306272" y="74479"/>
                  </a:lnTo>
                  <a:lnTo>
                    <a:pt x="303263" y="70115"/>
                  </a:lnTo>
                  <a:lnTo>
                    <a:pt x="300117" y="65848"/>
                  </a:lnTo>
                  <a:lnTo>
                    <a:pt x="296838" y="61683"/>
                  </a:lnTo>
                  <a:lnTo>
                    <a:pt x="293428" y="57624"/>
                  </a:lnTo>
                  <a:lnTo>
                    <a:pt x="289891" y="53675"/>
                  </a:lnTo>
                  <a:lnTo>
                    <a:pt x="286231" y="49841"/>
                  </a:lnTo>
                  <a:lnTo>
                    <a:pt x="282451" y="46124"/>
                  </a:lnTo>
                  <a:lnTo>
                    <a:pt x="278555" y="42529"/>
                  </a:lnTo>
                  <a:lnTo>
                    <a:pt x="274547" y="39060"/>
                  </a:lnTo>
                  <a:lnTo>
                    <a:pt x="270432" y="35719"/>
                  </a:lnTo>
                  <a:lnTo>
                    <a:pt x="266212" y="32510"/>
                  </a:lnTo>
                  <a:lnTo>
                    <a:pt x="261892" y="29437"/>
                  </a:lnTo>
                  <a:lnTo>
                    <a:pt x="257478" y="26503"/>
                  </a:lnTo>
                  <a:lnTo>
                    <a:pt x="252972" y="23709"/>
                  </a:lnTo>
                  <a:lnTo>
                    <a:pt x="248381" y="21061"/>
                  </a:lnTo>
                  <a:lnTo>
                    <a:pt x="243707" y="18558"/>
                  </a:lnTo>
                  <a:lnTo>
                    <a:pt x="238957" y="16206"/>
                  </a:lnTo>
                  <a:lnTo>
                    <a:pt x="234134" y="14005"/>
                  </a:lnTo>
                  <a:lnTo>
                    <a:pt x="229244" y="11958"/>
                  </a:lnTo>
                  <a:lnTo>
                    <a:pt x="224292" y="10068"/>
                  </a:lnTo>
                  <a:lnTo>
                    <a:pt x="219282" y="8335"/>
                  </a:lnTo>
                  <a:lnTo>
                    <a:pt x="214220" y="6762"/>
                  </a:lnTo>
                  <a:lnTo>
                    <a:pt x="209110" y="5350"/>
                  </a:lnTo>
                  <a:lnTo>
                    <a:pt x="203958" y="4101"/>
                  </a:lnTo>
                  <a:lnTo>
                    <a:pt x="198769" y="3016"/>
                  </a:lnTo>
                  <a:lnTo>
                    <a:pt x="193549" y="2097"/>
                  </a:lnTo>
                  <a:lnTo>
                    <a:pt x="188302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7033" y="5399291"/>
              <a:ext cx="9181" cy="167167"/>
            </a:xfrm>
            <a:custGeom>
              <a:avLst/>
              <a:pathLst>
                <a:path w="9181" h="167167">
                  <a:moveTo>
                    <a:pt x="9181" y="0"/>
                  </a:moveTo>
                  <a:lnTo>
                    <a:pt x="0" y="252"/>
                  </a:lnTo>
                  <a:lnTo>
                    <a:pt x="918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7033" y="5399544"/>
              <a:ext cx="9181" cy="166915"/>
            </a:xfrm>
            <a:custGeom>
              <a:avLst/>
              <a:pathLst>
                <a:path w="9181" h="166915">
                  <a:moveTo>
                    <a:pt x="0" y="0"/>
                  </a:moveTo>
                  <a:lnTo>
                    <a:pt x="9181" y="166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7033" y="5399544"/>
              <a:ext cx="9181" cy="166915"/>
            </a:xfrm>
            <a:custGeom>
              <a:avLst/>
              <a:pathLst>
                <a:path w="9181" h="166915">
                  <a:moveTo>
                    <a:pt x="0" y="0"/>
                  </a:moveTo>
                  <a:lnTo>
                    <a:pt x="9181" y="166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7033" y="5399544"/>
              <a:ext cx="9181" cy="166915"/>
            </a:xfrm>
            <a:custGeom>
              <a:avLst/>
              <a:pathLst>
                <a:path w="9181" h="166915">
                  <a:moveTo>
                    <a:pt x="0" y="0"/>
                  </a:moveTo>
                  <a:lnTo>
                    <a:pt x="9181" y="166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7033" y="5399544"/>
              <a:ext cx="9181" cy="166915"/>
            </a:xfrm>
            <a:custGeom>
              <a:avLst/>
              <a:pathLst>
                <a:path w="9181" h="166915">
                  <a:moveTo>
                    <a:pt x="0" y="0"/>
                  </a:moveTo>
                  <a:lnTo>
                    <a:pt x="9181" y="166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7033" y="5399544"/>
              <a:ext cx="9181" cy="166915"/>
            </a:xfrm>
            <a:custGeom>
              <a:avLst/>
              <a:pathLst>
                <a:path w="9181" h="166915">
                  <a:moveTo>
                    <a:pt x="0" y="0"/>
                  </a:moveTo>
                  <a:lnTo>
                    <a:pt x="9181" y="1669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7033" y="5399544"/>
              <a:ext cx="9181" cy="166915"/>
            </a:xfrm>
            <a:custGeom>
              <a:avLst/>
              <a:pathLst>
                <a:path w="9181" h="166915">
                  <a:moveTo>
                    <a:pt x="0" y="0"/>
                  </a:moveTo>
                  <a:lnTo>
                    <a:pt x="9181" y="1669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0" y="5399544"/>
              <a:ext cx="334332" cy="334068"/>
            </a:xfrm>
            <a:custGeom>
              <a:avLst/>
              <a:pathLst>
                <a:path w="334332" h="334068">
                  <a:moveTo>
                    <a:pt x="157983" y="0"/>
                  </a:moveTo>
                  <a:lnTo>
                    <a:pt x="152700" y="374"/>
                  </a:lnTo>
                  <a:lnTo>
                    <a:pt x="147431" y="916"/>
                  </a:lnTo>
                  <a:lnTo>
                    <a:pt x="142182" y="1625"/>
                  </a:lnTo>
                  <a:lnTo>
                    <a:pt x="136958" y="2499"/>
                  </a:lnTo>
                  <a:lnTo>
                    <a:pt x="131764" y="3538"/>
                  </a:lnTo>
                  <a:lnTo>
                    <a:pt x="126606" y="4742"/>
                  </a:lnTo>
                  <a:lnTo>
                    <a:pt x="121489" y="6108"/>
                  </a:lnTo>
                  <a:lnTo>
                    <a:pt x="116417" y="7636"/>
                  </a:lnTo>
                  <a:lnTo>
                    <a:pt x="111397" y="9324"/>
                  </a:lnTo>
                  <a:lnTo>
                    <a:pt x="106432" y="11170"/>
                  </a:lnTo>
                  <a:lnTo>
                    <a:pt x="101529" y="13172"/>
                  </a:lnTo>
                  <a:lnTo>
                    <a:pt x="96691" y="15328"/>
                  </a:lnTo>
                  <a:lnTo>
                    <a:pt x="91924" y="17637"/>
                  </a:lnTo>
                  <a:lnTo>
                    <a:pt x="87233" y="20096"/>
                  </a:lnTo>
                  <a:lnTo>
                    <a:pt x="82622" y="22702"/>
                  </a:lnTo>
                  <a:lnTo>
                    <a:pt x="78095" y="25452"/>
                  </a:lnTo>
                  <a:lnTo>
                    <a:pt x="73658" y="28345"/>
                  </a:lnTo>
                  <a:lnTo>
                    <a:pt x="69315" y="31377"/>
                  </a:lnTo>
                  <a:lnTo>
                    <a:pt x="65071" y="34545"/>
                  </a:lnTo>
                  <a:lnTo>
                    <a:pt x="60928" y="37846"/>
                  </a:lnTo>
                  <a:lnTo>
                    <a:pt x="56893" y="41276"/>
                  </a:lnTo>
                  <a:lnTo>
                    <a:pt x="52968" y="44833"/>
                  </a:lnTo>
                  <a:lnTo>
                    <a:pt x="49158" y="48512"/>
                  </a:lnTo>
                  <a:lnTo>
                    <a:pt x="45466" y="52310"/>
                  </a:lnTo>
                  <a:lnTo>
                    <a:pt x="41896" y="56223"/>
                  </a:lnTo>
                  <a:lnTo>
                    <a:pt x="38452" y="60247"/>
                  </a:lnTo>
                  <a:lnTo>
                    <a:pt x="35138" y="64378"/>
                  </a:lnTo>
                  <a:lnTo>
                    <a:pt x="31955" y="68612"/>
                  </a:lnTo>
                  <a:lnTo>
                    <a:pt x="28909" y="72945"/>
                  </a:lnTo>
                  <a:lnTo>
                    <a:pt x="26001" y="77372"/>
                  </a:lnTo>
                  <a:lnTo>
                    <a:pt x="23236" y="81889"/>
                  </a:lnTo>
                  <a:lnTo>
                    <a:pt x="20614" y="86491"/>
                  </a:lnTo>
                  <a:lnTo>
                    <a:pt x="18140" y="91175"/>
                  </a:lnTo>
                  <a:lnTo>
                    <a:pt x="15815" y="95934"/>
                  </a:lnTo>
                  <a:lnTo>
                    <a:pt x="13643" y="100764"/>
                  </a:lnTo>
                  <a:lnTo>
                    <a:pt x="11624" y="105661"/>
                  </a:lnTo>
                  <a:lnTo>
                    <a:pt x="9761" y="110619"/>
                  </a:lnTo>
                  <a:lnTo>
                    <a:pt x="8057" y="115634"/>
                  </a:lnTo>
                  <a:lnTo>
                    <a:pt x="6512" y="120701"/>
                  </a:lnTo>
                  <a:lnTo>
                    <a:pt x="5129" y="125813"/>
                  </a:lnTo>
                  <a:lnTo>
                    <a:pt x="3908" y="130967"/>
                  </a:lnTo>
                  <a:lnTo>
                    <a:pt x="2851" y="136157"/>
                  </a:lnTo>
                  <a:lnTo>
                    <a:pt x="1959" y="141378"/>
                  </a:lnTo>
                  <a:lnTo>
                    <a:pt x="1233" y="146625"/>
                  </a:lnTo>
                  <a:lnTo>
                    <a:pt x="674" y="151892"/>
                  </a:lnTo>
                  <a:lnTo>
                    <a:pt x="281" y="157174"/>
                  </a:lnTo>
                  <a:lnTo>
                    <a:pt x="57" y="162466"/>
                  </a:lnTo>
                  <a:lnTo>
                    <a:pt x="0" y="167762"/>
                  </a:lnTo>
                  <a:lnTo>
                    <a:pt x="110" y="173057"/>
                  </a:lnTo>
                  <a:lnTo>
                    <a:pt x="389" y="178347"/>
                  </a:lnTo>
                  <a:lnTo>
                    <a:pt x="835" y="183624"/>
                  </a:lnTo>
                  <a:lnTo>
                    <a:pt x="1447" y="188885"/>
                  </a:lnTo>
                  <a:lnTo>
                    <a:pt x="2227" y="194124"/>
                  </a:lnTo>
                  <a:lnTo>
                    <a:pt x="3171" y="199336"/>
                  </a:lnTo>
                  <a:lnTo>
                    <a:pt x="4281" y="204515"/>
                  </a:lnTo>
                  <a:lnTo>
                    <a:pt x="5554" y="209656"/>
                  </a:lnTo>
                  <a:lnTo>
                    <a:pt x="6989" y="214755"/>
                  </a:lnTo>
                  <a:lnTo>
                    <a:pt x="8585" y="219805"/>
                  </a:lnTo>
                  <a:lnTo>
                    <a:pt x="10340" y="224803"/>
                  </a:lnTo>
                  <a:lnTo>
                    <a:pt x="12253" y="229742"/>
                  </a:lnTo>
                  <a:lnTo>
                    <a:pt x="14321" y="234618"/>
                  </a:lnTo>
                  <a:lnTo>
                    <a:pt x="16543" y="239426"/>
                  </a:lnTo>
                  <a:lnTo>
                    <a:pt x="18915" y="244161"/>
                  </a:lnTo>
                  <a:lnTo>
                    <a:pt x="21437" y="248819"/>
                  </a:lnTo>
                  <a:lnTo>
                    <a:pt x="24105" y="253395"/>
                  </a:lnTo>
                  <a:lnTo>
                    <a:pt x="26917" y="257884"/>
                  </a:lnTo>
                  <a:lnTo>
                    <a:pt x="29869" y="262281"/>
                  </a:lnTo>
                  <a:lnTo>
                    <a:pt x="32959" y="266583"/>
                  </a:lnTo>
                  <a:lnTo>
                    <a:pt x="36184" y="270784"/>
                  </a:lnTo>
                  <a:lnTo>
                    <a:pt x="39540" y="274882"/>
                  </a:lnTo>
                  <a:lnTo>
                    <a:pt x="43025" y="278871"/>
                  </a:lnTo>
                  <a:lnTo>
                    <a:pt x="46634" y="282747"/>
                  </a:lnTo>
                  <a:lnTo>
                    <a:pt x="50364" y="286508"/>
                  </a:lnTo>
                  <a:lnTo>
                    <a:pt x="54211" y="290148"/>
                  </a:lnTo>
                  <a:lnTo>
                    <a:pt x="58172" y="293665"/>
                  </a:lnTo>
                  <a:lnTo>
                    <a:pt x="62242" y="297054"/>
                  </a:lnTo>
                  <a:lnTo>
                    <a:pt x="66418" y="300313"/>
                  </a:lnTo>
                  <a:lnTo>
                    <a:pt x="70695" y="303437"/>
                  </a:lnTo>
                  <a:lnTo>
                    <a:pt x="75068" y="306425"/>
                  </a:lnTo>
                  <a:lnTo>
                    <a:pt x="79534" y="309273"/>
                  </a:lnTo>
                  <a:lnTo>
                    <a:pt x="84088" y="311977"/>
                  </a:lnTo>
                  <a:lnTo>
                    <a:pt x="88725" y="314536"/>
                  </a:lnTo>
                  <a:lnTo>
                    <a:pt x="93441" y="316947"/>
                  </a:lnTo>
                  <a:lnTo>
                    <a:pt x="98231" y="319208"/>
                  </a:lnTo>
                  <a:lnTo>
                    <a:pt x="103091" y="321315"/>
                  </a:lnTo>
                  <a:lnTo>
                    <a:pt x="108014" y="323267"/>
                  </a:lnTo>
                  <a:lnTo>
                    <a:pt x="112997" y="325063"/>
                  </a:lnTo>
                  <a:lnTo>
                    <a:pt x="118035" y="326699"/>
                  </a:lnTo>
                  <a:lnTo>
                    <a:pt x="123121" y="328176"/>
                  </a:lnTo>
                  <a:lnTo>
                    <a:pt x="128252" y="329490"/>
                  </a:lnTo>
                  <a:lnTo>
                    <a:pt x="133422" y="330641"/>
                  </a:lnTo>
                  <a:lnTo>
                    <a:pt x="138626" y="331628"/>
                  </a:lnTo>
                  <a:lnTo>
                    <a:pt x="143859" y="332449"/>
                  </a:lnTo>
                  <a:lnTo>
                    <a:pt x="149115" y="333105"/>
                  </a:lnTo>
                  <a:lnTo>
                    <a:pt x="154389" y="333593"/>
                  </a:lnTo>
                  <a:lnTo>
                    <a:pt x="159675" y="333914"/>
                  </a:lnTo>
                  <a:lnTo>
                    <a:pt x="164970" y="334068"/>
                  </a:lnTo>
                  <a:lnTo>
                    <a:pt x="170266" y="334053"/>
                  </a:lnTo>
                  <a:lnTo>
                    <a:pt x="175560" y="333871"/>
                  </a:lnTo>
                  <a:lnTo>
                    <a:pt x="180845" y="333521"/>
                  </a:lnTo>
                  <a:lnTo>
                    <a:pt x="186116" y="333004"/>
                  </a:lnTo>
                  <a:lnTo>
                    <a:pt x="191368" y="332321"/>
                  </a:lnTo>
                  <a:lnTo>
                    <a:pt x="196596" y="331471"/>
                  </a:lnTo>
                  <a:lnTo>
                    <a:pt x="201795" y="330456"/>
                  </a:lnTo>
                  <a:lnTo>
                    <a:pt x="206958" y="329277"/>
                  </a:lnTo>
                  <a:lnTo>
                    <a:pt x="212082" y="327934"/>
                  </a:lnTo>
                  <a:lnTo>
                    <a:pt x="217161" y="326431"/>
                  </a:lnTo>
                  <a:lnTo>
                    <a:pt x="222189" y="324767"/>
                  </a:lnTo>
                  <a:lnTo>
                    <a:pt x="227162" y="322944"/>
                  </a:lnTo>
                  <a:lnTo>
                    <a:pt x="232075" y="320965"/>
                  </a:lnTo>
                  <a:lnTo>
                    <a:pt x="236923" y="318831"/>
                  </a:lnTo>
                  <a:lnTo>
                    <a:pt x="241701" y="316545"/>
                  </a:lnTo>
                  <a:lnTo>
                    <a:pt x="246404" y="314109"/>
                  </a:lnTo>
                  <a:lnTo>
                    <a:pt x="251027" y="311525"/>
                  </a:lnTo>
                  <a:lnTo>
                    <a:pt x="255566" y="308795"/>
                  </a:lnTo>
                  <a:lnTo>
                    <a:pt x="260017" y="305923"/>
                  </a:lnTo>
                  <a:lnTo>
                    <a:pt x="264374" y="302912"/>
                  </a:lnTo>
                  <a:lnTo>
                    <a:pt x="268634" y="299764"/>
                  </a:lnTo>
                  <a:lnTo>
                    <a:pt x="272792" y="296483"/>
                  </a:lnTo>
                  <a:lnTo>
                    <a:pt x="276843" y="293072"/>
                  </a:lnTo>
                  <a:lnTo>
                    <a:pt x="280785" y="289534"/>
                  </a:lnTo>
                  <a:lnTo>
                    <a:pt x="284613" y="285872"/>
                  </a:lnTo>
                  <a:lnTo>
                    <a:pt x="288322" y="282092"/>
                  </a:lnTo>
                  <a:lnTo>
                    <a:pt x="291910" y="278196"/>
                  </a:lnTo>
                  <a:lnTo>
                    <a:pt x="295373" y="274188"/>
                  </a:lnTo>
                  <a:lnTo>
                    <a:pt x="298707" y="270072"/>
                  </a:lnTo>
                  <a:lnTo>
                    <a:pt x="301909" y="265853"/>
                  </a:lnTo>
                  <a:lnTo>
                    <a:pt x="304976" y="261535"/>
                  </a:lnTo>
                  <a:lnTo>
                    <a:pt x="307904" y="257122"/>
                  </a:lnTo>
                  <a:lnTo>
                    <a:pt x="310692" y="252618"/>
                  </a:lnTo>
                  <a:lnTo>
                    <a:pt x="313335" y="248028"/>
                  </a:lnTo>
                  <a:lnTo>
                    <a:pt x="315831" y="243356"/>
                  </a:lnTo>
                  <a:lnTo>
                    <a:pt x="318178" y="238608"/>
                  </a:lnTo>
                  <a:lnTo>
                    <a:pt x="320374" y="233788"/>
                  </a:lnTo>
                  <a:lnTo>
                    <a:pt x="322415" y="228901"/>
                  </a:lnTo>
                  <a:lnTo>
                    <a:pt x="324301" y="223951"/>
                  </a:lnTo>
                  <a:lnTo>
                    <a:pt x="326029" y="218944"/>
                  </a:lnTo>
                  <a:lnTo>
                    <a:pt x="327598" y="213885"/>
                  </a:lnTo>
                  <a:lnTo>
                    <a:pt x="329005" y="208779"/>
                  </a:lnTo>
                  <a:lnTo>
                    <a:pt x="330250" y="203631"/>
                  </a:lnTo>
                  <a:lnTo>
                    <a:pt x="331332" y="198446"/>
                  </a:lnTo>
                  <a:lnTo>
                    <a:pt x="332248" y="193229"/>
                  </a:lnTo>
                  <a:lnTo>
                    <a:pt x="332999" y="187986"/>
                  </a:lnTo>
                  <a:lnTo>
                    <a:pt x="333583" y="182722"/>
                  </a:lnTo>
                  <a:lnTo>
                    <a:pt x="334000" y="177442"/>
                  </a:lnTo>
                  <a:lnTo>
                    <a:pt x="334250" y="172151"/>
                  </a:lnTo>
                  <a:lnTo>
                    <a:pt x="334332" y="166855"/>
                  </a:lnTo>
                  <a:lnTo>
                    <a:pt x="334246" y="161559"/>
                  </a:lnTo>
                  <a:lnTo>
                    <a:pt x="333993" y="156269"/>
                  </a:lnTo>
                  <a:lnTo>
                    <a:pt x="333572" y="150989"/>
                  </a:lnTo>
                  <a:lnTo>
                    <a:pt x="332984" y="145725"/>
                  </a:lnTo>
                  <a:lnTo>
                    <a:pt x="332229" y="140483"/>
                  </a:lnTo>
                  <a:lnTo>
                    <a:pt x="331309" y="135266"/>
                  </a:lnTo>
                  <a:lnTo>
                    <a:pt x="330224" y="130082"/>
                  </a:lnTo>
                  <a:lnTo>
                    <a:pt x="328975" y="124935"/>
                  </a:lnTo>
                  <a:lnTo>
                    <a:pt x="327564" y="119830"/>
                  </a:lnTo>
                  <a:lnTo>
                    <a:pt x="325992" y="114772"/>
                  </a:lnTo>
                  <a:lnTo>
                    <a:pt x="324260" y="109766"/>
                  </a:lnTo>
                  <a:lnTo>
                    <a:pt x="322371" y="104818"/>
                  </a:lnTo>
                  <a:lnTo>
                    <a:pt x="320326" y="99932"/>
                  </a:lnTo>
                  <a:lnTo>
                    <a:pt x="318127" y="95114"/>
                  </a:lnTo>
                  <a:lnTo>
                    <a:pt x="315777" y="90367"/>
                  </a:lnTo>
                  <a:lnTo>
                    <a:pt x="313277" y="85698"/>
                  </a:lnTo>
                  <a:lnTo>
                    <a:pt x="310631" y="81110"/>
                  </a:lnTo>
                  <a:lnTo>
                    <a:pt x="307840" y="76608"/>
                  </a:lnTo>
                  <a:lnTo>
                    <a:pt x="304909" y="72196"/>
                  </a:lnTo>
                  <a:lnTo>
                    <a:pt x="301839" y="67880"/>
                  </a:lnTo>
                  <a:lnTo>
                    <a:pt x="298634" y="63663"/>
                  </a:lnTo>
                  <a:lnTo>
                    <a:pt x="295297" y="59550"/>
                  </a:lnTo>
                  <a:lnTo>
                    <a:pt x="291831" y="55545"/>
                  </a:lnTo>
                  <a:lnTo>
                    <a:pt x="288240" y="51651"/>
                  </a:lnTo>
                  <a:lnTo>
                    <a:pt x="284528" y="47873"/>
                  </a:lnTo>
                  <a:lnTo>
                    <a:pt x="280698" y="44215"/>
                  </a:lnTo>
                  <a:lnTo>
                    <a:pt x="276754" y="40680"/>
                  </a:lnTo>
                  <a:lnTo>
                    <a:pt x="272699" y="37271"/>
                  </a:lnTo>
                  <a:lnTo>
                    <a:pt x="268539" y="33993"/>
                  </a:lnTo>
                  <a:lnTo>
                    <a:pt x="264277" y="30848"/>
                  </a:lnTo>
                  <a:lnTo>
                    <a:pt x="259918" y="27840"/>
                  </a:lnTo>
                  <a:lnTo>
                    <a:pt x="255466" y="24971"/>
                  </a:lnTo>
                  <a:lnTo>
                    <a:pt x="250924" y="22245"/>
                  </a:lnTo>
                  <a:lnTo>
                    <a:pt x="246299" y="19664"/>
                  </a:lnTo>
                  <a:lnTo>
                    <a:pt x="241595" y="17231"/>
                  </a:lnTo>
                  <a:lnTo>
                    <a:pt x="236815" y="14948"/>
                  </a:lnTo>
                  <a:lnTo>
                    <a:pt x="231966" y="12818"/>
                  </a:lnTo>
                  <a:lnTo>
                    <a:pt x="227052" y="10842"/>
                  </a:lnTo>
                  <a:lnTo>
                    <a:pt x="222077" y="9023"/>
                  </a:lnTo>
                  <a:lnTo>
                    <a:pt x="217047" y="7363"/>
                  </a:lnTo>
                  <a:lnTo>
                    <a:pt x="167165" y="1669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9882" cy="167167"/>
            </a:xfrm>
            <a:custGeom>
              <a:avLst/>
              <a:pathLst>
                <a:path w="49882" h="167167">
                  <a:moveTo>
                    <a:pt x="49882" y="7615"/>
                  </a:moveTo>
                  <a:lnTo>
                    <a:pt x="43804" y="5841"/>
                  </a:lnTo>
                  <a:lnTo>
                    <a:pt x="37664" y="4298"/>
                  </a:lnTo>
                  <a:lnTo>
                    <a:pt x="31469" y="2988"/>
                  </a:lnTo>
                  <a:lnTo>
                    <a:pt x="25230" y="1914"/>
                  </a:lnTo>
                  <a:lnTo>
                    <a:pt x="18954" y="1078"/>
                  </a:lnTo>
                  <a:lnTo>
                    <a:pt x="12651" y="479"/>
                  </a:lnTo>
                  <a:lnTo>
                    <a:pt x="633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2798" y="5399291"/>
              <a:ext cx="80745" cy="167167"/>
            </a:xfrm>
            <a:custGeom>
              <a:avLst/>
              <a:pathLst>
                <a:path w="80745" h="167167">
                  <a:moveTo>
                    <a:pt x="80745" y="0"/>
                  </a:moveTo>
                  <a:lnTo>
                    <a:pt x="75128" y="94"/>
                  </a:lnTo>
                  <a:lnTo>
                    <a:pt x="69518" y="377"/>
                  </a:lnTo>
                  <a:lnTo>
                    <a:pt x="63920" y="848"/>
                  </a:lnTo>
                  <a:lnTo>
                    <a:pt x="58341" y="1508"/>
                  </a:lnTo>
                  <a:lnTo>
                    <a:pt x="52787" y="2354"/>
                  </a:lnTo>
                  <a:lnTo>
                    <a:pt x="47265" y="3386"/>
                  </a:lnTo>
                  <a:lnTo>
                    <a:pt x="41781" y="4604"/>
                  </a:lnTo>
                  <a:lnTo>
                    <a:pt x="36341" y="6005"/>
                  </a:lnTo>
                  <a:lnTo>
                    <a:pt x="30951" y="7588"/>
                  </a:lnTo>
                  <a:lnTo>
                    <a:pt x="25617" y="9351"/>
                  </a:lnTo>
                  <a:lnTo>
                    <a:pt x="20345" y="11293"/>
                  </a:lnTo>
                  <a:lnTo>
                    <a:pt x="15142" y="13410"/>
                  </a:lnTo>
                  <a:lnTo>
                    <a:pt x="10013" y="15701"/>
                  </a:lnTo>
                  <a:lnTo>
                    <a:pt x="4963" y="18163"/>
                  </a:lnTo>
                  <a:lnTo>
                    <a:pt x="0" y="20794"/>
                  </a:lnTo>
                  <a:lnTo>
                    <a:pt x="8074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798" y="5420086"/>
              <a:ext cx="80745" cy="146373"/>
            </a:xfrm>
            <a:custGeom>
              <a:avLst/>
              <a:pathLst>
                <a:path w="80745" h="146373">
                  <a:moveTo>
                    <a:pt x="0" y="0"/>
                  </a:moveTo>
                  <a:lnTo>
                    <a:pt x="80745" y="146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798" y="5420086"/>
              <a:ext cx="80745" cy="146373"/>
            </a:xfrm>
            <a:custGeom>
              <a:avLst/>
              <a:pathLst>
                <a:path w="80745" h="146373">
                  <a:moveTo>
                    <a:pt x="0" y="0"/>
                  </a:moveTo>
                  <a:lnTo>
                    <a:pt x="80745" y="146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798" y="5420086"/>
              <a:ext cx="80745" cy="146373"/>
            </a:xfrm>
            <a:custGeom>
              <a:avLst/>
              <a:pathLst>
                <a:path w="80745" h="146373">
                  <a:moveTo>
                    <a:pt x="0" y="0"/>
                  </a:moveTo>
                  <a:lnTo>
                    <a:pt x="80745" y="146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798" y="5420086"/>
              <a:ext cx="80745" cy="146373"/>
            </a:xfrm>
            <a:custGeom>
              <a:avLst/>
              <a:pathLst>
                <a:path w="80745" h="146373">
                  <a:moveTo>
                    <a:pt x="0" y="0"/>
                  </a:moveTo>
                  <a:lnTo>
                    <a:pt x="80745" y="1463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798" y="5420086"/>
              <a:ext cx="80745" cy="146373"/>
            </a:xfrm>
            <a:custGeom>
              <a:avLst/>
              <a:pathLst>
                <a:path w="80745" h="146373">
                  <a:moveTo>
                    <a:pt x="0" y="0"/>
                  </a:moveTo>
                  <a:lnTo>
                    <a:pt x="80745" y="1463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81" y="5420086"/>
              <a:ext cx="167162" cy="313120"/>
            </a:xfrm>
            <a:custGeom>
              <a:avLst/>
              <a:pathLst>
                <a:path w="167162" h="313120">
                  <a:moveTo>
                    <a:pt x="86416" y="0"/>
                  </a:moveTo>
                  <a:lnTo>
                    <a:pt x="81762" y="2665"/>
                  </a:lnTo>
                  <a:lnTo>
                    <a:pt x="77197" y="5478"/>
                  </a:lnTo>
                  <a:lnTo>
                    <a:pt x="72723" y="8436"/>
                  </a:lnTo>
                  <a:lnTo>
                    <a:pt x="68348" y="11537"/>
                  </a:lnTo>
                  <a:lnTo>
                    <a:pt x="64073" y="14776"/>
                  </a:lnTo>
                  <a:lnTo>
                    <a:pt x="59905" y="18150"/>
                  </a:lnTo>
                  <a:lnTo>
                    <a:pt x="55847" y="21657"/>
                  </a:lnTo>
                  <a:lnTo>
                    <a:pt x="51904" y="25291"/>
                  </a:lnTo>
                  <a:lnTo>
                    <a:pt x="48080" y="29051"/>
                  </a:lnTo>
                  <a:lnTo>
                    <a:pt x="44378" y="32931"/>
                  </a:lnTo>
                  <a:lnTo>
                    <a:pt x="40802" y="36928"/>
                  </a:lnTo>
                  <a:lnTo>
                    <a:pt x="37356" y="41037"/>
                  </a:lnTo>
                  <a:lnTo>
                    <a:pt x="34044" y="45255"/>
                  </a:lnTo>
                  <a:lnTo>
                    <a:pt x="30869" y="49577"/>
                  </a:lnTo>
                  <a:lnTo>
                    <a:pt x="27835" y="53999"/>
                  </a:lnTo>
                  <a:lnTo>
                    <a:pt x="24943" y="58515"/>
                  </a:lnTo>
                  <a:lnTo>
                    <a:pt x="22198" y="63122"/>
                  </a:lnTo>
                  <a:lnTo>
                    <a:pt x="19603" y="67815"/>
                  </a:lnTo>
                  <a:lnTo>
                    <a:pt x="17159" y="72589"/>
                  </a:lnTo>
                  <a:lnTo>
                    <a:pt x="14869" y="77438"/>
                  </a:lnTo>
                  <a:lnTo>
                    <a:pt x="12736" y="82359"/>
                  </a:lnTo>
                  <a:lnTo>
                    <a:pt x="10762" y="87345"/>
                  </a:lnTo>
                  <a:lnTo>
                    <a:pt x="8949" y="92392"/>
                  </a:lnTo>
                  <a:lnTo>
                    <a:pt x="7299" y="97495"/>
                  </a:lnTo>
                  <a:lnTo>
                    <a:pt x="5814" y="102648"/>
                  </a:lnTo>
                  <a:lnTo>
                    <a:pt x="4494" y="107846"/>
                  </a:lnTo>
                  <a:lnTo>
                    <a:pt x="3342" y="113084"/>
                  </a:lnTo>
                  <a:lnTo>
                    <a:pt x="2359" y="118356"/>
                  </a:lnTo>
                  <a:lnTo>
                    <a:pt x="1545" y="123656"/>
                  </a:lnTo>
                  <a:lnTo>
                    <a:pt x="901" y="128981"/>
                  </a:lnTo>
                  <a:lnTo>
                    <a:pt x="429" y="134323"/>
                  </a:lnTo>
                  <a:lnTo>
                    <a:pt x="128" y="139677"/>
                  </a:lnTo>
                  <a:lnTo>
                    <a:pt x="0" y="145038"/>
                  </a:lnTo>
                  <a:lnTo>
                    <a:pt x="43" y="150401"/>
                  </a:lnTo>
                  <a:lnTo>
                    <a:pt x="258" y="155759"/>
                  </a:lnTo>
                  <a:lnTo>
                    <a:pt x="645" y="161108"/>
                  </a:lnTo>
                  <a:lnTo>
                    <a:pt x="1203" y="166442"/>
                  </a:lnTo>
                  <a:lnTo>
                    <a:pt x="1932" y="171755"/>
                  </a:lnTo>
                  <a:lnTo>
                    <a:pt x="2832" y="177042"/>
                  </a:lnTo>
                  <a:lnTo>
                    <a:pt x="3900" y="182297"/>
                  </a:lnTo>
                  <a:lnTo>
                    <a:pt x="5136" y="187516"/>
                  </a:lnTo>
                  <a:lnTo>
                    <a:pt x="6539" y="192692"/>
                  </a:lnTo>
                  <a:lnTo>
                    <a:pt x="8108" y="197820"/>
                  </a:lnTo>
                  <a:lnTo>
                    <a:pt x="9840" y="202896"/>
                  </a:lnTo>
                  <a:lnTo>
                    <a:pt x="11734" y="207913"/>
                  </a:lnTo>
                  <a:lnTo>
                    <a:pt x="13788" y="212867"/>
                  </a:lnTo>
                  <a:lnTo>
                    <a:pt x="16000" y="217752"/>
                  </a:lnTo>
                  <a:lnTo>
                    <a:pt x="18367" y="222564"/>
                  </a:lnTo>
                  <a:lnTo>
                    <a:pt x="20888" y="227298"/>
                  </a:lnTo>
                  <a:lnTo>
                    <a:pt x="23559" y="231948"/>
                  </a:lnTo>
                  <a:lnTo>
                    <a:pt x="26378" y="236511"/>
                  </a:lnTo>
                  <a:lnTo>
                    <a:pt x="29342" y="240980"/>
                  </a:lnTo>
                  <a:lnTo>
                    <a:pt x="32447" y="245352"/>
                  </a:lnTo>
                  <a:lnTo>
                    <a:pt x="35691" y="249622"/>
                  </a:lnTo>
                  <a:lnTo>
                    <a:pt x="39071" y="253786"/>
                  </a:lnTo>
                  <a:lnTo>
                    <a:pt x="42582" y="257840"/>
                  </a:lnTo>
                  <a:lnTo>
                    <a:pt x="46222" y="261779"/>
                  </a:lnTo>
                  <a:lnTo>
                    <a:pt x="49986" y="265599"/>
                  </a:lnTo>
                  <a:lnTo>
                    <a:pt x="53871" y="269296"/>
                  </a:lnTo>
                  <a:lnTo>
                    <a:pt x="57872" y="272867"/>
                  </a:lnTo>
                  <a:lnTo>
                    <a:pt x="61986" y="276307"/>
                  </a:lnTo>
                  <a:lnTo>
                    <a:pt x="66208" y="279614"/>
                  </a:lnTo>
                  <a:lnTo>
                    <a:pt x="70534" y="282784"/>
                  </a:lnTo>
                  <a:lnTo>
                    <a:pt x="74959" y="285813"/>
                  </a:lnTo>
                  <a:lnTo>
                    <a:pt x="79479" y="288699"/>
                  </a:lnTo>
                  <a:lnTo>
                    <a:pt x="84090" y="291438"/>
                  </a:lnTo>
                  <a:lnTo>
                    <a:pt x="88785" y="294028"/>
                  </a:lnTo>
                  <a:lnTo>
                    <a:pt x="93562" y="296466"/>
                  </a:lnTo>
                  <a:lnTo>
                    <a:pt x="98414" y="298750"/>
                  </a:lnTo>
                  <a:lnTo>
                    <a:pt x="103338" y="300876"/>
                  </a:lnTo>
                  <a:lnTo>
                    <a:pt x="108326" y="302844"/>
                  </a:lnTo>
                  <a:lnTo>
                    <a:pt x="113376" y="304651"/>
                  </a:lnTo>
                  <a:lnTo>
                    <a:pt x="118480" y="306295"/>
                  </a:lnTo>
                  <a:lnTo>
                    <a:pt x="123635" y="307774"/>
                  </a:lnTo>
                  <a:lnTo>
                    <a:pt x="128835" y="309087"/>
                  </a:lnTo>
                  <a:lnTo>
                    <a:pt x="134074" y="310233"/>
                  </a:lnTo>
                  <a:lnTo>
                    <a:pt x="139347" y="311210"/>
                  </a:lnTo>
                  <a:lnTo>
                    <a:pt x="144649" y="312017"/>
                  </a:lnTo>
                  <a:lnTo>
                    <a:pt x="149974" y="312654"/>
                  </a:lnTo>
                  <a:lnTo>
                    <a:pt x="155316" y="313120"/>
                  </a:lnTo>
                  <a:lnTo>
                    <a:pt x="167162" y="1463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11698" y="5399291"/>
              <a:ext cx="179000" cy="334330"/>
            </a:xfrm>
            <a:custGeom>
              <a:avLst/>
              <a:pathLst>
                <a:path w="179000" h="334330">
                  <a:moveTo>
                    <a:pt x="0" y="333914"/>
                  </a:moveTo>
                  <a:lnTo>
                    <a:pt x="5308" y="334207"/>
                  </a:lnTo>
                  <a:lnTo>
                    <a:pt x="10624" y="334330"/>
                  </a:lnTo>
                  <a:lnTo>
                    <a:pt x="15940" y="334284"/>
                  </a:lnTo>
                  <a:lnTo>
                    <a:pt x="21253" y="334069"/>
                  </a:lnTo>
                  <a:lnTo>
                    <a:pt x="26556" y="333686"/>
                  </a:lnTo>
                  <a:lnTo>
                    <a:pt x="31844" y="333134"/>
                  </a:lnTo>
                  <a:lnTo>
                    <a:pt x="37112" y="332414"/>
                  </a:lnTo>
                  <a:lnTo>
                    <a:pt x="42354" y="331527"/>
                  </a:lnTo>
                  <a:lnTo>
                    <a:pt x="47566" y="330473"/>
                  </a:lnTo>
                  <a:lnTo>
                    <a:pt x="52741" y="329255"/>
                  </a:lnTo>
                  <a:lnTo>
                    <a:pt x="57875" y="327872"/>
                  </a:lnTo>
                  <a:lnTo>
                    <a:pt x="62963" y="326327"/>
                  </a:lnTo>
                  <a:lnTo>
                    <a:pt x="67998" y="324621"/>
                  </a:lnTo>
                  <a:lnTo>
                    <a:pt x="72977" y="322755"/>
                  </a:lnTo>
                  <a:lnTo>
                    <a:pt x="77894" y="320733"/>
                  </a:lnTo>
                  <a:lnTo>
                    <a:pt x="82745" y="318554"/>
                  </a:lnTo>
                  <a:lnTo>
                    <a:pt x="87523" y="316223"/>
                  </a:lnTo>
                  <a:lnTo>
                    <a:pt x="92225" y="313741"/>
                  </a:lnTo>
                  <a:lnTo>
                    <a:pt x="96846" y="311111"/>
                  </a:lnTo>
                  <a:lnTo>
                    <a:pt x="101380" y="308335"/>
                  </a:lnTo>
                  <a:lnTo>
                    <a:pt x="105824" y="305416"/>
                  </a:lnTo>
                  <a:lnTo>
                    <a:pt x="110173" y="302357"/>
                  </a:lnTo>
                  <a:lnTo>
                    <a:pt x="114423" y="299162"/>
                  </a:lnTo>
                  <a:lnTo>
                    <a:pt x="118569" y="295833"/>
                  </a:lnTo>
                  <a:lnTo>
                    <a:pt x="122607" y="292374"/>
                  </a:lnTo>
                  <a:lnTo>
                    <a:pt x="126532" y="288788"/>
                  </a:lnTo>
                  <a:lnTo>
                    <a:pt x="130342" y="285079"/>
                  </a:lnTo>
                  <a:lnTo>
                    <a:pt x="134032" y="281251"/>
                  </a:lnTo>
                  <a:lnTo>
                    <a:pt x="137598" y="277308"/>
                  </a:lnTo>
                  <a:lnTo>
                    <a:pt x="141037" y="273253"/>
                  </a:lnTo>
                  <a:lnTo>
                    <a:pt x="144346" y="269091"/>
                  </a:lnTo>
                  <a:lnTo>
                    <a:pt x="147520" y="264826"/>
                  </a:lnTo>
                  <a:lnTo>
                    <a:pt x="150557" y="260461"/>
                  </a:lnTo>
                  <a:lnTo>
                    <a:pt x="153454" y="256003"/>
                  </a:lnTo>
                  <a:lnTo>
                    <a:pt x="156207" y="251455"/>
                  </a:lnTo>
                  <a:lnTo>
                    <a:pt x="158815" y="246821"/>
                  </a:lnTo>
                  <a:lnTo>
                    <a:pt x="161274" y="242107"/>
                  </a:lnTo>
                  <a:lnTo>
                    <a:pt x="163581" y="237317"/>
                  </a:lnTo>
                  <a:lnTo>
                    <a:pt x="165735" y="232456"/>
                  </a:lnTo>
                  <a:lnTo>
                    <a:pt x="167734" y="227529"/>
                  </a:lnTo>
                  <a:lnTo>
                    <a:pt x="169575" y="222541"/>
                  </a:lnTo>
                  <a:lnTo>
                    <a:pt x="171256" y="217497"/>
                  </a:lnTo>
                  <a:lnTo>
                    <a:pt x="172776" y="212402"/>
                  </a:lnTo>
                  <a:lnTo>
                    <a:pt x="174133" y="207261"/>
                  </a:lnTo>
                  <a:lnTo>
                    <a:pt x="175326" y="202080"/>
                  </a:lnTo>
                  <a:lnTo>
                    <a:pt x="176353" y="196863"/>
                  </a:lnTo>
                  <a:lnTo>
                    <a:pt x="177215" y="191616"/>
                  </a:lnTo>
                  <a:lnTo>
                    <a:pt x="177909" y="186345"/>
                  </a:lnTo>
                  <a:lnTo>
                    <a:pt x="178434" y="181054"/>
                  </a:lnTo>
                  <a:lnTo>
                    <a:pt x="178792" y="175749"/>
                  </a:lnTo>
                  <a:lnTo>
                    <a:pt x="178980" y="170436"/>
                  </a:lnTo>
                  <a:lnTo>
                    <a:pt x="179000" y="165119"/>
                  </a:lnTo>
                  <a:lnTo>
                    <a:pt x="178850" y="159804"/>
                  </a:lnTo>
                  <a:lnTo>
                    <a:pt x="178531" y="154497"/>
                  </a:lnTo>
                  <a:lnTo>
                    <a:pt x="178044" y="149202"/>
                  </a:lnTo>
                  <a:lnTo>
                    <a:pt x="177389" y="143926"/>
                  </a:lnTo>
                  <a:lnTo>
                    <a:pt x="176566" y="138673"/>
                  </a:lnTo>
                  <a:lnTo>
                    <a:pt x="175577" y="133449"/>
                  </a:lnTo>
                  <a:lnTo>
                    <a:pt x="174421" y="128259"/>
                  </a:lnTo>
                  <a:lnTo>
                    <a:pt x="173102" y="123109"/>
                  </a:lnTo>
                  <a:lnTo>
                    <a:pt x="171619" y="118003"/>
                  </a:lnTo>
                  <a:lnTo>
                    <a:pt x="169975" y="112947"/>
                  </a:lnTo>
                  <a:lnTo>
                    <a:pt x="168171" y="107945"/>
                  </a:lnTo>
                  <a:lnTo>
                    <a:pt x="166208" y="103004"/>
                  </a:lnTo>
                  <a:lnTo>
                    <a:pt x="164090" y="98127"/>
                  </a:lnTo>
                  <a:lnTo>
                    <a:pt x="161817" y="93320"/>
                  </a:lnTo>
                  <a:lnTo>
                    <a:pt x="159393" y="88588"/>
                  </a:lnTo>
                  <a:lnTo>
                    <a:pt x="156819" y="83936"/>
                  </a:lnTo>
                  <a:lnTo>
                    <a:pt x="154099" y="79368"/>
                  </a:lnTo>
                  <a:lnTo>
                    <a:pt x="151235" y="74888"/>
                  </a:lnTo>
                  <a:lnTo>
                    <a:pt x="148230" y="70502"/>
                  </a:lnTo>
                  <a:lnTo>
                    <a:pt x="145087" y="66214"/>
                  </a:lnTo>
                  <a:lnTo>
                    <a:pt x="141809" y="62027"/>
                  </a:lnTo>
                  <a:lnTo>
                    <a:pt x="138399" y="57947"/>
                  </a:lnTo>
                  <a:lnTo>
                    <a:pt x="134862" y="53978"/>
                  </a:lnTo>
                  <a:lnTo>
                    <a:pt x="131200" y="50123"/>
                  </a:lnTo>
                  <a:lnTo>
                    <a:pt x="127418" y="46387"/>
                  </a:lnTo>
                  <a:lnTo>
                    <a:pt x="123518" y="42772"/>
                  </a:lnTo>
                  <a:lnTo>
                    <a:pt x="119506" y="39284"/>
                  </a:lnTo>
                  <a:lnTo>
                    <a:pt x="115384" y="35925"/>
                  </a:lnTo>
                  <a:lnTo>
                    <a:pt x="111158" y="32698"/>
                  </a:lnTo>
                  <a:lnTo>
                    <a:pt x="106832" y="29608"/>
                  </a:lnTo>
                  <a:lnTo>
                    <a:pt x="102409" y="26657"/>
                  </a:lnTo>
                  <a:lnTo>
                    <a:pt x="97895" y="23848"/>
                  </a:lnTo>
                  <a:lnTo>
                    <a:pt x="93293" y="21184"/>
                  </a:lnTo>
                  <a:lnTo>
                    <a:pt x="88610" y="18667"/>
                  </a:lnTo>
                  <a:lnTo>
                    <a:pt x="83848" y="16301"/>
                  </a:lnTo>
                  <a:lnTo>
                    <a:pt x="79014" y="14088"/>
                  </a:lnTo>
                  <a:lnTo>
                    <a:pt x="74112" y="12029"/>
                  </a:lnTo>
                  <a:lnTo>
                    <a:pt x="69147" y="10127"/>
                  </a:lnTo>
                  <a:lnTo>
                    <a:pt x="64124" y="8385"/>
                  </a:lnTo>
                  <a:lnTo>
                    <a:pt x="59048" y="6802"/>
                  </a:lnTo>
                  <a:lnTo>
                    <a:pt x="53924" y="5382"/>
                  </a:lnTo>
                  <a:lnTo>
                    <a:pt x="48758" y="4126"/>
                  </a:lnTo>
                  <a:lnTo>
                    <a:pt x="43554" y="3034"/>
                  </a:lnTo>
                  <a:lnTo>
                    <a:pt x="38318" y="2109"/>
                  </a:lnTo>
                  <a:lnTo>
                    <a:pt x="33056" y="1351"/>
                  </a:lnTo>
                  <a:lnTo>
                    <a:pt x="27772" y="760"/>
                  </a:lnTo>
                  <a:lnTo>
                    <a:pt x="22472" y="338"/>
                  </a:lnTo>
                  <a:lnTo>
                    <a:pt x="17161" y="84"/>
                  </a:lnTo>
                  <a:lnTo>
                    <a:pt x="11845" y="0"/>
                  </a:lnTo>
                  <a:lnTo>
                    <a:pt x="1184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8988" y="5269756"/>
              <a:ext cx="26269" cy="167167"/>
            </a:xfrm>
            <a:custGeom>
              <a:avLst/>
              <a:pathLst>
                <a:path w="26269" h="167167">
                  <a:moveTo>
                    <a:pt x="26269" y="0"/>
                  </a:moveTo>
                  <a:lnTo>
                    <a:pt x="19676" y="130"/>
                  </a:lnTo>
                  <a:lnTo>
                    <a:pt x="13093" y="520"/>
                  </a:lnTo>
                  <a:lnTo>
                    <a:pt x="6531" y="1169"/>
                  </a:lnTo>
                  <a:lnTo>
                    <a:pt x="0" y="2077"/>
                  </a:lnTo>
                  <a:lnTo>
                    <a:pt x="262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8988" y="5271833"/>
              <a:ext cx="26269" cy="165090"/>
            </a:xfrm>
            <a:custGeom>
              <a:avLst/>
              <a:pathLst>
                <a:path w="26269" h="165090">
                  <a:moveTo>
                    <a:pt x="0" y="0"/>
                  </a:moveTo>
                  <a:lnTo>
                    <a:pt x="26269" y="165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8988" y="5271833"/>
              <a:ext cx="26269" cy="165090"/>
            </a:xfrm>
            <a:custGeom>
              <a:avLst/>
              <a:pathLst>
                <a:path w="26269" h="165090">
                  <a:moveTo>
                    <a:pt x="0" y="0"/>
                  </a:moveTo>
                  <a:lnTo>
                    <a:pt x="26269" y="165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8988" y="5271833"/>
              <a:ext cx="26269" cy="165090"/>
            </a:xfrm>
            <a:custGeom>
              <a:avLst/>
              <a:pathLst>
                <a:path w="26269" h="165090">
                  <a:moveTo>
                    <a:pt x="0" y="0"/>
                  </a:moveTo>
                  <a:lnTo>
                    <a:pt x="26269" y="1650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8988" y="5271833"/>
              <a:ext cx="26269" cy="165090"/>
            </a:xfrm>
            <a:custGeom>
              <a:avLst/>
              <a:pathLst>
                <a:path w="26269" h="165090">
                  <a:moveTo>
                    <a:pt x="0" y="0"/>
                  </a:moveTo>
                  <a:lnTo>
                    <a:pt x="26269" y="1650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409863" y="5271833"/>
              <a:ext cx="135394" cy="165090"/>
            </a:xfrm>
            <a:custGeom>
              <a:avLst/>
              <a:pathLst>
                <a:path w="135394" h="165090">
                  <a:moveTo>
                    <a:pt x="109125" y="0"/>
                  </a:moveTo>
                  <a:lnTo>
                    <a:pt x="103731" y="949"/>
                  </a:lnTo>
                  <a:lnTo>
                    <a:pt x="98372" y="2074"/>
                  </a:lnTo>
                  <a:lnTo>
                    <a:pt x="93052" y="3374"/>
                  </a:lnTo>
                  <a:lnTo>
                    <a:pt x="87778" y="4847"/>
                  </a:lnTo>
                  <a:lnTo>
                    <a:pt x="82555" y="6493"/>
                  </a:lnTo>
                  <a:lnTo>
                    <a:pt x="77389" y="8309"/>
                  </a:lnTo>
                  <a:lnTo>
                    <a:pt x="72285" y="10293"/>
                  </a:lnTo>
                  <a:lnTo>
                    <a:pt x="67248" y="12443"/>
                  </a:lnTo>
                  <a:lnTo>
                    <a:pt x="62285" y="14757"/>
                  </a:lnTo>
                  <a:lnTo>
                    <a:pt x="57400" y="17232"/>
                  </a:lnTo>
                  <a:lnTo>
                    <a:pt x="52599" y="19866"/>
                  </a:lnTo>
                  <a:lnTo>
                    <a:pt x="47887" y="22656"/>
                  </a:lnTo>
                  <a:lnTo>
                    <a:pt x="43268" y="25599"/>
                  </a:lnTo>
                  <a:lnTo>
                    <a:pt x="38749" y="28691"/>
                  </a:lnTo>
                  <a:lnTo>
                    <a:pt x="34333" y="31930"/>
                  </a:lnTo>
                  <a:lnTo>
                    <a:pt x="30026" y="35312"/>
                  </a:lnTo>
                  <a:lnTo>
                    <a:pt x="25832" y="38833"/>
                  </a:lnTo>
                  <a:lnTo>
                    <a:pt x="21755" y="42489"/>
                  </a:lnTo>
                  <a:lnTo>
                    <a:pt x="17800" y="46277"/>
                  </a:lnTo>
                  <a:lnTo>
                    <a:pt x="13972" y="50192"/>
                  </a:lnTo>
                  <a:lnTo>
                    <a:pt x="10273" y="54231"/>
                  </a:lnTo>
                  <a:lnTo>
                    <a:pt x="6709" y="58389"/>
                  </a:lnTo>
                  <a:lnTo>
                    <a:pt x="3284" y="62661"/>
                  </a:lnTo>
                  <a:lnTo>
                    <a:pt x="0" y="67043"/>
                  </a:lnTo>
                  <a:lnTo>
                    <a:pt x="135394" y="1650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7" y="5269756"/>
              <a:ext cx="334312" cy="334333"/>
            </a:xfrm>
            <a:custGeom>
              <a:avLst/>
              <a:pathLst>
                <a:path w="334312" h="334333">
                  <a:moveTo>
                    <a:pt x="31765" y="69120"/>
                  </a:moveTo>
                  <a:lnTo>
                    <a:pt x="28718" y="73472"/>
                  </a:lnTo>
                  <a:lnTo>
                    <a:pt x="25811" y="77918"/>
                  </a:lnTo>
                  <a:lnTo>
                    <a:pt x="23047" y="82455"/>
                  </a:lnTo>
                  <a:lnTo>
                    <a:pt x="20428" y="87077"/>
                  </a:lnTo>
                  <a:lnTo>
                    <a:pt x="17957" y="91780"/>
                  </a:lnTo>
                  <a:lnTo>
                    <a:pt x="15637" y="96559"/>
                  </a:lnTo>
                  <a:lnTo>
                    <a:pt x="13470" y="101409"/>
                  </a:lnTo>
                  <a:lnTo>
                    <a:pt x="11458" y="106326"/>
                  </a:lnTo>
                  <a:lnTo>
                    <a:pt x="9603" y="111304"/>
                  </a:lnTo>
                  <a:lnTo>
                    <a:pt x="7908" y="116339"/>
                  </a:lnTo>
                  <a:lnTo>
                    <a:pt x="6373" y="121425"/>
                  </a:lnTo>
                  <a:lnTo>
                    <a:pt x="5001" y="126557"/>
                  </a:lnTo>
                  <a:lnTo>
                    <a:pt x="3792" y="131730"/>
                  </a:lnTo>
                  <a:lnTo>
                    <a:pt x="2749" y="136939"/>
                  </a:lnTo>
                  <a:lnTo>
                    <a:pt x="1871" y="142179"/>
                  </a:lnTo>
                  <a:lnTo>
                    <a:pt x="1161" y="147443"/>
                  </a:lnTo>
                  <a:lnTo>
                    <a:pt x="618" y="152728"/>
                  </a:lnTo>
                  <a:lnTo>
                    <a:pt x="243" y="158027"/>
                  </a:lnTo>
                  <a:lnTo>
                    <a:pt x="37" y="163336"/>
                  </a:lnTo>
                  <a:lnTo>
                    <a:pt x="0" y="168648"/>
                  </a:lnTo>
                  <a:lnTo>
                    <a:pt x="131" y="173959"/>
                  </a:lnTo>
                  <a:lnTo>
                    <a:pt x="431" y="179263"/>
                  </a:lnTo>
                  <a:lnTo>
                    <a:pt x="900" y="184554"/>
                  </a:lnTo>
                  <a:lnTo>
                    <a:pt x="1536" y="189829"/>
                  </a:lnTo>
                  <a:lnTo>
                    <a:pt x="2340" y="195080"/>
                  </a:lnTo>
                  <a:lnTo>
                    <a:pt x="3310" y="200303"/>
                  </a:lnTo>
                  <a:lnTo>
                    <a:pt x="4446" y="205493"/>
                  </a:lnTo>
                  <a:lnTo>
                    <a:pt x="5746" y="210644"/>
                  </a:lnTo>
                  <a:lnTo>
                    <a:pt x="7209" y="215751"/>
                  </a:lnTo>
                  <a:lnTo>
                    <a:pt x="8833" y="220809"/>
                  </a:lnTo>
                  <a:lnTo>
                    <a:pt x="10618" y="225813"/>
                  </a:lnTo>
                  <a:lnTo>
                    <a:pt x="12560" y="230757"/>
                  </a:lnTo>
                  <a:lnTo>
                    <a:pt x="14659" y="235637"/>
                  </a:lnTo>
                  <a:lnTo>
                    <a:pt x="16911" y="240449"/>
                  </a:lnTo>
                  <a:lnTo>
                    <a:pt x="19316" y="245186"/>
                  </a:lnTo>
                  <a:lnTo>
                    <a:pt x="21870" y="249844"/>
                  </a:lnTo>
                  <a:lnTo>
                    <a:pt x="24570" y="254419"/>
                  </a:lnTo>
                  <a:lnTo>
                    <a:pt x="27415" y="258906"/>
                  </a:lnTo>
                  <a:lnTo>
                    <a:pt x="30400" y="263300"/>
                  </a:lnTo>
                  <a:lnTo>
                    <a:pt x="33524" y="267597"/>
                  </a:lnTo>
                  <a:lnTo>
                    <a:pt x="36782" y="271793"/>
                  </a:lnTo>
                  <a:lnTo>
                    <a:pt x="40173" y="275883"/>
                  </a:lnTo>
                  <a:lnTo>
                    <a:pt x="43691" y="279863"/>
                  </a:lnTo>
                  <a:lnTo>
                    <a:pt x="47335" y="283729"/>
                  </a:lnTo>
                  <a:lnTo>
                    <a:pt x="51099" y="287478"/>
                  </a:lnTo>
                  <a:lnTo>
                    <a:pt x="54981" y="291105"/>
                  </a:lnTo>
                  <a:lnTo>
                    <a:pt x="58975" y="294607"/>
                  </a:lnTo>
                  <a:lnTo>
                    <a:pt x="63079" y="297980"/>
                  </a:lnTo>
                  <a:lnTo>
                    <a:pt x="67289" y="301221"/>
                  </a:lnTo>
                  <a:lnTo>
                    <a:pt x="71599" y="304327"/>
                  </a:lnTo>
                  <a:lnTo>
                    <a:pt x="76005" y="307294"/>
                  </a:lnTo>
                  <a:lnTo>
                    <a:pt x="80504" y="310120"/>
                  </a:lnTo>
                  <a:lnTo>
                    <a:pt x="85090" y="312801"/>
                  </a:lnTo>
                  <a:lnTo>
                    <a:pt x="89759" y="315336"/>
                  </a:lnTo>
                  <a:lnTo>
                    <a:pt x="94506" y="317720"/>
                  </a:lnTo>
                  <a:lnTo>
                    <a:pt x="99327" y="319953"/>
                  </a:lnTo>
                  <a:lnTo>
                    <a:pt x="104216" y="322031"/>
                  </a:lnTo>
                  <a:lnTo>
                    <a:pt x="109168" y="323953"/>
                  </a:lnTo>
                  <a:lnTo>
                    <a:pt x="114180" y="325717"/>
                  </a:lnTo>
                  <a:lnTo>
                    <a:pt x="119244" y="327320"/>
                  </a:lnTo>
                  <a:lnTo>
                    <a:pt x="124357" y="328762"/>
                  </a:lnTo>
                  <a:lnTo>
                    <a:pt x="129514" y="330040"/>
                  </a:lnTo>
                  <a:lnTo>
                    <a:pt x="134708" y="331154"/>
                  </a:lnTo>
                  <a:lnTo>
                    <a:pt x="139935" y="332103"/>
                  </a:lnTo>
                  <a:lnTo>
                    <a:pt x="145190" y="332884"/>
                  </a:lnTo>
                  <a:lnTo>
                    <a:pt x="150467" y="333499"/>
                  </a:lnTo>
                  <a:lnTo>
                    <a:pt x="155760" y="333945"/>
                  </a:lnTo>
                  <a:lnTo>
                    <a:pt x="161065" y="334223"/>
                  </a:lnTo>
                  <a:lnTo>
                    <a:pt x="166377" y="334333"/>
                  </a:lnTo>
                  <a:lnTo>
                    <a:pt x="171689" y="334273"/>
                  </a:lnTo>
                  <a:lnTo>
                    <a:pt x="176996" y="334045"/>
                  </a:lnTo>
                  <a:lnTo>
                    <a:pt x="182294" y="333648"/>
                  </a:lnTo>
                  <a:lnTo>
                    <a:pt x="187576" y="333083"/>
                  </a:lnTo>
                  <a:lnTo>
                    <a:pt x="192838" y="332350"/>
                  </a:lnTo>
                  <a:lnTo>
                    <a:pt x="198074" y="331451"/>
                  </a:lnTo>
                  <a:lnTo>
                    <a:pt x="203279" y="330386"/>
                  </a:lnTo>
                  <a:lnTo>
                    <a:pt x="208447" y="329156"/>
                  </a:lnTo>
                  <a:lnTo>
                    <a:pt x="213573" y="327762"/>
                  </a:lnTo>
                  <a:lnTo>
                    <a:pt x="218653" y="326206"/>
                  </a:lnTo>
                  <a:lnTo>
                    <a:pt x="223680" y="324490"/>
                  </a:lnTo>
                  <a:lnTo>
                    <a:pt x="228650" y="322614"/>
                  </a:lnTo>
                  <a:lnTo>
                    <a:pt x="233559" y="320582"/>
                  </a:lnTo>
                  <a:lnTo>
                    <a:pt x="238400" y="318395"/>
                  </a:lnTo>
                  <a:lnTo>
                    <a:pt x="243169" y="316055"/>
                  </a:lnTo>
                  <a:lnTo>
                    <a:pt x="247862" y="313564"/>
                  </a:lnTo>
                  <a:lnTo>
                    <a:pt x="252473" y="310926"/>
                  </a:lnTo>
                  <a:lnTo>
                    <a:pt x="256998" y="308143"/>
                  </a:lnTo>
                  <a:lnTo>
                    <a:pt x="261432" y="305217"/>
                  </a:lnTo>
                  <a:lnTo>
                    <a:pt x="265771" y="302152"/>
                  </a:lnTo>
                  <a:lnTo>
                    <a:pt x="270010" y="298950"/>
                  </a:lnTo>
                  <a:lnTo>
                    <a:pt x="274146" y="295616"/>
                  </a:lnTo>
                  <a:lnTo>
                    <a:pt x="278173" y="292151"/>
                  </a:lnTo>
                  <a:lnTo>
                    <a:pt x="282089" y="288561"/>
                  </a:lnTo>
                  <a:lnTo>
                    <a:pt x="285888" y="284847"/>
                  </a:lnTo>
                  <a:lnTo>
                    <a:pt x="289567" y="281015"/>
                  </a:lnTo>
                  <a:lnTo>
                    <a:pt x="293123" y="277068"/>
                  </a:lnTo>
                  <a:lnTo>
                    <a:pt x="296552" y="273010"/>
                  </a:lnTo>
                  <a:lnTo>
                    <a:pt x="299850" y="268845"/>
                  </a:lnTo>
                  <a:lnTo>
                    <a:pt x="303013" y="264578"/>
                  </a:lnTo>
                  <a:lnTo>
                    <a:pt x="306040" y="260212"/>
                  </a:lnTo>
                  <a:lnTo>
                    <a:pt x="308927" y="255752"/>
                  </a:lnTo>
                  <a:lnTo>
                    <a:pt x="311670" y="251203"/>
                  </a:lnTo>
                  <a:lnTo>
                    <a:pt x="314267" y="246568"/>
                  </a:lnTo>
                  <a:lnTo>
                    <a:pt x="316716" y="241854"/>
                  </a:lnTo>
                  <a:lnTo>
                    <a:pt x="319013" y="237064"/>
                  </a:lnTo>
                  <a:lnTo>
                    <a:pt x="321158" y="232204"/>
                  </a:lnTo>
                  <a:lnTo>
                    <a:pt x="323147" y="227277"/>
                  </a:lnTo>
                  <a:lnTo>
                    <a:pt x="324978" y="222291"/>
                  </a:lnTo>
                  <a:lnTo>
                    <a:pt x="326650" y="217248"/>
                  </a:lnTo>
                  <a:lnTo>
                    <a:pt x="328160" y="212155"/>
                  </a:lnTo>
                  <a:lnTo>
                    <a:pt x="329509" y="207016"/>
                  </a:lnTo>
                  <a:lnTo>
                    <a:pt x="330693" y="201838"/>
                  </a:lnTo>
                  <a:lnTo>
                    <a:pt x="331712" y="196624"/>
                  </a:lnTo>
                  <a:lnTo>
                    <a:pt x="332565" y="191380"/>
                  </a:lnTo>
                  <a:lnTo>
                    <a:pt x="333251" y="186112"/>
                  </a:lnTo>
                  <a:lnTo>
                    <a:pt x="333769" y="180825"/>
                  </a:lnTo>
                  <a:lnTo>
                    <a:pt x="334119" y="175524"/>
                  </a:lnTo>
                  <a:lnTo>
                    <a:pt x="334300" y="170215"/>
                  </a:lnTo>
                  <a:lnTo>
                    <a:pt x="334312" y="164902"/>
                  </a:lnTo>
                  <a:lnTo>
                    <a:pt x="334156" y="159592"/>
                  </a:lnTo>
                  <a:lnTo>
                    <a:pt x="333831" y="154290"/>
                  </a:lnTo>
                  <a:lnTo>
                    <a:pt x="333338" y="149000"/>
                  </a:lnTo>
                  <a:lnTo>
                    <a:pt x="332677" y="143729"/>
                  </a:lnTo>
                  <a:lnTo>
                    <a:pt x="331848" y="138482"/>
                  </a:lnTo>
                  <a:lnTo>
                    <a:pt x="330854" y="133263"/>
                  </a:lnTo>
                  <a:lnTo>
                    <a:pt x="329694" y="128079"/>
                  </a:lnTo>
                  <a:lnTo>
                    <a:pt x="328370" y="122934"/>
                  </a:lnTo>
                  <a:lnTo>
                    <a:pt x="326883" y="117834"/>
                  </a:lnTo>
                  <a:lnTo>
                    <a:pt x="325234" y="112784"/>
                  </a:lnTo>
                  <a:lnTo>
                    <a:pt x="323427" y="107788"/>
                  </a:lnTo>
                  <a:lnTo>
                    <a:pt x="321461" y="102853"/>
                  </a:lnTo>
                  <a:lnTo>
                    <a:pt x="319339" y="97982"/>
                  </a:lnTo>
                  <a:lnTo>
                    <a:pt x="317064" y="93182"/>
                  </a:lnTo>
                  <a:lnTo>
                    <a:pt x="314638" y="88456"/>
                  </a:lnTo>
                  <a:lnTo>
                    <a:pt x="312062" y="83810"/>
                  </a:lnTo>
                  <a:lnTo>
                    <a:pt x="309340" y="79247"/>
                  </a:lnTo>
                  <a:lnTo>
                    <a:pt x="306475" y="74774"/>
                  </a:lnTo>
                  <a:lnTo>
                    <a:pt x="303469" y="70394"/>
                  </a:lnTo>
                  <a:lnTo>
                    <a:pt x="300325" y="66111"/>
                  </a:lnTo>
                  <a:lnTo>
                    <a:pt x="297046" y="61931"/>
                  </a:lnTo>
                  <a:lnTo>
                    <a:pt x="293637" y="57857"/>
                  </a:lnTo>
                  <a:lnTo>
                    <a:pt x="290100" y="53894"/>
                  </a:lnTo>
                  <a:lnTo>
                    <a:pt x="286438" y="50044"/>
                  </a:lnTo>
                  <a:lnTo>
                    <a:pt x="282657" y="46313"/>
                  </a:lnTo>
                  <a:lnTo>
                    <a:pt x="278758" y="42704"/>
                  </a:lnTo>
                  <a:lnTo>
                    <a:pt x="274747" y="39221"/>
                  </a:lnTo>
                  <a:lnTo>
                    <a:pt x="270627" y="35867"/>
                  </a:lnTo>
                  <a:lnTo>
                    <a:pt x="266403" y="32646"/>
                  </a:lnTo>
                  <a:lnTo>
                    <a:pt x="262078" y="29560"/>
                  </a:lnTo>
                  <a:lnTo>
                    <a:pt x="257658" y="26614"/>
                  </a:lnTo>
                  <a:lnTo>
                    <a:pt x="253146" y="23809"/>
                  </a:lnTo>
                  <a:lnTo>
                    <a:pt x="248547" y="21149"/>
                  </a:lnTo>
                  <a:lnTo>
                    <a:pt x="243866" y="18637"/>
                  </a:lnTo>
                  <a:lnTo>
                    <a:pt x="239108" y="16275"/>
                  </a:lnTo>
                  <a:lnTo>
                    <a:pt x="234277" y="14065"/>
                  </a:lnTo>
                  <a:lnTo>
                    <a:pt x="229378" y="12009"/>
                  </a:lnTo>
                  <a:lnTo>
                    <a:pt x="224417" y="10111"/>
                  </a:lnTo>
                  <a:lnTo>
                    <a:pt x="219397" y="8371"/>
                  </a:lnTo>
                  <a:lnTo>
                    <a:pt x="214325" y="6791"/>
                  </a:lnTo>
                  <a:lnTo>
                    <a:pt x="209205" y="5373"/>
                  </a:lnTo>
                  <a:lnTo>
                    <a:pt x="204043" y="4119"/>
                  </a:lnTo>
                  <a:lnTo>
                    <a:pt x="198844" y="3029"/>
                  </a:lnTo>
                  <a:lnTo>
                    <a:pt x="193612" y="2106"/>
                  </a:lnTo>
                  <a:lnTo>
                    <a:pt x="188354" y="1348"/>
                  </a:lnTo>
                  <a:lnTo>
                    <a:pt x="183074" y="759"/>
                  </a:lnTo>
                  <a:lnTo>
                    <a:pt x="177779" y="337"/>
                  </a:lnTo>
                  <a:lnTo>
                    <a:pt x="172472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3414" y="5018213"/>
              <a:ext cx="47624" cy="167167"/>
            </a:xfrm>
            <a:custGeom>
              <a:avLst/>
              <a:pathLst>
                <a:path w="47624" h="167167">
                  <a:moveTo>
                    <a:pt x="47624" y="0"/>
                  </a:moveTo>
                  <a:lnTo>
                    <a:pt x="41589" y="108"/>
                  </a:lnTo>
                  <a:lnTo>
                    <a:pt x="35561" y="435"/>
                  </a:lnTo>
                  <a:lnTo>
                    <a:pt x="29549" y="980"/>
                  </a:lnTo>
                  <a:lnTo>
                    <a:pt x="23561" y="1740"/>
                  </a:lnTo>
                  <a:lnTo>
                    <a:pt x="17604" y="2717"/>
                  </a:lnTo>
                  <a:lnTo>
                    <a:pt x="11687" y="3908"/>
                  </a:lnTo>
                  <a:lnTo>
                    <a:pt x="5816" y="5312"/>
                  </a:lnTo>
                  <a:lnTo>
                    <a:pt x="0" y="6927"/>
                  </a:lnTo>
                  <a:lnTo>
                    <a:pt x="476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3414" y="5025140"/>
              <a:ext cx="47624" cy="160240"/>
            </a:xfrm>
            <a:custGeom>
              <a:avLst/>
              <a:pathLst>
                <a:path w="47624" h="160240">
                  <a:moveTo>
                    <a:pt x="0" y="0"/>
                  </a:moveTo>
                  <a:lnTo>
                    <a:pt x="47624" y="160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3414" y="5025140"/>
              <a:ext cx="47624" cy="160240"/>
            </a:xfrm>
            <a:custGeom>
              <a:avLst/>
              <a:pathLst>
                <a:path w="47624" h="160240">
                  <a:moveTo>
                    <a:pt x="0" y="0"/>
                  </a:moveTo>
                  <a:lnTo>
                    <a:pt x="47624" y="1602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3414" y="5025140"/>
              <a:ext cx="47624" cy="160240"/>
            </a:xfrm>
            <a:custGeom>
              <a:avLst/>
              <a:pathLst>
                <a:path w="47624" h="160240">
                  <a:moveTo>
                    <a:pt x="0" y="0"/>
                  </a:moveTo>
                  <a:lnTo>
                    <a:pt x="47624" y="1602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2" y="5025140"/>
              <a:ext cx="167166" cy="165191"/>
            </a:xfrm>
            <a:custGeom>
              <a:avLst/>
              <a:pathLst>
                <a:path w="167166" h="165191">
                  <a:moveTo>
                    <a:pt x="119542" y="0"/>
                  </a:moveTo>
                  <a:lnTo>
                    <a:pt x="114314" y="1647"/>
                  </a:lnTo>
                  <a:lnTo>
                    <a:pt x="109144" y="3465"/>
                  </a:lnTo>
                  <a:lnTo>
                    <a:pt x="104035" y="5451"/>
                  </a:lnTo>
                  <a:lnTo>
                    <a:pt x="98995" y="7604"/>
                  </a:lnTo>
                  <a:lnTo>
                    <a:pt x="94028" y="9921"/>
                  </a:lnTo>
                  <a:lnTo>
                    <a:pt x="89139" y="12399"/>
                  </a:lnTo>
                  <a:lnTo>
                    <a:pt x="84335" y="15037"/>
                  </a:lnTo>
                  <a:lnTo>
                    <a:pt x="79619" y="17830"/>
                  </a:lnTo>
                  <a:lnTo>
                    <a:pt x="74998" y="20777"/>
                  </a:lnTo>
                  <a:lnTo>
                    <a:pt x="70475" y="23873"/>
                  </a:lnTo>
                  <a:lnTo>
                    <a:pt x="66057" y="27116"/>
                  </a:lnTo>
                  <a:lnTo>
                    <a:pt x="61747" y="30502"/>
                  </a:lnTo>
                  <a:lnTo>
                    <a:pt x="57551" y="34028"/>
                  </a:lnTo>
                  <a:lnTo>
                    <a:pt x="53472" y="37689"/>
                  </a:lnTo>
                  <a:lnTo>
                    <a:pt x="49516" y="41482"/>
                  </a:lnTo>
                  <a:lnTo>
                    <a:pt x="45686" y="45403"/>
                  </a:lnTo>
                  <a:lnTo>
                    <a:pt x="41986" y="49447"/>
                  </a:lnTo>
                  <a:lnTo>
                    <a:pt x="38422" y="53610"/>
                  </a:lnTo>
                  <a:lnTo>
                    <a:pt x="34995" y="57888"/>
                  </a:lnTo>
                  <a:lnTo>
                    <a:pt x="31711" y="62276"/>
                  </a:lnTo>
                  <a:lnTo>
                    <a:pt x="28572" y="66769"/>
                  </a:lnTo>
                  <a:lnTo>
                    <a:pt x="25583" y="71363"/>
                  </a:lnTo>
                  <a:lnTo>
                    <a:pt x="22745" y="76052"/>
                  </a:lnTo>
                  <a:lnTo>
                    <a:pt x="20063" y="80832"/>
                  </a:lnTo>
                  <a:lnTo>
                    <a:pt x="17539" y="85697"/>
                  </a:lnTo>
                  <a:lnTo>
                    <a:pt x="15175" y="90642"/>
                  </a:lnTo>
                  <a:lnTo>
                    <a:pt x="12976" y="95662"/>
                  </a:lnTo>
                  <a:lnTo>
                    <a:pt x="10941" y="100752"/>
                  </a:lnTo>
                  <a:lnTo>
                    <a:pt x="9075" y="105905"/>
                  </a:lnTo>
                  <a:lnTo>
                    <a:pt x="7379" y="111117"/>
                  </a:lnTo>
                  <a:lnTo>
                    <a:pt x="5855" y="116381"/>
                  </a:lnTo>
                  <a:lnTo>
                    <a:pt x="4504" y="121693"/>
                  </a:lnTo>
                  <a:lnTo>
                    <a:pt x="3327" y="127046"/>
                  </a:lnTo>
                  <a:lnTo>
                    <a:pt x="2327" y="132435"/>
                  </a:lnTo>
                  <a:lnTo>
                    <a:pt x="1504" y="137854"/>
                  </a:lnTo>
                  <a:lnTo>
                    <a:pt x="859" y="143297"/>
                  </a:lnTo>
                  <a:lnTo>
                    <a:pt x="393" y="148758"/>
                  </a:lnTo>
                  <a:lnTo>
                    <a:pt x="107" y="154231"/>
                  </a:lnTo>
                  <a:lnTo>
                    <a:pt x="0" y="159711"/>
                  </a:lnTo>
                  <a:lnTo>
                    <a:pt x="72" y="165191"/>
                  </a:lnTo>
                  <a:lnTo>
                    <a:pt x="167166" y="1602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944" y="5018213"/>
              <a:ext cx="334251" cy="334327"/>
            </a:xfrm>
            <a:custGeom>
              <a:avLst/>
              <a:pathLst>
                <a:path w="334251" h="334327">
                  <a:moveTo>
                    <a:pt x="0" y="172119"/>
                  </a:moveTo>
                  <a:lnTo>
                    <a:pt x="240" y="177402"/>
                  </a:lnTo>
                  <a:lnTo>
                    <a:pt x="647" y="182676"/>
                  </a:lnTo>
                  <a:lnTo>
                    <a:pt x="1221" y="187933"/>
                  </a:lnTo>
                  <a:lnTo>
                    <a:pt x="1961" y="193170"/>
                  </a:lnTo>
                  <a:lnTo>
                    <a:pt x="2866" y="198381"/>
                  </a:lnTo>
                  <a:lnTo>
                    <a:pt x="3936" y="203561"/>
                  </a:lnTo>
                  <a:lnTo>
                    <a:pt x="5169" y="208704"/>
                  </a:lnTo>
                  <a:lnTo>
                    <a:pt x="6564" y="213806"/>
                  </a:lnTo>
                  <a:lnTo>
                    <a:pt x="8120" y="218861"/>
                  </a:lnTo>
                  <a:lnTo>
                    <a:pt x="9835" y="223864"/>
                  </a:lnTo>
                  <a:lnTo>
                    <a:pt x="11707" y="228811"/>
                  </a:lnTo>
                  <a:lnTo>
                    <a:pt x="13735" y="233696"/>
                  </a:lnTo>
                  <a:lnTo>
                    <a:pt x="15916" y="238514"/>
                  </a:lnTo>
                  <a:lnTo>
                    <a:pt x="18249" y="243261"/>
                  </a:lnTo>
                  <a:lnTo>
                    <a:pt x="20731" y="247931"/>
                  </a:lnTo>
                  <a:lnTo>
                    <a:pt x="23359" y="252521"/>
                  </a:lnTo>
                  <a:lnTo>
                    <a:pt x="26131" y="257025"/>
                  </a:lnTo>
                  <a:lnTo>
                    <a:pt x="29044" y="261440"/>
                  </a:lnTo>
                  <a:lnTo>
                    <a:pt x="32096" y="265760"/>
                  </a:lnTo>
                  <a:lnTo>
                    <a:pt x="35282" y="269981"/>
                  </a:lnTo>
                  <a:lnTo>
                    <a:pt x="38601" y="274099"/>
                  </a:lnTo>
                  <a:lnTo>
                    <a:pt x="42048" y="278111"/>
                  </a:lnTo>
                  <a:lnTo>
                    <a:pt x="45620" y="282011"/>
                  </a:lnTo>
                  <a:lnTo>
                    <a:pt x="49314" y="285796"/>
                  </a:lnTo>
                  <a:lnTo>
                    <a:pt x="53126" y="289463"/>
                  </a:lnTo>
                  <a:lnTo>
                    <a:pt x="57052" y="293007"/>
                  </a:lnTo>
                  <a:lnTo>
                    <a:pt x="61088" y="296425"/>
                  </a:lnTo>
                  <a:lnTo>
                    <a:pt x="65230" y="299714"/>
                  </a:lnTo>
                  <a:lnTo>
                    <a:pt x="69474" y="302870"/>
                  </a:lnTo>
                  <a:lnTo>
                    <a:pt x="73816" y="305890"/>
                  </a:lnTo>
                  <a:lnTo>
                    <a:pt x="78251" y="308772"/>
                  </a:lnTo>
                  <a:lnTo>
                    <a:pt x="82775" y="311512"/>
                  </a:lnTo>
                  <a:lnTo>
                    <a:pt x="87384" y="314107"/>
                  </a:lnTo>
                  <a:lnTo>
                    <a:pt x="92072" y="316555"/>
                  </a:lnTo>
                  <a:lnTo>
                    <a:pt x="96836" y="318853"/>
                  </a:lnTo>
                  <a:lnTo>
                    <a:pt x="101669" y="321000"/>
                  </a:lnTo>
                  <a:lnTo>
                    <a:pt x="106569" y="322993"/>
                  </a:lnTo>
                  <a:lnTo>
                    <a:pt x="111528" y="324829"/>
                  </a:lnTo>
                  <a:lnTo>
                    <a:pt x="116544" y="326508"/>
                  </a:lnTo>
                  <a:lnTo>
                    <a:pt x="121610" y="328028"/>
                  </a:lnTo>
                  <a:lnTo>
                    <a:pt x="126722" y="329386"/>
                  </a:lnTo>
                  <a:lnTo>
                    <a:pt x="131874" y="330582"/>
                  </a:lnTo>
                  <a:lnTo>
                    <a:pt x="137061" y="331614"/>
                  </a:lnTo>
                  <a:lnTo>
                    <a:pt x="142278" y="332482"/>
                  </a:lnTo>
                  <a:lnTo>
                    <a:pt x="147520" y="333185"/>
                  </a:lnTo>
                  <a:lnTo>
                    <a:pt x="152782" y="333721"/>
                  </a:lnTo>
                  <a:lnTo>
                    <a:pt x="158058" y="334090"/>
                  </a:lnTo>
                  <a:lnTo>
                    <a:pt x="163343" y="334292"/>
                  </a:lnTo>
                  <a:lnTo>
                    <a:pt x="168632" y="334327"/>
                  </a:lnTo>
                  <a:lnTo>
                    <a:pt x="173920" y="334195"/>
                  </a:lnTo>
                  <a:lnTo>
                    <a:pt x="179200" y="333895"/>
                  </a:lnTo>
                  <a:lnTo>
                    <a:pt x="184468" y="333429"/>
                  </a:lnTo>
                  <a:lnTo>
                    <a:pt x="189719" y="332796"/>
                  </a:lnTo>
                  <a:lnTo>
                    <a:pt x="194948" y="331997"/>
                  </a:lnTo>
                  <a:lnTo>
                    <a:pt x="200148" y="331034"/>
                  </a:lnTo>
                  <a:lnTo>
                    <a:pt x="205316" y="329906"/>
                  </a:lnTo>
                  <a:lnTo>
                    <a:pt x="210445" y="328615"/>
                  </a:lnTo>
                  <a:lnTo>
                    <a:pt x="215531" y="327163"/>
                  </a:lnTo>
                  <a:lnTo>
                    <a:pt x="220568" y="325551"/>
                  </a:lnTo>
                  <a:lnTo>
                    <a:pt x="225551" y="323780"/>
                  </a:lnTo>
                  <a:lnTo>
                    <a:pt x="230477" y="321852"/>
                  </a:lnTo>
                  <a:lnTo>
                    <a:pt x="235338" y="319770"/>
                  </a:lnTo>
                  <a:lnTo>
                    <a:pt x="240132" y="317534"/>
                  </a:lnTo>
                  <a:lnTo>
                    <a:pt x="244852" y="315149"/>
                  </a:lnTo>
                  <a:lnTo>
                    <a:pt x="249495" y="312615"/>
                  </a:lnTo>
                  <a:lnTo>
                    <a:pt x="254055" y="309935"/>
                  </a:lnTo>
                  <a:lnTo>
                    <a:pt x="258528" y="307113"/>
                  </a:lnTo>
                  <a:lnTo>
                    <a:pt x="262909" y="304150"/>
                  </a:lnTo>
                  <a:lnTo>
                    <a:pt x="267194" y="301050"/>
                  </a:lnTo>
                  <a:lnTo>
                    <a:pt x="271380" y="297817"/>
                  </a:lnTo>
                  <a:lnTo>
                    <a:pt x="275461" y="294452"/>
                  </a:lnTo>
                  <a:lnTo>
                    <a:pt x="279433" y="290960"/>
                  </a:lnTo>
                  <a:lnTo>
                    <a:pt x="283293" y="287344"/>
                  </a:lnTo>
                  <a:lnTo>
                    <a:pt x="287037" y="283608"/>
                  </a:lnTo>
                  <a:lnTo>
                    <a:pt x="290660" y="279756"/>
                  </a:lnTo>
                  <a:lnTo>
                    <a:pt x="294160" y="275790"/>
                  </a:lnTo>
                  <a:lnTo>
                    <a:pt x="297533" y="271716"/>
                  </a:lnTo>
                  <a:lnTo>
                    <a:pt x="300775" y="267537"/>
                  </a:lnTo>
                  <a:lnTo>
                    <a:pt x="303883" y="263258"/>
                  </a:lnTo>
                  <a:lnTo>
                    <a:pt x="306855" y="258883"/>
                  </a:lnTo>
                  <a:lnTo>
                    <a:pt x="309686" y="254415"/>
                  </a:lnTo>
                  <a:lnTo>
                    <a:pt x="312375" y="249861"/>
                  </a:lnTo>
                  <a:lnTo>
                    <a:pt x="314918" y="245223"/>
                  </a:lnTo>
                  <a:lnTo>
                    <a:pt x="317314" y="240508"/>
                  </a:lnTo>
                  <a:lnTo>
                    <a:pt x="319559" y="235719"/>
                  </a:lnTo>
                  <a:lnTo>
                    <a:pt x="321651" y="230861"/>
                  </a:lnTo>
                  <a:lnTo>
                    <a:pt x="323589" y="225940"/>
                  </a:lnTo>
                  <a:lnTo>
                    <a:pt x="325369" y="220960"/>
                  </a:lnTo>
                  <a:lnTo>
                    <a:pt x="326992" y="215926"/>
                  </a:lnTo>
                  <a:lnTo>
                    <a:pt x="328454" y="210843"/>
                  </a:lnTo>
                  <a:lnTo>
                    <a:pt x="329755" y="205717"/>
                  </a:lnTo>
                  <a:lnTo>
                    <a:pt x="330894" y="200552"/>
                  </a:lnTo>
                  <a:lnTo>
                    <a:pt x="331868" y="195353"/>
                  </a:lnTo>
                  <a:lnTo>
                    <a:pt x="332677" y="190126"/>
                  </a:lnTo>
                  <a:lnTo>
                    <a:pt x="333320" y="184877"/>
                  </a:lnTo>
                  <a:lnTo>
                    <a:pt x="333797" y="179609"/>
                  </a:lnTo>
                  <a:lnTo>
                    <a:pt x="334108" y="174329"/>
                  </a:lnTo>
                  <a:lnTo>
                    <a:pt x="334251" y="169042"/>
                  </a:lnTo>
                  <a:lnTo>
                    <a:pt x="334226" y="163753"/>
                  </a:lnTo>
                  <a:lnTo>
                    <a:pt x="334035" y="158468"/>
                  </a:lnTo>
                  <a:lnTo>
                    <a:pt x="333676" y="153191"/>
                  </a:lnTo>
                  <a:lnTo>
                    <a:pt x="333150" y="147928"/>
                  </a:lnTo>
                  <a:lnTo>
                    <a:pt x="332459" y="142684"/>
                  </a:lnTo>
                  <a:lnTo>
                    <a:pt x="331601" y="137465"/>
                  </a:lnTo>
                  <a:lnTo>
                    <a:pt x="330579" y="132276"/>
                  </a:lnTo>
                  <a:lnTo>
                    <a:pt x="329394" y="127122"/>
                  </a:lnTo>
                  <a:lnTo>
                    <a:pt x="328046" y="122007"/>
                  </a:lnTo>
                  <a:lnTo>
                    <a:pt x="326536" y="116938"/>
                  </a:lnTo>
                  <a:lnTo>
                    <a:pt x="324868" y="111919"/>
                  </a:lnTo>
                  <a:lnTo>
                    <a:pt x="323041" y="106956"/>
                  </a:lnTo>
                  <a:lnTo>
                    <a:pt x="321058" y="102053"/>
                  </a:lnTo>
                  <a:lnTo>
                    <a:pt x="318921" y="97215"/>
                  </a:lnTo>
                  <a:lnTo>
                    <a:pt x="316632" y="92446"/>
                  </a:lnTo>
                  <a:lnTo>
                    <a:pt x="314194" y="87753"/>
                  </a:lnTo>
                  <a:lnTo>
                    <a:pt x="311608" y="83139"/>
                  </a:lnTo>
                  <a:lnTo>
                    <a:pt x="308877" y="78610"/>
                  </a:lnTo>
                  <a:lnTo>
                    <a:pt x="306005" y="74169"/>
                  </a:lnTo>
                  <a:lnTo>
                    <a:pt x="302993" y="69821"/>
                  </a:lnTo>
                  <a:lnTo>
                    <a:pt x="299846" y="65570"/>
                  </a:lnTo>
                  <a:lnTo>
                    <a:pt x="296565" y="61422"/>
                  </a:lnTo>
                  <a:lnTo>
                    <a:pt x="293155" y="57379"/>
                  </a:lnTo>
                  <a:lnTo>
                    <a:pt x="289619" y="53446"/>
                  </a:lnTo>
                  <a:lnTo>
                    <a:pt x="285960" y="49627"/>
                  </a:lnTo>
                  <a:lnTo>
                    <a:pt x="282182" y="45925"/>
                  </a:lnTo>
                  <a:lnTo>
                    <a:pt x="278289" y="42345"/>
                  </a:lnTo>
                  <a:lnTo>
                    <a:pt x="274285" y="38890"/>
                  </a:lnTo>
                  <a:lnTo>
                    <a:pt x="270173" y="35563"/>
                  </a:lnTo>
                  <a:lnTo>
                    <a:pt x="265958" y="32368"/>
                  </a:lnTo>
                  <a:lnTo>
                    <a:pt x="261644" y="29308"/>
                  </a:lnTo>
                  <a:lnTo>
                    <a:pt x="257236" y="26386"/>
                  </a:lnTo>
                  <a:lnTo>
                    <a:pt x="252737" y="23605"/>
                  </a:lnTo>
                  <a:lnTo>
                    <a:pt x="248152" y="20967"/>
                  </a:lnTo>
                  <a:lnTo>
                    <a:pt x="243487" y="18476"/>
                  </a:lnTo>
                  <a:lnTo>
                    <a:pt x="238745" y="16134"/>
                  </a:lnTo>
                  <a:lnTo>
                    <a:pt x="233931" y="13943"/>
                  </a:lnTo>
                  <a:lnTo>
                    <a:pt x="229050" y="11905"/>
                  </a:lnTo>
                  <a:lnTo>
                    <a:pt x="224108" y="10023"/>
                  </a:lnTo>
                  <a:lnTo>
                    <a:pt x="219108" y="8298"/>
                  </a:lnTo>
                  <a:lnTo>
                    <a:pt x="214056" y="6732"/>
                  </a:lnTo>
                  <a:lnTo>
                    <a:pt x="208957" y="5326"/>
                  </a:lnTo>
                  <a:lnTo>
                    <a:pt x="203816" y="4083"/>
                  </a:lnTo>
                  <a:lnTo>
                    <a:pt x="198639" y="3003"/>
                  </a:lnTo>
                  <a:lnTo>
                    <a:pt x="193430" y="2087"/>
                  </a:lnTo>
                  <a:lnTo>
                    <a:pt x="188194" y="1337"/>
                  </a:lnTo>
                  <a:lnTo>
                    <a:pt x="182937" y="752"/>
                  </a:lnTo>
                  <a:lnTo>
                    <a:pt x="177665" y="334"/>
                  </a:lnTo>
                  <a:lnTo>
                    <a:pt x="172382" y="83"/>
                  </a:lnTo>
                  <a:lnTo>
                    <a:pt x="167094" y="0"/>
                  </a:lnTo>
                  <a:lnTo>
                    <a:pt x="1670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21627" y="4659281"/>
              <a:ext cx="101607" cy="167167"/>
            </a:xfrm>
            <a:custGeom>
              <a:avLst/>
              <a:pathLst>
                <a:path w="101607" h="167167">
                  <a:moveTo>
                    <a:pt x="101607" y="0"/>
                  </a:moveTo>
                  <a:lnTo>
                    <a:pt x="95860" y="98"/>
                  </a:lnTo>
                  <a:lnTo>
                    <a:pt x="90120" y="395"/>
                  </a:lnTo>
                  <a:lnTo>
                    <a:pt x="84393" y="888"/>
                  </a:lnTo>
                  <a:lnTo>
                    <a:pt x="78687" y="1578"/>
                  </a:lnTo>
                  <a:lnTo>
                    <a:pt x="73008" y="2464"/>
                  </a:lnTo>
                  <a:lnTo>
                    <a:pt x="67363" y="3544"/>
                  </a:lnTo>
                  <a:lnTo>
                    <a:pt x="61758" y="4818"/>
                  </a:lnTo>
                  <a:lnTo>
                    <a:pt x="56200" y="6284"/>
                  </a:lnTo>
                  <a:lnTo>
                    <a:pt x="50697" y="7940"/>
                  </a:lnTo>
                  <a:lnTo>
                    <a:pt x="45253" y="9785"/>
                  </a:lnTo>
                  <a:lnTo>
                    <a:pt x="39876" y="11815"/>
                  </a:lnTo>
                  <a:lnTo>
                    <a:pt x="34571" y="14029"/>
                  </a:lnTo>
                  <a:lnTo>
                    <a:pt x="29346" y="16424"/>
                  </a:lnTo>
                  <a:lnTo>
                    <a:pt x="24207" y="18997"/>
                  </a:lnTo>
                  <a:lnTo>
                    <a:pt x="19159" y="21746"/>
                  </a:lnTo>
                  <a:lnTo>
                    <a:pt x="14208" y="24666"/>
                  </a:lnTo>
                  <a:lnTo>
                    <a:pt x="9361" y="27755"/>
                  </a:lnTo>
                  <a:lnTo>
                    <a:pt x="4623" y="31009"/>
                  </a:lnTo>
                  <a:lnTo>
                    <a:pt x="0" y="34423"/>
                  </a:lnTo>
                  <a:lnTo>
                    <a:pt x="10160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21627" y="4693705"/>
              <a:ext cx="101607" cy="132743"/>
            </a:xfrm>
            <a:custGeom>
              <a:avLst/>
              <a:pathLst>
                <a:path w="101607" h="132743">
                  <a:moveTo>
                    <a:pt x="0" y="0"/>
                  </a:moveTo>
                  <a:lnTo>
                    <a:pt x="101607" y="1327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21627" y="4693705"/>
              <a:ext cx="101607" cy="132743"/>
            </a:xfrm>
            <a:custGeom>
              <a:avLst/>
              <a:pathLst>
                <a:path w="101607" h="132743">
                  <a:moveTo>
                    <a:pt x="0" y="0"/>
                  </a:moveTo>
                  <a:lnTo>
                    <a:pt x="101607" y="1327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69" y="4693705"/>
              <a:ext cx="256394" cy="299904"/>
            </a:xfrm>
            <a:custGeom>
              <a:avLst/>
              <a:pathLst>
                <a:path w="256394" h="299904">
                  <a:moveTo>
                    <a:pt x="65558" y="0"/>
                  </a:moveTo>
                  <a:lnTo>
                    <a:pt x="61391" y="3296"/>
                  </a:lnTo>
                  <a:lnTo>
                    <a:pt x="57331" y="6722"/>
                  </a:lnTo>
                  <a:lnTo>
                    <a:pt x="53381" y="10277"/>
                  </a:lnTo>
                  <a:lnTo>
                    <a:pt x="49547" y="13954"/>
                  </a:lnTo>
                  <a:lnTo>
                    <a:pt x="45831" y="17752"/>
                  </a:lnTo>
                  <a:lnTo>
                    <a:pt x="42238" y="21666"/>
                  </a:lnTo>
                  <a:lnTo>
                    <a:pt x="38771" y="25692"/>
                  </a:lnTo>
                  <a:lnTo>
                    <a:pt x="35434" y="29827"/>
                  </a:lnTo>
                  <a:lnTo>
                    <a:pt x="32230" y="34065"/>
                  </a:lnTo>
                  <a:lnTo>
                    <a:pt x="29162" y="38403"/>
                  </a:lnTo>
                  <a:lnTo>
                    <a:pt x="26234" y="42836"/>
                  </a:lnTo>
                  <a:lnTo>
                    <a:pt x="23448" y="47361"/>
                  </a:lnTo>
                  <a:lnTo>
                    <a:pt x="20807" y="51971"/>
                  </a:lnTo>
                  <a:lnTo>
                    <a:pt x="18314" y="56663"/>
                  </a:lnTo>
                  <a:lnTo>
                    <a:pt x="15971" y="61432"/>
                  </a:lnTo>
                  <a:lnTo>
                    <a:pt x="13782" y="66273"/>
                  </a:lnTo>
                  <a:lnTo>
                    <a:pt x="11747" y="71181"/>
                  </a:lnTo>
                  <a:lnTo>
                    <a:pt x="9869" y="76151"/>
                  </a:lnTo>
                  <a:lnTo>
                    <a:pt x="8150" y="81178"/>
                  </a:lnTo>
                  <a:lnTo>
                    <a:pt x="6591" y="86258"/>
                  </a:lnTo>
                  <a:lnTo>
                    <a:pt x="5195" y="91384"/>
                  </a:lnTo>
                  <a:lnTo>
                    <a:pt x="3963" y="96552"/>
                  </a:lnTo>
                  <a:lnTo>
                    <a:pt x="2895" y="101757"/>
                  </a:lnTo>
                  <a:lnTo>
                    <a:pt x="1993" y="106993"/>
                  </a:lnTo>
                  <a:lnTo>
                    <a:pt x="1258" y="112255"/>
                  </a:lnTo>
                  <a:lnTo>
                    <a:pt x="691" y="117538"/>
                  </a:lnTo>
                  <a:lnTo>
                    <a:pt x="292" y="122836"/>
                  </a:lnTo>
                  <a:lnTo>
                    <a:pt x="61" y="128144"/>
                  </a:lnTo>
                  <a:lnTo>
                    <a:pt x="0" y="133457"/>
                  </a:lnTo>
                  <a:lnTo>
                    <a:pt x="107" y="138769"/>
                  </a:lnTo>
                  <a:lnTo>
                    <a:pt x="382" y="144075"/>
                  </a:lnTo>
                  <a:lnTo>
                    <a:pt x="827" y="149370"/>
                  </a:lnTo>
                  <a:lnTo>
                    <a:pt x="1439" y="154647"/>
                  </a:lnTo>
                  <a:lnTo>
                    <a:pt x="2219" y="159903"/>
                  </a:lnTo>
                  <a:lnTo>
                    <a:pt x="3165" y="165131"/>
                  </a:lnTo>
                  <a:lnTo>
                    <a:pt x="4278" y="170327"/>
                  </a:lnTo>
                  <a:lnTo>
                    <a:pt x="5554" y="175484"/>
                  </a:lnTo>
                  <a:lnTo>
                    <a:pt x="6994" y="180598"/>
                  </a:lnTo>
                  <a:lnTo>
                    <a:pt x="8596" y="185664"/>
                  </a:lnTo>
                  <a:lnTo>
                    <a:pt x="10358" y="190677"/>
                  </a:lnTo>
                  <a:lnTo>
                    <a:pt x="12278" y="195631"/>
                  </a:lnTo>
                  <a:lnTo>
                    <a:pt x="14355" y="200521"/>
                  </a:lnTo>
                  <a:lnTo>
                    <a:pt x="16586" y="205343"/>
                  </a:lnTo>
                  <a:lnTo>
                    <a:pt x="18969" y="210092"/>
                  </a:lnTo>
                  <a:lnTo>
                    <a:pt x="21502" y="214762"/>
                  </a:lnTo>
                  <a:lnTo>
                    <a:pt x="24182" y="219350"/>
                  </a:lnTo>
                  <a:lnTo>
                    <a:pt x="27007" y="223850"/>
                  </a:lnTo>
                  <a:lnTo>
                    <a:pt x="29973" y="228258"/>
                  </a:lnTo>
                  <a:lnTo>
                    <a:pt x="33077" y="232570"/>
                  </a:lnTo>
                  <a:lnTo>
                    <a:pt x="36318" y="236781"/>
                  </a:lnTo>
                  <a:lnTo>
                    <a:pt x="39690" y="240887"/>
                  </a:lnTo>
                  <a:lnTo>
                    <a:pt x="43191" y="244883"/>
                  </a:lnTo>
                  <a:lnTo>
                    <a:pt x="46817" y="248766"/>
                  </a:lnTo>
                  <a:lnTo>
                    <a:pt x="50565" y="252532"/>
                  </a:lnTo>
                  <a:lnTo>
                    <a:pt x="54431" y="256177"/>
                  </a:lnTo>
                  <a:lnTo>
                    <a:pt x="58411" y="259697"/>
                  </a:lnTo>
                  <a:lnTo>
                    <a:pt x="62500" y="263090"/>
                  </a:lnTo>
                  <a:lnTo>
                    <a:pt x="66695" y="266350"/>
                  </a:lnTo>
                  <a:lnTo>
                    <a:pt x="70992" y="269475"/>
                  </a:lnTo>
                  <a:lnTo>
                    <a:pt x="75386" y="272463"/>
                  </a:lnTo>
                  <a:lnTo>
                    <a:pt x="79872" y="275309"/>
                  </a:lnTo>
                  <a:lnTo>
                    <a:pt x="84447" y="278011"/>
                  </a:lnTo>
                  <a:lnTo>
                    <a:pt x="89105" y="280566"/>
                  </a:lnTo>
                  <a:lnTo>
                    <a:pt x="93843" y="282972"/>
                  </a:lnTo>
                  <a:lnTo>
                    <a:pt x="98654" y="285226"/>
                  </a:lnTo>
                  <a:lnTo>
                    <a:pt x="103534" y="287327"/>
                  </a:lnTo>
                  <a:lnTo>
                    <a:pt x="108479" y="289271"/>
                  </a:lnTo>
                  <a:lnTo>
                    <a:pt x="113483" y="291057"/>
                  </a:lnTo>
                  <a:lnTo>
                    <a:pt x="118541" y="292683"/>
                  </a:lnTo>
                  <a:lnTo>
                    <a:pt x="123648" y="294147"/>
                  </a:lnTo>
                  <a:lnTo>
                    <a:pt x="128800" y="295449"/>
                  </a:lnTo>
                  <a:lnTo>
                    <a:pt x="133990" y="296586"/>
                  </a:lnTo>
                  <a:lnTo>
                    <a:pt x="139213" y="297557"/>
                  </a:lnTo>
                  <a:lnTo>
                    <a:pt x="144465" y="298362"/>
                  </a:lnTo>
                  <a:lnTo>
                    <a:pt x="149740" y="299000"/>
                  </a:lnTo>
                  <a:lnTo>
                    <a:pt x="155032" y="299470"/>
                  </a:lnTo>
                  <a:lnTo>
                    <a:pt x="160337" y="299771"/>
                  </a:lnTo>
                  <a:lnTo>
                    <a:pt x="165648" y="299904"/>
                  </a:lnTo>
                  <a:lnTo>
                    <a:pt x="170961" y="299868"/>
                  </a:lnTo>
                  <a:lnTo>
                    <a:pt x="176270" y="299663"/>
                  </a:lnTo>
                  <a:lnTo>
                    <a:pt x="181570" y="299289"/>
                  </a:lnTo>
                  <a:lnTo>
                    <a:pt x="186856" y="298747"/>
                  </a:lnTo>
                  <a:lnTo>
                    <a:pt x="192121" y="298037"/>
                  </a:lnTo>
                  <a:lnTo>
                    <a:pt x="197362" y="297161"/>
                  </a:lnTo>
                  <a:lnTo>
                    <a:pt x="202572" y="296118"/>
                  </a:lnTo>
                  <a:lnTo>
                    <a:pt x="207746" y="294911"/>
                  </a:lnTo>
                  <a:lnTo>
                    <a:pt x="212879" y="293539"/>
                  </a:lnTo>
                  <a:lnTo>
                    <a:pt x="217966" y="292005"/>
                  </a:lnTo>
                  <a:lnTo>
                    <a:pt x="223001" y="290310"/>
                  </a:lnTo>
                  <a:lnTo>
                    <a:pt x="227980" y="288456"/>
                  </a:lnTo>
                  <a:lnTo>
                    <a:pt x="232898" y="286445"/>
                  </a:lnTo>
                  <a:lnTo>
                    <a:pt x="237749" y="284278"/>
                  </a:lnTo>
                  <a:lnTo>
                    <a:pt x="242530" y="281959"/>
                  </a:lnTo>
                  <a:lnTo>
                    <a:pt x="247233" y="279488"/>
                  </a:lnTo>
                  <a:lnTo>
                    <a:pt x="251856" y="276870"/>
                  </a:lnTo>
                  <a:lnTo>
                    <a:pt x="256394" y="274105"/>
                  </a:lnTo>
                  <a:lnTo>
                    <a:pt x="167165" y="1327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57" cy="308529"/>
            </a:xfrm>
            <a:custGeom>
              <a:avLst/>
              <a:pathLst>
                <a:path w="167157" h="308529">
                  <a:moveTo>
                    <a:pt x="89228" y="308529"/>
                  </a:moveTo>
                  <a:lnTo>
                    <a:pt x="93682" y="305617"/>
                  </a:lnTo>
                  <a:lnTo>
                    <a:pt x="98041" y="302565"/>
                  </a:lnTo>
                  <a:lnTo>
                    <a:pt x="102301" y="299376"/>
                  </a:lnTo>
                  <a:lnTo>
                    <a:pt x="106457" y="296053"/>
                  </a:lnTo>
                  <a:lnTo>
                    <a:pt x="110506" y="292600"/>
                  </a:lnTo>
                  <a:lnTo>
                    <a:pt x="114442" y="289019"/>
                  </a:lnTo>
                  <a:lnTo>
                    <a:pt x="118262" y="285314"/>
                  </a:lnTo>
                  <a:lnTo>
                    <a:pt x="121963" y="281490"/>
                  </a:lnTo>
                  <a:lnTo>
                    <a:pt x="125540" y="277551"/>
                  </a:lnTo>
                  <a:lnTo>
                    <a:pt x="128990" y="273499"/>
                  </a:lnTo>
                  <a:lnTo>
                    <a:pt x="132309" y="269340"/>
                  </a:lnTo>
                  <a:lnTo>
                    <a:pt x="135494" y="265077"/>
                  </a:lnTo>
                  <a:lnTo>
                    <a:pt x="138541" y="260714"/>
                  </a:lnTo>
                  <a:lnTo>
                    <a:pt x="141449" y="256257"/>
                  </a:lnTo>
                  <a:lnTo>
                    <a:pt x="144213" y="251710"/>
                  </a:lnTo>
                  <a:lnTo>
                    <a:pt x="146830" y="247077"/>
                  </a:lnTo>
                  <a:lnTo>
                    <a:pt x="149299" y="242363"/>
                  </a:lnTo>
                  <a:lnTo>
                    <a:pt x="151617" y="237573"/>
                  </a:lnTo>
                  <a:lnTo>
                    <a:pt x="153781" y="232712"/>
                  </a:lnTo>
                  <a:lnTo>
                    <a:pt x="155790" y="227784"/>
                  </a:lnTo>
                  <a:lnTo>
                    <a:pt x="157640" y="222795"/>
                  </a:lnTo>
                  <a:lnTo>
                    <a:pt x="159331" y="217749"/>
                  </a:lnTo>
                  <a:lnTo>
                    <a:pt x="160860" y="212652"/>
                  </a:lnTo>
                  <a:lnTo>
                    <a:pt x="162226" y="207509"/>
                  </a:lnTo>
                  <a:lnTo>
                    <a:pt x="163428" y="202325"/>
                  </a:lnTo>
                  <a:lnTo>
                    <a:pt x="164464" y="197106"/>
                  </a:lnTo>
                  <a:lnTo>
                    <a:pt x="165334" y="191856"/>
                  </a:lnTo>
                  <a:lnTo>
                    <a:pt x="166036" y="186581"/>
                  </a:lnTo>
                  <a:lnTo>
                    <a:pt x="166570" y="181287"/>
                  </a:lnTo>
                  <a:lnTo>
                    <a:pt x="166935" y="175978"/>
                  </a:lnTo>
                  <a:lnTo>
                    <a:pt x="167130" y="170660"/>
                  </a:lnTo>
                  <a:lnTo>
                    <a:pt x="167157" y="165339"/>
                  </a:lnTo>
                  <a:lnTo>
                    <a:pt x="167014" y="160019"/>
                  </a:lnTo>
                  <a:lnTo>
                    <a:pt x="166702" y="154707"/>
                  </a:lnTo>
                  <a:lnTo>
                    <a:pt x="166221" y="149408"/>
                  </a:lnTo>
                  <a:lnTo>
                    <a:pt x="165571" y="144126"/>
                  </a:lnTo>
                  <a:lnTo>
                    <a:pt x="164754" y="138868"/>
                  </a:lnTo>
                  <a:lnTo>
                    <a:pt x="163770" y="133638"/>
                  </a:lnTo>
                  <a:lnTo>
                    <a:pt x="162620" y="128443"/>
                  </a:lnTo>
                  <a:lnTo>
                    <a:pt x="161305" y="123286"/>
                  </a:lnTo>
                  <a:lnTo>
                    <a:pt x="159827" y="118174"/>
                  </a:lnTo>
                  <a:lnTo>
                    <a:pt x="158186" y="113112"/>
                  </a:lnTo>
                  <a:lnTo>
                    <a:pt x="156386" y="108105"/>
                  </a:lnTo>
                  <a:lnTo>
                    <a:pt x="154426" y="103157"/>
                  </a:lnTo>
                  <a:lnTo>
                    <a:pt x="152311" y="98274"/>
                  </a:lnTo>
                  <a:lnTo>
                    <a:pt x="150041" y="93461"/>
                  </a:lnTo>
                  <a:lnTo>
                    <a:pt x="147619" y="88723"/>
                  </a:lnTo>
                  <a:lnTo>
                    <a:pt x="145047" y="84064"/>
                  </a:lnTo>
                  <a:lnTo>
                    <a:pt x="142329" y="79490"/>
                  </a:lnTo>
                  <a:lnTo>
                    <a:pt x="139466" y="75004"/>
                  </a:lnTo>
                  <a:lnTo>
                    <a:pt x="136462" y="70612"/>
                  </a:lnTo>
                  <a:lnTo>
                    <a:pt x="133320" y="66317"/>
                  </a:lnTo>
                  <a:lnTo>
                    <a:pt x="130042" y="62125"/>
                  </a:lnTo>
                  <a:lnTo>
                    <a:pt x="126633" y="58039"/>
                  </a:lnTo>
                  <a:lnTo>
                    <a:pt x="123096" y="54064"/>
                  </a:lnTo>
                  <a:lnTo>
                    <a:pt x="119433" y="50203"/>
                  </a:lnTo>
                  <a:lnTo>
                    <a:pt x="115650" y="46461"/>
                  </a:lnTo>
                  <a:lnTo>
                    <a:pt x="111750" y="42841"/>
                  </a:lnTo>
                  <a:lnTo>
                    <a:pt x="107736" y="39347"/>
                  </a:lnTo>
                  <a:lnTo>
                    <a:pt x="103613" y="35983"/>
                  </a:lnTo>
                  <a:lnTo>
                    <a:pt x="99385" y="32752"/>
                  </a:lnTo>
                  <a:lnTo>
                    <a:pt x="95056" y="29656"/>
                  </a:lnTo>
                  <a:lnTo>
                    <a:pt x="90632" y="26701"/>
                  </a:lnTo>
                  <a:lnTo>
                    <a:pt x="86115" y="23887"/>
                  </a:lnTo>
                  <a:lnTo>
                    <a:pt x="81511" y="21219"/>
                  </a:lnTo>
                  <a:lnTo>
                    <a:pt x="76824" y="18698"/>
                  </a:lnTo>
                  <a:lnTo>
                    <a:pt x="72060" y="16328"/>
                  </a:lnTo>
                  <a:lnTo>
                    <a:pt x="67222" y="14111"/>
                  </a:lnTo>
                  <a:lnTo>
                    <a:pt x="62317" y="12049"/>
                  </a:lnTo>
                  <a:lnTo>
                    <a:pt x="57348" y="10144"/>
                  </a:lnTo>
                  <a:lnTo>
                    <a:pt x="52321" y="8399"/>
                  </a:lnTo>
                  <a:lnTo>
                    <a:pt x="47241" y="6814"/>
                  </a:lnTo>
                  <a:lnTo>
                    <a:pt x="42113" y="5391"/>
                  </a:lnTo>
                  <a:lnTo>
                    <a:pt x="36943" y="4133"/>
                  </a:lnTo>
                  <a:lnTo>
                    <a:pt x="31735" y="3040"/>
                  </a:lnTo>
                  <a:lnTo>
                    <a:pt x="26495" y="2113"/>
                  </a:lnTo>
                  <a:lnTo>
                    <a:pt x="21228" y="1353"/>
                  </a:lnTo>
                  <a:lnTo>
                    <a:pt x="15940" y="761"/>
                  </a:lnTo>
                  <a:lnTo>
                    <a:pt x="10635" y="338"/>
                  </a:lnTo>
                  <a:lnTo>
                    <a:pt x="532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7160" y="4213821"/>
              <a:ext cx="131311" cy="167167"/>
            </a:xfrm>
            <a:custGeom>
              <a:avLst/>
              <a:pathLst>
                <a:path w="131311" h="167167">
                  <a:moveTo>
                    <a:pt x="131311" y="0"/>
                  </a:moveTo>
                  <a:lnTo>
                    <a:pt x="125718" y="93"/>
                  </a:lnTo>
                  <a:lnTo>
                    <a:pt x="120131" y="374"/>
                  </a:lnTo>
                  <a:lnTo>
                    <a:pt x="114557" y="841"/>
                  </a:lnTo>
                  <a:lnTo>
                    <a:pt x="109002" y="1495"/>
                  </a:lnTo>
                  <a:lnTo>
                    <a:pt x="103471" y="2334"/>
                  </a:lnTo>
                  <a:lnTo>
                    <a:pt x="97972" y="3358"/>
                  </a:lnTo>
                  <a:lnTo>
                    <a:pt x="92510" y="4565"/>
                  </a:lnTo>
                  <a:lnTo>
                    <a:pt x="87091" y="5954"/>
                  </a:lnTo>
                  <a:lnTo>
                    <a:pt x="81722" y="7524"/>
                  </a:lnTo>
                  <a:lnTo>
                    <a:pt x="76409" y="9272"/>
                  </a:lnTo>
                  <a:lnTo>
                    <a:pt x="71157" y="11198"/>
                  </a:lnTo>
                  <a:lnTo>
                    <a:pt x="65972" y="13298"/>
                  </a:lnTo>
                  <a:lnTo>
                    <a:pt x="60861" y="15570"/>
                  </a:lnTo>
                  <a:lnTo>
                    <a:pt x="55828" y="18012"/>
                  </a:lnTo>
                  <a:lnTo>
                    <a:pt x="50880" y="20621"/>
                  </a:lnTo>
                  <a:lnTo>
                    <a:pt x="46022" y="23394"/>
                  </a:lnTo>
                  <a:lnTo>
                    <a:pt x="41260" y="26328"/>
                  </a:lnTo>
                  <a:lnTo>
                    <a:pt x="36598" y="29419"/>
                  </a:lnTo>
                  <a:lnTo>
                    <a:pt x="32042" y="32665"/>
                  </a:lnTo>
                  <a:lnTo>
                    <a:pt x="27598" y="36062"/>
                  </a:lnTo>
                  <a:lnTo>
                    <a:pt x="23269" y="39605"/>
                  </a:lnTo>
                  <a:lnTo>
                    <a:pt x="19062" y="43292"/>
                  </a:lnTo>
                  <a:lnTo>
                    <a:pt x="14980" y="47117"/>
                  </a:lnTo>
                  <a:lnTo>
                    <a:pt x="11029" y="51076"/>
                  </a:lnTo>
                  <a:lnTo>
                    <a:pt x="7212" y="55165"/>
                  </a:lnTo>
                  <a:lnTo>
                    <a:pt x="3534" y="59380"/>
                  </a:lnTo>
                  <a:lnTo>
                    <a:pt x="0" y="63715"/>
                  </a:lnTo>
                  <a:lnTo>
                    <a:pt x="13131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7160" y="4277537"/>
              <a:ext cx="131311" cy="103451"/>
            </a:xfrm>
            <a:custGeom>
              <a:avLst/>
              <a:pathLst>
                <a:path w="131311" h="103451">
                  <a:moveTo>
                    <a:pt x="0" y="0"/>
                  </a:moveTo>
                  <a:lnTo>
                    <a:pt x="131311" y="1034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5" y="4277537"/>
              <a:ext cx="334314" cy="270614"/>
            </a:xfrm>
            <a:custGeom>
              <a:avLst/>
              <a:pathLst>
                <a:path w="334314" h="270614">
                  <a:moveTo>
                    <a:pt x="35855" y="0"/>
                  </a:moveTo>
                  <a:lnTo>
                    <a:pt x="32625" y="4236"/>
                  </a:lnTo>
                  <a:lnTo>
                    <a:pt x="29532" y="8573"/>
                  </a:lnTo>
                  <a:lnTo>
                    <a:pt x="26579" y="13007"/>
                  </a:lnTo>
                  <a:lnTo>
                    <a:pt x="23769" y="17533"/>
                  </a:lnTo>
                  <a:lnTo>
                    <a:pt x="21104" y="22146"/>
                  </a:lnTo>
                  <a:lnTo>
                    <a:pt x="18587" y="26841"/>
                  </a:lnTo>
                  <a:lnTo>
                    <a:pt x="16221" y="31614"/>
                  </a:lnTo>
                  <a:lnTo>
                    <a:pt x="14009" y="36460"/>
                  </a:lnTo>
                  <a:lnTo>
                    <a:pt x="11952" y="41375"/>
                  </a:lnTo>
                  <a:lnTo>
                    <a:pt x="10053" y="46352"/>
                  </a:lnTo>
                  <a:lnTo>
                    <a:pt x="8314" y="51387"/>
                  </a:lnTo>
                  <a:lnTo>
                    <a:pt x="6735" y="56475"/>
                  </a:lnTo>
                  <a:lnTo>
                    <a:pt x="5320" y="61611"/>
                  </a:lnTo>
                  <a:lnTo>
                    <a:pt x="4069" y="66789"/>
                  </a:lnTo>
                  <a:lnTo>
                    <a:pt x="2984" y="72005"/>
                  </a:lnTo>
                  <a:lnTo>
                    <a:pt x="2065" y="77252"/>
                  </a:lnTo>
                  <a:lnTo>
                    <a:pt x="1314" y="82526"/>
                  </a:lnTo>
                  <a:lnTo>
                    <a:pt x="731" y="87822"/>
                  </a:lnTo>
                  <a:lnTo>
                    <a:pt x="318" y="93133"/>
                  </a:lnTo>
                  <a:lnTo>
                    <a:pt x="74" y="98455"/>
                  </a:lnTo>
                  <a:lnTo>
                    <a:pt x="0" y="103781"/>
                  </a:lnTo>
                  <a:lnTo>
                    <a:pt x="95" y="109108"/>
                  </a:lnTo>
                  <a:lnTo>
                    <a:pt x="360" y="114428"/>
                  </a:lnTo>
                  <a:lnTo>
                    <a:pt x="794" y="119738"/>
                  </a:lnTo>
                  <a:lnTo>
                    <a:pt x="1398" y="125031"/>
                  </a:lnTo>
                  <a:lnTo>
                    <a:pt x="2170" y="130302"/>
                  </a:lnTo>
                  <a:lnTo>
                    <a:pt x="3109" y="135546"/>
                  </a:lnTo>
                  <a:lnTo>
                    <a:pt x="4215" y="140757"/>
                  </a:lnTo>
                  <a:lnTo>
                    <a:pt x="5486" y="145930"/>
                  </a:lnTo>
                  <a:lnTo>
                    <a:pt x="6922" y="151060"/>
                  </a:lnTo>
                  <a:lnTo>
                    <a:pt x="8521" y="156142"/>
                  </a:lnTo>
                  <a:lnTo>
                    <a:pt x="10280" y="161171"/>
                  </a:lnTo>
                  <a:lnTo>
                    <a:pt x="12199" y="166140"/>
                  </a:lnTo>
                  <a:lnTo>
                    <a:pt x="14275" y="171046"/>
                  </a:lnTo>
                  <a:lnTo>
                    <a:pt x="16507" y="175884"/>
                  </a:lnTo>
                  <a:lnTo>
                    <a:pt x="18891" y="180648"/>
                  </a:lnTo>
                  <a:lnTo>
                    <a:pt x="21426" y="185333"/>
                  </a:lnTo>
                  <a:lnTo>
                    <a:pt x="24109" y="189935"/>
                  </a:lnTo>
                  <a:lnTo>
                    <a:pt x="26938" y="194450"/>
                  </a:lnTo>
                  <a:lnTo>
                    <a:pt x="29908" y="198872"/>
                  </a:lnTo>
                  <a:lnTo>
                    <a:pt x="33018" y="203197"/>
                  </a:lnTo>
                  <a:lnTo>
                    <a:pt x="36265" y="207421"/>
                  </a:lnTo>
                  <a:lnTo>
                    <a:pt x="39644" y="211539"/>
                  </a:lnTo>
                  <a:lnTo>
                    <a:pt x="43153" y="215547"/>
                  </a:lnTo>
                  <a:lnTo>
                    <a:pt x="46788" y="219442"/>
                  </a:lnTo>
                  <a:lnTo>
                    <a:pt x="50545" y="223219"/>
                  </a:lnTo>
                  <a:lnTo>
                    <a:pt x="54420" y="226874"/>
                  </a:lnTo>
                  <a:lnTo>
                    <a:pt x="58410" y="230404"/>
                  </a:lnTo>
                  <a:lnTo>
                    <a:pt x="62511" y="233805"/>
                  </a:lnTo>
                  <a:lnTo>
                    <a:pt x="66717" y="237073"/>
                  </a:lnTo>
                  <a:lnTo>
                    <a:pt x="71026" y="240206"/>
                  </a:lnTo>
                  <a:lnTo>
                    <a:pt x="75433" y="243200"/>
                  </a:lnTo>
                  <a:lnTo>
                    <a:pt x="79932" y="246052"/>
                  </a:lnTo>
                  <a:lnTo>
                    <a:pt x="84520" y="248759"/>
                  </a:lnTo>
                  <a:lnTo>
                    <a:pt x="89192" y="251319"/>
                  </a:lnTo>
                  <a:lnTo>
                    <a:pt x="93943" y="253729"/>
                  </a:lnTo>
                  <a:lnTo>
                    <a:pt x="98769" y="255985"/>
                  </a:lnTo>
                  <a:lnTo>
                    <a:pt x="103664" y="258087"/>
                  </a:lnTo>
                  <a:lnTo>
                    <a:pt x="108624" y="260032"/>
                  </a:lnTo>
                  <a:lnTo>
                    <a:pt x="113643" y="261818"/>
                  </a:lnTo>
                  <a:lnTo>
                    <a:pt x="118716" y="263443"/>
                  </a:lnTo>
                  <a:lnTo>
                    <a:pt x="123839" y="264906"/>
                  </a:lnTo>
                  <a:lnTo>
                    <a:pt x="129005" y="266204"/>
                  </a:lnTo>
                  <a:lnTo>
                    <a:pt x="134210" y="267338"/>
                  </a:lnTo>
                  <a:lnTo>
                    <a:pt x="139449" y="268305"/>
                  </a:lnTo>
                  <a:lnTo>
                    <a:pt x="144716" y="269104"/>
                  </a:lnTo>
                  <a:lnTo>
                    <a:pt x="150006" y="269735"/>
                  </a:lnTo>
                  <a:lnTo>
                    <a:pt x="155313" y="270198"/>
                  </a:lnTo>
                  <a:lnTo>
                    <a:pt x="160632" y="270491"/>
                  </a:lnTo>
                  <a:lnTo>
                    <a:pt x="165958" y="270614"/>
                  </a:lnTo>
                  <a:lnTo>
                    <a:pt x="171285" y="270568"/>
                  </a:lnTo>
                  <a:lnTo>
                    <a:pt x="176608" y="270352"/>
                  </a:lnTo>
                  <a:lnTo>
                    <a:pt x="181921" y="269966"/>
                  </a:lnTo>
                  <a:lnTo>
                    <a:pt x="187220" y="269411"/>
                  </a:lnTo>
                  <a:lnTo>
                    <a:pt x="192498" y="268688"/>
                  </a:lnTo>
                  <a:lnTo>
                    <a:pt x="197750" y="267797"/>
                  </a:lnTo>
                  <a:lnTo>
                    <a:pt x="202971" y="266739"/>
                  </a:lnTo>
                  <a:lnTo>
                    <a:pt x="208156" y="265515"/>
                  </a:lnTo>
                  <a:lnTo>
                    <a:pt x="213299" y="264127"/>
                  </a:lnTo>
                  <a:lnTo>
                    <a:pt x="218395" y="262575"/>
                  </a:lnTo>
                  <a:lnTo>
                    <a:pt x="223440" y="260862"/>
                  </a:lnTo>
                  <a:lnTo>
                    <a:pt x="228427" y="258989"/>
                  </a:lnTo>
                  <a:lnTo>
                    <a:pt x="233352" y="256958"/>
                  </a:lnTo>
                  <a:lnTo>
                    <a:pt x="238209" y="254771"/>
                  </a:lnTo>
                  <a:lnTo>
                    <a:pt x="242995" y="252431"/>
                  </a:lnTo>
                  <a:lnTo>
                    <a:pt x="247704" y="249939"/>
                  </a:lnTo>
                  <a:lnTo>
                    <a:pt x="252330" y="247299"/>
                  </a:lnTo>
                  <a:lnTo>
                    <a:pt x="256871" y="244512"/>
                  </a:lnTo>
                  <a:lnTo>
                    <a:pt x="261320" y="241582"/>
                  </a:lnTo>
                  <a:lnTo>
                    <a:pt x="265673" y="238512"/>
                  </a:lnTo>
                  <a:lnTo>
                    <a:pt x="269927" y="235304"/>
                  </a:lnTo>
                  <a:lnTo>
                    <a:pt x="274076" y="231963"/>
                  </a:lnTo>
                  <a:lnTo>
                    <a:pt x="278117" y="228491"/>
                  </a:lnTo>
                  <a:lnTo>
                    <a:pt x="282045" y="224892"/>
                  </a:lnTo>
                  <a:lnTo>
                    <a:pt x="285856" y="221170"/>
                  </a:lnTo>
                  <a:lnTo>
                    <a:pt x="289547" y="217329"/>
                  </a:lnTo>
                  <a:lnTo>
                    <a:pt x="293113" y="213371"/>
                  </a:lnTo>
                  <a:lnTo>
                    <a:pt x="296551" y="209302"/>
                  </a:lnTo>
                  <a:lnTo>
                    <a:pt x="299859" y="205126"/>
                  </a:lnTo>
                  <a:lnTo>
                    <a:pt x="303031" y="200846"/>
                  </a:lnTo>
                  <a:lnTo>
                    <a:pt x="306065" y="196468"/>
                  </a:lnTo>
                  <a:lnTo>
                    <a:pt x="308959" y="191995"/>
                  </a:lnTo>
                  <a:lnTo>
                    <a:pt x="311708" y="187432"/>
                  </a:lnTo>
                  <a:lnTo>
                    <a:pt x="314311" y="182783"/>
                  </a:lnTo>
                  <a:lnTo>
                    <a:pt x="316764" y="178054"/>
                  </a:lnTo>
                  <a:lnTo>
                    <a:pt x="319065" y="173250"/>
                  </a:lnTo>
                  <a:lnTo>
                    <a:pt x="321212" y="168374"/>
                  </a:lnTo>
                  <a:lnTo>
                    <a:pt x="323202" y="163433"/>
                  </a:lnTo>
                  <a:lnTo>
                    <a:pt x="325034" y="158431"/>
                  </a:lnTo>
                  <a:lnTo>
                    <a:pt x="326706" y="153372"/>
                  </a:lnTo>
                  <a:lnTo>
                    <a:pt x="328216" y="148263"/>
                  </a:lnTo>
                  <a:lnTo>
                    <a:pt x="329562" y="143109"/>
                  </a:lnTo>
                  <a:lnTo>
                    <a:pt x="330743" y="137914"/>
                  </a:lnTo>
                  <a:lnTo>
                    <a:pt x="331758" y="132685"/>
                  </a:lnTo>
                  <a:lnTo>
                    <a:pt x="332606" y="127425"/>
                  </a:lnTo>
                  <a:lnTo>
                    <a:pt x="333286" y="122142"/>
                  </a:lnTo>
                  <a:lnTo>
                    <a:pt x="333797" y="116839"/>
                  </a:lnTo>
                  <a:lnTo>
                    <a:pt x="334139" y="111523"/>
                  </a:lnTo>
                  <a:lnTo>
                    <a:pt x="334311" y="106198"/>
                  </a:lnTo>
                  <a:lnTo>
                    <a:pt x="334314" y="100871"/>
                  </a:lnTo>
                  <a:lnTo>
                    <a:pt x="334147" y="95546"/>
                  </a:lnTo>
                  <a:lnTo>
                    <a:pt x="333810" y="90230"/>
                  </a:lnTo>
                  <a:lnTo>
                    <a:pt x="333304" y="84927"/>
                  </a:lnTo>
                  <a:lnTo>
                    <a:pt x="332630" y="79642"/>
                  </a:lnTo>
                  <a:lnTo>
                    <a:pt x="167167" y="1034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5463" cy="167167"/>
            </a:xfrm>
            <a:custGeom>
              <a:avLst/>
              <a:pathLst>
                <a:path w="165463" h="167167">
                  <a:moveTo>
                    <a:pt x="165463" y="143358"/>
                  </a:moveTo>
                  <a:lnTo>
                    <a:pt x="164603" y="138002"/>
                  </a:lnTo>
                  <a:lnTo>
                    <a:pt x="163570" y="132677"/>
                  </a:lnTo>
                  <a:lnTo>
                    <a:pt x="162365" y="127387"/>
                  </a:lnTo>
                  <a:lnTo>
                    <a:pt x="160989" y="122140"/>
                  </a:lnTo>
                  <a:lnTo>
                    <a:pt x="159443" y="116940"/>
                  </a:lnTo>
                  <a:lnTo>
                    <a:pt x="157729" y="111794"/>
                  </a:lnTo>
                  <a:lnTo>
                    <a:pt x="155850" y="106705"/>
                  </a:lnTo>
                  <a:lnTo>
                    <a:pt x="153806" y="101680"/>
                  </a:lnTo>
                  <a:lnTo>
                    <a:pt x="151600" y="96724"/>
                  </a:lnTo>
                  <a:lnTo>
                    <a:pt x="149235" y="91842"/>
                  </a:lnTo>
                  <a:lnTo>
                    <a:pt x="146712" y="87040"/>
                  </a:lnTo>
                  <a:lnTo>
                    <a:pt x="144035" y="82322"/>
                  </a:lnTo>
                  <a:lnTo>
                    <a:pt x="141206" y="77693"/>
                  </a:lnTo>
                  <a:lnTo>
                    <a:pt x="138229" y="73158"/>
                  </a:lnTo>
                  <a:lnTo>
                    <a:pt x="135106" y="68723"/>
                  </a:lnTo>
                  <a:lnTo>
                    <a:pt x="131841" y="64391"/>
                  </a:lnTo>
                  <a:lnTo>
                    <a:pt x="128437" y="60167"/>
                  </a:lnTo>
                  <a:lnTo>
                    <a:pt x="124897" y="56057"/>
                  </a:lnTo>
                  <a:lnTo>
                    <a:pt x="121226" y="52063"/>
                  </a:lnTo>
                  <a:lnTo>
                    <a:pt x="117428" y="48190"/>
                  </a:lnTo>
                  <a:lnTo>
                    <a:pt x="113506" y="44442"/>
                  </a:lnTo>
                  <a:lnTo>
                    <a:pt x="109464" y="40824"/>
                  </a:lnTo>
                  <a:lnTo>
                    <a:pt x="105307" y="37339"/>
                  </a:lnTo>
                  <a:lnTo>
                    <a:pt x="101039" y="33990"/>
                  </a:lnTo>
                  <a:lnTo>
                    <a:pt x="96665" y="30782"/>
                  </a:lnTo>
                  <a:lnTo>
                    <a:pt x="92189" y="27718"/>
                  </a:lnTo>
                  <a:lnTo>
                    <a:pt x="87615" y="24800"/>
                  </a:lnTo>
                  <a:lnTo>
                    <a:pt x="82950" y="22032"/>
                  </a:lnTo>
                  <a:lnTo>
                    <a:pt x="78197" y="19417"/>
                  </a:lnTo>
                  <a:lnTo>
                    <a:pt x="73362" y="16958"/>
                  </a:lnTo>
                  <a:lnTo>
                    <a:pt x="68450" y="14656"/>
                  </a:lnTo>
                  <a:lnTo>
                    <a:pt x="63465" y="12516"/>
                  </a:lnTo>
                  <a:lnTo>
                    <a:pt x="58414" y="10538"/>
                  </a:lnTo>
                  <a:lnTo>
                    <a:pt x="53301" y="8725"/>
                  </a:lnTo>
                  <a:lnTo>
                    <a:pt x="48132" y="7079"/>
                  </a:lnTo>
                  <a:lnTo>
                    <a:pt x="42913" y="5601"/>
                  </a:lnTo>
                  <a:lnTo>
                    <a:pt x="37648" y="4294"/>
                  </a:lnTo>
                  <a:lnTo>
                    <a:pt x="32344" y="3158"/>
                  </a:lnTo>
                  <a:lnTo>
                    <a:pt x="27005" y="2195"/>
                  </a:lnTo>
                  <a:lnTo>
                    <a:pt x="21638" y="1406"/>
                  </a:lnTo>
                  <a:lnTo>
                    <a:pt x="16249" y="791"/>
                  </a:lnTo>
                  <a:lnTo>
                    <a:pt x="10842" y="351"/>
                  </a:lnTo>
                  <a:lnTo>
                    <a:pt x="5423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3087" y="3707720"/>
              <a:ext cx="165924" cy="167167"/>
            </a:xfrm>
            <a:custGeom>
              <a:avLst/>
              <a:pathLst>
                <a:path w="165924" h="167167">
                  <a:moveTo>
                    <a:pt x="165924" y="0"/>
                  </a:moveTo>
                  <a:lnTo>
                    <a:pt x="160543" y="86"/>
                  </a:lnTo>
                  <a:lnTo>
                    <a:pt x="155167" y="346"/>
                  </a:lnTo>
                  <a:lnTo>
                    <a:pt x="149803" y="779"/>
                  </a:lnTo>
                  <a:lnTo>
                    <a:pt x="144456" y="1384"/>
                  </a:lnTo>
                  <a:lnTo>
                    <a:pt x="139130" y="2161"/>
                  </a:lnTo>
                  <a:lnTo>
                    <a:pt x="133833" y="3109"/>
                  </a:lnTo>
                  <a:lnTo>
                    <a:pt x="128568" y="4227"/>
                  </a:lnTo>
                  <a:lnTo>
                    <a:pt x="123343" y="5514"/>
                  </a:lnTo>
                  <a:lnTo>
                    <a:pt x="118161" y="6968"/>
                  </a:lnTo>
                  <a:lnTo>
                    <a:pt x="113030" y="8588"/>
                  </a:lnTo>
                  <a:lnTo>
                    <a:pt x="107952" y="10373"/>
                  </a:lnTo>
                  <a:lnTo>
                    <a:pt x="102935" y="12320"/>
                  </a:lnTo>
                  <a:lnTo>
                    <a:pt x="97984" y="14428"/>
                  </a:lnTo>
                  <a:lnTo>
                    <a:pt x="93102" y="16694"/>
                  </a:lnTo>
                  <a:lnTo>
                    <a:pt x="88297" y="19116"/>
                  </a:lnTo>
                  <a:lnTo>
                    <a:pt x="83571" y="21692"/>
                  </a:lnTo>
                  <a:lnTo>
                    <a:pt x="78931" y="24418"/>
                  </a:lnTo>
                  <a:lnTo>
                    <a:pt x="74381" y="27292"/>
                  </a:lnTo>
                  <a:lnTo>
                    <a:pt x="69926" y="30311"/>
                  </a:lnTo>
                  <a:lnTo>
                    <a:pt x="65571" y="33472"/>
                  </a:lnTo>
                  <a:lnTo>
                    <a:pt x="61319" y="36772"/>
                  </a:lnTo>
                  <a:lnTo>
                    <a:pt x="57176" y="40207"/>
                  </a:lnTo>
                  <a:lnTo>
                    <a:pt x="53146" y="43773"/>
                  </a:lnTo>
                  <a:lnTo>
                    <a:pt x="49232" y="47467"/>
                  </a:lnTo>
                  <a:lnTo>
                    <a:pt x="45440" y="51285"/>
                  </a:lnTo>
                  <a:lnTo>
                    <a:pt x="41772" y="55224"/>
                  </a:lnTo>
                  <a:lnTo>
                    <a:pt x="38233" y="59278"/>
                  </a:lnTo>
                  <a:lnTo>
                    <a:pt x="34826" y="63444"/>
                  </a:lnTo>
                  <a:lnTo>
                    <a:pt x="31555" y="67718"/>
                  </a:lnTo>
                  <a:lnTo>
                    <a:pt x="28424" y="72095"/>
                  </a:lnTo>
                  <a:lnTo>
                    <a:pt x="25435" y="76570"/>
                  </a:lnTo>
                  <a:lnTo>
                    <a:pt x="22591" y="81139"/>
                  </a:lnTo>
                  <a:lnTo>
                    <a:pt x="19897" y="85797"/>
                  </a:lnTo>
                  <a:lnTo>
                    <a:pt x="17353" y="90540"/>
                  </a:lnTo>
                  <a:lnTo>
                    <a:pt x="14963" y="95362"/>
                  </a:lnTo>
                  <a:lnTo>
                    <a:pt x="12730" y="100259"/>
                  </a:lnTo>
                  <a:lnTo>
                    <a:pt x="10656" y="105224"/>
                  </a:lnTo>
                  <a:lnTo>
                    <a:pt x="8743" y="110254"/>
                  </a:lnTo>
                  <a:lnTo>
                    <a:pt x="6992" y="115343"/>
                  </a:lnTo>
                  <a:lnTo>
                    <a:pt x="5406" y="120486"/>
                  </a:lnTo>
                  <a:lnTo>
                    <a:pt x="3987" y="125677"/>
                  </a:lnTo>
                  <a:lnTo>
                    <a:pt x="2735" y="130911"/>
                  </a:lnTo>
                  <a:lnTo>
                    <a:pt x="1653" y="136183"/>
                  </a:lnTo>
                  <a:lnTo>
                    <a:pt x="741" y="141487"/>
                  </a:lnTo>
                  <a:lnTo>
                    <a:pt x="0" y="146817"/>
                  </a:lnTo>
                  <a:lnTo>
                    <a:pt x="16592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46" y="3708609"/>
              <a:ext cx="334328" cy="333438"/>
            </a:xfrm>
            <a:custGeom>
              <a:avLst/>
              <a:pathLst>
                <a:path w="334328" h="333438">
                  <a:moveTo>
                    <a:pt x="1241" y="145929"/>
                  </a:moveTo>
                  <a:lnTo>
                    <a:pt x="678" y="151207"/>
                  </a:lnTo>
                  <a:lnTo>
                    <a:pt x="284" y="156500"/>
                  </a:lnTo>
                  <a:lnTo>
                    <a:pt x="57" y="161803"/>
                  </a:lnTo>
                  <a:lnTo>
                    <a:pt x="0" y="167111"/>
                  </a:lnTo>
                  <a:lnTo>
                    <a:pt x="110" y="172417"/>
                  </a:lnTo>
                  <a:lnTo>
                    <a:pt x="389" y="177718"/>
                  </a:lnTo>
                  <a:lnTo>
                    <a:pt x="837" y="183007"/>
                  </a:lnTo>
                  <a:lnTo>
                    <a:pt x="1452" y="188279"/>
                  </a:lnTo>
                  <a:lnTo>
                    <a:pt x="2234" y="193529"/>
                  </a:lnTo>
                  <a:lnTo>
                    <a:pt x="3182" y="198752"/>
                  </a:lnTo>
                  <a:lnTo>
                    <a:pt x="4295" y="203942"/>
                  </a:lnTo>
                  <a:lnTo>
                    <a:pt x="5573" y="209093"/>
                  </a:lnTo>
                  <a:lnTo>
                    <a:pt x="7014" y="214202"/>
                  </a:lnTo>
                  <a:lnTo>
                    <a:pt x="8616" y="219262"/>
                  </a:lnTo>
                  <a:lnTo>
                    <a:pt x="10378" y="224269"/>
                  </a:lnTo>
                  <a:lnTo>
                    <a:pt x="12299" y="229218"/>
                  </a:lnTo>
                  <a:lnTo>
                    <a:pt x="14375" y="234103"/>
                  </a:lnTo>
                  <a:lnTo>
                    <a:pt x="16605" y="238919"/>
                  </a:lnTo>
                  <a:lnTo>
                    <a:pt x="18987" y="243663"/>
                  </a:lnTo>
                  <a:lnTo>
                    <a:pt x="21519" y="248328"/>
                  </a:lnTo>
                  <a:lnTo>
                    <a:pt x="24197" y="252911"/>
                  </a:lnTo>
                  <a:lnTo>
                    <a:pt x="27020" y="257406"/>
                  </a:lnTo>
                  <a:lnTo>
                    <a:pt x="29983" y="261809"/>
                  </a:lnTo>
                  <a:lnTo>
                    <a:pt x="33085" y="266117"/>
                  </a:lnTo>
                  <a:lnTo>
                    <a:pt x="36323" y="270323"/>
                  </a:lnTo>
                  <a:lnTo>
                    <a:pt x="39692" y="274425"/>
                  </a:lnTo>
                  <a:lnTo>
                    <a:pt x="43190" y="278417"/>
                  </a:lnTo>
                  <a:lnTo>
                    <a:pt x="46812" y="282296"/>
                  </a:lnTo>
                  <a:lnTo>
                    <a:pt x="50556" y="286059"/>
                  </a:lnTo>
                  <a:lnTo>
                    <a:pt x="54418" y="289701"/>
                  </a:lnTo>
                  <a:lnTo>
                    <a:pt x="58393" y="293218"/>
                  </a:lnTo>
                  <a:lnTo>
                    <a:pt x="62478" y="296607"/>
                  </a:lnTo>
                  <a:lnTo>
                    <a:pt x="66669" y="299865"/>
                  </a:lnTo>
                  <a:lnTo>
                    <a:pt x="70960" y="302988"/>
                  </a:lnTo>
                  <a:lnTo>
                    <a:pt x="75349" y="305974"/>
                  </a:lnTo>
                  <a:lnTo>
                    <a:pt x="79831" y="308818"/>
                  </a:lnTo>
                  <a:lnTo>
                    <a:pt x="84400" y="311519"/>
                  </a:lnTo>
                  <a:lnTo>
                    <a:pt x="89053" y="314074"/>
                  </a:lnTo>
                  <a:lnTo>
                    <a:pt x="93784" y="316479"/>
                  </a:lnTo>
                  <a:lnTo>
                    <a:pt x="98590" y="318733"/>
                  </a:lnTo>
                  <a:lnTo>
                    <a:pt x="103465" y="320833"/>
                  </a:lnTo>
                  <a:lnTo>
                    <a:pt x="108404" y="322778"/>
                  </a:lnTo>
                  <a:lnTo>
                    <a:pt x="113402" y="324564"/>
                  </a:lnTo>
                  <a:lnTo>
                    <a:pt x="118454" y="326192"/>
                  </a:lnTo>
                  <a:lnTo>
                    <a:pt x="123556" y="327657"/>
                  </a:lnTo>
                  <a:lnTo>
                    <a:pt x="128701" y="328961"/>
                  </a:lnTo>
                  <a:lnTo>
                    <a:pt x="133885" y="330100"/>
                  </a:lnTo>
                  <a:lnTo>
                    <a:pt x="139103" y="331074"/>
                  </a:lnTo>
                  <a:lnTo>
                    <a:pt x="144349" y="331881"/>
                  </a:lnTo>
                  <a:lnTo>
                    <a:pt x="149618" y="332522"/>
                  </a:lnTo>
                  <a:lnTo>
                    <a:pt x="154905" y="332996"/>
                  </a:lnTo>
                  <a:lnTo>
                    <a:pt x="160204" y="333301"/>
                  </a:lnTo>
                  <a:lnTo>
                    <a:pt x="165511" y="333438"/>
                  </a:lnTo>
                  <a:lnTo>
                    <a:pt x="170818" y="333406"/>
                  </a:lnTo>
                  <a:lnTo>
                    <a:pt x="176123" y="333206"/>
                  </a:lnTo>
                  <a:lnTo>
                    <a:pt x="181418" y="332837"/>
                  </a:lnTo>
                  <a:lnTo>
                    <a:pt x="186698" y="332301"/>
                  </a:lnTo>
                  <a:lnTo>
                    <a:pt x="191959" y="331597"/>
                  </a:lnTo>
                  <a:lnTo>
                    <a:pt x="197196" y="330726"/>
                  </a:lnTo>
                  <a:lnTo>
                    <a:pt x="202401" y="329690"/>
                  </a:lnTo>
                  <a:lnTo>
                    <a:pt x="207572" y="328489"/>
                  </a:lnTo>
                  <a:lnTo>
                    <a:pt x="212701" y="327124"/>
                  </a:lnTo>
                  <a:lnTo>
                    <a:pt x="217785" y="325597"/>
                  </a:lnTo>
                  <a:lnTo>
                    <a:pt x="222817" y="323910"/>
                  </a:lnTo>
                  <a:lnTo>
                    <a:pt x="227794" y="322064"/>
                  </a:lnTo>
                  <a:lnTo>
                    <a:pt x="232709" y="320060"/>
                  </a:lnTo>
                  <a:lnTo>
                    <a:pt x="237558" y="317902"/>
                  </a:lnTo>
                  <a:lnTo>
                    <a:pt x="242337" y="315591"/>
                  </a:lnTo>
                  <a:lnTo>
                    <a:pt x="247039" y="313129"/>
                  </a:lnTo>
                  <a:lnTo>
                    <a:pt x="251661" y="310519"/>
                  </a:lnTo>
                  <a:lnTo>
                    <a:pt x="256198" y="307764"/>
                  </a:lnTo>
                  <a:lnTo>
                    <a:pt x="260645" y="304866"/>
                  </a:lnTo>
                  <a:lnTo>
                    <a:pt x="264998" y="301828"/>
                  </a:lnTo>
                  <a:lnTo>
                    <a:pt x="269252" y="298654"/>
                  </a:lnTo>
                  <a:lnTo>
                    <a:pt x="273403" y="295346"/>
                  </a:lnTo>
                  <a:lnTo>
                    <a:pt x="277447" y="291908"/>
                  </a:lnTo>
                  <a:lnTo>
                    <a:pt x="281380" y="288343"/>
                  </a:lnTo>
                  <a:lnTo>
                    <a:pt x="285198" y="284656"/>
                  </a:lnTo>
                  <a:lnTo>
                    <a:pt x="288896" y="280849"/>
                  </a:lnTo>
                  <a:lnTo>
                    <a:pt x="292473" y="276926"/>
                  </a:lnTo>
                  <a:lnTo>
                    <a:pt x="295922" y="272892"/>
                  </a:lnTo>
                  <a:lnTo>
                    <a:pt x="299242" y="268751"/>
                  </a:lnTo>
                  <a:lnTo>
                    <a:pt x="302429" y="264506"/>
                  </a:lnTo>
                  <a:lnTo>
                    <a:pt x="305479" y="260162"/>
                  </a:lnTo>
                  <a:lnTo>
                    <a:pt x="308390" y="255723"/>
                  </a:lnTo>
                  <a:lnTo>
                    <a:pt x="311159" y="251195"/>
                  </a:lnTo>
                  <a:lnTo>
                    <a:pt x="313782" y="246580"/>
                  </a:lnTo>
                  <a:lnTo>
                    <a:pt x="316257" y="241885"/>
                  </a:lnTo>
                  <a:lnTo>
                    <a:pt x="318583" y="237113"/>
                  </a:lnTo>
                  <a:lnTo>
                    <a:pt x="320755" y="232270"/>
                  </a:lnTo>
                  <a:lnTo>
                    <a:pt x="322773" y="227361"/>
                  </a:lnTo>
                  <a:lnTo>
                    <a:pt x="324634" y="222390"/>
                  </a:lnTo>
                  <a:lnTo>
                    <a:pt x="326336" y="217362"/>
                  </a:lnTo>
                  <a:lnTo>
                    <a:pt x="327877" y="212283"/>
                  </a:lnTo>
                  <a:lnTo>
                    <a:pt x="329257" y="207158"/>
                  </a:lnTo>
                  <a:lnTo>
                    <a:pt x="330473" y="201991"/>
                  </a:lnTo>
                  <a:lnTo>
                    <a:pt x="331525" y="196788"/>
                  </a:lnTo>
                  <a:lnTo>
                    <a:pt x="332410" y="191555"/>
                  </a:lnTo>
                  <a:lnTo>
                    <a:pt x="333130" y="186296"/>
                  </a:lnTo>
                  <a:lnTo>
                    <a:pt x="333681" y="181016"/>
                  </a:lnTo>
                  <a:lnTo>
                    <a:pt x="334065" y="175722"/>
                  </a:lnTo>
                  <a:lnTo>
                    <a:pt x="334281" y="170419"/>
                  </a:lnTo>
                  <a:lnTo>
                    <a:pt x="334328" y="165111"/>
                  </a:lnTo>
                  <a:lnTo>
                    <a:pt x="334207" y="159805"/>
                  </a:lnTo>
                  <a:lnTo>
                    <a:pt x="333917" y="154505"/>
                  </a:lnTo>
                  <a:lnTo>
                    <a:pt x="333459" y="149217"/>
                  </a:lnTo>
                  <a:lnTo>
                    <a:pt x="332834" y="143946"/>
                  </a:lnTo>
                  <a:lnTo>
                    <a:pt x="332041" y="138697"/>
                  </a:lnTo>
                  <a:lnTo>
                    <a:pt x="331083" y="133477"/>
                  </a:lnTo>
                  <a:lnTo>
                    <a:pt x="329958" y="128289"/>
                  </a:lnTo>
                  <a:lnTo>
                    <a:pt x="328670" y="123140"/>
                  </a:lnTo>
                  <a:lnTo>
                    <a:pt x="327219" y="118034"/>
                  </a:lnTo>
                  <a:lnTo>
                    <a:pt x="325607" y="112977"/>
                  </a:lnTo>
                  <a:lnTo>
                    <a:pt x="323835" y="107973"/>
                  </a:lnTo>
                  <a:lnTo>
                    <a:pt x="321905" y="103029"/>
                  </a:lnTo>
                  <a:lnTo>
                    <a:pt x="319819" y="98148"/>
                  </a:lnTo>
                  <a:lnTo>
                    <a:pt x="317579" y="93336"/>
                  </a:lnTo>
                  <a:lnTo>
                    <a:pt x="315187" y="88597"/>
                  </a:lnTo>
                  <a:lnTo>
                    <a:pt x="312646" y="83937"/>
                  </a:lnTo>
                  <a:lnTo>
                    <a:pt x="309959" y="79360"/>
                  </a:lnTo>
                  <a:lnTo>
                    <a:pt x="307127" y="74870"/>
                  </a:lnTo>
                  <a:lnTo>
                    <a:pt x="304155" y="70473"/>
                  </a:lnTo>
                  <a:lnTo>
                    <a:pt x="301044" y="66172"/>
                  </a:lnTo>
                  <a:lnTo>
                    <a:pt x="297798" y="61972"/>
                  </a:lnTo>
                  <a:lnTo>
                    <a:pt x="294421" y="57877"/>
                  </a:lnTo>
                  <a:lnTo>
                    <a:pt x="290915" y="53892"/>
                  </a:lnTo>
                  <a:lnTo>
                    <a:pt x="287285" y="50019"/>
                  </a:lnTo>
                  <a:lnTo>
                    <a:pt x="283533" y="46264"/>
                  </a:lnTo>
                  <a:lnTo>
                    <a:pt x="279664" y="42630"/>
                  </a:lnTo>
                  <a:lnTo>
                    <a:pt x="275682" y="39121"/>
                  </a:lnTo>
                  <a:lnTo>
                    <a:pt x="271590" y="35740"/>
                  </a:lnTo>
                  <a:lnTo>
                    <a:pt x="267393" y="32490"/>
                  </a:lnTo>
                  <a:lnTo>
                    <a:pt x="263095" y="29376"/>
                  </a:lnTo>
                  <a:lnTo>
                    <a:pt x="258701" y="26399"/>
                  </a:lnTo>
                  <a:lnTo>
                    <a:pt x="254214" y="23564"/>
                  </a:lnTo>
                  <a:lnTo>
                    <a:pt x="249639" y="20872"/>
                  </a:lnTo>
                  <a:lnTo>
                    <a:pt x="244981" y="18327"/>
                  </a:lnTo>
                  <a:lnTo>
                    <a:pt x="240244" y="15931"/>
                  </a:lnTo>
                  <a:lnTo>
                    <a:pt x="235434" y="13687"/>
                  </a:lnTo>
                  <a:lnTo>
                    <a:pt x="230555" y="11596"/>
                  </a:lnTo>
                  <a:lnTo>
                    <a:pt x="225613" y="9662"/>
                  </a:lnTo>
                  <a:lnTo>
                    <a:pt x="220611" y="7885"/>
                  </a:lnTo>
                  <a:lnTo>
                    <a:pt x="215555" y="6268"/>
                  </a:lnTo>
                  <a:lnTo>
                    <a:pt x="210451" y="4812"/>
                  </a:lnTo>
                  <a:lnTo>
                    <a:pt x="205303" y="3519"/>
                  </a:lnTo>
                  <a:lnTo>
                    <a:pt x="200116" y="2391"/>
                  </a:lnTo>
                  <a:lnTo>
                    <a:pt x="194896" y="1427"/>
                  </a:lnTo>
                  <a:lnTo>
                    <a:pt x="189649" y="630"/>
                  </a:lnTo>
                  <a:lnTo>
                    <a:pt x="184378" y="0"/>
                  </a:lnTo>
                  <a:lnTo>
                    <a:pt x="167165" y="1662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17213" cy="167167"/>
            </a:xfrm>
            <a:custGeom>
              <a:avLst/>
              <a:pathLst>
                <a:path w="17213" h="167167">
                  <a:moveTo>
                    <a:pt x="17213" y="888"/>
                  </a:moveTo>
                  <a:lnTo>
                    <a:pt x="8618" y="2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2025-06-05T17:28:31Z</dcterms:modified>
  <cp:category/>
</cp:coreProperties>
</file>