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54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9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9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28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28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54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931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00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54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4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15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69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59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8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93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9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4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74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76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8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26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9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78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42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6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54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69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59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8388" y="3170392"/>
              <a:ext cx="55390" cy="167167"/>
            </a:xfrm>
            <a:custGeom>
              <a:avLst/>
              <a:pathLst>
                <a:path w="55390" h="167167">
                  <a:moveTo>
                    <a:pt x="55390" y="0"/>
                  </a:moveTo>
                  <a:lnTo>
                    <a:pt x="49118" y="117"/>
                  </a:lnTo>
                  <a:lnTo>
                    <a:pt x="42855" y="470"/>
                  </a:lnTo>
                  <a:lnTo>
                    <a:pt x="36610" y="1058"/>
                  </a:lnTo>
                  <a:lnTo>
                    <a:pt x="30392" y="1879"/>
                  </a:lnTo>
                  <a:lnTo>
                    <a:pt x="24208" y="2933"/>
                  </a:lnTo>
                  <a:lnTo>
                    <a:pt x="18069" y="4219"/>
                  </a:lnTo>
                  <a:lnTo>
                    <a:pt x="11982" y="5734"/>
                  </a:lnTo>
                  <a:lnTo>
                    <a:pt x="5956" y="7476"/>
                  </a:lnTo>
                  <a:lnTo>
                    <a:pt x="0" y="9443"/>
                  </a:lnTo>
                  <a:lnTo>
                    <a:pt x="553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8388" y="3179835"/>
              <a:ext cx="55390" cy="157724"/>
            </a:xfrm>
            <a:custGeom>
              <a:avLst/>
              <a:pathLst>
                <a:path w="55390" h="157724">
                  <a:moveTo>
                    <a:pt x="0" y="0"/>
                  </a:moveTo>
                  <a:lnTo>
                    <a:pt x="55390" y="1577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816611" y="3170517"/>
              <a:ext cx="334314" cy="334205"/>
            </a:xfrm>
            <a:custGeom>
              <a:avLst/>
              <a:pathLst>
                <a:path w="334314" h="334205">
                  <a:moveTo>
                    <a:pt x="111777" y="9318"/>
                  </a:moveTo>
                  <a:lnTo>
                    <a:pt x="106823" y="11146"/>
                  </a:lnTo>
                  <a:lnTo>
                    <a:pt x="101930" y="13129"/>
                  </a:lnTo>
                  <a:lnTo>
                    <a:pt x="97101" y="15266"/>
                  </a:lnTo>
                  <a:lnTo>
                    <a:pt x="92343" y="17555"/>
                  </a:lnTo>
                  <a:lnTo>
                    <a:pt x="87659" y="19992"/>
                  </a:lnTo>
                  <a:lnTo>
                    <a:pt x="83055" y="22577"/>
                  </a:lnTo>
                  <a:lnTo>
                    <a:pt x="78534" y="25305"/>
                  </a:lnTo>
                  <a:lnTo>
                    <a:pt x="74102" y="28175"/>
                  </a:lnTo>
                  <a:lnTo>
                    <a:pt x="69763" y="31184"/>
                  </a:lnTo>
                  <a:lnTo>
                    <a:pt x="65521" y="34327"/>
                  </a:lnTo>
                  <a:lnTo>
                    <a:pt x="61380" y="37604"/>
                  </a:lnTo>
                  <a:lnTo>
                    <a:pt x="57345" y="41009"/>
                  </a:lnTo>
                  <a:lnTo>
                    <a:pt x="53420" y="44541"/>
                  </a:lnTo>
                  <a:lnTo>
                    <a:pt x="49608" y="48194"/>
                  </a:lnTo>
                  <a:lnTo>
                    <a:pt x="45913" y="51966"/>
                  </a:lnTo>
                  <a:lnTo>
                    <a:pt x="42339" y="55853"/>
                  </a:lnTo>
                  <a:lnTo>
                    <a:pt x="38890" y="59851"/>
                  </a:lnTo>
                  <a:lnTo>
                    <a:pt x="35569" y="63955"/>
                  </a:lnTo>
                  <a:lnTo>
                    <a:pt x="32379" y="68163"/>
                  </a:lnTo>
                  <a:lnTo>
                    <a:pt x="29323" y="72469"/>
                  </a:lnTo>
                  <a:lnTo>
                    <a:pt x="26405" y="76869"/>
                  </a:lnTo>
                  <a:lnTo>
                    <a:pt x="23627" y="81360"/>
                  </a:lnTo>
                  <a:lnTo>
                    <a:pt x="20993" y="85936"/>
                  </a:lnTo>
                  <a:lnTo>
                    <a:pt x="18504" y="90593"/>
                  </a:lnTo>
                  <a:lnTo>
                    <a:pt x="16164" y="95326"/>
                  </a:lnTo>
                  <a:lnTo>
                    <a:pt x="13975" y="100131"/>
                  </a:lnTo>
                  <a:lnTo>
                    <a:pt x="11938" y="105002"/>
                  </a:lnTo>
                  <a:lnTo>
                    <a:pt x="10056" y="109935"/>
                  </a:lnTo>
                  <a:lnTo>
                    <a:pt x="8331" y="114926"/>
                  </a:lnTo>
                  <a:lnTo>
                    <a:pt x="6764" y="119968"/>
                  </a:lnTo>
                  <a:lnTo>
                    <a:pt x="5358" y="125057"/>
                  </a:lnTo>
                  <a:lnTo>
                    <a:pt x="4112" y="130188"/>
                  </a:lnTo>
                  <a:lnTo>
                    <a:pt x="3030" y="135356"/>
                  </a:lnTo>
                  <a:lnTo>
                    <a:pt x="2111" y="140556"/>
                  </a:lnTo>
                  <a:lnTo>
                    <a:pt x="1357" y="145782"/>
                  </a:lnTo>
                  <a:lnTo>
                    <a:pt x="768" y="151029"/>
                  </a:lnTo>
                  <a:lnTo>
                    <a:pt x="345" y="156292"/>
                  </a:lnTo>
                  <a:lnTo>
                    <a:pt x="89" y="161566"/>
                  </a:lnTo>
                  <a:lnTo>
                    <a:pt x="0" y="166845"/>
                  </a:lnTo>
                  <a:lnTo>
                    <a:pt x="77" y="172125"/>
                  </a:lnTo>
                  <a:lnTo>
                    <a:pt x="321" y="177399"/>
                  </a:lnTo>
                  <a:lnTo>
                    <a:pt x="731" y="182663"/>
                  </a:lnTo>
                  <a:lnTo>
                    <a:pt x="1307" y="187912"/>
                  </a:lnTo>
                  <a:lnTo>
                    <a:pt x="2049" y="193140"/>
                  </a:lnTo>
                  <a:lnTo>
                    <a:pt x="2956" y="198341"/>
                  </a:lnTo>
                  <a:lnTo>
                    <a:pt x="4026" y="203512"/>
                  </a:lnTo>
                  <a:lnTo>
                    <a:pt x="5259" y="208646"/>
                  </a:lnTo>
                  <a:lnTo>
                    <a:pt x="6654" y="213738"/>
                  </a:lnTo>
                  <a:lnTo>
                    <a:pt x="8209" y="218784"/>
                  </a:lnTo>
                  <a:lnTo>
                    <a:pt x="9922" y="223779"/>
                  </a:lnTo>
                  <a:lnTo>
                    <a:pt x="11792" y="228716"/>
                  </a:lnTo>
                  <a:lnTo>
                    <a:pt x="13818" y="233593"/>
                  </a:lnTo>
                  <a:lnTo>
                    <a:pt x="15996" y="238402"/>
                  </a:lnTo>
                  <a:lnTo>
                    <a:pt x="18325" y="243141"/>
                  </a:lnTo>
                  <a:lnTo>
                    <a:pt x="20803" y="247804"/>
                  </a:lnTo>
                  <a:lnTo>
                    <a:pt x="23426" y="252386"/>
                  </a:lnTo>
                  <a:lnTo>
                    <a:pt x="26193" y="256883"/>
                  </a:lnTo>
                  <a:lnTo>
                    <a:pt x="29101" y="261290"/>
                  </a:lnTo>
                  <a:lnTo>
                    <a:pt x="32146" y="265604"/>
                  </a:lnTo>
                  <a:lnTo>
                    <a:pt x="35326" y="269819"/>
                  </a:lnTo>
                  <a:lnTo>
                    <a:pt x="38638" y="273931"/>
                  </a:lnTo>
                  <a:lnTo>
                    <a:pt x="42078" y="277937"/>
                  </a:lnTo>
                  <a:lnTo>
                    <a:pt x="45643" y="281832"/>
                  </a:lnTo>
                  <a:lnTo>
                    <a:pt x="49329" y="285613"/>
                  </a:lnTo>
                  <a:lnTo>
                    <a:pt x="53132" y="289275"/>
                  </a:lnTo>
                  <a:lnTo>
                    <a:pt x="57049" y="292816"/>
                  </a:lnTo>
                  <a:lnTo>
                    <a:pt x="61076" y="296231"/>
                  </a:lnTo>
                  <a:lnTo>
                    <a:pt x="65209" y="299517"/>
                  </a:lnTo>
                  <a:lnTo>
                    <a:pt x="69444" y="302671"/>
                  </a:lnTo>
                  <a:lnTo>
                    <a:pt x="73776" y="305689"/>
                  </a:lnTo>
                  <a:lnTo>
                    <a:pt x="78201" y="308569"/>
                  </a:lnTo>
                  <a:lnTo>
                    <a:pt x="82715" y="311309"/>
                  </a:lnTo>
                  <a:lnTo>
                    <a:pt x="87314" y="313904"/>
                  </a:lnTo>
                  <a:lnTo>
                    <a:pt x="91992" y="316352"/>
                  </a:lnTo>
                  <a:lnTo>
                    <a:pt x="96745" y="318652"/>
                  </a:lnTo>
                  <a:lnTo>
                    <a:pt x="101568" y="320800"/>
                  </a:lnTo>
                  <a:lnTo>
                    <a:pt x="106457" y="322795"/>
                  </a:lnTo>
                  <a:lnTo>
                    <a:pt x="111406" y="324635"/>
                  </a:lnTo>
                  <a:lnTo>
                    <a:pt x="116411" y="326318"/>
                  </a:lnTo>
                  <a:lnTo>
                    <a:pt x="121466" y="327841"/>
                  </a:lnTo>
                  <a:lnTo>
                    <a:pt x="126567" y="329204"/>
                  </a:lnTo>
                  <a:lnTo>
                    <a:pt x="131709" y="330405"/>
                  </a:lnTo>
                  <a:lnTo>
                    <a:pt x="136886" y="331444"/>
                  </a:lnTo>
                  <a:lnTo>
                    <a:pt x="142093" y="332318"/>
                  </a:lnTo>
                  <a:lnTo>
                    <a:pt x="147325" y="333028"/>
                  </a:lnTo>
                  <a:lnTo>
                    <a:pt x="152577" y="333571"/>
                  </a:lnTo>
                  <a:lnTo>
                    <a:pt x="157844" y="333949"/>
                  </a:lnTo>
                  <a:lnTo>
                    <a:pt x="163120" y="334160"/>
                  </a:lnTo>
                  <a:lnTo>
                    <a:pt x="168400" y="334205"/>
                  </a:lnTo>
                  <a:lnTo>
                    <a:pt x="173678" y="334082"/>
                  </a:lnTo>
                  <a:lnTo>
                    <a:pt x="178950" y="333793"/>
                  </a:lnTo>
                  <a:lnTo>
                    <a:pt x="184211" y="333338"/>
                  </a:lnTo>
                  <a:lnTo>
                    <a:pt x="189454" y="332717"/>
                  </a:lnTo>
                  <a:lnTo>
                    <a:pt x="194675" y="331930"/>
                  </a:lnTo>
                  <a:lnTo>
                    <a:pt x="199869" y="330979"/>
                  </a:lnTo>
                  <a:lnTo>
                    <a:pt x="205030" y="329865"/>
                  </a:lnTo>
                  <a:lnTo>
                    <a:pt x="210154" y="328588"/>
                  </a:lnTo>
                  <a:lnTo>
                    <a:pt x="215234" y="327150"/>
                  </a:lnTo>
                  <a:lnTo>
                    <a:pt x="220267" y="325552"/>
                  </a:lnTo>
                  <a:lnTo>
                    <a:pt x="225246" y="323796"/>
                  </a:lnTo>
                  <a:lnTo>
                    <a:pt x="230168" y="321883"/>
                  </a:lnTo>
                  <a:lnTo>
                    <a:pt x="235026" y="319816"/>
                  </a:lnTo>
                  <a:lnTo>
                    <a:pt x="239817" y="317597"/>
                  </a:lnTo>
                  <a:lnTo>
                    <a:pt x="244536" y="315227"/>
                  </a:lnTo>
                  <a:lnTo>
                    <a:pt x="249177" y="312710"/>
                  </a:lnTo>
                  <a:lnTo>
                    <a:pt x="253737" y="310047"/>
                  </a:lnTo>
                  <a:lnTo>
                    <a:pt x="258210" y="307242"/>
                  </a:lnTo>
                  <a:lnTo>
                    <a:pt x="262592" y="304297"/>
                  </a:lnTo>
                  <a:lnTo>
                    <a:pt x="266880" y="301215"/>
                  </a:lnTo>
                  <a:lnTo>
                    <a:pt x="271067" y="297999"/>
                  </a:lnTo>
                  <a:lnTo>
                    <a:pt x="275151" y="294652"/>
                  </a:lnTo>
                  <a:lnTo>
                    <a:pt x="279127" y="291178"/>
                  </a:lnTo>
                  <a:lnTo>
                    <a:pt x="282992" y="287580"/>
                  </a:lnTo>
                  <a:lnTo>
                    <a:pt x="286741" y="283862"/>
                  </a:lnTo>
                  <a:lnTo>
                    <a:pt x="290371" y="280027"/>
                  </a:lnTo>
                  <a:lnTo>
                    <a:pt x="293878" y="276080"/>
                  </a:lnTo>
                  <a:lnTo>
                    <a:pt x="297258" y="272024"/>
                  </a:lnTo>
                  <a:lnTo>
                    <a:pt x="300509" y="267863"/>
                  </a:lnTo>
                  <a:lnTo>
                    <a:pt x="303626" y="263602"/>
                  </a:lnTo>
                  <a:lnTo>
                    <a:pt x="306608" y="259244"/>
                  </a:lnTo>
                  <a:lnTo>
                    <a:pt x="309450" y="254794"/>
                  </a:lnTo>
                  <a:lnTo>
                    <a:pt x="312150" y="250257"/>
                  </a:lnTo>
                  <a:lnTo>
                    <a:pt x="314706" y="245636"/>
                  </a:lnTo>
                  <a:lnTo>
                    <a:pt x="317115" y="240938"/>
                  </a:lnTo>
                  <a:lnTo>
                    <a:pt x="319374" y="236165"/>
                  </a:lnTo>
                  <a:lnTo>
                    <a:pt x="321481" y="231324"/>
                  </a:lnTo>
                  <a:lnTo>
                    <a:pt x="323434" y="226418"/>
                  </a:lnTo>
                  <a:lnTo>
                    <a:pt x="325231" y="221453"/>
                  </a:lnTo>
                  <a:lnTo>
                    <a:pt x="326871" y="216434"/>
                  </a:lnTo>
                  <a:lnTo>
                    <a:pt x="328351" y="211366"/>
                  </a:lnTo>
                  <a:lnTo>
                    <a:pt x="329670" y="206253"/>
                  </a:lnTo>
                  <a:lnTo>
                    <a:pt x="330828" y="201102"/>
                  </a:lnTo>
                  <a:lnTo>
                    <a:pt x="331822" y="195916"/>
                  </a:lnTo>
                  <a:lnTo>
                    <a:pt x="332651" y="190701"/>
                  </a:lnTo>
                  <a:lnTo>
                    <a:pt x="333316" y="185463"/>
                  </a:lnTo>
                  <a:lnTo>
                    <a:pt x="333815" y="180207"/>
                  </a:lnTo>
                  <a:lnTo>
                    <a:pt x="334148" y="174937"/>
                  </a:lnTo>
                  <a:lnTo>
                    <a:pt x="334314" y="169660"/>
                  </a:lnTo>
                  <a:lnTo>
                    <a:pt x="334313" y="164380"/>
                  </a:lnTo>
                  <a:lnTo>
                    <a:pt x="334146" y="159102"/>
                  </a:lnTo>
                  <a:lnTo>
                    <a:pt x="333812" y="153833"/>
                  </a:lnTo>
                  <a:lnTo>
                    <a:pt x="333311" y="148576"/>
                  </a:lnTo>
                  <a:lnTo>
                    <a:pt x="332645" y="143339"/>
                  </a:lnTo>
                  <a:lnTo>
                    <a:pt x="331814" y="138124"/>
                  </a:lnTo>
                  <a:lnTo>
                    <a:pt x="330819" y="132939"/>
                  </a:lnTo>
                  <a:lnTo>
                    <a:pt x="329660" y="127787"/>
                  </a:lnTo>
                  <a:lnTo>
                    <a:pt x="328339" y="122675"/>
                  </a:lnTo>
                  <a:lnTo>
                    <a:pt x="326858" y="117607"/>
                  </a:lnTo>
                  <a:lnTo>
                    <a:pt x="325217" y="112589"/>
                  </a:lnTo>
                  <a:lnTo>
                    <a:pt x="323418" y="107624"/>
                  </a:lnTo>
                  <a:lnTo>
                    <a:pt x="321464" y="102719"/>
                  </a:lnTo>
                  <a:lnTo>
                    <a:pt x="319355" y="97878"/>
                  </a:lnTo>
                  <a:lnTo>
                    <a:pt x="317095" y="93107"/>
                  </a:lnTo>
                  <a:lnTo>
                    <a:pt x="314685" y="88408"/>
                  </a:lnTo>
                  <a:lnTo>
                    <a:pt x="312128" y="83789"/>
                  </a:lnTo>
                  <a:lnTo>
                    <a:pt x="309427" y="79252"/>
                  </a:lnTo>
                  <a:lnTo>
                    <a:pt x="306583" y="74803"/>
                  </a:lnTo>
                  <a:lnTo>
                    <a:pt x="303601" y="70446"/>
                  </a:lnTo>
                  <a:lnTo>
                    <a:pt x="300482" y="66185"/>
                  </a:lnTo>
                  <a:lnTo>
                    <a:pt x="297230" y="62025"/>
                  </a:lnTo>
                  <a:lnTo>
                    <a:pt x="293849" y="57970"/>
                  </a:lnTo>
                  <a:lnTo>
                    <a:pt x="290341" y="54024"/>
                  </a:lnTo>
                  <a:lnTo>
                    <a:pt x="286710" y="50190"/>
                  </a:lnTo>
                  <a:lnTo>
                    <a:pt x="282960" y="46473"/>
                  </a:lnTo>
                  <a:lnTo>
                    <a:pt x="279095" y="42876"/>
                  </a:lnTo>
                  <a:lnTo>
                    <a:pt x="275118" y="39403"/>
                  </a:lnTo>
                  <a:lnTo>
                    <a:pt x="271033" y="36058"/>
                  </a:lnTo>
                  <a:lnTo>
                    <a:pt x="266844" y="32843"/>
                  </a:lnTo>
                  <a:lnTo>
                    <a:pt x="262556" y="29762"/>
                  </a:lnTo>
                  <a:lnTo>
                    <a:pt x="258173" y="26818"/>
                  </a:lnTo>
                  <a:lnTo>
                    <a:pt x="253699" y="24013"/>
                  </a:lnTo>
                  <a:lnTo>
                    <a:pt x="249139" y="21352"/>
                  </a:lnTo>
                  <a:lnTo>
                    <a:pt x="244497" y="18836"/>
                  </a:lnTo>
                  <a:lnTo>
                    <a:pt x="239778" y="16468"/>
                  </a:lnTo>
                  <a:lnTo>
                    <a:pt x="234986" y="14249"/>
                  </a:lnTo>
                  <a:lnTo>
                    <a:pt x="230127" y="12184"/>
                  </a:lnTo>
                  <a:lnTo>
                    <a:pt x="225205" y="10273"/>
                  </a:lnTo>
                  <a:lnTo>
                    <a:pt x="220225" y="8518"/>
                  </a:lnTo>
                  <a:lnTo>
                    <a:pt x="215192" y="6921"/>
                  </a:lnTo>
                  <a:lnTo>
                    <a:pt x="210111" y="5485"/>
                  </a:lnTo>
                  <a:lnTo>
                    <a:pt x="204987" y="4209"/>
                  </a:lnTo>
                  <a:lnTo>
                    <a:pt x="199826" y="3096"/>
                  </a:lnTo>
                  <a:lnTo>
                    <a:pt x="194632" y="2146"/>
                  </a:lnTo>
                  <a:lnTo>
                    <a:pt x="189411" y="1361"/>
                  </a:lnTo>
                  <a:lnTo>
                    <a:pt x="184167" y="741"/>
                  </a:lnTo>
                  <a:lnTo>
                    <a:pt x="178907" y="287"/>
                  </a:lnTo>
                  <a:lnTo>
                    <a:pt x="173634" y="0"/>
                  </a:lnTo>
                  <a:lnTo>
                    <a:pt x="167167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83779" y="3170392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1864" y="2633064"/>
              <a:ext cx="167146" cy="196710"/>
            </a:xfrm>
            <a:custGeom>
              <a:avLst/>
              <a:pathLst>
                <a:path w="167146" h="196710">
                  <a:moveTo>
                    <a:pt x="167146" y="0"/>
                  </a:moveTo>
                  <a:lnTo>
                    <a:pt x="161734" y="87"/>
                  </a:lnTo>
                  <a:lnTo>
                    <a:pt x="156328" y="350"/>
                  </a:lnTo>
                  <a:lnTo>
                    <a:pt x="150934" y="788"/>
                  </a:lnTo>
                  <a:lnTo>
                    <a:pt x="145556" y="1400"/>
                  </a:lnTo>
                  <a:lnTo>
                    <a:pt x="140201" y="2185"/>
                  </a:lnTo>
                  <a:lnTo>
                    <a:pt x="134874" y="3144"/>
                  </a:lnTo>
                  <a:lnTo>
                    <a:pt x="129581" y="4275"/>
                  </a:lnTo>
                  <a:lnTo>
                    <a:pt x="124327" y="5576"/>
                  </a:lnTo>
                  <a:lnTo>
                    <a:pt x="119119" y="7047"/>
                  </a:lnTo>
                  <a:lnTo>
                    <a:pt x="113960" y="8686"/>
                  </a:lnTo>
                  <a:lnTo>
                    <a:pt x="108857" y="10491"/>
                  </a:lnTo>
                  <a:lnTo>
                    <a:pt x="103816" y="12460"/>
                  </a:lnTo>
                  <a:lnTo>
                    <a:pt x="98841" y="14591"/>
                  </a:lnTo>
                  <a:lnTo>
                    <a:pt x="93937" y="16883"/>
                  </a:lnTo>
                  <a:lnTo>
                    <a:pt x="89110" y="19331"/>
                  </a:lnTo>
                  <a:lnTo>
                    <a:pt x="84365" y="21935"/>
                  </a:lnTo>
                  <a:lnTo>
                    <a:pt x="79707" y="24691"/>
                  </a:lnTo>
                  <a:lnTo>
                    <a:pt x="75141" y="27596"/>
                  </a:lnTo>
                  <a:lnTo>
                    <a:pt x="70671" y="30648"/>
                  </a:lnTo>
                  <a:lnTo>
                    <a:pt x="66302" y="33843"/>
                  </a:lnTo>
                  <a:lnTo>
                    <a:pt x="62038" y="37177"/>
                  </a:lnTo>
                  <a:lnTo>
                    <a:pt x="57885" y="40648"/>
                  </a:lnTo>
                  <a:lnTo>
                    <a:pt x="53847" y="44252"/>
                  </a:lnTo>
                  <a:lnTo>
                    <a:pt x="49927" y="47984"/>
                  </a:lnTo>
                  <a:lnTo>
                    <a:pt x="46130" y="51841"/>
                  </a:lnTo>
                  <a:lnTo>
                    <a:pt x="42460" y="55819"/>
                  </a:lnTo>
                  <a:lnTo>
                    <a:pt x="38921" y="59914"/>
                  </a:lnTo>
                  <a:lnTo>
                    <a:pt x="35516" y="64121"/>
                  </a:lnTo>
                  <a:lnTo>
                    <a:pt x="32249" y="68437"/>
                  </a:lnTo>
                  <a:lnTo>
                    <a:pt x="29123" y="72856"/>
                  </a:lnTo>
                  <a:lnTo>
                    <a:pt x="26142" y="77373"/>
                  </a:lnTo>
                  <a:lnTo>
                    <a:pt x="23309" y="81985"/>
                  </a:lnTo>
                  <a:lnTo>
                    <a:pt x="20627" y="86686"/>
                  </a:lnTo>
                  <a:lnTo>
                    <a:pt x="18099" y="91472"/>
                  </a:lnTo>
                  <a:lnTo>
                    <a:pt x="15726" y="96336"/>
                  </a:lnTo>
                  <a:lnTo>
                    <a:pt x="13513" y="101275"/>
                  </a:lnTo>
                  <a:lnTo>
                    <a:pt x="11460" y="106284"/>
                  </a:lnTo>
                  <a:lnTo>
                    <a:pt x="9571" y="111356"/>
                  </a:lnTo>
                  <a:lnTo>
                    <a:pt x="7846" y="116486"/>
                  </a:lnTo>
                  <a:lnTo>
                    <a:pt x="6289" y="121670"/>
                  </a:lnTo>
                  <a:lnTo>
                    <a:pt x="4901" y="126901"/>
                  </a:lnTo>
                  <a:lnTo>
                    <a:pt x="3682" y="132174"/>
                  </a:lnTo>
                  <a:lnTo>
                    <a:pt x="2635" y="137485"/>
                  </a:lnTo>
                  <a:lnTo>
                    <a:pt x="1760" y="142826"/>
                  </a:lnTo>
                  <a:lnTo>
                    <a:pt x="1059" y="148193"/>
                  </a:lnTo>
                  <a:lnTo>
                    <a:pt x="532" y="153579"/>
                  </a:lnTo>
                  <a:lnTo>
                    <a:pt x="179" y="158980"/>
                  </a:lnTo>
                  <a:lnTo>
                    <a:pt x="2" y="164390"/>
                  </a:lnTo>
                  <a:lnTo>
                    <a:pt x="0" y="169802"/>
                  </a:lnTo>
                  <a:lnTo>
                    <a:pt x="172" y="175212"/>
                  </a:lnTo>
                  <a:lnTo>
                    <a:pt x="520" y="180613"/>
                  </a:lnTo>
                  <a:lnTo>
                    <a:pt x="1043" y="186000"/>
                  </a:lnTo>
                  <a:lnTo>
                    <a:pt x="1740" y="191368"/>
                  </a:lnTo>
                  <a:lnTo>
                    <a:pt x="2610" y="19671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4475" y="2800231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4475" y="2650504"/>
              <a:ext cx="331702" cy="316889"/>
            </a:xfrm>
            <a:custGeom>
              <a:avLst/>
              <a:pathLst>
                <a:path w="331702" h="316889">
                  <a:moveTo>
                    <a:pt x="0" y="179269"/>
                  </a:moveTo>
                  <a:lnTo>
                    <a:pt x="1023" y="184490"/>
                  </a:lnTo>
                  <a:lnTo>
                    <a:pt x="2212" y="189676"/>
                  </a:lnTo>
                  <a:lnTo>
                    <a:pt x="3565" y="194821"/>
                  </a:lnTo>
                  <a:lnTo>
                    <a:pt x="5082" y="199921"/>
                  </a:lnTo>
                  <a:lnTo>
                    <a:pt x="6760" y="204969"/>
                  </a:lnTo>
                  <a:lnTo>
                    <a:pt x="8598" y="209962"/>
                  </a:lnTo>
                  <a:lnTo>
                    <a:pt x="10594" y="214894"/>
                  </a:lnTo>
                  <a:lnTo>
                    <a:pt x="12745" y="219759"/>
                  </a:lnTo>
                  <a:lnTo>
                    <a:pt x="15051" y="224554"/>
                  </a:lnTo>
                  <a:lnTo>
                    <a:pt x="17508" y="229273"/>
                  </a:lnTo>
                  <a:lnTo>
                    <a:pt x="20113" y="233912"/>
                  </a:lnTo>
                  <a:lnTo>
                    <a:pt x="22865" y="238465"/>
                  </a:lnTo>
                  <a:lnTo>
                    <a:pt x="25761" y="242928"/>
                  </a:lnTo>
                  <a:lnTo>
                    <a:pt x="28797" y="247297"/>
                  </a:lnTo>
                  <a:lnTo>
                    <a:pt x="31971" y="251567"/>
                  </a:lnTo>
                  <a:lnTo>
                    <a:pt x="35279" y="255734"/>
                  </a:lnTo>
                  <a:lnTo>
                    <a:pt x="38717" y="259793"/>
                  </a:lnTo>
                  <a:lnTo>
                    <a:pt x="42284" y="263741"/>
                  </a:lnTo>
                  <a:lnTo>
                    <a:pt x="45974" y="267574"/>
                  </a:lnTo>
                  <a:lnTo>
                    <a:pt x="49784" y="271287"/>
                  </a:lnTo>
                  <a:lnTo>
                    <a:pt x="53710" y="274877"/>
                  </a:lnTo>
                  <a:lnTo>
                    <a:pt x="57749" y="278340"/>
                  </a:lnTo>
                  <a:lnTo>
                    <a:pt x="61896" y="281673"/>
                  </a:lnTo>
                  <a:lnTo>
                    <a:pt x="66146" y="284873"/>
                  </a:lnTo>
                  <a:lnTo>
                    <a:pt x="70497" y="287935"/>
                  </a:lnTo>
                  <a:lnTo>
                    <a:pt x="74942" y="290858"/>
                  </a:lnTo>
                  <a:lnTo>
                    <a:pt x="79479" y="293637"/>
                  </a:lnTo>
                  <a:lnTo>
                    <a:pt x="84101" y="296271"/>
                  </a:lnTo>
                  <a:lnTo>
                    <a:pt x="88805" y="298756"/>
                  </a:lnTo>
                  <a:lnTo>
                    <a:pt x="93586" y="301091"/>
                  </a:lnTo>
                  <a:lnTo>
                    <a:pt x="98439" y="303272"/>
                  </a:lnTo>
                  <a:lnTo>
                    <a:pt x="103358" y="305297"/>
                  </a:lnTo>
                  <a:lnTo>
                    <a:pt x="108340" y="307165"/>
                  </a:lnTo>
                  <a:lnTo>
                    <a:pt x="113378" y="308874"/>
                  </a:lnTo>
                  <a:lnTo>
                    <a:pt x="118469" y="310421"/>
                  </a:lnTo>
                  <a:lnTo>
                    <a:pt x="123605" y="311806"/>
                  </a:lnTo>
                  <a:lnTo>
                    <a:pt x="128784" y="313026"/>
                  </a:lnTo>
                  <a:lnTo>
                    <a:pt x="133998" y="314081"/>
                  </a:lnTo>
                  <a:lnTo>
                    <a:pt x="139244" y="314969"/>
                  </a:lnTo>
                  <a:lnTo>
                    <a:pt x="144515" y="315691"/>
                  </a:lnTo>
                  <a:lnTo>
                    <a:pt x="149806" y="316244"/>
                  </a:lnTo>
                  <a:lnTo>
                    <a:pt x="155113" y="316628"/>
                  </a:lnTo>
                  <a:lnTo>
                    <a:pt x="160429" y="316843"/>
                  </a:lnTo>
                  <a:lnTo>
                    <a:pt x="165749" y="316889"/>
                  </a:lnTo>
                  <a:lnTo>
                    <a:pt x="171067" y="316766"/>
                  </a:lnTo>
                  <a:lnTo>
                    <a:pt x="176380" y="316474"/>
                  </a:lnTo>
                  <a:lnTo>
                    <a:pt x="181680" y="316012"/>
                  </a:lnTo>
                  <a:lnTo>
                    <a:pt x="186963" y="315383"/>
                  </a:lnTo>
                  <a:lnTo>
                    <a:pt x="192223" y="314585"/>
                  </a:lnTo>
                  <a:lnTo>
                    <a:pt x="197455" y="313620"/>
                  </a:lnTo>
                  <a:lnTo>
                    <a:pt x="202654" y="312490"/>
                  </a:lnTo>
                  <a:lnTo>
                    <a:pt x="207814" y="311195"/>
                  </a:lnTo>
                  <a:lnTo>
                    <a:pt x="212930" y="309736"/>
                  </a:lnTo>
                  <a:lnTo>
                    <a:pt x="217997" y="308115"/>
                  </a:lnTo>
                  <a:lnTo>
                    <a:pt x="223010" y="306333"/>
                  </a:lnTo>
                  <a:lnTo>
                    <a:pt x="227964" y="304393"/>
                  </a:lnTo>
                  <a:lnTo>
                    <a:pt x="232854" y="302296"/>
                  </a:lnTo>
                  <a:lnTo>
                    <a:pt x="237674" y="300045"/>
                  </a:lnTo>
                  <a:lnTo>
                    <a:pt x="242421" y="297642"/>
                  </a:lnTo>
                  <a:lnTo>
                    <a:pt x="247088" y="295088"/>
                  </a:lnTo>
                  <a:lnTo>
                    <a:pt x="251672" y="292388"/>
                  </a:lnTo>
                  <a:lnTo>
                    <a:pt x="256168" y="289543"/>
                  </a:lnTo>
                  <a:lnTo>
                    <a:pt x="260570" y="286556"/>
                  </a:lnTo>
                  <a:lnTo>
                    <a:pt x="264876" y="283431"/>
                  </a:lnTo>
                  <a:lnTo>
                    <a:pt x="269080" y="280170"/>
                  </a:lnTo>
                  <a:lnTo>
                    <a:pt x="273178" y="276777"/>
                  </a:lnTo>
                  <a:lnTo>
                    <a:pt x="277166" y="273255"/>
                  </a:lnTo>
                  <a:lnTo>
                    <a:pt x="281040" y="269609"/>
                  </a:lnTo>
                  <a:lnTo>
                    <a:pt x="284795" y="265841"/>
                  </a:lnTo>
                  <a:lnTo>
                    <a:pt x="288429" y="261955"/>
                  </a:lnTo>
                  <a:lnTo>
                    <a:pt x="291938" y="257956"/>
                  </a:lnTo>
                  <a:lnTo>
                    <a:pt x="295318" y="253847"/>
                  </a:lnTo>
                  <a:lnTo>
                    <a:pt x="298565" y="249632"/>
                  </a:lnTo>
                  <a:lnTo>
                    <a:pt x="301676" y="245317"/>
                  </a:lnTo>
                  <a:lnTo>
                    <a:pt x="304648" y="240904"/>
                  </a:lnTo>
                  <a:lnTo>
                    <a:pt x="307479" y="236399"/>
                  </a:lnTo>
                  <a:lnTo>
                    <a:pt x="310164" y="231807"/>
                  </a:lnTo>
                  <a:lnTo>
                    <a:pt x="312703" y="227131"/>
                  </a:lnTo>
                  <a:lnTo>
                    <a:pt x="315091" y="222377"/>
                  </a:lnTo>
                  <a:lnTo>
                    <a:pt x="317326" y="217549"/>
                  </a:lnTo>
                  <a:lnTo>
                    <a:pt x="319407" y="212653"/>
                  </a:lnTo>
                  <a:lnTo>
                    <a:pt x="321331" y="207693"/>
                  </a:lnTo>
                  <a:lnTo>
                    <a:pt x="323096" y="202674"/>
                  </a:lnTo>
                  <a:lnTo>
                    <a:pt x="324701" y="197601"/>
                  </a:lnTo>
                  <a:lnTo>
                    <a:pt x="326143" y="192480"/>
                  </a:lnTo>
                  <a:lnTo>
                    <a:pt x="327422" y="187316"/>
                  </a:lnTo>
                  <a:lnTo>
                    <a:pt x="328536" y="182114"/>
                  </a:lnTo>
                  <a:lnTo>
                    <a:pt x="329483" y="176879"/>
                  </a:lnTo>
                  <a:lnTo>
                    <a:pt x="330264" y="171616"/>
                  </a:lnTo>
                  <a:lnTo>
                    <a:pt x="330876" y="166331"/>
                  </a:lnTo>
                  <a:lnTo>
                    <a:pt x="331321" y="161029"/>
                  </a:lnTo>
                  <a:lnTo>
                    <a:pt x="331596" y="155716"/>
                  </a:lnTo>
                  <a:lnTo>
                    <a:pt x="331702" y="150397"/>
                  </a:lnTo>
                  <a:lnTo>
                    <a:pt x="331638" y="145077"/>
                  </a:lnTo>
                  <a:lnTo>
                    <a:pt x="331406" y="139762"/>
                  </a:lnTo>
                  <a:lnTo>
                    <a:pt x="331004" y="134457"/>
                  </a:lnTo>
                  <a:lnTo>
                    <a:pt x="330434" y="129168"/>
                  </a:lnTo>
                  <a:lnTo>
                    <a:pt x="329696" y="123899"/>
                  </a:lnTo>
                  <a:lnTo>
                    <a:pt x="328790" y="118656"/>
                  </a:lnTo>
                  <a:lnTo>
                    <a:pt x="327718" y="113445"/>
                  </a:lnTo>
                  <a:lnTo>
                    <a:pt x="326481" y="108271"/>
                  </a:lnTo>
                  <a:lnTo>
                    <a:pt x="325080" y="103138"/>
                  </a:lnTo>
                  <a:lnTo>
                    <a:pt x="323516" y="98053"/>
                  </a:lnTo>
                  <a:lnTo>
                    <a:pt x="321791" y="93020"/>
                  </a:lnTo>
                  <a:lnTo>
                    <a:pt x="319907" y="88045"/>
                  </a:lnTo>
                  <a:lnTo>
                    <a:pt x="317866" y="83132"/>
                  </a:lnTo>
                  <a:lnTo>
                    <a:pt x="315669" y="78286"/>
                  </a:lnTo>
                  <a:lnTo>
                    <a:pt x="313319" y="73513"/>
                  </a:lnTo>
                  <a:lnTo>
                    <a:pt x="310819" y="68817"/>
                  </a:lnTo>
                  <a:lnTo>
                    <a:pt x="308170" y="64203"/>
                  </a:lnTo>
                  <a:lnTo>
                    <a:pt x="305376" y="59676"/>
                  </a:lnTo>
                  <a:lnTo>
                    <a:pt x="302439" y="55240"/>
                  </a:lnTo>
                  <a:lnTo>
                    <a:pt x="299362" y="50899"/>
                  </a:lnTo>
                  <a:lnTo>
                    <a:pt x="296149" y="46659"/>
                  </a:lnTo>
                  <a:lnTo>
                    <a:pt x="292803" y="42523"/>
                  </a:lnTo>
                  <a:lnTo>
                    <a:pt x="289326" y="38496"/>
                  </a:lnTo>
                  <a:lnTo>
                    <a:pt x="285723" y="34581"/>
                  </a:lnTo>
                  <a:lnTo>
                    <a:pt x="281998" y="30783"/>
                  </a:lnTo>
                  <a:lnTo>
                    <a:pt x="278153" y="27105"/>
                  </a:lnTo>
                  <a:lnTo>
                    <a:pt x="274194" y="23552"/>
                  </a:lnTo>
                  <a:lnTo>
                    <a:pt x="270123" y="20126"/>
                  </a:lnTo>
                  <a:lnTo>
                    <a:pt x="265946" y="16832"/>
                  </a:lnTo>
                  <a:lnTo>
                    <a:pt x="261665" y="13672"/>
                  </a:lnTo>
                  <a:lnTo>
                    <a:pt x="257287" y="10650"/>
                  </a:lnTo>
                  <a:lnTo>
                    <a:pt x="252814" y="7769"/>
                  </a:lnTo>
                  <a:lnTo>
                    <a:pt x="248252" y="5032"/>
                  </a:lnTo>
                  <a:lnTo>
                    <a:pt x="243605" y="2441"/>
                  </a:lnTo>
                  <a:lnTo>
                    <a:pt x="238878" y="0"/>
                  </a:lnTo>
                  <a:lnTo>
                    <a:pt x="164536" y="1497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919011" y="2633064"/>
              <a:ext cx="74342" cy="167167"/>
            </a:xfrm>
            <a:custGeom>
              <a:avLst/>
              <a:pathLst>
                <a:path w="74342" h="167167">
                  <a:moveTo>
                    <a:pt x="74342" y="17440"/>
                  </a:moveTo>
                  <a:lnTo>
                    <a:pt x="68989" y="14899"/>
                  </a:lnTo>
                  <a:lnTo>
                    <a:pt x="63548" y="12550"/>
                  </a:lnTo>
                  <a:lnTo>
                    <a:pt x="58028" y="10394"/>
                  </a:lnTo>
                  <a:lnTo>
                    <a:pt x="52435" y="8436"/>
                  </a:lnTo>
                  <a:lnTo>
                    <a:pt x="46776" y="6677"/>
                  </a:lnTo>
                  <a:lnTo>
                    <a:pt x="41059" y="5120"/>
                  </a:lnTo>
                  <a:lnTo>
                    <a:pt x="35289" y="3767"/>
                  </a:lnTo>
                  <a:lnTo>
                    <a:pt x="29476" y="2619"/>
                  </a:lnTo>
                  <a:lnTo>
                    <a:pt x="23625" y="1677"/>
                  </a:lnTo>
                  <a:lnTo>
                    <a:pt x="17745" y="944"/>
                  </a:lnTo>
                  <a:lnTo>
                    <a:pt x="11842" y="420"/>
                  </a:lnTo>
                  <a:lnTo>
                    <a:pt x="592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2030" y="2126963"/>
              <a:ext cx="76442" cy="167167"/>
            </a:xfrm>
            <a:custGeom>
              <a:avLst/>
              <a:pathLst>
                <a:path w="76442" h="167167">
                  <a:moveTo>
                    <a:pt x="76442" y="0"/>
                  </a:moveTo>
                  <a:lnTo>
                    <a:pt x="70772" y="96"/>
                  </a:lnTo>
                  <a:lnTo>
                    <a:pt x="65108" y="384"/>
                  </a:lnTo>
                  <a:lnTo>
                    <a:pt x="59458" y="864"/>
                  </a:lnTo>
                  <a:lnTo>
                    <a:pt x="53827" y="1536"/>
                  </a:lnTo>
                  <a:lnTo>
                    <a:pt x="48223" y="2398"/>
                  </a:lnTo>
                  <a:lnTo>
                    <a:pt x="42650" y="3450"/>
                  </a:lnTo>
                  <a:lnTo>
                    <a:pt x="37117" y="4691"/>
                  </a:lnTo>
                  <a:lnTo>
                    <a:pt x="31629" y="6118"/>
                  </a:lnTo>
                  <a:lnTo>
                    <a:pt x="26192" y="7731"/>
                  </a:lnTo>
                  <a:lnTo>
                    <a:pt x="20814" y="9527"/>
                  </a:lnTo>
                  <a:lnTo>
                    <a:pt x="15499" y="11504"/>
                  </a:lnTo>
                  <a:lnTo>
                    <a:pt x="10254" y="13661"/>
                  </a:lnTo>
                  <a:lnTo>
                    <a:pt x="5086" y="15994"/>
                  </a:lnTo>
                  <a:lnTo>
                    <a:pt x="0" y="18501"/>
                  </a:lnTo>
                  <a:lnTo>
                    <a:pt x="7644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561304" y="2145465"/>
              <a:ext cx="167167" cy="289411"/>
            </a:xfrm>
            <a:custGeom>
              <a:avLst/>
              <a:pathLst>
                <a:path w="167167" h="289411">
                  <a:moveTo>
                    <a:pt x="90725" y="0"/>
                  </a:moveTo>
                  <a:lnTo>
                    <a:pt x="85970" y="2542"/>
                  </a:lnTo>
                  <a:lnTo>
                    <a:pt x="81299" y="5237"/>
                  </a:lnTo>
                  <a:lnTo>
                    <a:pt x="76718" y="8081"/>
                  </a:lnTo>
                  <a:lnTo>
                    <a:pt x="72231" y="11071"/>
                  </a:lnTo>
                  <a:lnTo>
                    <a:pt x="67843" y="14205"/>
                  </a:lnTo>
                  <a:lnTo>
                    <a:pt x="63558" y="17478"/>
                  </a:lnTo>
                  <a:lnTo>
                    <a:pt x="59381" y="20888"/>
                  </a:lnTo>
                  <a:lnTo>
                    <a:pt x="55316" y="24431"/>
                  </a:lnTo>
                  <a:lnTo>
                    <a:pt x="51367" y="28103"/>
                  </a:lnTo>
                  <a:lnTo>
                    <a:pt x="47539" y="31900"/>
                  </a:lnTo>
                  <a:lnTo>
                    <a:pt x="43835" y="35819"/>
                  </a:lnTo>
                  <a:lnTo>
                    <a:pt x="40260" y="39856"/>
                  </a:lnTo>
                  <a:lnTo>
                    <a:pt x="36817" y="44005"/>
                  </a:lnTo>
                  <a:lnTo>
                    <a:pt x="33509" y="48264"/>
                  </a:lnTo>
                  <a:lnTo>
                    <a:pt x="30340" y="52627"/>
                  </a:lnTo>
                  <a:lnTo>
                    <a:pt x="27314" y="57090"/>
                  </a:lnTo>
                  <a:lnTo>
                    <a:pt x="24433" y="61648"/>
                  </a:lnTo>
                  <a:lnTo>
                    <a:pt x="21701" y="66297"/>
                  </a:lnTo>
                  <a:lnTo>
                    <a:pt x="19120" y="71031"/>
                  </a:lnTo>
                  <a:lnTo>
                    <a:pt x="16693" y="75846"/>
                  </a:lnTo>
                  <a:lnTo>
                    <a:pt x="14423" y="80737"/>
                  </a:lnTo>
                  <a:lnTo>
                    <a:pt x="12312" y="85699"/>
                  </a:lnTo>
                  <a:lnTo>
                    <a:pt x="10361" y="90726"/>
                  </a:lnTo>
                  <a:lnTo>
                    <a:pt x="8574" y="95813"/>
                  </a:lnTo>
                  <a:lnTo>
                    <a:pt x="6952" y="100956"/>
                  </a:lnTo>
                  <a:lnTo>
                    <a:pt x="5497" y="106148"/>
                  </a:lnTo>
                  <a:lnTo>
                    <a:pt x="4210" y="111384"/>
                  </a:lnTo>
                  <a:lnTo>
                    <a:pt x="3092" y="116659"/>
                  </a:lnTo>
                  <a:lnTo>
                    <a:pt x="2145" y="121967"/>
                  </a:lnTo>
                  <a:lnTo>
                    <a:pt x="1370" y="127304"/>
                  </a:lnTo>
                  <a:lnTo>
                    <a:pt x="767" y="132662"/>
                  </a:lnTo>
                  <a:lnTo>
                    <a:pt x="338" y="138037"/>
                  </a:lnTo>
                  <a:lnTo>
                    <a:pt x="82" y="143423"/>
                  </a:lnTo>
                  <a:lnTo>
                    <a:pt x="0" y="148815"/>
                  </a:lnTo>
                  <a:lnTo>
                    <a:pt x="91" y="154206"/>
                  </a:lnTo>
                  <a:lnTo>
                    <a:pt x="357" y="159592"/>
                  </a:lnTo>
                  <a:lnTo>
                    <a:pt x="796" y="164966"/>
                  </a:lnTo>
                  <a:lnTo>
                    <a:pt x="1408" y="170323"/>
                  </a:lnTo>
                  <a:lnTo>
                    <a:pt x="2193" y="175658"/>
                  </a:lnTo>
                  <a:lnTo>
                    <a:pt x="3149" y="180965"/>
                  </a:lnTo>
                  <a:lnTo>
                    <a:pt x="4277" y="186238"/>
                  </a:lnTo>
                  <a:lnTo>
                    <a:pt x="5573" y="191472"/>
                  </a:lnTo>
                  <a:lnTo>
                    <a:pt x="7038" y="196661"/>
                  </a:lnTo>
                  <a:lnTo>
                    <a:pt x="8669" y="201801"/>
                  </a:lnTo>
                  <a:lnTo>
                    <a:pt x="10465" y="206885"/>
                  </a:lnTo>
                  <a:lnTo>
                    <a:pt x="12424" y="211909"/>
                  </a:lnTo>
                  <a:lnTo>
                    <a:pt x="14545" y="216867"/>
                  </a:lnTo>
                  <a:lnTo>
                    <a:pt x="16824" y="221753"/>
                  </a:lnTo>
                  <a:lnTo>
                    <a:pt x="19259" y="226564"/>
                  </a:lnTo>
                  <a:lnTo>
                    <a:pt x="21848" y="231294"/>
                  </a:lnTo>
                  <a:lnTo>
                    <a:pt x="24589" y="235938"/>
                  </a:lnTo>
                  <a:lnTo>
                    <a:pt x="27478" y="240491"/>
                  </a:lnTo>
                  <a:lnTo>
                    <a:pt x="30512" y="244948"/>
                  </a:lnTo>
                  <a:lnTo>
                    <a:pt x="33688" y="249306"/>
                  </a:lnTo>
                  <a:lnTo>
                    <a:pt x="37004" y="253558"/>
                  </a:lnTo>
                  <a:lnTo>
                    <a:pt x="40454" y="257702"/>
                  </a:lnTo>
                  <a:lnTo>
                    <a:pt x="44037" y="261732"/>
                  </a:lnTo>
                  <a:lnTo>
                    <a:pt x="47748" y="265644"/>
                  </a:lnTo>
                  <a:lnTo>
                    <a:pt x="51583" y="269435"/>
                  </a:lnTo>
                  <a:lnTo>
                    <a:pt x="55538" y="273100"/>
                  </a:lnTo>
                  <a:lnTo>
                    <a:pt x="59609" y="276635"/>
                  </a:lnTo>
                  <a:lnTo>
                    <a:pt x="63792" y="280038"/>
                  </a:lnTo>
                  <a:lnTo>
                    <a:pt x="68083" y="283303"/>
                  </a:lnTo>
                  <a:lnTo>
                    <a:pt x="72477" y="286429"/>
                  </a:lnTo>
                  <a:lnTo>
                    <a:pt x="76969" y="289411"/>
                  </a:lnTo>
                  <a:lnTo>
                    <a:pt x="167167" y="1486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8274" y="2126963"/>
              <a:ext cx="257345" cy="334334"/>
            </a:xfrm>
            <a:custGeom>
              <a:avLst/>
              <a:pathLst>
                <a:path w="257345" h="334334">
                  <a:moveTo>
                    <a:pt x="0" y="307913"/>
                  </a:moveTo>
                  <a:lnTo>
                    <a:pt x="4509" y="310703"/>
                  </a:lnTo>
                  <a:lnTo>
                    <a:pt x="9105" y="313348"/>
                  </a:lnTo>
                  <a:lnTo>
                    <a:pt x="13782" y="315847"/>
                  </a:lnTo>
                  <a:lnTo>
                    <a:pt x="18536" y="318196"/>
                  </a:lnTo>
                  <a:lnTo>
                    <a:pt x="23362" y="320392"/>
                  </a:lnTo>
                  <a:lnTo>
                    <a:pt x="28256" y="322435"/>
                  </a:lnTo>
                  <a:lnTo>
                    <a:pt x="33211" y="324322"/>
                  </a:lnTo>
                  <a:lnTo>
                    <a:pt x="38225" y="326050"/>
                  </a:lnTo>
                  <a:lnTo>
                    <a:pt x="43290" y="327618"/>
                  </a:lnTo>
                  <a:lnTo>
                    <a:pt x="48403" y="329025"/>
                  </a:lnTo>
                  <a:lnTo>
                    <a:pt x="53557" y="330270"/>
                  </a:lnTo>
                  <a:lnTo>
                    <a:pt x="58749" y="331350"/>
                  </a:lnTo>
                  <a:lnTo>
                    <a:pt x="63972" y="332265"/>
                  </a:lnTo>
                  <a:lnTo>
                    <a:pt x="69222" y="333013"/>
                  </a:lnTo>
                  <a:lnTo>
                    <a:pt x="74492" y="333595"/>
                  </a:lnTo>
                  <a:lnTo>
                    <a:pt x="79779" y="334009"/>
                  </a:lnTo>
                  <a:lnTo>
                    <a:pt x="85076" y="334256"/>
                  </a:lnTo>
                  <a:lnTo>
                    <a:pt x="90378" y="334334"/>
                  </a:lnTo>
                  <a:lnTo>
                    <a:pt x="95680" y="334244"/>
                  </a:lnTo>
                  <a:lnTo>
                    <a:pt x="100976" y="333986"/>
                  </a:lnTo>
                  <a:lnTo>
                    <a:pt x="106262" y="333561"/>
                  </a:lnTo>
                  <a:lnTo>
                    <a:pt x="111531" y="332967"/>
                  </a:lnTo>
                  <a:lnTo>
                    <a:pt x="116779" y="332207"/>
                  </a:lnTo>
                  <a:lnTo>
                    <a:pt x="122001" y="331281"/>
                  </a:lnTo>
                  <a:lnTo>
                    <a:pt x="127190" y="330190"/>
                  </a:lnTo>
                  <a:lnTo>
                    <a:pt x="132342" y="328935"/>
                  </a:lnTo>
                  <a:lnTo>
                    <a:pt x="137451" y="327517"/>
                  </a:lnTo>
                  <a:lnTo>
                    <a:pt x="142513" y="325937"/>
                  </a:lnTo>
                  <a:lnTo>
                    <a:pt x="147523" y="324198"/>
                  </a:lnTo>
                  <a:lnTo>
                    <a:pt x="152475" y="322301"/>
                  </a:lnTo>
                  <a:lnTo>
                    <a:pt x="157364" y="320247"/>
                  </a:lnTo>
                  <a:lnTo>
                    <a:pt x="162185" y="318040"/>
                  </a:lnTo>
                  <a:lnTo>
                    <a:pt x="166934" y="315681"/>
                  </a:lnTo>
                  <a:lnTo>
                    <a:pt x="171606" y="313172"/>
                  </a:lnTo>
                  <a:lnTo>
                    <a:pt x="176196" y="310517"/>
                  </a:lnTo>
                  <a:lnTo>
                    <a:pt x="180699" y="307717"/>
                  </a:lnTo>
                  <a:lnTo>
                    <a:pt x="185111" y="304776"/>
                  </a:lnTo>
                  <a:lnTo>
                    <a:pt x="189428" y="301696"/>
                  </a:lnTo>
                  <a:lnTo>
                    <a:pt x="193645" y="298481"/>
                  </a:lnTo>
                  <a:lnTo>
                    <a:pt x="197758" y="295134"/>
                  </a:lnTo>
                  <a:lnTo>
                    <a:pt x="201763" y="291658"/>
                  </a:lnTo>
                  <a:lnTo>
                    <a:pt x="205655" y="288057"/>
                  </a:lnTo>
                  <a:lnTo>
                    <a:pt x="209431" y="284334"/>
                  </a:lnTo>
                  <a:lnTo>
                    <a:pt x="213087" y="280494"/>
                  </a:lnTo>
                  <a:lnTo>
                    <a:pt x="216620" y="276539"/>
                  </a:lnTo>
                  <a:lnTo>
                    <a:pt x="220025" y="272474"/>
                  </a:lnTo>
                  <a:lnTo>
                    <a:pt x="223300" y="268303"/>
                  </a:lnTo>
                  <a:lnTo>
                    <a:pt x="226441" y="264031"/>
                  </a:lnTo>
                  <a:lnTo>
                    <a:pt x="229444" y="259661"/>
                  </a:lnTo>
                  <a:lnTo>
                    <a:pt x="232308" y="255198"/>
                  </a:lnTo>
                  <a:lnTo>
                    <a:pt x="235029" y="250646"/>
                  </a:lnTo>
                  <a:lnTo>
                    <a:pt x="237603" y="246011"/>
                  </a:lnTo>
                  <a:lnTo>
                    <a:pt x="240030" y="241296"/>
                  </a:lnTo>
                  <a:lnTo>
                    <a:pt x="242306" y="236506"/>
                  </a:lnTo>
                  <a:lnTo>
                    <a:pt x="244428" y="231647"/>
                  </a:lnTo>
                  <a:lnTo>
                    <a:pt x="246396" y="226723"/>
                  </a:lnTo>
                  <a:lnTo>
                    <a:pt x="248206" y="221738"/>
                  </a:lnTo>
                  <a:lnTo>
                    <a:pt x="249858" y="216699"/>
                  </a:lnTo>
                  <a:lnTo>
                    <a:pt x="251348" y="211610"/>
                  </a:lnTo>
                  <a:lnTo>
                    <a:pt x="252677" y="206477"/>
                  </a:lnTo>
                  <a:lnTo>
                    <a:pt x="253842" y="201304"/>
                  </a:lnTo>
                  <a:lnTo>
                    <a:pt x="254842" y="196096"/>
                  </a:lnTo>
                  <a:lnTo>
                    <a:pt x="255677" y="190860"/>
                  </a:lnTo>
                  <a:lnTo>
                    <a:pt x="256345" y="185599"/>
                  </a:lnTo>
                  <a:lnTo>
                    <a:pt x="256846" y="180320"/>
                  </a:lnTo>
                  <a:lnTo>
                    <a:pt x="257180" y="175028"/>
                  </a:lnTo>
                  <a:lnTo>
                    <a:pt x="257345" y="169728"/>
                  </a:lnTo>
                  <a:lnTo>
                    <a:pt x="257342" y="164425"/>
                  </a:lnTo>
                  <a:lnTo>
                    <a:pt x="257171" y="159125"/>
                  </a:lnTo>
                  <a:lnTo>
                    <a:pt x="256832" y="153833"/>
                  </a:lnTo>
                  <a:lnTo>
                    <a:pt x="256325" y="148555"/>
                  </a:lnTo>
                  <a:lnTo>
                    <a:pt x="255651" y="143295"/>
                  </a:lnTo>
                  <a:lnTo>
                    <a:pt x="254811" y="138059"/>
                  </a:lnTo>
                  <a:lnTo>
                    <a:pt x="253805" y="132853"/>
                  </a:lnTo>
                  <a:lnTo>
                    <a:pt x="252634" y="127681"/>
                  </a:lnTo>
                  <a:lnTo>
                    <a:pt x="251300" y="122549"/>
                  </a:lnTo>
                  <a:lnTo>
                    <a:pt x="249804" y="117462"/>
                  </a:lnTo>
                  <a:lnTo>
                    <a:pt x="248147" y="112424"/>
                  </a:lnTo>
                  <a:lnTo>
                    <a:pt x="246331" y="107442"/>
                  </a:lnTo>
                  <a:lnTo>
                    <a:pt x="244359" y="102520"/>
                  </a:lnTo>
                  <a:lnTo>
                    <a:pt x="242231" y="97663"/>
                  </a:lnTo>
                  <a:lnTo>
                    <a:pt x="239950" y="92876"/>
                  </a:lnTo>
                  <a:lnTo>
                    <a:pt x="237518" y="88164"/>
                  </a:lnTo>
                  <a:lnTo>
                    <a:pt x="234938" y="83531"/>
                  </a:lnTo>
                  <a:lnTo>
                    <a:pt x="232213" y="78982"/>
                  </a:lnTo>
                  <a:lnTo>
                    <a:pt x="229344" y="74522"/>
                  </a:lnTo>
                  <a:lnTo>
                    <a:pt x="226336" y="70156"/>
                  </a:lnTo>
                  <a:lnTo>
                    <a:pt x="223190" y="65887"/>
                  </a:lnTo>
                  <a:lnTo>
                    <a:pt x="219911" y="61719"/>
                  </a:lnTo>
                  <a:lnTo>
                    <a:pt x="216501" y="57658"/>
                  </a:lnTo>
                  <a:lnTo>
                    <a:pt x="212965" y="53707"/>
                  </a:lnTo>
                  <a:lnTo>
                    <a:pt x="209304" y="49871"/>
                  </a:lnTo>
                  <a:lnTo>
                    <a:pt x="205524" y="46152"/>
                  </a:lnTo>
                  <a:lnTo>
                    <a:pt x="201628" y="42555"/>
                  </a:lnTo>
                  <a:lnTo>
                    <a:pt x="197619" y="39083"/>
                  </a:lnTo>
                  <a:lnTo>
                    <a:pt x="193503" y="35741"/>
                  </a:lnTo>
                  <a:lnTo>
                    <a:pt x="189283" y="32530"/>
                  </a:lnTo>
                  <a:lnTo>
                    <a:pt x="184962" y="29455"/>
                  </a:lnTo>
                  <a:lnTo>
                    <a:pt x="180547" y="26519"/>
                  </a:lnTo>
                  <a:lnTo>
                    <a:pt x="176041" y="23724"/>
                  </a:lnTo>
                  <a:lnTo>
                    <a:pt x="171448" y="21074"/>
                  </a:lnTo>
                  <a:lnTo>
                    <a:pt x="166773" y="18570"/>
                  </a:lnTo>
                  <a:lnTo>
                    <a:pt x="162022" y="16216"/>
                  </a:lnTo>
                  <a:lnTo>
                    <a:pt x="157198" y="14014"/>
                  </a:lnTo>
                  <a:lnTo>
                    <a:pt x="152307" y="11966"/>
                  </a:lnTo>
                  <a:lnTo>
                    <a:pt x="147353" y="10074"/>
                  </a:lnTo>
                  <a:lnTo>
                    <a:pt x="142342" y="8340"/>
                  </a:lnTo>
                  <a:lnTo>
                    <a:pt x="137278" y="6766"/>
                  </a:lnTo>
                  <a:lnTo>
                    <a:pt x="132167" y="5354"/>
                  </a:lnTo>
                  <a:lnTo>
                    <a:pt x="127013" y="4104"/>
                  </a:lnTo>
                  <a:lnTo>
                    <a:pt x="121823" y="3018"/>
                  </a:lnTo>
                  <a:lnTo>
                    <a:pt x="116601" y="2098"/>
                  </a:lnTo>
                  <a:lnTo>
                    <a:pt x="111352" y="1343"/>
                  </a:lnTo>
                  <a:lnTo>
                    <a:pt x="106082" y="756"/>
                  </a:lnTo>
                  <a:lnTo>
                    <a:pt x="100796" y="336"/>
                  </a:lnTo>
                  <a:lnTo>
                    <a:pt x="95499" y="84"/>
                  </a:lnTo>
                  <a:lnTo>
                    <a:pt x="90197" y="0"/>
                  </a:lnTo>
                  <a:lnTo>
                    <a:pt x="901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0205" y="1681503"/>
              <a:ext cx="43029" cy="167167"/>
            </a:xfrm>
            <a:custGeom>
              <a:avLst/>
              <a:pathLst>
                <a:path w="43029" h="167167">
                  <a:moveTo>
                    <a:pt x="43029" y="0"/>
                  </a:moveTo>
                  <a:lnTo>
                    <a:pt x="36813" y="115"/>
                  </a:lnTo>
                  <a:lnTo>
                    <a:pt x="30606" y="462"/>
                  </a:lnTo>
                  <a:lnTo>
                    <a:pt x="24416" y="1039"/>
                  </a:lnTo>
                  <a:lnTo>
                    <a:pt x="18252" y="1846"/>
                  </a:lnTo>
                  <a:lnTo>
                    <a:pt x="12123" y="2881"/>
                  </a:lnTo>
                  <a:lnTo>
                    <a:pt x="6035" y="4144"/>
                  </a:lnTo>
                  <a:lnTo>
                    <a:pt x="0" y="5632"/>
                  </a:lnTo>
                  <a:lnTo>
                    <a:pt x="4302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0205" y="1687136"/>
              <a:ext cx="43029" cy="161534"/>
            </a:xfrm>
            <a:custGeom>
              <a:avLst/>
              <a:pathLst>
                <a:path w="43029" h="161534">
                  <a:moveTo>
                    <a:pt x="0" y="0"/>
                  </a:moveTo>
                  <a:lnTo>
                    <a:pt x="43029" y="1615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256075" y="1687136"/>
              <a:ext cx="334317" cy="328699"/>
            </a:xfrm>
            <a:custGeom>
              <a:avLst/>
              <a:pathLst>
                <a:path w="334317" h="328699">
                  <a:moveTo>
                    <a:pt x="124130" y="0"/>
                  </a:moveTo>
                  <a:lnTo>
                    <a:pt x="119028" y="1446"/>
                  </a:lnTo>
                  <a:lnTo>
                    <a:pt x="113974" y="3053"/>
                  </a:lnTo>
                  <a:lnTo>
                    <a:pt x="108974" y="4819"/>
                  </a:lnTo>
                  <a:lnTo>
                    <a:pt x="104033" y="6744"/>
                  </a:lnTo>
                  <a:lnTo>
                    <a:pt x="99155" y="8824"/>
                  </a:lnTo>
                  <a:lnTo>
                    <a:pt x="94345" y="11058"/>
                  </a:lnTo>
                  <a:lnTo>
                    <a:pt x="89609" y="13443"/>
                  </a:lnTo>
                  <a:lnTo>
                    <a:pt x="84951" y="15977"/>
                  </a:lnTo>
                  <a:lnTo>
                    <a:pt x="80375" y="18658"/>
                  </a:lnTo>
                  <a:lnTo>
                    <a:pt x="75887" y="21482"/>
                  </a:lnTo>
                  <a:lnTo>
                    <a:pt x="71491" y="24448"/>
                  </a:lnTo>
                  <a:lnTo>
                    <a:pt x="67191" y="27551"/>
                  </a:lnTo>
                  <a:lnTo>
                    <a:pt x="62992" y="30790"/>
                  </a:lnTo>
                  <a:lnTo>
                    <a:pt x="58897" y="34159"/>
                  </a:lnTo>
                  <a:lnTo>
                    <a:pt x="54911" y="37657"/>
                  </a:lnTo>
                  <a:lnTo>
                    <a:pt x="51039" y="41280"/>
                  </a:lnTo>
                  <a:lnTo>
                    <a:pt x="47283" y="45024"/>
                  </a:lnTo>
                  <a:lnTo>
                    <a:pt x="43648" y="48884"/>
                  </a:lnTo>
                  <a:lnTo>
                    <a:pt x="40137" y="52859"/>
                  </a:lnTo>
                  <a:lnTo>
                    <a:pt x="36754" y="56942"/>
                  </a:lnTo>
                  <a:lnTo>
                    <a:pt x="33502" y="61131"/>
                  </a:lnTo>
                  <a:lnTo>
                    <a:pt x="30385" y="65421"/>
                  </a:lnTo>
                  <a:lnTo>
                    <a:pt x="27405" y="69808"/>
                  </a:lnTo>
                  <a:lnTo>
                    <a:pt x="24566" y="74286"/>
                  </a:lnTo>
                  <a:lnTo>
                    <a:pt x="21870" y="78853"/>
                  </a:lnTo>
                  <a:lnTo>
                    <a:pt x="19321" y="83503"/>
                  </a:lnTo>
                  <a:lnTo>
                    <a:pt x="16920" y="88231"/>
                  </a:lnTo>
                  <a:lnTo>
                    <a:pt x="14671" y="93034"/>
                  </a:lnTo>
                  <a:lnTo>
                    <a:pt x="12575" y="97905"/>
                  </a:lnTo>
                  <a:lnTo>
                    <a:pt x="10634" y="102840"/>
                  </a:lnTo>
                  <a:lnTo>
                    <a:pt x="8851" y="107834"/>
                  </a:lnTo>
                  <a:lnTo>
                    <a:pt x="7228" y="112882"/>
                  </a:lnTo>
                  <a:lnTo>
                    <a:pt x="5765" y="117980"/>
                  </a:lnTo>
                  <a:lnTo>
                    <a:pt x="4465" y="123121"/>
                  </a:lnTo>
                  <a:lnTo>
                    <a:pt x="3328" y="128300"/>
                  </a:lnTo>
                  <a:lnTo>
                    <a:pt x="2357" y="133513"/>
                  </a:lnTo>
                  <a:lnTo>
                    <a:pt x="1551" y="138755"/>
                  </a:lnTo>
                  <a:lnTo>
                    <a:pt x="912" y="144019"/>
                  </a:lnTo>
                  <a:lnTo>
                    <a:pt x="440" y="149301"/>
                  </a:lnTo>
                  <a:lnTo>
                    <a:pt x="136" y="154595"/>
                  </a:lnTo>
                  <a:lnTo>
                    <a:pt x="0" y="159896"/>
                  </a:lnTo>
                  <a:lnTo>
                    <a:pt x="32" y="165199"/>
                  </a:lnTo>
                  <a:lnTo>
                    <a:pt x="232" y="170498"/>
                  </a:lnTo>
                  <a:lnTo>
                    <a:pt x="600" y="175788"/>
                  </a:lnTo>
                  <a:lnTo>
                    <a:pt x="1136" y="181064"/>
                  </a:lnTo>
                  <a:lnTo>
                    <a:pt x="1839" y="186320"/>
                  </a:lnTo>
                  <a:lnTo>
                    <a:pt x="2709" y="191551"/>
                  </a:lnTo>
                  <a:lnTo>
                    <a:pt x="3743" y="196752"/>
                  </a:lnTo>
                  <a:lnTo>
                    <a:pt x="4943" y="201918"/>
                  </a:lnTo>
                  <a:lnTo>
                    <a:pt x="6305" y="207043"/>
                  </a:lnTo>
                  <a:lnTo>
                    <a:pt x="7830" y="212122"/>
                  </a:lnTo>
                  <a:lnTo>
                    <a:pt x="9514" y="217150"/>
                  </a:lnTo>
                  <a:lnTo>
                    <a:pt x="11358" y="222122"/>
                  </a:lnTo>
                  <a:lnTo>
                    <a:pt x="13358" y="227034"/>
                  </a:lnTo>
                  <a:lnTo>
                    <a:pt x="15513" y="231879"/>
                  </a:lnTo>
                  <a:lnTo>
                    <a:pt x="17820" y="236654"/>
                  </a:lnTo>
                  <a:lnTo>
                    <a:pt x="20278" y="241352"/>
                  </a:lnTo>
                  <a:lnTo>
                    <a:pt x="22884" y="245971"/>
                  </a:lnTo>
                  <a:lnTo>
                    <a:pt x="25634" y="250505"/>
                  </a:lnTo>
                  <a:lnTo>
                    <a:pt x="28528" y="254949"/>
                  </a:lnTo>
                  <a:lnTo>
                    <a:pt x="31560" y="259299"/>
                  </a:lnTo>
                  <a:lnTo>
                    <a:pt x="34730" y="263551"/>
                  </a:lnTo>
                  <a:lnTo>
                    <a:pt x="38032" y="267700"/>
                  </a:lnTo>
                  <a:lnTo>
                    <a:pt x="41464" y="271742"/>
                  </a:lnTo>
                  <a:lnTo>
                    <a:pt x="45023" y="275674"/>
                  </a:lnTo>
                  <a:lnTo>
                    <a:pt x="48705" y="279490"/>
                  </a:lnTo>
                  <a:lnTo>
                    <a:pt x="52506" y="283188"/>
                  </a:lnTo>
                  <a:lnTo>
                    <a:pt x="56422" y="286763"/>
                  </a:lnTo>
                  <a:lnTo>
                    <a:pt x="60450" y="290213"/>
                  </a:lnTo>
                  <a:lnTo>
                    <a:pt x="64585" y="293532"/>
                  </a:lnTo>
                  <a:lnTo>
                    <a:pt x="68823" y="296720"/>
                  </a:lnTo>
                  <a:lnTo>
                    <a:pt x="73161" y="299771"/>
                  </a:lnTo>
                  <a:lnTo>
                    <a:pt x="77593" y="302682"/>
                  </a:lnTo>
                  <a:lnTo>
                    <a:pt x="82115" y="305452"/>
                  </a:lnTo>
                  <a:lnTo>
                    <a:pt x="86722" y="308077"/>
                  </a:lnTo>
                  <a:lnTo>
                    <a:pt x="91411" y="310555"/>
                  </a:lnTo>
                  <a:lnTo>
                    <a:pt x="96176" y="312882"/>
                  </a:lnTo>
                  <a:lnTo>
                    <a:pt x="101012" y="315058"/>
                  </a:lnTo>
                  <a:lnTo>
                    <a:pt x="105915" y="317079"/>
                  </a:lnTo>
                  <a:lnTo>
                    <a:pt x="110879" y="318943"/>
                  </a:lnTo>
                  <a:lnTo>
                    <a:pt x="115900" y="320649"/>
                  </a:lnTo>
                  <a:lnTo>
                    <a:pt x="120973" y="322195"/>
                  </a:lnTo>
                  <a:lnTo>
                    <a:pt x="126092" y="323579"/>
                  </a:lnTo>
                  <a:lnTo>
                    <a:pt x="131252" y="324800"/>
                  </a:lnTo>
                  <a:lnTo>
                    <a:pt x="136449" y="325856"/>
                  </a:lnTo>
                  <a:lnTo>
                    <a:pt x="141676" y="326748"/>
                  </a:lnTo>
                  <a:lnTo>
                    <a:pt x="146929" y="327473"/>
                  </a:lnTo>
                  <a:lnTo>
                    <a:pt x="152203" y="328031"/>
                  </a:lnTo>
                  <a:lnTo>
                    <a:pt x="157491" y="328422"/>
                  </a:lnTo>
                  <a:lnTo>
                    <a:pt x="162790" y="328644"/>
                  </a:lnTo>
                  <a:lnTo>
                    <a:pt x="168092" y="328699"/>
                  </a:lnTo>
                  <a:lnTo>
                    <a:pt x="173394" y="328585"/>
                  </a:lnTo>
                  <a:lnTo>
                    <a:pt x="178689" y="328303"/>
                  </a:lnTo>
                  <a:lnTo>
                    <a:pt x="183973" y="327854"/>
                  </a:lnTo>
                  <a:lnTo>
                    <a:pt x="189240" y="327237"/>
                  </a:lnTo>
                  <a:lnTo>
                    <a:pt x="194485" y="326453"/>
                  </a:lnTo>
                  <a:lnTo>
                    <a:pt x="199702" y="325503"/>
                  </a:lnTo>
                  <a:lnTo>
                    <a:pt x="204887" y="324389"/>
                  </a:lnTo>
                  <a:lnTo>
                    <a:pt x="210033" y="323110"/>
                  </a:lnTo>
                  <a:lnTo>
                    <a:pt x="215136" y="321669"/>
                  </a:lnTo>
                  <a:lnTo>
                    <a:pt x="220191" y="320066"/>
                  </a:lnTo>
                  <a:lnTo>
                    <a:pt x="225193" y="318305"/>
                  </a:lnTo>
                  <a:lnTo>
                    <a:pt x="230136" y="316385"/>
                  </a:lnTo>
                  <a:lnTo>
                    <a:pt x="235016" y="314310"/>
                  </a:lnTo>
                  <a:lnTo>
                    <a:pt x="239828" y="312080"/>
                  </a:lnTo>
                  <a:lnTo>
                    <a:pt x="244566" y="309700"/>
                  </a:lnTo>
                  <a:lnTo>
                    <a:pt x="249227" y="307170"/>
                  </a:lnTo>
                  <a:lnTo>
                    <a:pt x="253805" y="304494"/>
                  </a:lnTo>
                  <a:lnTo>
                    <a:pt x="258296" y="301673"/>
                  </a:lnTo>
                  <a:lnTo>
                    <a:pt x="262695" y="298712"/>
                  </a:lnTo>
                  <a:lnTo>
                    <a:pt x="266998" y="295613"/>
                  </a:lnTo>
                  <a:lnTo>
                    <a:pt x="271200" y="292379"/>
                  </a:lnTo>
                  <a:lnTo>
                    <a:pt x="275298" y="289013"/>
                  </a:lnTo>
                  <a:lnTo>
                    <a:pt x="279287" y="285519"/>
                  </a:lnTo>
                  <a:lnTo>
                    <a:pt x="283163" y="281900"/>
                  </a:lnTo>
                  <a:lnTo>
                    <a:pt x="286923" y="278160"/>
                  </a:lnTo>
                  <a:lnTo>
                    <a:pt x="290562" y="274302"/>
                  </a:lnTo>
                  <a:lnTo>
                    <a:pt x="294076" y="270332"/>
                  </a:lnTo>
                  <a:lnTo>
                    <a:pt x="297463" y="266251"/>
                  </a:lnTo>
                  <a:lnTo>
                    <a:pt x="300719" y="262066"/>
                  </a:lnTo>
                  <a:lnTo>
                    <a:pt x="303841" y="257779"/>
                  </a:lnTo>
                  <a:lnTo>
                    <a:pt x="306825" y="253395"/>
                  </a:lnTo>
                  <a:lnTo>
                    <a:pt x="309668" y="248919"/>
                  </a:lnTo>
                  <a:lnTo>
                    <a:pt x="312368" y="244355"/>
                  </a:lnTo>
                  <a:lnTo>
                    <a:pt x="314922" y="239707"/>
                  </a:lnTo>
                  <a:lnTo>
                    <a:pt x="317327" y="234981"/>
                  </a:lnTo>
                  <a:lnTo>
                    <a:pt x="319581" y="230181"/>
                  </a:lnTo>
                  <a:lnTo>
                    <a:pt x="321682" y="225312"/>
                  </a:lnTo>
                  <a:lnTo>
                    <a:pt x="323627" y="220379"/>
                  </a:lnTo>
                  <a:lnTo>
                    <a:pt x="325415" y="215386"/>
                  </a:lnTo>
                  <a:lnTo>
                    <a:pt x="327043" y="210340"/>
                  </a:lnTo>
                  <a:lnTo>
                    <a:pt x="328511" y="205244"/>
                  </a:lnTo>
                  <a:lnTo>
                    <a:pt x="329816" y="200104"/>
                  </a:lnTo>
                  <a:lnTo>
                    <a:pt x="330958" y="194925"/>
                  </a:lnTo>
                  <a:lnTo>
                    <a:pt x="331934" y="189713"/>
                  </a:lnTo>
                  <a:lnTo>
                    <a:pt x="332745" y="184473"/>
                  </a:lnTo>
                  <a:lnTo>
                    <a:pt x="333389" y="179209"/>
                  </a:lnTo>
                  <a:lnTo>
                    <a:pt x="333866" y="173927"/>
                  </a:lnTo>
                  <a:lnTo>
                    <a:pt x="334176" y="168634"/>
                  </a:lnTo>
                  <a:lnTo>
                    <a:pt x="334317" y="163333"/>
                  </a:lnTo>
                  <a:lnTo>
                    <a:pt x="334290" y="158030"/>
                  </a:lnTo>
                  <a:lnTo>
                    <a:pt x="334094" y="152730"/>
                  </a:lnTo>
                  <a:lnTo>
                    <a:pt x="333731" y="147440"/>
                  </a:lnTo>
                  <a:lnTo>
                    <a:pt x="333200" y="142164"/>
                  </a:lnTo>
                  <a:lnTo>
                    <a:pt x="332502" y="136907"/>
                  </a:lnTo>
                  <a:lnTo>
                    <a:pt x="331638" y="131675"/>
                  </a:lnTo>
                  <a:lnTo>
                    <a:pt x="330608" y="126473"/>
                  </a:lnTo>
                  <a:lnTo>
                    <a:pt x="329414" y="121306"/>
                  </a:lnTo>
                  <a:lnTo>
                    <a:pt x="328056" y="116180"/>
                  </a:lnTo>
                  <a:lnTo>
                    <a:pt x="326537" y="111099"/>
                  </a:lnTo>
                  <a:lnTo>
                    <a:pt x="324857" y="106070"/>
                  </a:lnTo>
                  <a:lnTo>
                    <a:pt x="323018" y="101096"/>
                  </a:lnTo>
                  <a:lnTo>
                    <a:pt x="321023" y="96182"/>
                  </a:lnTo>
                  <a:lnTo>
                    <a:pt x="318873" y="91335"/>
                  </a:lnTo>
                  <a:lnTo>
                    <a:pt x="316570" y="86558"/>
                  </a:lnTo>
                  <a:lnTo>
                    <a:pt x="314116" y="81857"/>
                  </a:lnTo>
                  <a:lnTo>
                    <a:pt x="311515" y="77236"/>
                  </a:lnTo>
                  <a:lnTo>
                    <a:pt x="308769" y="72699"/>
                  </a:lnTo>
                  <a:lnTo>
                    <a:pt x="305880" y="68253"/>
                  </a:lnTo>
                  <a:lnTo>
                    <a:pt x="302851" y="63900"/>
                  </a:lnTo>
                  <a:lnTo>
                    <a:pt x="299686" y="59645"/>
                  </a:lnTo>
                  <a:lnTo>
                    <a:pt x="296388" y="55492"/>
                  </a:lnTo>
                  <a:lnTo>
                    <a:pt x="292959" y="51447"/>
                  </a:lnTo>
                  <a:lnTo>
                    <a:pt x="289404" y="47512"/>
                  </a:lnTo>
                  <a:lnTo>
                    <a:pt x="285726" y="43692"/>
                  </a:lnTo>
                  <a:lnTo>
                    <a:pt x="281929" y="39991"/>
                  </a:lnTo>
                  <a:lnTo>
                    <a:pt x="278016" y="36411"/>
                  </a:lnTo>
                  <a:lnTo>
                    <a:pt x="273992" y="32958"/>
                  </a:lnTo>
                  <a:lnTo>
                    <a:pt x="269860" y="29634"/>
                  </a:lnTo>
                  <a:lnTo>
                    <a:pt x="265624" y="26443"/>
                  </a:lnTo>
                  <a:lnTo>
                    <a:pt x="261290" y="23388"/>
                  </a:lnTo>
                  <a:lnTo>
                    <a:pt x="256861" y="20472"/>
                  </a:lnTo>
                  <a:lnTo>
                    <a:pt x="167159" y="1615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423235" y="1681503"/>
              <a:ext cx="89701" cy="167167"/>
            </a:xfrm>
            <a:custGeom>
              <a:avLst/>
              <a:pathLst>
                <a:path w="89701" h="167167">
                  <a:moveTo>
                    <a:pt x="89701" y="26105"/>
                  </a:moveTo>
                  <a:lnTo>
                    <a:pt x="84953" y="23195"/>
                  </a:lnTo>
                  <a:lnTo>
                    <a:pt x="80109" y="20445"/>
                  </a:lnTo>
                  <a:lnTo>
                    <a:pt x="75177" y="17858"/>
                  </a:lnTo>
                  <a:lnTo>
                    <a:pt x="70162" y="15436"/>
                  </a:lnTo>
                  <a:lnTo>
                    <a:pt x="65069" y="13183"/>
                  </a:lnTo>
                  <a:lnTo>
                    <a:pt x="59903" y="11101"/>
                  </a:lnTo>
                  <a:lnTo>
                    <a:pt x="54671" y="9192"/>
                  </a:lnTo>
                  <a:lnTo>
                    <a:pt x="49378" y="7459"/>
                  </a:lnTo>
                  <a:lnTo>
                    <a:pt x="44031" y="5903"/>
                  </a:lnTo>
                  <a:lnTo>
                    <a:pt x="38634" y="4525"/>
                  </a:lnTo>
                  <a:lnTo>
                    <a:pt x="33195" y="3329"/>
                  </a:lnTo>
                  <a:lnTo>
                    <a:pt x="27719" y="2314"/>
                  </a:lnTo>
                  <a:lnTo>
                    <a:pt x="22212" y="1482"/>
                  </a:lnTo>
                  <a:lnTo>
                    <a:pt x="16681" y="834"/>
                  </a:lnTo>
                  <a:lnTo>
                    <a:pt x="11131" y="370"/>
                  </a:lnTo>
                  <a:lnTo>
                    <a:pt x="556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1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8" y="20972"/>
                  </a:lnTo>
                  <a:lnTo>
                    <a:pt x="81503" y="23610"/>
                  </a:lnTo>
                  <a:lnTo>
                    <a:pt x="77004" y="26392"/>
                  </a:lnTo>
                  <a:lnTo>
                    <a:pt x="72595" y="29315"/>
                  </a:lnTo>
                  <a:lnTo>
                    <a:pt x="68281" y="32376"/>
                  </a:lnTo>
                  <a:lnTo>
                    <a:pt x="64066" y="35572"/>
                  </a:lnTo>
                  <a:lnTo>
                    <a:pt x="59954" y="38899"/>
                  </a:lnTo>
                  <a:lnTo>
                    <a:pt x="55949" y="42355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3" y="57393"/>
                  </a:lnTo>
                  <a:lnTo>
                    <a:pt x="37672" y="61436"/>
                  </a:lnTo>
                  <a:lnTo>
                    <a:pt x="34392" y="65586"/>
                  </a:lnTo>
                  <a:lnTo>
                    <a:pt x="31245" y="69837"/>
                  </a:lnTo>
                  <a:lnTo>
                    <a:pt x="28233" y="74186"/>
                  </a:lnTo>
                  <a:lnTo>
                    <a:pt x="25361" y="78628"/>
                  </a:lnTo>
                  <a:lnTo>
                    <a:pt x="22631" y="83159"/>
                  </a:lnTo>
                  <a:lnTo>
                    <a:pt x="20045" y="87773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4"/>
                  </a:lnTo>
                  <a:lnTo>
                    <a:pt x="7705" y="116964"/>
                  </a:lnTo>
                  <a:lnTo>
                    <a:pt x="6197" y="122034"/>
                  </a:lnTo>
                  <a:lnTo>
                    <a:pt x="4849" y="127149"/>
                  </a:lnTo>
                  <a:lnTo>
                    <a:pt x="3664" y="132304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59"/>
                  </a:lnTo>
                  <a:lnTo>
                    <a:pt x="571" y="153223"/>
                  </a:lnTo>
                  <a:lnTo>
                    <a:pt x="213" y="158500"/>
                  </a:lnTo>
                  <a:lnTo>
                    <a:pt x="23" y="163786"/>
                  </a:lnTo>
                  <a:lnTo>
                    <a:pt x="0" y="169076"/>
                  </a:lnTo>
                  <a:lnTo>
                    <a:pt x="144" y="174364"/>
                  </a:lnTo>
                  <a:lnTo>
                    <a:pt x="455" y="179644"/>
                  </a:lnTo>
                  <a:lnTo>
                    <a:pt x="933" y="184912"/>
                  </a:lnTo>
                  <a:lnTo>
                    <a:pt x="1578" y="190162"/>
                  </a:lnTo>
                  <a:lnTo>
                    <a:pt x="2388" y="195390"/>
                  </a:lnTo>
                  <a:lnTo>
                    <a:pt x="3364" y="200589"/>
                  </a:lnTo>
                  <a:lnTo>
                    <a:pt x="4503" y="205754"/>
                  </a:lnTo>
                  <a:lnTo>
                    <a:pt x="5805" y="210881"/>
                  </a:lnTo>
                  <a:lnTo>
                    <a:pt x="7269" y="215964"/>
                  </a:lnTo>
                  <a:lnTo>
                    <a:pt x="8893" y="220998"/>
                  </a:lnTo>
                  <a:lnTo>
                    <a:pt x="10676" y="225979"/>
                  </a:lnTo>
                  <a:lnTo>
                    <a:pt x="12615" y="230900"/>
                  </a:lnTo>
                  <a:lnTo>
                    <a:pt x="14709" y="235758"/>
                  </a:lnTo>
                  <a:lnTo>
                    <a:pt x="16955" y="240547"/>
                  </a:lnTo>
                  <a:lnTo>
                    <a:pt x="19352" y="245262"/>
                  </a:lnTo>
                  <a:lnTo>
                    <a:pt x="21897" y="249900"/>
                  </a:lnTo>
                  <a:lnTo>
                    <a:pt x="24587" y="254454"/>
                  </a:lnTo>
                  <a:lnTo>
                    <a:pt x="27420" y="258921"/>
                  </a:lnTo>
                  <a:lnTo>
                    <a:pt x="30393" y="263296"/>
                  </a:lnTo>
                  <a:lnTo>
                    <a:pt x="33503" y="267575"/>
                  </a:lnTo>
                  <a:lnTo>
                    <a:pt x="36747" y="271754"/>
                  </a:lnTo>
                  <a:lnTo>
                    <a:pt x="40121" y="275827"/>
                  </a:lnTo>
                  <a:lnTo>
                    <a:pt x="43622" y="279792"/>
                  </a:lnTo>
                  <a:lnTo>
                    <a:pt x="47248" y="283644"/>
                  </a:lnTo>
                  <a:lnTo>
                    <a:pt x="50993" y="287380"/>
                  </a:lnTo>
                  <a:lnTo>
                    <a:pt x="54855" y="290995"/>
                  </a:lnTo>
                  <a:lnTo>
                    <a:pt x="58829" y="294486"/>
                  </a:lnTo>
                  <a:lnTo>
                    <a:pt x="62911" y="297849"/>
                  </a:lnTo>
                  <a:lnTo>
                    <a:pt x="67098" y="301082"/>
                  </a:lnTo>
                  <a:lnTo>
                    <a:pt x="71385" y="304181"/>
                  </a:lnTo>
                  <a:lnTo>
                    <a:pt x="75768" y="307142"/>
                  </a:lnTo>
                  <a:lnTo>
                    <a:pt x="80242" y="309964"/>
                  </a:lnTo>
                  <a:lnTo>
                    <a:pt x="84804" y="312642"/>
                  </a:lnTo>
                  <a:lnTo>
                    <a:pt x="89448" y="315175"/>
                  </a:lnTo>
                  <a:lnTo>
                    <a:pt x="94169" y="317559"/>
                  </a:lnTo>
                  <a:lnTo>
                    <a:pt x="98964" y="319793"/>
                  </a:lnTo>
                  <a:lnTo>
                    <a:pt x="103827" y="321875"/>
                  </a:lnTo>
                  <a:lnTo>
                    <a:pt x="108754" y="323801"/>
                  </a:lnTo>
                  <a:lnTo>
                    <a:pt x="113739" y="325570"/>
                  </a:lnTo>
                  <a:lnTo>
                    <a:pt x="118777" y="327181"/>
                  </a:lnTo>
                  <a:lnTo>
                    <a:pt x="123864" y="328631"/>
                  </a:lnTo>
                  <a:lnTo>
                    <a:pt x="128994" y="329920"/>
                  </a:lnTo>
                  <a:lnTo>
                    <a:pt x="134163" y="331046"/>
                  </a:lnTo>
                  <a:lnTo>
                    <a:pt x="139364" y="332008"/>
                  </a:lnTo>
                  <a:lnTo>
                    <a:pt x="144594" y="332805"/>
                  </a:lnTo>
                  <a:lnTo>
                    <a:pt x="149846" y="333436"/>
                  </a:lnTo>
                  <a:lnTo>
                    <a:pt x="155115" y="333900"/>
                  </a:lnTo>
                  <a:lnTo>
                    <a:pt x="160396" y="334198"/>
                  </a:lnTo>
                  <a:lnTo>
                    <a:pt x="165684" y="334328"/>
                  </a:lnTo>
                  <a:lnTo>
                    <a:pt x="170974" y="334291"/>
                  </a:lnTo>
                  <a:lnTo>
                    <a:pt x="176260" y="334086"/>
                  </a:lnTo>
                  <a:lnTo>
                    <a:pt x="181536" y="333715"/>
                  </a:lnTo>
                  <a:lnTo>
                    <a:pt x="186798" y="333176"/>
                  </a:lnTo>
                  <a:lnTo>
                    <a:pt x="192041" y="332472"/>
                  </a:lnTo>
                  <a:lnTo>
                    <a:pt x="197259" y="331602"/>
                  </a:lnTo>
                  <a:lnTo>
                    <a:pt x="202446" y="330567"/>
                  </a:lnTo>
                  <a:lnTo>
                    <a:pt x="207598" y="329369"/>
                  </a:lnTo>
                  <a:lnTo>
                    <a:pt x="212710" y="328008"/>
                  </a:lnTo>
                  <a:lnTo>
                    <a:pt x="217776" y="326486"/>
                  </a:lnTo>
                  <a:lnTo>
                    <a:pt x="222791" y="324805"/>
                  </a:lnTo>
                  <a:lnTo>
                    <a:pt x="227751" y="322966"/>
                  </a:lnTo>
                  <a:lnTo>
                    <a:pt x="232650" y="320970"/>
                  </a:lnTo>
                  <a:lnTo>
                    <a:pt x="237483" y="318821"/>
                  </a:lnTo>
                  <a:lnTo>
                    <a:pt x="242246" y="316520"/>
                  </a:lnTo>
                  <a:lnTo>
                    <a:pt x="246934" y="314070"/>
                  </a:lnTo>
                  <a:lnTo>
                    <a:pt x="251542" y="311472"/>
                  </a:lnTo>
                  <a:lnTo>
                    <a:pt x="256066" y="308730"/>
                  </a:lnTo>
                  <a:lnTo>
                    <a:pt x="260500" y="305846"/>
                  </a:lnTo>
                  <a:lnTo>
                    <a:pt x="264841" y="302823"/>
                  </a:lnTo>
                  <a:lnTo>
                    <a:pt x="269084" y="299665"/>
                  </a:lnTo>
                  <a:lnTo>
                    <a:pt x="273225" y="296373"/>
                  </a:lnTo>
                  <a:lnTo>
                    <a:pt x="277260" y="292953"/>
                  </a:lnTo>
                  <a:lnTo>
                    <a:pt x="281185" y="289406"/>
                  </a:lnTo>
                  <a:lnTo>
                    <a:pt x="284995" y="285737"/>
                  </a:lnTo>
                  <a:lnTo>
                    <a:pt x="288687" y="281950"/>
                  </a:lnTo>
                  <a:lnTo>
                    <a:pt x="292258" y="278047"/>
                  </a:lnTo>
                  <a:lnTo>
                    <a:pt x="295704" y="274033"/>
                  </a:lnTo>
                  <a:lnTo>
                    <a:pt x="299021" y="269913"/>
                  </a:lnTo>
                  <a:lnTo>
                    <a:pt x="302205" y="265689"/>
                  </a:lnTo>
                  <a:lnTo>
                    <a:pt x="305255" y="261367"/>
                  </a:lnTo>
                  <a:lnTo>
                    <a:pt x="308166" y="256951"/>
                  </a:lnTo>
                  <a:lnTo>
                    <a:pt x="310936" y="252444"/>
                  </a:lnTo>
                  <a:lnTo>
                    <a:pt x="313562" y="247853"/>
                  </a:lnTo>
                  <a:lnTo>
                    <a:pt x="316042" y="243180"/>
                  </a:lnTo>
                  <a:lnTo>
                    <a:pt x="318372" y="238431"/>
                  </a:lnTo>
                  <a:lnTo>
                    <a:pt x="320551" y="233611"/>
                  </a:lnTo>
                  <a:lnTo>
                    <a:pt x="322577" y="228725"/>
                  </a:lnTo>
                  <a:lnTo>
                    <a:pt x="324447" y="223777"/>
                  </a:lnTo>
                  <a:lnTo>
                    <a:pt x="326159" y="218772"/>
                  </a:lnTo>
                  <a:lnTo>
                    <a:pt x="327712" y="213715"/>
                  </a:lnTo>
                  <a:lnTo>
                    <a:pt x="329104" y="208612"/>
                  </a:lnTo>
                  <a:lnTo>
                    <a:pt x="330335" y="203467"/>
                  </a:lnTo>
                  <a:lnTo>
                    <a:pt x="331401" y="198286"/>
                  </a:lnTo>
                  <a:lnTo>
                    <a:pt x="332304" y="193074"/>
                  </a:lnTo>
                  <a:lnTo>
                    <a:pt x="333041" y="187836"/>
                  </a:lnTo>
                  <a:lnTo>
                    <a:pt x="333612" y="182577"/>
                  </a:lnTo>
                  <a:lnTo>
                    <a:pt x="334016" y="177303"/>
                  </a:lnTo>
                  <a:lnTo>
                    <a:pt x="334253" y="172019"/>
                  </a:lnTo>
                  <a:lnTo>
                    <a:pt x="334323" y="166730"/>
                  </a:lnTo>
                  <a:lnTo>
                    <a:pt x="334225" y="161441"/>
                  </a:lnTo>
                  <a:lnTo>
                    <a:pt x="333961" y="156158"/>
                  </a:lnTo>
                  <a:lnTo>
                    <a:pt x="333529" y="150886"/>
                  </a:lnTo>
                  <a:lnTo>
                    <a:pt x="332930" y="145630"/>
                  </a:lnTo>
                  <a:lnTo>
                    <a:pt x="332166" y="140396"/>
                  </a:lnTo>
                  <a:lnTo>
                    <a:pt x="331236" y="135189"/>
                  </a:lnTo>
                  <a:lnTo>
                    <a:pt x="330142" y="130013"/>
                  </a:lnTo>
                  <a:lnTo>
                    <a:pt x="328885" y="124875"/>
                  </a:lnTo>
                  <a:lnTo>
                    <a:pt x="327466" y="119779"/>
                  </a:lnTo>
                  <a:lnTo>
                    <a:pt x="325887" y="114731"/>
                  </a:lnTo>
                  <a:lnTo>
                    <a:pt x="324148" y="109735"/>
                  </a:lnTo>
                  <a:lnTo>
                    <a:pt x="322253" y="104797"/>
                  </a:lnTo>
                  <a:lnTo>
                    <a:pt x="320202" y="99921"/>
                  </a:lnTo>
                  <a:lnTo>
                    <a:pt x="317997" y="95112"/>
                  </a:lnTo>
                  <a:lnTo>
                    <a:pt x="315642" y="90376"/>
                  </a:lnTo>
                  <a:lnTo>
                    <a:pt x="313138" y="85716"/>
                  </a:lnTo>
                  <a:lnTo>
                    <a:pt x="310488" y="81138"/>
                  </a:lnTo>
                  <a:lnTo>
                    <a:pt x="307694" y="76647"/>
                  </a:lnTo>
                  <a:lnTo>
                    <a:pt x="304760" y="72245"/>
                  </a:lnTo>
                  <a:lnTo>
                    <a:pt x="301688" y="67939"/>
                  </a:lnTo>
                  <a:lnTo>
                    <a:pt x="298481" y="63733"/>
                  </a:lnTo>
                  <a:lnTo>
                    <a:pt x="295143" y="59629"/>
                  </a:lnTo>
                  <a:lnTo>
                    <a:pt x="291676" y="55634"/>
                  </a:lnTo>
                  <a:lnTo>
                    <a:pt x="288085" y="51750"/>
                  </a:lnTo>
                  <a:lnTo>
                    <a:pt x="284373" y="47982"/>
                  </a:lnTo>
                  <a:lnTo>
                    <a:pt x="280543" y="44333"/>
                  </a:lnTo>
                  <a:lnTo>
                    <a:pt x="276600" y="40807"/>
                  </a:lnTo>
                  <a:lnTo>
                    <a:pt x="272548" y="37407"/>
                  </a:lnTo>
                  <a:lnTo>
                    <a:pt x="268389" y="34138"/>
                  </a:lnTo>
                  <a:lnTo>
                    <a:pt x="264130" y="31001"/>
                  </a:lnTo>
                  <a:lnTo>
                    <a:pt x="259773" y="28001"/>
                  </a:lnTo>
                  <a:lnTo>
                    <a:pt x="255324" y="25141"/>
                  </a:lnTo>
                  <a:lnTo>
                    <a:pt x="250786" y="22422"/>
                  </a:lnTo>
                  <a:lnTo>
                    <a:pt x="246164" y="19849"/>
                  </a:lnTo>
                  <a:lnTo>
                    <a:pt x="241464" y="17423"/>
                  </a:lnTo>
                  <a:lnTo>
                    <a:pt x="236689" y="15147"/>
                  </a:lnTo>
                  <a:lnTo>
                    <a:pt x="231844" y="13023"/>
                  </a:lnTo>
                  <a:lnTo>
                    <a:pt x="226935" y="11053"/>
                  </a:lnTo>
                  <a:lnTo>
                    <a:pt x="221966" y="9240"/>
                  </a:lnTo>
                  <a:lnTo>
                    <a:pt x="216942" y="7585"/>
                  </a:lnTo>
                  <a:lnTo>
                    <a:pt x="211868" y="6090"/>
                  </a:lnTo>
                  <a:lnTo>
                    <a:pt x="206749" y="4756"/>
                  </a:lnTo>
                  <a:lnTo>
                    <a:pt x="201591" y="3585"/>
                  </a:lnTo>
                  <a:lnTo>
                    <a:pt x="196398" y="2577"/>
                  </a:lnTo>
                  <a:lnTo>
                    <a:pt x="191176" y="1734"/>
                  </a:lnTo>
                  <a:lnTo>
                    <a:pt x="185930" y="1057"/>
                  </a:lnTo>
                  <a:lnTo>
                    <a:pt x="180665" y="546"/>
                  </a:lnTo>
                  <a:lnTo>
                    <a:pt x="175386" y="20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8230" cy="167167"/>
            </a:xfrm>
            <a:custGeom>
              <a:avLst/>
              <a:pathLst>
                <a:path w="8230" h="167167">
                  <a:moveTo>
                    <a:pt x="8230" y="2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378103" y="1071028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1743"/>
              <a:ext cx="143076" cy="86453"/>
            </a:xfrm>
            <a:custGeom>
              <a:avLst/>
              <a:pathLst>
                <a:path w="143076" h="86453">
                  <a:moveTo>
                    <a:pt x="143076" y="0"/>
                  </a:moveTo>
                  <a:lnTo>
                    <a:pt x="0" y="864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9738"/>
              <a:ext cx="143076" cy="88457"/>
            </a:xfrm>
            <a:custGeom>
              <a:avLst/>
              <a:pathLst>
                <a:path w="143076" h="88457">
                  <a:moveTo>
                    <a:pt x="143076" y="2004"/>
                  </a:moveTo>
                  <a:lnTo>
                    <a:pt x="141845" y="0"/>
                  </a:lnTo>
                  <a:lnTo>
                    <a:pt x="0" y="88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071028"/>
              <a:ext cx="141845" cy="167167"/>
            </a:xfrm>
            <a:custGeom>
              <a:avLst/>
              <a:pathLst>
                <a:path w="141845" h="167167">
                  <a:moveTo>
                    <a:pt x="141845" y="78709"/>
                  </a:moveTo>
                  <a:lnTo>
                    <a:pt x="138879" y="74121"/>
                  </a:lnTo>
                  <a:lnTo>
                    <a:pt x="135764" y="69633"/>
                  </a:lnTo>
                  <a:lnTo>
                    <a:pt x="132504" y="65248"/>
                  </a:lnTo>
                  <a:lnTo>
                    <a:pt x="129103" y="60973"/>
                  </a:lnTo>
                  <a:lnTo>
                    <a:pt x="125564" y="56811"/>
                  </a:lnTo>
                  <a:lnTo>
                    <a:pt x="121891" y="52766"/>
                  </a:lnTo>
                  <a:lnTo>
                    <a:pt x="118087" y="48844"/>
                  </a:lnTo>
                  <a:lnTo>
                    <a:pt x="114158" y="45049"/>
                  </a:lnTo>
                  <a:lnTo>
                    <a:pt x="110106" y="41384"/>
                  </a:lnTo>
                  <a:lnTo>
                    <a:pt x="105937" y="37853"/>
                  </a:lnTo>
                  <a:lnTo>
                    <a:pt x="101655" y="34460"/>
                  </a:lnTo>
                  <a:lnTo>
                    <a:pt x="97264" y="31209"/>
                  </a:lnTo>
                  <a:lnTo>
                    <a:pt x="92769" y="28103"/>
                  </a:lnTo>
                  <a:lnTo>
                    <a:pt x="88175" y="25146"/>
                  </a:lnTo>
                  <a:lnTo>
                    <a:pt x="83487" y="22340"/>
                  </a:lnTo>
                  <a:lnTo>
                    <a:pt x="78710" y="19690"/>
                  </a:lnTo>
                  <a:lnTo>
                    <a:pt x="73849" y="17196"/>
                  </a:lnTo>
                  <a:lnTo>
                    <a:pt x="68909" y="14863"/>
                  </a:lnTo>
                  <a:lnTo>
                    <a:pt x="63895" y="12693"/>
                  </a:lnTo>
                  <a:lnTo>
                    <a:pt x="58813" y="10687"/>
                  </a:lnTo>
                  <a:lnTo>
                    <a:pt x="53668" y="8849"/>
                  </a:lnTo>
                  <a:lnTo>
                    <a:pt x="48466" y="7180"/>
                  </a:lnTo>
                  <a:lnTo>
                    <a:pt x="43212" y="5681"/>
                  </a:lnTo>
                  <a:lnTo>
                    <a:pt x="37912" y="4355"/>
                  </a:lnTo>
                  <a:lnTo>
                    <a:pt x="32572" y="3203"/>
                  </a:lnTo>
                  <a:lnTo>
                    <a:pt x="27196" y="2227"/>
                  </a:lnTo>
                  <a:lnTo>
                    <a:pt x="21792" y="1426"/>
                  </a:lnTo>
                  <a:lnTo>
                    <a:pt x="16364" y="802"/>
                  </a:lnTo>
                  <a:lnTo>
                    <a:pt x="10919" y="357"/>
                  </a:lnTo>
                  <a:lnTo>
                    <a:pt x="546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6291" y="941493"/>
              <a:ext cx="107252" cy="167167"/>
            </a:xfrm>
            <a:custGeom>
              <a:avLst/>
              <a:pathLst>
                <a:path w="107252" h="167167">
                  <a:moveTo>
                    <a:pt x="107252" y="0"/>
                  </a:moveTo>
                  <a:lnTo>
                    <a:pt x="101708" y="91"/>
                  </a:lnTo>
                  <a:lnTo>
                    <a:pt x="96171" y="367"/>
                  </a:lnTo>
                  <a:lnTo>
                    <a:pt x="90645" y="826"/>
                  </a:lnTo>
                  <a:lnTo>
                    <a:pt x="85138" y="1469"/>
                  </a:lnTo>
                  <a:lnTo>
                    <a:pt x="79655" y="2293"/>
                  </a:lnTo>
                  <a:lnTo>
                    <a:pt x="74202" y="3299"/>
                  </a:lnTo>
                  <a:lnTo>
                    <a:pt x="68786" y="4485"/>
                  </a:lnTo>
                  <a:lnTo>
                    <a:pt x="63412" y="5851"/>
                  </a:lnTo>
                  <a:lnTo>
                    <a:pt x="58086" y="7393"/>
                  </a:lnTo>
                  <a:lnTo>
                    <a:pt x="52814" y="9112"/>
                  </a:lnTo>
                  <a:lnTo>
                    <a:pt x="47602" y="11004"/>
                  </a:lnTo>
                  <a:lnTo>
                    <a:pt x="42456" y="13068"/>
                  </a:lnTo>
                  <a:lnTo>
                    <a:pt x="37381" y="15302"/>
                  </a:lnTo>
                  <a:lnTo>
                    <a:pt x="32383" y="17703"/>
                  </a:lnTo>
                  <a:lnTo>
                    <a:pt x="27468" y="20268"/>
                  </a:lnTo>
                  <a:lnTo>
                    <a:pt x="22640" y="22994"/>
                  </a:lnTo>
                  <a:lnTo>
                    <a:pt x="17905" y="25880"/>
                  </a:lnTo>
                  <a:lnTo>
                    <a:pt x="13269" y="28921"/>
                  </a:lnTo>
                  <a:lnTo>
                    <a:pt x="8736" y="32114"/>
                  </a:lnTo>
                  <a:lnTo>
                    <a:pt x="4311" y="35455"/>
                  </a:lnTo>
                  <a:lnTo>
                    <a:pt x="0" y="38941"/>
                  </a:lnTo>
                  <a:lnTo>
                    <a:pt x="1072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6291" y="980435"/>
              <a:ext cx="107252" cy="128225"/>
            </a:xfrm>
            <a:custGeom>
              <a:avLst/>
              <a:pathLst>
                <a:path w="107252" h="128225">
                  <a:moveTo>
                    <a:pt x="0" y="0"/>
                  </a:moveTo>
                  <a:lnTo>
                    <a:pt x="107252" y="1282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56389" y="978568"/>
              <a:ext cx="334319" cy="297255"/>
            </a:xfrm>
            <a:custGeom>
              <a:avLst/>
              <a:pathLst>
                <a:path w="334319" h="297255">
                  <a:moveTo>
                    <a:pt x="59901" y="1866"/>
                  </a:moveTo>
                  <a:lnTo>
                    <a:pt x="55896" y="5326"/>
                  </a:lnTo>
                  <a:lnTo>
                    <a:pt x="52002" y="8910"/>
                  </a:lnTo>
                  <a:lnTo>
                    <a:pt x="48224" y="12616"/>
                  </a:lnTo>
                  <a:lnTo>
                    <a:pt x="44564" y="16440"/>
                  </a:lnTo>
                  <a:lnTo>
                    <a:pt x="41028" y="20378"/>
                  </a:lnTo>
                  <a:lnTo>
                    <a:pt x="37618" y="24426"/>
                  </a:lnTo>
                  <a:lnTo>
                    <a:pt x="34338" y="28580"/>
                  </a:lnTo>
                  <a:lnTo>
                    <a:pt x="31191" y="32835"/>
                  </a:lnTo>
                  <a:lnTo>
                    <a:pt x="28180" y="37188"/>
                  </a:lnTo>
                  <a:lnTo>
                    <a:pt x="25309" y="41634"/>
                  </a:lnTo>
                  <a:lnTo>
                    <a:pt x="22579" y="46169"/>
                  </a:lnTo>
                  <a:lnTo>
                    <a:pt x="19995" y="50788"/>
                  </a:lnTo>
                  <a:lnTo>
                    <a:pt x="17558" y="55486"/>
                  </a:lnTo>
                  <a:lnTo>
                    <a:pt x="15272" y="60259"/>
                  </a:lnTo>
                  <a:lnTo>
                    <a:pt x="13137" y="65102"/>
                  </a:lnTo>
                  <a:lnTo>
                    <a:pt x="11157" y="70010"/>
                  </a:lnTo>
                  <a:lnTo>
                    <a:pt x="9333" y="74979"/>
                  </a:lnTo>
                  <a:lnTo>
                    <a:pt x="7667" y="80003"/>
                  </a:lnTo>
                  <a:lnTo>
                    <a:pt x="6162" y="85077"/>
                  </a:lnTo>
                  <a:lnTo>
                    <a:pt x="4817" y="90196"/>
                  </a:lnTo>
                  <a:lnTo>
                    <a:pt x="3636" y="95355"/>
                  </a:lnTo>
                  <a:lnTo>
                    <a:pt x="2618" y="100549"/>
                  </a:lnTo>
                  <a:lnTo>
                    <a:pt x="1765" y="105772"/>
                  </a:lnTo>
                  <a:lnTo>
                    <a:pt x="1078" y="111020"/>
                  </a:lnTo>
                  <a:lnTo>
                    <a:pt x="558" y="116287"/>
                  </a:lnTo>
                  <a:lnTo>
                    <a:pt x="204" y="121568"/>
                  </a:lnTo>
                  <a:lnTo>
                    <a:pt x="18" y="126857"/>
                  </a:lnTo>
                  <a:lnTo>
                    <a:pt x="0" y="132150"/>
                  </a:lnTo>
                  <a:lnTo>
                    <a:pt x="148" y="137441"/>
                  </a:lnTo>
                  <a:lnTo>
                    <a:pt x="465" y="142724"/>
                  </a:lnTo>
                  <a:lnTo>
                    <a:pt x="948" y="147994"/>
                  </a:lnTo>
                  <a:lnTo>
                    <a:pt x="1598" y="153247"/>
                  </a:lnTo>
                  <a:lnTo>
                    <a:pt x="2414" y="158476"/>
                  </a:lnTo>
                  <a:lnTo>
                    <a:pt x="3395" y="163677"/>
                  </a:lnTo>
                  <a:lnTo>
                    <a:pt x="4541" y="168844"/>
                  </a:lnTo>
                  <a:lnTo>
                    <a:pt x="5849" y="173973"/>
                  </a:lnTo>
                  <a:lnTo>
                    <a:pt x="7319" y="179057"/>
                  </a:lnTo>
                  <a:lnTo>
                    <a:pt x="8949" y="184093"/>
                  </a:lnTo>
                  <a:lnTo>
                    <a:pt x="10738" y="189074"/>
                  </a:lnTo>
                  <a:lnTo>
                    <a:pt x="12684" y="193996"/>
                  </a:lnTo>
                  <a:lnTo>
                    <a:pt x="14784" y="198854"/>
                  </a:lnTo>
                  <a:lnTo>
                    <a:pt x="17037" y="203643"/>
                  </a:lnTo>
                  <a:lnTo>
                    <a:pt x="19441" y="208359"/>
                  </a:lnTo>
                  <a:lnTo>
                    <a:pt x="21993" y="212995"/>
                  </a:lnTo>
                  <a:lnTo>
                    <a:pt x="24690" y="217549"/>
                  </a:lnTo>
                  <a:lnTo>
                    <a:pt x="27530" y="222015"/>
                  </a:lnTo>
                  <a:lnTo>
                    <a:pt x="30510" y="226389"/>
                  </a:lnTo>
                  <a:lnTo>
                    <a:pt x="33627" y="230667"/>
                  </a:lnTo>
                  <a:lnTo>
                    <a:pt x="36878" y="234844"/>
                  </a:lnTo>
                  <a:lnTo>
                    <a:pt x="40259" y="238915"/>
                  </a:lnTo>
                  <a:lnTo>
                    <a:pt x="43768" y="242878"/>
                  </a:lnTo>
                  <a:lnTo>
                    <a:pt x="47400" y="246727"/>
                  </a:lnTo>
                  <a:lnTo>
                    <a:pt x="51152" y="250460"/>
                  </a:lnTo>
                  <a:lnTo>
                    <a:pt x="55021" y="254072"/>
                  </a:lnTo>
                  <a:lnTo>
                    <a:pt x="59002" y="257559"/>
                  </a:lnTo>
                  <a:lnTo>
                    <a:pt x="63091" y="260919"/>
                  </a:lnTo>
                  <a:lnTo>
                    <a:pt x="67285" y="264148"/>
                  </a:lnTo>
                  <a:lnTo>
                    <a:pt x="71579" y="267242"/>
                  </a:lnTo>
                  <a:lnTo>
                    <a:pt x="75969" y="270199"/>
                  </a:lnTo>
                  <a:lnTo>
                    <a:pt x="80450" y="273016"/>
                  </a:lnTo>
                  <a:lnTo>
                    <a:pt x="85018" y="275689"/>
                  </a:lnTo>
                  <a:lnTo>
                    <a:pt x="89668" y="278216"/>
                  </a:lnTo>
                  <a:lnTo>
                    <a:pt x="94396" y="280595"/>
                  </a:lnTo>
                  <a:lnTo>
                    <a:pt x="99197" y="282823"/>
                  </a:lnTo>
                  <a:lnTo>
                    <a:pt x="104066" y="284897"/>
                  </a:lnTo>
                  <a:lnTo>
                    <a:pt x="108998" y="286817"/>
                  </a:lnTo>
                  <a:lnTo>
                    <a:pt x="113989" y="288580"/>
                  </a:lnTo>
                  <a:lnTo>
                    <a:pt x="119033" y="290183"/>
                  </a:lnTo>
                  <a:lnTo>
                    <a:pt x="124125" y="291626"/>
                  </a:lnTo>
                  <a:lnTo>
                    <a:pt x="129260" y="292908"/>
                  </a:lnTo>
                  <a:lnTo>
                    <a:pt x="134433" y="294026"/>
                  </a:lnTo>
                  <a:lnTo>
                    <a:pt x="139639" y="294979"/>
                  </a:lnTo>
                  <a:lnTo>
                    <a:pt x="144873" y="295768"/>
                  </a:lnTo>
                  <a:lnTo>
                    <a:pt x="150129" y="296390"/>
                  </a:lnTo>
                  <a:lnTo>
                    <a:pt x="155402" y="296846"/>
                  </a:lnTo>
                  <a:lnTo>
                    <a:pt x="160687" y="297134"/>
                  </a:lnTo>
                  <a:lnTo>
                    <a:pt x="165978" y="297255"/>
                  </a:lnTo>
                  <a:lnTo>
                    <a:pt x="171271" y="297208"/>
                  </a:lnTo>
                  <a:lnTo>
                    <a:pt x="176559" y="296994"/>
                  </a:lnTo>
                  <a:lnTo>
                    <a:pt x="181838" y="296613"/>
                  </a:lnTo>
                  <a:lnTo>
                    <a:pt x="187102" y="296065"/>
                  </a:lnTo>
                  <a:lnTo>
                    <a:pt x="192346" y="295350"/>
                  </a:lnTo>
                  <a:lnTo>
                    <a:pt x="197565" y="294470"/>
                  </a:lnTo>
                  <a:lnTo>
                    <a:pt x="202754" y="293425"/>
                  </a:lnTo>
                  <a:lnTo>
                    <a:pt x="207906" y="292216"/>
                  </a:lnTo>
                  <a:lnTo>
                    <a:pt x="213018" y="290844"/>
                  </a:lnTo>
                  <a:lnTo>
                    <a:pt x="218084" y="289312"/>
                  </a:lnTo>
                  <a:lnTo>
                    <a:pt x="223099" y="287620"/>
                  </a:lnTo>
                  <a:lnTo>
                    <a:pt x="228058" y="285770"/>
                  </a:lnTo>
                  <a:lnTo>
                    <a:pt x="232956" y="283764"/>
                  </a:lnTo>
                  <a:lnTo>
                    <a:pt x="237787" y="281604"/>
                  </a:lnTo>
                  <a:lnTo>
                    <a:pt x="242548" y="279292"/>
                  </a:lnTo>
                  <a:lnTo>
                    <a:pt x="247234" y="276830"/>
                  </a:lnTo>
                  <a:lnTo>
                    <a:pt x="251839" y="274222"/>
                  </a:lnTo>
                  <a:lnTo>
                    <a:pt x="256359" y="271469"/>
                  </a:lnTo>
                  <a:lnTo>
                    <a:pt x="260790" y="268574"/>
                  </a:lnTo>
                  <a:lnTo>
                    <a:pt x="265127" y="265540"/>
                  </a:lnTo>
                  <a:lnTo>
                    <a:pt x="269366" y="262371"/>
                  </a:lnTo>
                  <a:lnTo>
                    <a:pt x="273502" y="259069"/>
                  </a:lnTo>
                  <a:lnTo>
                    <a:pt x="277532" y="255637"/>
                  </a:lnTo>
                  <a:lnTo>
                    <a:pt x="281451" y="252080"/>
                  </a:lnTo>
                  <a:lnTo>
                    <a:pt x="285255" y="248401"/>
                  </a:lnTo>
                  <a:lnTo>
                    <a:pt x="288942" y="244603"/>
                  </a:lnTo>
                  <a:lnTo>
                    <a:pt x="292506" y="240690"/>
                  </a:lnTo>
                  <a:lnTo>
                    <a:pt x="295944" y="236666"/>
                  </a:lnTo>
                  <a:lnTo>
                    <a:pt x="299253" y="232536"/>
                  </a:lnTo>
                  <a:lnTo>
                    <a:pt x="302430" y="228303"/>
                  </a:lnTo>
                  <a:lnTo>
                    <a:pt x="305471" y="223971"/>
                  </a:lnTo>
                  <a:lnTo>
                    <a:pt x="308374" y="219545"/>
                  </a:lnTo>
                  <a:lnTo>
                    <a:pt x="311135" y="215030"/>
                  </a:lnTo>
                  <a:lnTo>
                    <a:pt x="313752" y="210429"/>
                  </a:lnTo>
                  <a:lnTo>
                    <a:pt x="316222" y="205748"/>
                  </a:lnTo>
                  <a:lnTo>
                    <a:pt x="318542" y="200991"/>
                  </a:lnTo>
                  <a:lnTo>
                    <a:pt x="320710" y="196163"/>
                  </a:lnTo>
                  <a:lnTo>
                    <a:pt x="322725" y="191269"/>
                  </a:lnTo>
                  <a:lnTo>
                    <a:pt x="324584" y="186314"/>
                  </a:lnTo>
                  <a:lnTo>
                    <a:pt x="326285" y="181302"/>
                  </a:lnTo>
                  <a:lnTo>
                    <a:pt x="327826" y="176238"/>
                  </a:lnTo>
                  <a:lnTo>
                    <a:pt x="329206" y="171129"/>
                  </a:lnTo>
                  <a:lnTo>
                    <a:pt x="330424" y="165978"/>
                  </a:lnTo>
                  <a:lnTo>
                    <a:pt x="331479" y="160792"/>
                  </a:lnTo>
                  <a:lnTo>
                    <a:pt x="332368" y="155574"/>
                  </a:lnTo>
                  <a:lnTo>
                    <a:pt x="333092" y="150331"/>
                  </a:lnTo>
                  <a:lnTo>
                    <a:pt x="333649" y="145068"/>
                  </a:lnTo>
                  <a:lnTo>
                    <a:pt x="334040" y="139790"/>
                  </a:lnTo>
                  <a:lnTo>
                    <a:pt x="334264" y="134502"/>
                  </a:lnTo>
                  <a:lnTo>
                    <a:pt x="334319" y="129210"/>
                  </a:lnTo>
                  <a:lnTo>
                    <a:pt x="334208" y="123918"/>
                  </a:lnTo>
                  <a:lnTo>
                    <a:pt x="333929" y="118633"/>
                  </a:lnTo>
                  <a:lnTo>
                    <a:pt x="333482" y="113359"/>
                  </a:lnTo>
                  <a:lnTo>
                    <a:pt x="332869" y="108102"/>
                  </a:lnTo>
                  <a:lnTo>
                    <a:pt x="332090" y="102867"/>
                  </a:lnTo>
                  <a:lnTo>
                    <a:pt x="331145" y="97659"/>
                  </a:lnTo>
                  <a:lnTo>
                    <a:pt x="330036" y="92484"/>
                  </a:lnTo>
                  <a:lnTo>
                    <a:pt x="328764" y="87347"/>
                  </a:lnTo>
                  <a:lnTo>
                    <a:pt x="327330" y="82252"/>
                  </a:lnTo>
                  <a:lnTo>
                    <a:pt x="325735" y="77205"/>
                  </a:lnTo>
                  <a:lnTo>
                    <a:pt x="323982" y="72212"/>
                  </a:lnTo>
                  <a:lnTo>
                    <a:pt x="322071" y="67276"/>
                  </a:lnTo>
                  <a:lnTo>
                    <a:pt x="320005" y="62403"/>
                  </a:lnTo>
                  <a:lnTo>
                    <a:pt x="317785" y="57598"/>
                  </a:lnTo>
                  <a:lnTo>
                    <a:pt x="315415" y="52866"/>
                  </a:lnTo>
                  <a:lnTo>
                    <a:pt x="312896" y="48211"/>
                  </a:lnTo>
                  <a:lnTo>
                    <a:pt x="310231" y="43639"/>
                  </a:lnTo>
                  <a:lnTo>
                    <a:pt x="307422" y="39153"/>
                  </a:lnTo>
                  <a:lnTo>
                    <a:pt x="304473" y="34758"/>
                  </a:lnTo>
                  <a:lnTo>
                    <a:pt x="301386" y="30459"/>
                  </a:lnTo>
                  <a:lnTo>
                    <a:pt x="298165" y="26259"/>
                  </a:lnTo>
                  <a:lnTo>
                    <a:pt x="294812" y="22164"/>
                  </a:lnTo>
                  <a:lnTo>
                    <a:pt x="291331" y="18177"/>
                  </a:lnTo>
                  <a:lnTo>
                    <a:pt x="287726" y="14302"/>
                  </a:lnTo>
                  <a:lnTo>
                    <a:pt x="284000" y="10543"/>
                  </a:lnTo>
                  <a:lnTo>
                    <a:pt x="280157" y="6904"/>
                  </a:lnTo>
                  <a:lnTo>
                    <a:pt x="276201" y="3388"/>
                  </a:lnTo>
                  <a:lnTo>
                    <a:pt x="272135" y="0"/>
                  </a:lnTo>
                  <a:lnTo>
                    <a:pt x="167154" y="1300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5023544" y="941493"/>
              <a:ext cx="104980" cy="167167"/>
            </a:xfrm>
            <a:custGeom>
              <a:avLst/>
              <a:pathLst>
                <a:path w="104980" h="167167">
                  <a:moveTo>
                    <a:pt x="104980" y="37075"/>
                  </a:moveTo>
                  <a:lnTo>
                    <a:pt x="100504" y="33586"/>
                  </a:lnTo>
                  <a:lnTo>
                    <a:pt x="95912" y="30252"/>
                  </a:lnTo>
                  <a:lnTo>
                    <a:pt x="91210" y="27075"/>
                  </a:lnTo>
                  <a:lnTo>
                    <a:pt x="86402" y="24060"/>
                  </a:lnTo>
                  <a:lnTo>
                    <a:pt x="81495" y="21210"/>
                  </a:lnTo>
                  <a:lnTo>
                    <a:pt x="76494" y="18528"/>
                  </a:lnTo>
                  <a:lnTo>
                    <a:pt x="71405" y="16017"/>
                  </a:lnTo>
                  <a:lnTo>
                    <a:pt x="66233" y="13681"/>
                  </a:lnTo>
                  <a:lnTo>
                    <a:pt x="60985" y="11521"/>
                  </a:lnTo>
                  <a:lnTo>
                    <a:pt x="55667" y="9541"/>
                  </a:lnTo>
                  <a:lnTo>
                    <a:pt x="50285" y="7742"/>
                  </a:lnTo>
                  <a:lnTo>
                    <a:pt x="44845" y="6127"/>
                  </a:lnTo>
                  <a:lnTo>
                    <a:pt x="39353" y="4698"/>
                  </a:lnTo>
                  <a:lnTo>
                    <a:pt x="33815" y="3455"/>
                  </a:lnTo>
                  <a:lnTo>
                    <a:pt x="28239" y="2402"/>
                  </a:lnTo>
                  <a:lnTo>
                    <a:pt x="22630" y="1538"/>
                  </a:lnTo>
                  <a:lnTo>
                    <a:pt x="16996" y="866"/>
                  </a:lnTo>
                  <a:lnTo>
                    <a:pt x="11341" y="385"/>
                  </a:lnTo>
                  <a:lnTo>
                    <a:pt x="567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067" y="941493"/>
              <a:ext cx="167148" cy="201904"/>
            </a:xfrm>
            <a:custGeom>
              <a:avLst/>
              <a:pathLst>
                <a:path w="167148" h="201904">
                  <a:moveTo>
                    <a:pt x="167148" y="0"/>
                  </a:moveTo>
                  <a:lnTo>
                    <a:pt x="161738" y="87"/>
                  </a:lnTo>
                  <a:lnTo>
                    <a:pt x="156334" y="350"/>
                  </a:lnTo>
                  <a:lnTo>
                    <a:pt x="150942" y="787"/>
                  </a:lnTo>
                  <a:lnTo>
                    <a:pt x="145566" y="1398"/>
                  </a:lnTo>
                  <a:lnTo>
                    <a:pt x="140213" y="2184"/>
                  </a:lnTo>
                  <a:lnTo>
                    <a:pt x="134888" y="3142"/>
                  </a:lnTo>
                  <a:lnTo>
                    <a:pt x="129597" y="4272"/>
                  </a:lnTo>
                  <a:lnTo>
                    <a:pt x="124346" y="5572"/>
                  </a:lnTo>
                  <a:lnTo>
                    <a:pt x="119139" y="7042"/>
                  </a:lnTo>
                  <a:lnTo>
                    <a:pt x="113982" y="8679"/>
                  </a:lnTo>
                  <a:lnTo>
                    <a:pt x="108882" y="10483"/>
                  </a:lnTo>
                  <a:lnTo>
                    <a:pt x="103842" y="12450"/>
                  </a:lnTo>
                  <a:lnTo>
                    <a:pt x="98868" y="14580"/>
                  </a:lnTo>
                  <a:lnTo>
                    <a:pt x="93966" y="16869"/>
                  </a:lnTo>
                  <a:lnTo>
                    <a:pt x="89141" y="19316"/>
                  </a:lnTo>
                  <a:lnTo>
                    <a:pt x="84397" y="21918"/>
                  </a:lnTo>
                  <a:lnTo>
                    <a:pt x="79740" y="24672"/>
                  </a:lnTo>
                  <a:lnTo>
                    <a:pt x="75175" y="27575"/>
                  </a:lnTo>
                  <a:lnTo>
                    <a:pt x="70706" y="30624"/>
                  </a:lnTo>
                  <a:lnTo>
                    <a:pt x="66338" y="33817"/>
                  </a:lnTo>
                  <a:lnTo>
                    <a:pt x="62075" y="37149"/>
                  </a:lnTo>
                  <a:lnTo>
                    <a:pt x="57923" y="40617"/>
                  </a:lnTo>
                  <a:lnTo>
                    <a:pt x="53885" y="44218"/>
                  </a:lnTo>
                  <a:lnTo>
                    <a:pt x="49966" y="47947"/>
                  </a:lnTo>
                  <a:lnTo>
                    <a:pt x="46169" y="51802"/>
                  </a:lnTo>
                  <a:lnTo>
                    <a:pt x="42499" y="55777"/>
                  </a:lnTo>
                  <a:lnTo>
                    <a:pt x="38960" y="59869"/>
                  </a:lnTo>
                  <a:lnTo>
                    <a:pt x="35555" y="64073"/>
                  </a:lnTo>
                  <a:lnTo>
                    <a:pt x="32288" y="68386"/>
                  </a:lnTo>
                  <a:lnTo>
                    <a:pt x="29162" y="72802"/>
                  </a:lnTo>
                  <a:lnTo>
                    <a:pt x="26180" y="77316"/>
                  </a:lnTo>
                  <a:lnTo>
                    <a:pt x="23347" y="81925"/>
                  </a:lnTo>
                  <a:lnTo>
                    <a:pt x="20664" y="86623"/>
                  </a:lnTo>
                  <a:lnTo>
                    <a:pt x="18134" y="91406"/>
                  </a:lnTo>
                  <a:lnTo>
                    <a:pt x="15760" y="96267"/>
                  </a:lnTo>
                  <a:lnTo>
                    <a:pt x="13545" y="101203"/>
                  </a:lnTo>
                  <a:lnTo>
                    <a:pt x="11491" y="106209"/>
                  </a:lnTo>
                  <a:lnTo>
                    <a:pt x="9600" y="111278"/>
                  </a:lnTo>
                  <a:lnTo>
                    <a:pt x="7874" y="116405"/>
                  </a:lnTo>
                  <a:lnTo>
                    <a:pt x="6315" y="121586"/>
                  </a:lnTo>
                  <a:lnTo>
                    <a:pt x="4924" y="126814"/>
                  </a:lnTo>
                  <a:lnTo>
                    <a:pt x="3703" y="132085"/>
                  </a:lnTo>
                  <a:lnTo>
                    <a:pt x="2653" y="137392"/>
                  </a:lnTo>
                  <a:lnTo>
                    <a:pt x="1776" y="142731"/>
                  </a:lnTo>
                  <a:lnTo>
                    <a:pt x="1072" y="148095"/>
                  </a:lnTo>
                  <a:lnTo>
                    <a:pt x="542" y="153480"/>
                  </a:lnTo>
                  <a:lnTo>
                    <a:pt x="186" y="158878"/>
                  </a:lnTo>
                  <a:lnTo>
                    <a:pt x="5" y="164285"/>
                  </a:lnTo>
                  <a:lnTo>
                    <a:pt x="0" y="169696"/>
                  </a:lnTo>
                  <a:lnTo>
                    <a:pt x="169" y="175103"/>
                  </a:lnTo>
                  <a:lnTo>
                    <a:pt x="513" y="180503"/>
                  </a:lnTo>
                  <a:lnTo>
                    <a:pt x="1032" y="185888"/>
                  </a:lnTo>
                  <a:lnTo>
                    <a:pt x="1725" y="191254"/>
                  </a:lnTo>
                  <a:lnTo>
                    <a:pt x="2591" y="196594"/>
                  </a:lnTo>
                  <a:lnTo>
                    <a:pt x="3629" y="20190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2697" y="1108660"/>
              <a:ext cx="163518" cy="34736"/>
            </a:xfrm>
            <a:custGeom>
              <a:avLst/>
              <a:pathLst>
                <a:path w="163518" h="34736">
                  <a:moveTo>
                    <a:pt x="0" y="34736"/>
                  </a:moveTo>
                  <a:lnTo>
                    <a:pt x="16351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2697" y="1108660"/>
              <a:ext cx="163518" cy="155245"/>
            </a:xfrm>
            <a:custGeom>
              <a:avLst/>
              <a:pathLst>
                <a:path w="163518" h="155245">
                  <a:moveTo>
                    <a:pt x="0" y="34736"/>
                  </a:moveTo>
                  <a:lnTo>
                    <a:pt x="1223" y="40067"/>
                  </a:lnTo>
                  <a:lnTo>
                    <a:pt x="2621" y="45354"/>
                  </a:lnTo>
                  <a:lnTo>
                    <a:pt x="4191" y="50593"/>
                  </a:lnTo>
                  <a:lnTo>
                    <a:pt x="5931" y="55778"/>
                  </a:lnTo>
                  <a:lnTo>
                    <a:pt x="7840" y="60903"/>
                  </a:lnTo>
                  <a:lnTo>
                    <a:pt x="9915" y="65963"/>
                  </a:lnTo>
                  <a:lnTo>
                    <a:pt x="12155" y="70952"/>
                  </a:lnTo>
                  <a:lnTo>
                    <a:pt x="14557" y="75866"/>
                  </a:lnTo>
                  <a:lnTo>
                    <a:pt x="17119" y="80698"/>
                  </a:lnTo>
                  <a:lnTo>
                    <a:pt x="19837" y="85444"/>
                  </a:lnTo>
                  <a:lnTo>
                    <a:pt x="22709" y="90098"/>
                  </a:lnTo>
                  <a:lnTo>
                    <a:pt x="25732" y="94656"/>
                  </a:lnTo>
                  <a:lnTo>
                    <a:pt x="28902" y="99112"/>
                  </a:lnTo>
                  <a:lnTo>
                    <a:pt x="32216" y="103463"/>
                  </a:lnTo>
                  <a:lnTo>
                    <a:pt x="35671" y="107703"/>
                  </a:lnTo>
                  <a:lnTo>
                    <a:pt x="39262" y="111827"/>
                  </a:lnTo>
                  <a:lnTo>
                    <a:pt x="42987" y="115832"/>
                  </a:lnTo>
                  <a:lnTo>
                    <a:pt x="46840" y="119713"/>
                  </a:lnTo>
                  <a:lnTo>
                    <a:pt x="50819" y="123465"/>
                  </a:lnTo>
                  <a:lnTo>
                    <a:pt x="54918" y="127086"/>
                  </a:lnTo>
                  <a:lnTo>
                    <a:pt x="59133" y="130570"/>
                  </a:lnTo>
                  <a:lnTo>
                    <a:pt x="63460" y="133915"/>
                  </a:lnTo>
                  <a:lnTo>
                    <a:pt x="67894" y="137117"/>
                  </a:lnTo>
                  <a:lnTo>
                    <a:pt x="72431" y="140171"/>
                  </a:lnTo>
                  <a:lnTo>
                    <a:pt x="77065" y="143076"/>
                  </a:lnTo>
                  <a:lnTo>
                    <a:pt x="81792" y="145827"/>
                  </a:lnTo>
                  <a:lnTo>
                    <a:pt x="86606" y="148423"/>
                  </a:lnTo>
                  <a:lnTo>
                    <a:pt x="91502" y="150859"/>
                  </a:lnTo>
                  <a:lnTo>
                    <a:pt x="96475" y="153134"/>
                  </a:lnTo>
                  <a:lnTo>
                    <a:pt x="101521" y="155245"/>
                  </a:lnTo>
                  <a:lnTo>
                    <a:pt x="16351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24218" y="941493"/>
              <a:ext cx="229144" cy="334334"/>
            </a:xfrm>
            <a:custGeom>
              <a:avLst/>
              <a:pathLst>
                <a:path w="229144" h="334334">
                  <a:moveTo>
                    <a:pt x="0" y="322413"/>
                  </a:moveTo>
                  <a:lnTo>
                    <a:pt x="4955" y="324301"/>
                  </a:lnTo>
                  <a:lnTo>
                    <a:pt x="9968" y="326032"/>
                  </a:lnTo>
                  <a:lnTo>
                    <a:pt x="15034" y="327602"/>
                  </a:lnTo>
                  <a:lnTo>
                    <a:pt x="20146" y="329011"/>
                  </a:lnTo>
                  <a:lnTo>
                    <a:pt x="25301" y="330257"/>
                  </a:lnTo>
                  <a:lnTo>
                    <a:pt x="30493" y="331339"/>
                  </a:lnTo>
                  <a:lnTo>
                    <a:pt x="35716" y="332256"/>
                  </a:lnTo>
                  <a:lnTo>
                    <a:pt x="40966" y="333006"/>
                  </a:lnTo>
                  <a:lnTo>
                    <a:pt x="46237" y="333590"/>
                  </a:lnTo>
                  <a:lnTo>
                    <a:pt x="51524" y="334006"/>
                  </a:lnTo>
                  <a:lnTo>
                    <a:pt x="56821" y="334254"/>
                  </a:lnTo>
                  <a:lnTo>
                    <a:pt x="62124" y="334334"/>
                  </a:lnTo>
                  <a:lnTo>
                    <a:pt x="67427" y="334246"/>
                  </a:lnTo>
                  <a:lnTo>
                    <a:pt x="72724" y="333990"/>
                  </a:lnTo>
                  <a:lnTo>
                    <a:pt x="78010" y="333566"/>
                  </a:lnTo>
                  <a:lnTo>
                    <a:pt x="83280" y="332974"/>
                  </a:lnTo>
                  <a:lnTo>
                    <a:pt x="88529" y="332215"/>
                  </a:lnTo>
                  <a:lnTo>
                    <a:pt x="93751" y="331291"/>
                  </a:lnTo>
                  <a:lnTo>
                    <a:pt x="98941" y="330201"/>
                  </a:lnTo>
                  <a:lnTo>
                    <a:pt x="104094" y="328947"/>
                  </a:lnTo>
                  <a:lnTo>
                    <a:pt x="109204" y="327530"/>
                  </a:lnTo>
                  <a:lnTo>
                    <a:pt x="114267" y="325952"/>
                  </a:lnTo>
                  <a:lnTo>
                    <a:pt x="119278" y="324214"/>
                  </a:lnTo>
                  <a:lnTo>
                    <a:pt x="124231" y="322318"/>
                  </a:lnTo>
                  <a:lnTo>
                    <a:pt x="129121" y="320266"/>
                  </a:lnTo>
                  <a:lnTo>
                    <a:pt x="133943" y="318060"/>
                  </a:lnTo>
                  <a:lnTo>
                    <a:pt x="138693" y="315702"/>
                  </a:lnTo>
                  <a:lnTo>
                    <a:pt x="143366" y="313194"/>
                  </a:lnTo>
                  <a:lnTo>
                    <a:pt x="147957" y="310540"/>
                  </a:lnTo>
                  <a:lnTo>
                    <a:pt x="152462" y="307741"/>
                  </a:lnTo>
                  <a:lnTo>
                    <a:pt x="156876" y="304801"/>
                  </a:lnTo>
                  <a:lnTo>
                    <a:pt x="161194" y="301722"/>
                  </a:lnTo>
                  <a:lnTo>
                    <a:pt x="165412" y="298507"/>
                  </a:lnTo>
                  <a:lnTo>
                    <a:pt x="169526" y="295161"/>
                  </a:lnTo>
                  <a:lnTo>
                    <a:pt x="173532" y="291686"/>
                  </a:lnTo>
                  <a:lnTo>
                    <a:pt x="177425" y="288085"/>
                  </a:lnTo>
                  <a:lnTo>
                    <a:pt x="181203" y="284363"/>
                  </a:lnTo>
                  <a:lnTo>
                    <a:pt x="184860" y="280523"/>
                  </a:lnTo>
                  <a:lnTo>
                    <a:pt x="188394" y="276568"/>
                  </a:lnTo>
                  <a:lnTo>
                    <a:pt x="191801" y="272504"/>
                  </a:lnTo>
                  <a:lnTo>
                    <a:pt x="195077" y="268334"/>
                  </a:lnTo>
                  <a:lnTo>
                    <a:pt x="198219" y="264061"/>
                  </a:lnTo>
                  <a:lnTo>
                    <a:pt x="201224" y="259692"/>
                  </a:lnTo>
                  <a:lnTo>
                    <a:pt x="204089" y="255229"/>
                  </a:lnTo>
                  <a:lnTo>
                    <a:pt x="206811" y="250677"/>
                  </a:lnTo>
                  <a:lnTo>
                    <a:pt x="209387" y="246042"/>
                  </a:lnTo>
                  <a:lnTo>
                    <a:pt x="211814" y="241327"/>
                  </a:lnTo>
                  <a:lnTo>
                    <a:pt x="214091" y="236537"/>
                  </a:lnTo>
                  <a:lnTo>
                    <a:pt x="216215" y="231678"/>
                  </a:lnTo>
                  <a:lnTo>
                    <a:pt x="218184" y="226754"/>
                  </a:lnTo>
                  <a:lnTo>
                    <a:pt x="219996" y="221769"/>
                  </a:lnTo>
                  <a:lnTo>
                    <a:pt x="221648" y="216730"/>
                  </a:lnTo>
                  <a:lnTo>
                    <a:pt x="223140" y="211641"/>
                  </a:lnTo>
                  <a:lnTo>
                    <a:pt x="224469" y="206507"/>
                  </a:lnTo>
                  <a:lnTo>
                    <a:pt x="225636" y="201334"/>
                  </a:lnTo>
                  <a:lnTo>
                    <a:pt x="226637" y="196126"/>
                  </a:lnTo>
                  <a:lnTo>
                    <a:pt x="227473" y="190889"/>
                  </a:lnTo>
                  <a:lnTo>
                    <a:pt x="228142" y="185628"/>
                  </a:lnTo>
                  <a:lnTo>
                    <a:pt x="228644" y="180348"/>
                  </a:lnTo>
                  <a:lnTo>
                    <a:pt x="228978" y="175056"/>
                  </a:lnTo>
                  <a:lnTo>
                    <a:pt x="229144" y="169755"/>
                  </a:lnTo>
                  <a:lnTo>
                    <a:pt x="229142" y="164452"/>
                  </a:lnTo>
                  <a:lnTo>
                    <a:pt x="228972" y="159151"/>
                  </a:lnTo>
                  <a:lnTo>
                    <a:pt x="228634" y="153859"/>
                  </a:lnTo>
                  <a:lnTo>
                    <a:pt x="228128" y="148580"/>
                  </a:lnTo>
                  <a:lnTo>
                    <a:pt x="227455" y="143319"/>
                  </a:lnTo>
                  <a:lnTo>
                    <a:pt x="226615" y="138083"/>
                  </a:lnTo>
                  <a:lnTo>
                    <a:pt x="225610" y="132876"/>
                  </a:lnTo>
                  <a:lnTo>
                    <a:pt x="224440" y="127703"/>
                  </a:lnTo>
                  <a:lnTo>
                    <a:pt x="223106" y="122570"/>
                  </a:lnTo>
                  <a:lnTo>
                    <a:pt x="221610" y="117482"/>
                  </a:lnTo>
                  <a:lnTo>
                    <a:pt x="219954" y="112444"/>
                  </a:lnTo>
                  <a:lnTo>
                    <a:pt x="218139" y="107462"/>
                  </a:lnTo>
                  <a:lnTo>
                    <a:pt x="216166" y="102539"/>
                  </a:lnTo>
                  <a:lnTo>
                    <a:pt x="214039" y="97681"/>
                  </a:lnTo>
                  <a:lnTo>
                    <a:pt x="211758" y="92893"/>
                  </a:lnTo>
                  <a:lnTo>
                    <a:pt x="209327" y="88180"/>
                  </a:lnTo>
                  <a:lnTo>
                    <a:pt x="206747" y="83547"/>
                  </a:lnTo>
                  <a:lnTo>
                    <a:pt x="204022" y="78997"/>
                  </a:lnTo>
                  <a:lnTo>
                    <a:pt x="201153" y="74536"/>
                  </a:lnTo>
                  <a:lnTo>
                    <a:pt x="198145" y="70169"/>
                  </a:lnTo>
                  <a:lnTo>
                    <a:pt x="195000" y="65899"/>
                  </a:lnTo>
                  <a:lnTo>
                    <a:pt x="191721" y="61731"/>
                  </a:lnTo>
                  <a:lnTo>
                    <a:pt x="188311" y="57669"/>
                  </a:lnTo>
                  <a:lnTo>
                    <a:pt x="184774" y="53718"/>
                  </a:lnTo>
                  <a:lnTo>
                    <a:pt x="181114" y="49880"/>
                  </a:lnTo>
                  <a:lnTo>
                    <a:pt x="177333" y="46161"/>
                  </a:lnTo>
                  <a:lnTo>
                    <a:pt x="173437" y="42563"/>
                  </a:lnTo>
                  <a:lnTo>
                    <a:pt x="169428" y="39091"/>
                  </a:lnTo>
                  <a:lnTo>
                    <a:pt x="165312" y="35748"/>
                  </a:lnTo>
                  <a:lnTo>
                    <a:pt x="161091" y="32537"/>
                  </a:lnTo>
                  <a:lnTo>
                    <a:pt x="156771" y="29461"/>
                  </a:lnTo>
                  <a:lnTo>
                    <a:pt x="152355" y="26524"/>
                  </a:lnTo>
                  <a:lnTo>
                    <a:pt x="147848" y="23729"/>
                  </a:lnTo>
                  <a:lnTo>
                    <a:pt x="143255" y="21078"/>
                  </a:lnTo>
                  <a:lnTo>
                    <a:pt x="138580" y="18574"/>
                  </a:lnTo>
                  <a:lnTo>
                    <a:pt x="133828" y="16219"/>
                  </a:lnTo>
                  <a:lnTo>
                    <a:pt x="129004" y="14017"/>
                  </a:lnTo>
                  <a:lnTo>
                    <a:pt x="124113" y="11968"/>
                  </a:lnTo>
                  <a:lnTo>
                    <a:pt x="119158" y="10076"/>
                  </a:lnTo>
                  <a:lnTo>
                    <a:pt x="114147" y="8342"/>
                  </a:lnTo>
                  <a:lnTo>
                    <a:pt x="109082" y="6768"/>
                  </a:lnTo>
                  <a:lnTo>
                    <a:pt x="103971" y="5355"/>
                  </a:lnTo>
                  <a:lnTo>
                    <a:pt x="98817" y="4105"/>
                  </a:lnTo>
                  <a:lnTo>
                    <a:pt x="93626" y="3019"/>
                  </a:lnTo>
                  <a:lnTo>
                    <a:pt x="88403" y="2098"/>
                  </a:lnTo>
                  <a:lnTo>
                    <a:pt x="83154" y="1344"/>
                  </a:lnTo>
                  <a:lnTo>
                    <a:pt x="77883" y="756"/>
                  </a:lnTo>
                  <a:lnTo>
                    <a:pt x="72597" y="336"/>
                  </a:lnTo>
                  <a:lnTo>
                    <a:pt x="67300" y="84"/>
                  </a:lnTo>
                  <a:lnTo>
                    <a:pt x="61997" y="0"/>
                  </a:lnTo>
                  <a:lnTo>
                    <a:pt x="619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797351" y="1071028"/>
              <a:ext cx="194084" cy="334334"/>
            </a:xfrm>
            <a:custGeom>
              <a:avLst/>
              <a:pathLst>
                <a:path w="194084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7" y="1347"/>
                  </a:lnTo>
                  <a:lnTo>
                    <a:pt x="140712" y="2103"/>
                  </a:lnTo>
                  <a:lnTo>
                    <a:pt x="135483" y="3026"/>
                  </a:lnTo>
                  <a:lnTo>
                    <a:pt x="130286" y="4115"/>
                  </a:lnTo>
                  <a:lnTo>
                    <a:pt x="125127" y="5368"/>
                  </a:lnTo>
                  <a:lnTo>
                    <a:pt x="120009" y="6784"/>
                  </a:lnTo>
                  <a:lnTo>
                    <a:pt x="114940" y="8362"/>
                  </a:lnTo>
                  <a:lnTo>
                    <a:pt x="109922" y="10100"/>
                  </a:lnTo>
                  <a:lnTo>
                    <a:pt x="104963" y="11997"/>
                  </a:lnTo>
                  <a:lnTo>
                    <a:pt x="100067" y="14050"/>
                  </a:lnTo>
                  <a:lnTo>
                    <a:pt x="95238" y="16258"/>
                  </a:lnTo>
                  <a:lnTo>
                    <a:pt x="90481" y="18618"/>
                  </a:lnTo>
                  <a:lnTo>
                    <a:pt x="85802" y="21127"/>
                  </a:lnTo>
                  <a:lnTo>
                    <a:pt x="81205" y="23784"/>
                  </a:lnTo>
                  <a:lnTo>
                    <a:pt x="76695" y="26586"/>
                  </a:lnTo>
                  <a:lnTo>
                    <a:pt x="72276" y="29530"/>
                  </a:lnTo>
                  <a:lnTo>
                    <a:pt x="67953" y="32612"/>
                  </a:lnTo>
                  <a:lnTo>
                    <a:pt x="63730" y="35830"/>
                  </a:lnTo>
                  <a:lnTo>
                    <a:pt x="59611" y="39181"/>
                  </a:lnTo>
                  <a:lnTo>
                    <a:pt x="55600" y="42661"/>
                  </a:lnTo>
                  <a:lnTo>
                    <a:pt x="51703" y="46266"/>
                  </a:lnTo>
                  <a:lnTo>
                    <a:pt x="47921" y="49994"/>
                  </a:lnTo>
                  <a:lnTo>
                    <a:pt x="44260" y="53839"/>
                  </a:lnTo>
                  <a:lnTo>
                    <a:pt x="40723" y="57799"/>
                  </a:lnTo>
                  <a:lnTo>
                    <a:pt x="37314" y="61870"/>
                  </a:lnTo>
                  <a:lnTo>
                    <a:pt x="34035" y="66046"/>
                  </a:lnTo>
                  <a:lnTo>
                    <a:pt x="30891" y="70325"/>
                  </a:lnTo>
                  <a:lnTo>
                    <a:pt x="27884" y="74701"/>
                  </a:lnTo>
                  <a:lnTo>
                    <a:pt x="25018" y="79170"/>
                  </a:lnTo>
                  <a:lnTo>
                    <a:pt x="22295" y="83729"/>
                  </a:lnTo>
                  <a:lnTo>
                    <a:pt x="19718" y="88371"/>
                  </a:lnTo>
                  <a:lnTo>
                    <a:pt x="17290" y="93093"/>
                  </a:lnTo>
                  <a:lnTo>
                    <a:pt x="15013" y="97890"/>
                  </a:lnTo>
                  <a:lnTo>
                    <a:pt x="12889" y="102756"/>
                  </a:lnTo>
                  <a:lnTo>
                    <a:pt x="10922" y="107688"/>
                  </a:lnTo>
                  <a:lnTo>
                    <a:pt x="9112" y="112679"/>
                  </a:lnTo>
                  <a:lnTo>
                    <a:pt x="7461" y="117726"/>
                  </a:lnTo>
                  <a:lnTo>
                    <a:pt x="5971" y="122822"/>
                  </a:lnTo>
                  <a:lnTo>
                    <a:pt x="4644" y="127963"/>
                  </a:lnTo>
                  <a:lnTo>
                    <a:pt x="3481" y="133144"/>
                  </a:lnTo>
                  <a:lnTo>
                    <a:pt x="2483" y="138359"/>
                  </a:lnTo>
                  <a:lnTo>
                    <a:pt x="1651" y="143603"/>
                  </a:lnTo>
                  <a:lnTo>
                    <a:pt x="986" y="148871"/>
                  </a:lnTo>
                  <a:lnTo>
                    <a:pt x="489" y="154157"/>
                  </a:lnTo>
                  <a:lnTo>
                    <a:pt x="160" y="159457"/>
                  </a:lnTo>
                  <a:lnTo>
                    <a:pt x="0" y="164764"/>
                  </a:lnTo>
                  <a:lnTo>
                    <a:pt x="7" y="170073"/>
                  </a:lnTo>
                  <a:lnTo>
                    <a:pt x="184" y="175380"/>
                  </a:lnTo>
                  <a:lnTo>
                    <a:pt x="529" y="180678"/>
                  </a:lnTo>
                  <a:lnTo>
                    <a:pt x="1042" y="185963"/>
                  </a:lnTo>
                  <a:lnTo>
                    <a:pt x="1723" y="191229"/>
                  </a:lnTo>
                  <a:lnTo>
                    <a:pt x="2571" y="196471"/>
                  </a:lnTo>
                  <a:lnTo>
                    <a:pt x="3584" y="201683"/>
                  </a:lnTo>
                  <a:lnTo>
                    <a:pt x="4763" y="206860"/>
                  </a:lnTo>
                  <a:lnTo>
                    <a:pt x="6105" y="211997"/>
                  </a:lnTo>
                  <a:lnTo>
                    <a:pt x="7610" y="217089"/>
                  </a:lnTo>
                  <a:lnTo>
                    <a:pt x="9276" y="222130"/>
                  </a:lnTo>
                  <a:lnTo>
                    <a:pt x="11101" y="227116"/>
                  </a:lnTo>
                  <a:lnTo>
                    <a:pt x="13084" y="232042"/>
                  </a:lnTo>
                  <a:lnTo>
                    <a:pt x="15222" y="236902"/>
                  </a:lnTo>
                  <a:lnTo>
                    <a:pt x="17513" y="241692"/>
                  </a:lnTo>
                  <a:lnTo>
                    <a:pt x="19956" y="246406"/>
                  </a:lnTo>
                  <a:lnTo>
                    <a:pt x="22546" y="251041"/>
                  </a:lnTo>
                  <a:lnTo>
                    <a:pt x="25283" y="255591"/>
                  </a:lnTo>
                  <a:lnTo>
                    <a:pt x="28163" y="260052"/>
                  </a:lnTo>
                  <a:lnTo>
                    <a:pt x="31183" y="264419"/>
                  </a:lnTo>
                  <a:lnTo>
                    <a:pt x="34340" y="268688"/>
                  </a:lnTo>
                  <a:lnTo>
                    <a:pt x="37631" y="272855"/>
                  </a:lnTo>
                  <a:lnTo>
                    <a:pt x="41053" y="276915"/>
                  </a:lnTo>
                  <a:lnTo>
                    <a:pt x="44602" y="280864"/>
                  </a:lnTo>
                  <a:lnTo>
                    <a:pt x="48275" y="284699"/>
                  </a:lnTo>
                  <a:lnTo>
                    <a:pt x="52067" y="288415"/>
                  </a:lnTo>
                  <a:lnTo>
                    <a:pt x="55976" y="292008"/>
                  </a:lnTo>
                  <a:lnTo>
                    <a:pt x="59997" y="295476"/>
                  </a:lnTo>
                  <a:lnTo>
                    <a:pt x="64126" y="298814"/>
                  </a:lnTo>
                  <a:lnTo>
                    <a:pt x="68358" y="302020"/>
                  </a:lnTo>
                  <a:lnTo>
                    <a:pt x="72691" y="305089"/>
                  </a:lnTo>
                  <a:lnTo>
                    <a:pt x="77119" y="308019"/>
                  </a:lnTo>
                  <a:lnTo>
                    <a:pt x="81637" y="310808"/>
                  </a:lnTo>
                  <a:lnTo>
                    <a:pt x="86242" y="313451"/>
                  </a:lnTo>
                  <a:lnTo>
                    <a:pt x="90929" y="315946"/>
                  </a:lnTo>
                  <a:lnTo>
                    <a:pt x="95692" y="318292"/>
                  </a:lnTo>
                  <a:lnTo>
                    <a:pt x="100528" y="320485"/>
                  </a:lnTo>
                  <a:lnTo>
                    <a:pt x="105431" y="322524"/>
                  </a:lnTo>
                  <a:lnTo>
                    <a:pt x="110396" y="324405"/>
                  </a:lnTo>
                  <a:lnTo>
                    <a:pt x="115418" y="326128"/>
                  </a:lnTo>
                  <a:lnTo>
                    <a:pt x="120492" y="327691"/>
                  </a:lnTo>
                  <a:lnTo>
                    <a:pt x="125614" y="329092"/>
                  </a:lnTo>
                  <a:lnTo>
                    <a:pt x="130777" y="330329"/>
                  </a:lnTo>
                  <a:lnTo>
                    <a:pt x="135977" y="331402"/>
                  </a:lnTo>
                  <a:lnTo>
                    <a:pt x="141209" y="332309"/>
                  </a:lnTo>
                  <a:lnTo>
                    <a:pt x="146467" y="333050"/>
                  </a:lnTo>
                  <a:lnTo>
                    <a:pt x="151745" y="333623"/>
                  </a:lnTo>
                  <a:lnTo>
                    <a:pt x="157039" y="334028"/>
                  </a:lnTo>
                  <a:lnTo>
                    <a:pt x="162344" y="334265"/>
                  </a:lnTo>
                  <a:lnTo>
                    <a:pt x="167653" y="334334"/>
                  </a:lnTo>
                  <a:lnTo>
                    <a:pt x="172962" y="334233"/>
                  </a:lnTo>
                  <a:lnTo>
                    <a:pt x="178264" y="333964"/>
                  </a:lnTo>
                  <a:lnTo>
                    <a:pt x="183556" y="333527"/>
                  </a:lnTo>
                  <a:lnTo>
                    <a:pt x="188831" y="332922"/>
                  </a:lnTo>
                  <a:lnTo>
                    <a:pt x="194084" y="33215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26934" cy="164983"/>
            </a:xfrm>
            <a:custGeom>
              <a:avLst/>
              <a:pathLst>
                <a:path w="26934" h="164983">
                  <a:moveTo>
                    <a:pt x="26934" y="1649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2599"/>
              <a:ext cx="167166" cy="330579"/>
            </a:xfrm>
            <a:custGeom>
              <a:avLst/>
              <a:pathLst>
                <a:path w="167166" h="330579">
                  <a:moveTo>
                    <a:pt x="26934" y="330579"/>
                  </a:moveTo>
                  <a:lnTo>
                    <a:pt x="32189" y="329635"/>
                  </a:lnTo>
                  <a:lnTo>
                    <a:pt x="37411" y="328523"/>
                  </a:lnTo>
                  <a:lnTo>
                    <a:pt x="42595" y="327246"/>
                  </a:lnTo>
                  <a:lnTo>
                    <a:pt x="47735" y="325803"/>
                  </a:lnTo>
                  <a:lnTo>
                    <a:pt x="52826" y="324197"/>
                  </a:lnTo>
                  <a:lnTo>
                    <a:pt x="57864" y="322429"/>
                  </a:lnTo>
                  <a:lnTo>
                    <a:pt x="62843" y="320501"/>
                  </a:lnTo>
                  <a:lnTo>
                    <a:pt x="67758" y="318415"/>
                  </a:lnTo>
                  <a:lnTo>
                    <a:pt x="72603" y="316174"/>
                  </a:lnTo>
                  <a:lnTo>
                    <a:pt x="77374" y="313779"/>
                  </a:lnTo>
                  <a:lnTo>
                    <a:pt x="82067" y="311232"/>
                  </a:lnTo>
                  <a:lnTo>
                    <a:pt x="86676" y="308537"/>
                  </a:lnTo>
                  <a:lnTo>
                    <a:pt x="91196" y="305696"/>
                  </a:lnTo>
                  <a:lnTo>
                    <a:pt x="95624" y="302713"/>
                  </a:lnTo>
                  <a:lnTo>
                    <a:pt x="99953" y="299589"/>
                  </a:lnTo>
                  <a:lnTo>
                    <a:pt x="104181" y="296329"/>
                  </a:lnTo>
                  <a:lnTo>
                    <a:pt x="108303" y="292935"/>
                  </a:lnTo>
                  <a:lnTo>
                    <a:pt x="112314" y="289412"/>
                  </a:lnTo>
                  <a:lnTo>
                    <a:pt x="116211" y="285762"/>
                  </a:lnTo>
                  <a:lnTo>
                    <a:pt x="119989" y="281990"/>
                  </a:lnTo>
                  <a:lnTo>
                    <a:pt x="123644" y="278099"/>
                  </a:lnTo>
                  <a:lnTo>
                    <a:pt x="127174" y="274093"/>
                  </a:lnTo>
                  <a:lnTo>
                    <a:pt x="130574" y="269977"/>
                  </a:lnTo>
                  <a:lnTo>
                    <a:pt x="133840" y="265754"/>
                  </a:lnTo>
                  <a:lnTo>
                    <a:pt x="136971" y="261429"/>
                  </a:lnTo>
                  <a:lnTo>
                    <a:pt x="139961" y="257006"/>
                  </a:lnTo>
                  <a:lnTo>
                    <a:pt x="142809" y="252490"/>
                  </a:lnTo>
                  <a:lnTo>
                    <a:pt x="145511" y="247885"/>
                  </a:lnTo>
                  <a:lnTo>
                    <a:pt x="148064" y="243196"/>
                  </a:lnTo>
                  <a:lnTo>
                    <a:pt x="150467" y="238429"/>
                  </a:lnTo>
                  <a:lnTo>
                    <a:pt x="152716" y="233586"/>
                  </a:lnTo>
                  <a:lnTo>
                    <a:pt x="154809" y="228675"/>
                  </a:lnTo>
                  <a:lnTo>
                    <a:pt x="156744" y="223699"/>
                  </a:lnTo>
                  <a:lnTo>
                    <a:pt x="158520" y="218664"/>
                  </a:lnTo>
                  <a:lnTo>
                    <a:pt x="160134" y="213575"/>
                  </a:lnTo>
                  <a:lnTo>
                    <a:pt x="161584" y="208437"/>
                  </a:lnTo>
                  <a:lnTo>
                    <a:pt x="162870" y="203255"/>
                  </a:lnTo>
                  <a:lnTo>
                    <a:pt x="163989" y="198035"/>
                  </a:lnTo>
                  <a:lnTo>
                    <a:pt x="164942" y="192782"/>
                  </a:lnTo>
                  <a:lnTo>
                    <a:pt x="165726" y="187501"/>
                  </a:lnTo>
                  <a:lnTo>
                    <a:pt x="166341" y="182197"/>
                  </a:lnTo>
                  <a:lnTo>
                    <a:pt x="166786" y="176877"/>
                  </a:lnTo>
                  <a:lnTo>
                    <a:pt x="167061" y="171545"/>
                  </a:lnTo>
                  <a:lnTo>
                    <a:pt x="167166" y="166207"/>
                  </a:lnTo>
                  <a:lnTo>
                    <a:pt x="167100" y="160869"/>
                  </a:lnTo>
                  <a:lnTo>
                    <a:pt x="166864" y="155535"/>
                  </a:lnTo>
                  <a:lnTo>
                    <a:pt x="166458" y="150212"/>
                  </a:lnTo>
                  <a:lnTo>
                    <a:pt x="165881" y="144904"/>
                  </a:lnTo>
                  <a:lnTo>
                    <a:pt x="165136" y="139617"/>
                  </a:lnTo>
                  <a:lnTo>
                    <a:pt x="164222" y="134357"/>
                  </a:lnTo>
                  <a:lnTo>
                    <a:pt x="163141" y="129129"/>
                  </a:lnTo>
                  <a:lnTo>
                    <a:pt x="161893" y="123938"/>
                  </a:lnTo>
                  <a:lnTo>
                    <a:pt x="160480" y="118789"/>
                  </a:lnTo>
                  <a:lnTo>
                    <a:pt x="158904" y="113688"/>
                  </a:lnTo>
                  <a:lnTo>
                    <a:pt x="157165" y="108640"/>
                  </a:lnTo>
                  <a:lnTo>
                    <a:pt x="155266" y="103651"/>
                  </a:lnTo>
                  <a:lnTo>
                    <a:pt x="153209" y="98724"/>
                  </a:lnTo>
                  <a:lnTo>
                    <a:pt x="150995" y="93866"/>
                  </a:lnTo>
                  <a:lnTo>
                    <a:pt x="148628" y="89080"/>
                  </a:lnTo>
                  <a:lnTo>
                    <a:pt x="146108" y="84373"/>
                  </a:lnTo>
                  <a:lnTo>
                    <a:pt x="143440" y="79749"/>
                  </a:lnTo>
                  <a:lnTo>
                    <a:pt x="140626" y="75212"/>
                  </a:lnTo>
                  <a:lnTo>
                    <a:pt x="137668" y="70768"/>
                  </a:lnTo>
                  <a:lnTo>
                    <a:pt x="134569" y="66420"/>
                  </a:lnTo>
                  <a:lnTo>
                    <a:pt x="131334" y="62173"/>
                  </a:lnTo>
                  <a:lnTo>
                    <a:pt x="127964" y="58032"/>
                  </a:lnTo>
                  <a:lnTo>
                    <a:pt x="124464" y="54000"/>
                  </a:lnTo>
                  <a:lnTo>
                    <a:pt x="120837" y="50083"/>
                  </a:lnTo>
                  <a:lnTo>
                    <a:pt x="117086" y="46283"/>
                  </a:lnTo>
                  <a:lnTo>
                    <a:pt x="113216" y="42605"/>
                  </a:lnTo>
                  <a:lnTo>
                    <a:pt x="109231" y="39052"/>
                  </a:lnTo>
                  <a:lnTo>
                    <a:pt x="105135" y="35628"/>
                  </a:lnTo>
                  <a:lnTo>
                    <a:pt x="100931" y="32337"/>
                  </a:lnTo>
                  <a:lnTo>
                    <a:pt x="96624" y="29182"/>
                  </a:lnTo>
                  <a:lnTo>
                    <a:pt x="92218" y="26166"/>
                  </a:lnTo>
                  <a:lnTo>
                    <a:pt x="87719" y="23292"/>
                  </a:lnTo>
                  <a:lnTo>
                    <a:pt x="83130" y="20564"/>
                  </a:lnTo>
                  <a:lnTo>
                    <a:pt x="78456" y="17983"/>
                  </a:lnTo>
                  <a:lnTo>
                    <a:pt x="73702" y="15553"/>
                  </a:lnTo>
                  <a:lnTo>
                    <a:pt x="68873" y="13276"/>
                  </a:lnTo>
                  <a:lnTo>
                    <a:pt x="63974" y="11154"/>
                  </a:lnTo>
                  <a:lnTo>
                    <a:pt x="59010" y="9190"/>
                  </a:lnTo>
                  <a:lnTo>
                    <a:pt x="53985" y="7386"/>
                  </a:lnTo>
                  <a:lnTo>
                    <a:pt x="48905" y="5742"/>
                  </a:lnTo>
                  <a:lnTo>
                    <a:pt x="43775" y="4262"/>
                  </a:lnTo>
                  <a:lnTo>
                    <a:pt x="38601" y="2946"/>
                  </a:lnTo>
                  <a:lnTo>
                    <a:pt x="33388" y="1797"/>
                  </a:lnTo>
                  <a:lnTo>
                    <a:pt x="28140" y="814"/>
                  </a:lnTo>
                  <a:lnTo>
                    <a:pt x="22863" y="0"/>
                  </a:lnTo>
                  <a:lnTo>
                    <a:pt x="0" y="1655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1028"/>
              <a:ext cx="22863" cy="167167"/>
            </a:xfrm>
            <a:custGeom>
              <a:avLst/>
              <a:pathLst>
                <a:path w="22863" h="167167">
                  <a:moveTo>
                    <a:pt x="22863" y="1570"/>
                  </a:moveTo>
                  <a:lnTo>
                    <a:pt x="15269" y="698"/>
                  </a:lnTo>
                  <a:lnTo>
                    <a:pt x="7642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8453" y="1322571"/>
              <a:ext cx="140267" cy="167167"/>
            </a:xfrm>
            <a:custGeom>
              <a:avLst/>
              <a:pathLst>
                <a:path w="140267" h="167167">
                  <a:moveTo>
                    <a:pt x="140267" y="0"/>
                  </a:moveTo>
                  <a:lnTo>
                    <a:pt x="134721" y="92"/>
                  </a:lnTo>
                  <a:lnTo>
                    <a:pt x="129180" y="368"/>
                  </a:lnTo>
                  <a:lnTo>
                    <a:pt x="123652" y="827"/>
                  </a:lnTo>
                  <a:lnTo>
                    <a:pt x="118141" y="1470"/>
                  </a:lnTo>
                  <a:lnTo>
                    <a:pt x="112656" y="2296"/>
                  </a:lnTo>
                  <a:lnTo>
                    <a:pt x="107200" y="3303"/>
                  </a:lnTo>
                  <a:lnTo>
                    <a:pt x="101782" y="4490"/>
                  </a:lnTo>
                  <a:lnTo>
                    <a:pt x="96405" y="5857"/>
                  </a:lnTo>
                  <a:lnTo>
                    <a:pt x="91077" y="7401"/>
                  </a:lnTo>
                  <a:lnTo>
                    <a:pt x="85803" y="9121"/>
                  </a:lnTo>
                  <a:lnTo>
                    <a:pt x="80589" y="11015"/>
                  </a:lnTo>
                  <a:lnTo>
                    <a:pt x="75440" y="13081"/>
                  </a:lnTo>
                  <a:lnTo>
                    <a:pt x="70363" y="15317"/>
                  </a:lnTo>
                  <a:lnTo>
                    <a:pt x="65363" y="17720"/>
                  </a:lnTo>
                  <a:lnTo>
                    <a:pt x="60446" y="20288"/>
                  </a:lnTo>
                  <a:lnTo>
                    <a:pt x="55616" y="23017"/>
                  </a:lnTo>
                  <a:lnTo>
                    <a:pt x="50880" y="25905"/>
                  </a:lnTo>
                  <a:lnTo>
                    <a:pt x="46242" y="28949"/>
                  </a:lnTo>
                  <a:lnTo>
                    <a:pt x="41708" y="32145"/>
                  </a:lnTo>
                  <a:lnTo>
                    <a:pt x="37282" y="35490"/>
                  </a:lnTo>
                  <a:lnTo>
                    <a:pt x="32969" y="38979"/>
                  </a:lnTo>
                  <a:lnTo>
                    <a:pt x="28775" y="42610"/>
                  </a:lnTo>
                  <a:lnTo>
                    <a:pt x="24704" y="46378"/>
                  </a:lnTo>
                  <a:lnTo>
                    <a:pt x="20759" y="50279"/>
                  </a:lnTo>
                  <a:lnTo>
                    <a:pt x="16947" y="54309"/>
                  </a:lnTo>
                  <a:lnTo>
                    <a:pt x="13270" y="58463"/>
                  </a:lnTo>
                  <a:lnTo>
                    <a:pt x="9733" y="62736"/>
                  </a:lnTo>
                  <a:lnTo>
                    <a:pt x="6340" y="67125"/>
                  </a:lnTo>
                  <a:lnTo>
                    <a:pt x="3094" y="71624"/>
                  </a:lnTo>
                  <a:lnTo>
                    <a:pt x="0" y="76228"/>
                  </a:lnTo>
                  <a:lnTo>
                    <a:pt x="1402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8453" y="1398800"/>
              <a:ext cx="140267" cy="90939"/>
            </a:xfrm>
            <a:custGeom>
              <a:avLst/>
              <a:pathLst>
                <a:path w="140267" h="90939">
                  <a:moveTo>
                    <a:pt x="0" y="0"/>
                  </a:moveTo>
                  <a:lnTo>
                    <a:pt x="140267" y="909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21554" y="1366949"/>
              <a:ext cx="334333" cy="289941"/>
            </a:xfrm>
            <a:custGeom>
              <a:avLst/>
              <a:pathLst>
                <a:path w="334333" h="289941">
                  <a:moveTo>
                    <a:pt x="26898" y="31850"/>
                  </a:moveTo>
                  <a:lnTo>
                    <a:pt x="24081" y="36350"/>
                  </a:lnTo>
                  <a:lnTo>
                    <a:pt x="21408" y="40938"/>
                  </a:lnTo>
                  <a:lnTo>
                    <a:pt x="18883" y="45607"/>
                  </a:lnTo>
                  <a:lnTo>
                    <a:pt x="16507" y="50355"/>
                  </a:lnTo>
                  <a:lnTo>
                    <a:pt x="14282" y="55176"/>
                  </a:lnTo>
                  <a:lnTo>
                    <a:pt x="12212" y="60065"/>
                  </a:lnTo>
                  <a:lnTo>
                    <a:pt x="10299" y="65017"/>
                  </a:lnTo>
                  <a:lnTo>
                    <a:pt x="8543" y="70028"/>
                  </a:lnTo>
                  <a:lnTo>
                    <a:pt x="6948" y="75091"/>
                  </a:lnTo>
                  <a:lnTo>
                    <a:pt x="5514" y="80203"/>
                  </a:lnTo>
                  <a:lnTo>
                    <a:pt x="4243" y="85358"/>
                  </a:lnTo>
                  <a:lnTo>
                    <a:pt x="3137" y="90550"/>
                  </a:lnTo>
                  <a:lnTo>
                    <a:pt x="2196" y="95775"/>
                  </a:lnTo>
                  <a:lnTo>
                    <a:pt x="1421" y="101028"/>
                  </a:lnTo>
                  <a:lnTo>
                    <a:pt x="814" y="106302"/>
                  </a:lnTo>
                  <a:lnTo>
                    <a:pt x="374" y="111593"/>
                  </a:lnTo>
                  <a:lnTo>
                    <a:pt x="102" y="116895"/>
                  </a:lnTo>
                  <a:lnTo>
                    <a:pt x="0" y="122203"/>
                  </a:lnTo>
                  <a:lnTo>
                    <a:pt x="65" y="127512"/>
                  </a:lnTo>
                  <a:lnTo>
                    <a:pt x="299" y="132816"/>
                  </a:lnTo>
                  <a:lnTo>
                    <a:pt x="702" y="138110"/>
                  </a:lnTo>
                  <a:lnTo>
                    <a:pt x="1272" y="143388"/>
                  </a:lnTo>
                  <a:lnTo>
                    <a:pt x="2010" y="148646"/>
                  </a:lnTo>
                  <a:lnTo>
                    <a:pt x="2915" y="153877"/>
                  </a:lnTo>
                  <a:lnTo>
                    <a:pt x="3985" y="159077"/>
                  </a:lnTo>
                  <a:lnTo>
                    <a:pt x="5219" y="164241"/>
                  </a:lnTo>
                  <a:lnTo>
                    <a:pt x="6617" y="169363"/>
                  </a:lnTo>
                  <a:lnTo>
                    <a:pt x="8177" y="174437"/>
                  </a:lnTo>
                  <a:lnTo>
                    <a:pt x="9897" y="179460"/>
                  </a:lnTo>
                  <a:lnTo>
                    <a:pt x="11776" y="184426"/>
                  </a:lnTo>
                  <a:lnTo>
                    <a:pt x="13812" y="189329"/>
                  </a:lnTo>
                  <a:lnTo>
                    <a:pt x="16002" y="194165"/>
                  </a:lnTo>
                  <a:lnTo>
                    <a:pt x="18345" y="198929"/>
                  </a:lnTo>
                  <a:lnTo>
                    <a:pt x="20838" y="203617"/>
                  </a:lnTo>
                  <a:lnTo>
                    <a:pt x="23479" y="208223"/>
                  </a:lnTo>
                  <a:lnTo>
                    <a:pt x="26264" y="212743"/>
                  </a:lnTo>
                  <a:lnTo>
                    <a:pt x="29192" y="217172"/>
                  </a:lnTo>
                  <a:lnTo>
                    <a:pt x="32258" y="221505"/>
                  </a:lnTo>
                  <a:lnTo>
                    <a:pt x="35461" y="225740"/>
                  </a:lnTo>
                  <a:lnTo>
                    <a:pt x="38797" y="229870"/>
                  </a:lnTo>
                  <a:lnTo>
                    <a:pt x="42262" y="233892"/>
                  </a:lnTo>
                  <a:lnTo>
                    <a:pt x="45853" y="237803"/>
                  </a:lnTo>
                  <a:lnTo>
                    <a:pt x="49566" y="241597"/>
                  </a:lnTo>
                  <a:lnTo>
                    <a:pt x="53398" y="245272"/>
                  </a:lnTo>
                  <a:lnTo>
                    <a:pt x="57345" y="248822"/>
                  </a:lnTo>
                  <a:lnTo>
                    <a:pt x="61403" y="252246"/>
                  </a:lnTo>
                  <a:lnTo>
                    <a:pt x="65567" y="255540"/>
                  </a:lnTo>
                  <a:lnTo>
                    <a:pt x="69834" y="258699"/>
                  </a:lnTo>
                  <a:lnTo>
                    <a:pt x="74199" y="261721"/>
                  </a:lnTo>
                  <a:lnTo>
                    <a:pt x="78658" y="264603"/>
                  </a:lnTo>
                  <a:lnTo>
                    <a:pt x="83206" y="267342"/>
                  </a:lnTo>
                  <a:lnTo>
                    <a:pt x="87838" y="269936"/>
                  </a:lnTo>
                  <a:lnTo>
                    <a:pt x="92551" y="272381"/>
                  </a:lnTo>
                  <a:lnTo>
                    <a:pt x="97339" y="274674"/>
                  </a:lnTo>
                  <a:lnTo>
                    <a:pt x="102197" y="276815"/>
                  </a:lnTo>
                  <a:lnTo>
                    <a:pt x="107121" y="278801"/>
                  </a:lnTo>
                  <a:lnTo>
                    <a:pt x="112106" y="280629"/>
                  </a:lnTo>
                  <a:lnTo>
                    <a:pt x="117146" y="282298"/>
                  </a:lnTo>
                  <a:lnTo>
                    <a:pt x="122236" y="283806"/>
                  </a:lnTo>
                  <a:lnTo>
                    <a:pt x="127372" y="285151"/>
                  </a:lnTo>
                  <a:lnTo>
                    <a:pt x="132548" y="286333"/>
                  </a:lnTo>
                  <a:lnTo>
                    <a:pt x="137759" y="287350"/>
                  </a:lnTo>
                  <a:lnTo>
                    <a:pt x="142999" y="288201"/>
                  </a:lnTo>
                  <a:lnTo>
                    <a:pt x="148264" y="288885"/>
                  </a:lnTo>
                  <a:lnTo>
                    <a:pt x="153548" y="289401"/>
                  </a:lnTo>
                  <a:lnTo>
                    <a:pt x="158845" y="289749"/>
                  </a:lnTo>
                  <a:lnTo>
                    <a:pt x="164152" y="289930"/>
                  </a:lnTo>
                  <a:lnTo>
                    <a:pt x="169461" y="289941"/>
                  </a:lnTo>
                  <a:lnTo>
                    <a:pt x="174767" y="289784"/>
                  </a:lnTo>
                  <a:lnTo>
                    <a:pt x="180067" y="289458"/>
                  </a:lnTo>
                  <a:lnTo>
                    <a:pt x="185353" y="288964"/>
                  </a:lnTo>
                  <a:lnTo>
                    <a:pt x="190620" y="288303"/>
                  </a:lnTo>
                  <a:lnTo>
                    <a:pt x="195865" y="287475"/>
                  </a:lnTo>
                  <a:lnTo>
                    <a:pt x="201080" y="286480"/>
                  </a:lnTo>
                  <a:lnTo>
                    <a:pt x="206261" y="285321"/>
                  </a:lnTo>
                  <a:lnTo>
                    <a:pt x="211402" y="283998"/>
                  </a:lnTo>
                  <a:lnTo>
                    <a:pt x="216499" y="282511"/>
                  </a:lnTo>
                  <a:lnTo>
                    <a:pt x="221546" y="280864"/>
                  </a:lnTo>
                  <a:lnTo>
                    <a:pt x="226539" y="279058"/>
                  </a:lnTo>
                  <a:lnTo>
                    <a:pt x="231471" y="277094"/>
                  </a:lnTo>
                  <a:lnTo>
                    <a:pt x="236338" y="274974"/>
                  </a:lnTo>
                  <a:lnTo>
                    <a:pt x="241136" y="272700"/>
                  </a:lnTo>
                  <a:lnTo>
                    <a:pt x="245859" y="270276"/>
                  </a:lnTo>
                  <a:lnTo>
                    <a:pt x="250503" y="267703"/>
                  </a:lnTo>
                  <a:lnTo>
                    <a:pt x="255063" y="264983"/>
                  </a:lnTo>
                  <a:lnTo>
                    <a:pt x="259534" y="262120"/>
                  </a:lnTo>
                  <a:lnTo>
                    <a:pt x="263912" y="259117"/>
                  </a:lnTo>
                  <a:lnTo>
                    <a:pt x="268192" y="255976"/>
                  </a:lnTo>
                  <a:lnTo>
                    <a:pt x="272371" y="252700"/>
                  </a:lnTo>
                  <a:lnTo>
                    <a:pt x="276443" y="249294"/>
                  </a:lnTo>
                  <a:lnTo>
                    <a:pt x="280405" y="245760"/>
                  </a:lnTo>
                  <a:lnTo>
                    <a:pt x="284253" y="242102"/>
                  </a:lnTo>
                  <a:lnTo>
                    <a:pt x="287983" y="238324"/>
                  </a:lnTo>
                  <a:lnTo>
                    <a:pt x="291591" y="234429"/>
                  </a:lnTo>
                  <a:lnTo>
                    <a:pt x="295073" y="230422"/>
                  </a:lnTo>
                  <a:lnTo>
                    <a:pt x="298426" y="226306"/>
                  </a:lnTo>
                  <a:lnTo>
                    <a:pt x="301647" y="222085"/>
                  </a:lnTo>
                  <a:lnTo>
                    <a:pt x="304733" y="217765"/>
                  </a:lnTo>
                  <a:lnTo>
                    <a:pt x="307679" y="213348"/>
                  </a:lnTo>
                  <a:lnTo>
                    <a:pt x="310484" y="208841"/>
                  </a:lnTo>
                  <a:lnTo>
                    <a:pt x="313144" y="204246"/>
                  </a:lnTo>
                  <a:lnTo>
                    <a:pt x="315657" y="199569"/>
                  </a:lnTo>
                  <a:lnTo>
                    <a:pt x="318021" y="194815"/>
                  </a:lnTo>
                  <a:lnTo>
                    <a:pt x="320232" y="189989"/>
                  </a:lnTo>
                  <a:lnTo>
                    <a:pt x="322289" y="185094"/>
                  </a:lnTo>
                  <a:lnTo>
                    <a:pt x="324189" y="180137"/>
                  </a:lnTo>
                  <a:lnTo>
                    <a:pt x="325931" y="175121"/>
                  </a:lnTo>
                  <a:lnTo>
                    <a:pt x="327513" y="170053"/>
                  </a:lnTo>
                  <a:lnTo>
                    <a:pt x="328933" y="164938"/>
                  </a:lnTo>
                  <a:lnTo>
                    <a:pt x="330189" y="159780"/>
                  </a:lnTo>
                  <a:lnTo>
                    <a:pt x="331282" y="154584"/>
                  </a:lnTo>
                  <a:lnTo>
                    <a:pt x="332209" y="149356"/>
                  </a:lnTo>
                  <a:lnTo>
                    <a:pt x="332969" y="144102"/>
                  </a:lnTo>
                  <a:lnTo>
                    <a:pt x="333562" y="138826"/>
                  </a:lnTo>
                  <a:lnTo>
                    <a:pt x="333988" y="133534"/>
                  </a:lnTo>
                  <a:lnTo>
                    <a:pt x="334245" y="128231"/>
                  </a:lnTo>
                  <a:lnTo>
                    <a:pt x="334333" y="122923"/>
                  </a:lnTo>
                  <a:lnTo>
                    <a:pt x="334253" y="117614"/>
                  </a:lnTo>
                  <a:lnTo>
                    <a:pt x="334005" y="112311"/>
                  </a:lnTo>
                  <a:lnTo>
                    <a:pt x="333588" y="107018"/>
                  </a:lnTo>
                  <a:lnTo>
                    <a:pt x="333003" y="101742"/>
                  </a:lnTo>
                  <a:lnTo>
                    <a:pt x="332251" y="96486"/>
                  </a:lnTo>
                  <a:lnTo>
                    <a:pt x="331332" y="91257"/>
                  </a:lnTo>
                  <a:lnTo>
                    <a:pt x="330248" y="86060"/>
                  </a:lnTo>
                  <a:lnTo>
                    <a:pt x="329000" y="80899"/>
                  </a:lnTo>
                  <a:lnTo>
                    <a:pt x="327588" y="75782"/>
                  </a:lnTo>
                  <a:lnTo>
                    <a:pt x="326014" y="70711"/>
                  </a:lnTo>
                  <a:lnTo>
                    <a:pt x="324280" y="65693"/>
                  </a:lnTo>
                  <a:lnTo>
                    <a:pt x="322388" y="60733"/>
                  </a:lnTo>
                  <a:lnTo>
                    <a:pt x="320339" y="55835"/>
                  </a:lnTo>
                  <a:lnTo>
                    <a:pt x="318136" y="51004"/>
                  </a:lnTo>
                  <a:lnTo>
                    <a:pt x="315780" y="46247"/>
                  </a:lnTo>
                  <a:lnTo>
                    <a:pt x="313275" y="41566"/>
                  </a:lnTo>
                  <a:lnTo>
                    <a:pt x="310622" y="36967"/>
                  </a:lnTo>
                  <a:lnTo>
                    <a:pt x="307824" y="32455"/>
                  </a:lnTo>
                  <a:lnTo>
                    <a:pt x="304884" y="28034"/>
                  </a:lnTo>
                  <a:lnTo>
                    <a:pt x="301806" y="23708"/>
                  </a:lnTo>
                  <a:lnTo>
                    <a:pt x="298592" y="19483"/>
                  </a:lnTo>
                  <a:lnTo>
                    <a:pt x="295245" y="15361"/>
                  </a:lnTo>
                  <a:lnTo>
                    <a:pt x="291769" y="11348"/>
                  </a:lnTo>
                  <a:lnTo>
                    <a:pt x="288167" y="7448"/>
                  </a:lnTo>
                  <a:lnTo>
                    <a:pt x="284444" y="3664"/>
                  </a:lnTo>
                  <a:lnTo>
                    <a:pt x="280602" y="0"/>
                  </a:lnTo>
                  <a:lnTo>
                    <a:pt x="167166" y="1227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113435" cy="167167"/>
            </a:xfrm>
            <a:custGeom>
              <a:avLst/>
              <a:pathLst>
                <a:path w="113435" h="167167">
                  <a:moveTo>
                    <a:pt x="113435" y="44377"/>
                  </a:moveTo>
                  <a:lnTo>
                    <a:pt x="109208" y="40603"/>
                  </a:lnTo>
                  <a:lnTo>
                    <a:pt x="104855" y="36974"/>
                  </a:lnTo>
                  <a:lnTo>
                    <a:pt x="100382" y="33495"/>
                  </a:lnTo>
                  <a:lnTo>
                    <a:pt x="95794" y="30169"/>
                  </a:lnTo>
                  <a:lnTo>
                    <a:pt x="91095" y="27001"/>
                  </a:lnTo>
                  <a:lnTo>
                    <a:pt x="86292" y="23994"/>
                  </a:lnTo>
                  <a:lnTo>
                    <a:pt x="81390" y="21151"/>
                  </a:lnTo>
                  <a:lnTo>
                    <a:pt x="76394" y="18477"/>
                  </a:lnTo>
                  <a:lnTo>
                    <a:pt x="71310" y="15973"/>
                  </a:lnTo>
                  <a:lnTo>
                    <a:pt x="66145" y="13642"/>
                  </a:lnTo>
                  <a:lnTo>
                    <a:pt x="60903" y="11489"/>
                  </a:lnTo>
                  <a:lnTo>
                    <a:pt x="55592" y="9514"/>
                  </a:lnTo>
                  <a:lnTo>
                    <a:pt x="50216" y="7720"/>
                  </a:lnTo>
                  <a:lnTo>
                    <a:pt x="44783" y="6110"/>
                  </a:lnTo>
                  <a:lnTo>
                    <a:pt x="39298" y="4684"/>
                  </a:lnTo>
                  <a:lnTo>
                    <a:pt x="33768" y="3446"/>
                  </a:lnTo>
                  <a:lnTo>
                    <a:pt x="28200" y="2395"/>
                  </a:lnTo>
                  <a:lnTo>
                    <a:pt x="22599" y="1534"/>
                  </a:lnTo>
                  <a:lnTo>
                    <a:pt x="16972" y="863"/>
                  </a:lnTo>
                  <a:lnTo>
                    <a:pt x="11325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88076" y="1681503"/>
              <a:ext cx="98448" cy="167167"/>
            </a:xfrm>
            <a:custGeom>
              <a:avLst/>
              <a:pathLst>
                <a:path w="98448" h="167167">
                  <a:moveTo>
                    <a:pt x="98448" y="0"/>
                  </a:moveTo>
                  <a:lnTo>
                    <a:pt x="92909" y="91"/>
                  </a:lnTo>
                  <a:lnTo>
                    <a:pt x="87375" y="367"/>
                  </a:lnTo>
                  <a:lnTo>
                    <a:pt x="81854" y="825"/>
                  </a:lnTo>
                  <a:lnTo>
                    <a:pt x="76351" y="1466"/>
                  </a:lnTo>
                  <a:lnTo>
                    <a:pt x="70872" y="2290"/>
                  </a:lnTo>
                  <a:lnTo>
                    <a:pt x="65424" y="3294"/>
                  </a:lnTo>
                  <a:lnTo>
                    <a:pt x="60012" y="4478"/>
                  </a:lnTo>
                  <a:lnTo>
                    <a:pt x="54642" y="5841"/>
                  </a:lnTo>
                  <a:lnTo>
                    <a:pt x="49320" y="7382"/>
                  </a:lnTo>
                  <a:lnTo>
                    <a:pt x="44052" y="9097"/>
                  </a:lnTo>
                  <a:lnTo>
                    <a:pt x="38844" y="10987"/>
                  </a:lnTo>
                  <a:lnTo>
                    <a:pt x="33701" y="13048"/>
                  </a:lnTo>
                  <a:lnTo>
                    <a:pt x="28630" y="15278"/>
                  </a:lnTo>
                  <a:lnTo>
                    <a:pt x="23635" y="17675"/>
                  </a:lnTo>
                  <a:lnTo>
                    <a:pt x="18722" y="20236"/>
                  </a:lnTo>
                  <a:lnTo>
                    <a:pt x="13897" y="22959"/>
                  </a:lnTo>
                  <a:lnTo>
                    <a:pt x="9165" y="25840"/>
                  </a:lnTo>
                  <a:lnTo>
                    <a:pt x="4531" y="28876"/>
                  </a:lnTo>
                  <a:lnTo>
                    <a:pt x="0" y="32064"/>
                  </a:lnTo>
                  <a:lnTo>
                    <a:pt x="984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8076" y="1713567"/>
              <a:ext cx="98448" cy="135102"/>
            </a:xfrm>
            <a:custGeom>
              <a:avLst/>
              <a:pathLst>
                <a:path w="98448" h="135102">
                  <a:moveTo>
                    <a:pt x="0" y="0"/>
                  </a:moveTo>
                  <a:lnTo>
                    <a:pt x="98448" y="135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19369" y="1681503"/>
              <a:ext cx="334305" cy="334334"/>
            </a:xfrm>
            <a:custGeom>
              <a:avLst/>
              <a:pathLst>
                <a:path w="334305" h="334334">
                  <a:moveTo>
                    <a:pt x="68707" y="32064"/>
                  </a:moveTo>
                  <a:lnTo>
                    <a:pt x="64466" y="35258"/>
                  </a:lnTo>
                  <a:lnTo>
                    <a:pt x="60329" y="38586"/>
                  </a:lnTo>
                  <a:lnTo>
                    <a:pt x="56300" y="42043"/>
                  </a:lnTo>
                  <a:lnTo>
                    <a:pt x="52382" y="45627"/>
                  </a:lnTo>
                  <a:lnTo>
                    <a:pt x="48580" y="49333"/>
                  </a:lnTo>
                  <a:lnTo>
                    <a:pt x="44898" y="53157"/>
                  </a:lnTo>
                  <a:lnTo>
                    <a:pt x="41340" y="57097"/>
                  </a:lnTo>
                  <a:lnTo>
                    <a:pt x="37908" y="61148"/>
                  </a:lnTo>
                  <a:lnTo>
                    <a:pt x="34606" y="65306"/>
                  </a:lnTo>
                  <a:lnTo>
                    <a:pt x="31438" y="69567"/>
                  </a:lnTo>
                  <a:lnTo>
                    <a:pt x="28407" y="73926"/>
                  </a:lnTo>
                  <a:lnTo>
                    <a:pt x="25516" y="78379"/>
                  </a:lnTo>
                  <a:lnTo>
                    <a:pt x="22768" y="82921"/>
                  </a:lnTo>
                  <a:lnTo>
                    <a:pt x="20166" y="87549"/>
                  </a:lnTo>
                  <a:lnTo>
                    <a:pt x="17712" y="92257"/>
                  </a:lnTo>
                  <a:lnTo>
                    <a:pt x="15408" y="97040"/>
                  </a:lnTo>
                  <a:lnTo>
                    <a:pt x="13258" y="101894"/>
                  </a:lnTo>
                  <a:lnTo>
                    <a:pt x="11263" y="106814"/>
                  </a:lnTo>
                  <a:lnTo>
                    <a:pt x="9425" y="111795"/>
                  </a:lnTo>
                  <a:lnTo>
                    <a:pt x="7746" y="116832"/>
                  </a:lnTo>
                  <a:lnTo>
                    <a:pt x="6228" y="121920"/>
                  </a:lnTo>
                  <a:lnTo>
                    <a:pt x="4872" y="127053"/>
                  </a:lnTo>
                  <a:lnTo>
                    <a:pt x="3680" y="132226"/>
                  </a:lnTo>
                  <a:lnTo>
                    <a:pt x="2653" y="137435"/>
                  </a:lnTo>
                  <a:lnTo>
                    <a:pt x="1792" y="142674"/>
                  </a:lnTo>
                  <a:lnTo>
                    <a:pt x="1098" y="147938"/>
                  </a:lnTo>
                  <a:lnTo>
                    <a:pt x="571" y="153221"/>
                  </a:lnTo>
                  <a:lnTo>
                    <a:pt x="212" y="158518"/>
                  </a:lnTo>
                  <a:lnTo>
                    <a:pt x="21" y="163824"/>
                  </a:lnTo>
                  <a:lnTo>
                    <a:pt x="0" y="169133"/>
                  </a:lnTo>
                  <a:lnTo>
                    <a:pt x="146" y="174440"/>
                  </a:lnTo>
                  <a:lnTo>
                    <a:pt x="461" y="179740"/>
                  </a:lnTo>
                  <a:lnTo>
                    <a:pt x="945" y="185027"/>
                  </a:lnTo>
                  <a:lnTo>
                    <a:pt x="1596" y="190296"/>
                  </a:lnTo>
                  <a:lnTo>
                    <a:pt x="2414" y="195542"/>
                  </a:lnTo>
                  <a:lnTo>
                    <a:pt x="3398" y="200759"/>
                  </a:lnTo>
                  <a:lnTo>
                    <a:pt x="4547" y="205942"/>
                  </a:lnTo>
                  <a:lnTo>
                    <a:pt x="5861" y="211086"/>
                  </a:lnTo>
                  <a:lnTo>
                    <a:pt x="7337" y="216186"/>
                  </a:lnTo>
                  <a:lnTo>
                    <a:pt x="8974" y="221237"/>
                  </a:lnTo>
                  <a:lnTo>
                    <a:pt x="10771" y="226233"/>
                  </a:lnTo>
                  <a:lnTo>
                    <a:pt x="12725" y="231169"/>
                  </a:lnTo>
                  <a:lnTo>
                    <a:pt x="14835" y="236041"/>
                  </a:lnTo>
                  <a:lnTo>
                    <a:pt x="17099" y="240843"/>
                  </a:lnTo>
                  <a:lnTo>
                    <a:pt x="19515" y="245571"/>
                  </a:lnTo>
                  <a:lnTo>
                    <a:pt x="22079" y="250220"/>
                  </a:lnTo>
                  <a:lnTo>
                    <a:pt x="24790" y="254785"/>
                  </a:lnTo>
                  <a:lnTo>
                    <a:pt x="27644" y="259262"/>
                  </a:lnTo>
                  <a:lnTo>
                    <a:pt x="30639" y="263646"/>
                  </a:lnTo>
                  <a:lnTo>
                    <a:pt x="33771" y="267932"/>
                  </a:lnTo>
                  <a:lnTo>
                    <a:pt x="37038" y="272117"/>
                  </a:lnTo>
                  <a:lnTo>
                    <a:pt x="40437" y="276196"/>
                  </a:lnTo>
                  <a:lnTo>
                    <a:pt x="43963" y="280165"/>
                  </a:lnTo>
                  <a:lnTo>
                    <a:pt x="47613" y="284020"/>
                  </a:lnTo>
                  <a:lnTo>
                    <a:pt x="51384" y="287757"/>
                  </a:lnTo>
                  <a:lnTo>
                    <a:pt x="55272" y="291373"/>
                  </a:lnTo>
                  <a:lnTo>
                    <a:pt x="59273" y="294863"/>
                  </a:lnTo>
                  <a:lnTo>
                    <a:pt x="63382" y="298225"/>
                  </a:lnTo>
                  <a:lnTo>
                    <a:pt x="67596" y="301454"/>
                  </a:lnTo>
                  <a:lnTo>
                    <a:pt x="71911" y="304548"/>
                  </a:lnTo>
                  <a:lnTo>
                    <a:pt x="76322" y="307503"/>
                  </a:lnTo>
                  <a:lnTo>
                    <a:pt x="80824" y="310317"/>
                  </a:lnTo>
                  <a:lnTo>
                    <a:pt x="85413" y="312986"/>
                  </a:lnTo>
                  <a:lnTo>
                    <a:pt x="90085" y="315508"/>
                  </a:lnTo>
                  <a:lnTo>
                    <a:pt x="94835" y="317881"/>
                  </a:lnTo>
                  <a:lnTo>
                    <a:pt x="99657" y="320101"/>
                  </a:lnTo>
                  <a:lnTo>
                    <a:pt x="104548" y="322168"/>
                  </a:lnTo>
                  <a:lnTo>
                    <a:pt x="109502" y="324078"/>
                  </a:lnTo>
                  <a:lnTo>
                    <a:pt x="114513" y="325829"/>
                  </a:lnTo>
                  <a:lnTo>
                    <a:pt x="119578" y="327421"/>
                  </a:lnTo>
                  <a:lnTo>
                    <a:pt x="124691" y="328851"/>
                  </a:lnTo>
                  <a:lnTo>
                    <a:pt x="129847" y="330118"/>
                  </a:lnTo>
                  <a:lnTo>
                    <a:pt x="135041" y="331221"/>
                  </a:lnTo>
                  <a:lnTo>
                    <a:pt x="140266" y="332158"/>
                  </a:lnTo>
                  <a:lnTo>
                    <a:pt x="145519" y="332928"/>
                  </a:lnTo>
                  <a:lnTo>
                    <a:pt x="150794" y="333532"/>
                  </a:lnTo>
                  <a:lnTo>
                    <a:pt x="156085" y="333967"/>
                  </a:lnTo>
                  <a:lnTo>
                    <a:pt x="161388" y="334235"/>
                  </a:lnTo>
                  <a:lnTo>
                    <a:pt x="166696" y="334334"/>
                  </a:lnTo>
                  <a:lnTo>
                    <a:pt x="172005" y="334264"/>
                  </a:lnTo>
                  <a:lnTo>
                    <a:pt x="177309" y="334026"/>
                  </a:lnTo>
                  <a:lnTo>
                    <a:pt x="182602" y="333619"/>
                  </a:lnTo>
                  <a:lnTo>
                    <a:pt x="187880" y="333045"/>
                  </a:lnTo>
                  <a:lnTo>
                    <a:pt x="193137" y="332303"/>
                  </a:lnTo>
                  <a:lnTo>
                    <a:pt x="198368" y="331395"/>
                  </a:lnTo>
                  <a:lnTo>
                    <a:pt x="203568" y="330321"/>
                  </a:lnTo>
                  <a:lnTo>
                    <a:pt x="208730" y="329082"/>
                  </a:lnTo>
                  <a:lnTo>
                    <a:pt x="213851" y="327680"/>
                  </a:lnTo>
                  <a:lnTo>
                    <a:pt x="218925" y="326116"/>
                  </a:lnTo>
                  <a:lnTo>
                    <a:pt x="223946" y="324392"/>
                  </a:lnTo>
                  <a:lnTo>
                    <a:pt x="228910" y="322509"/>
                  </a:lnTo>
                  <a:lnTo>
                    <a:pt x="233812" y="320470"/>
                  </a:lnTo>
                  <a:lnTo>
                    <a:pt x="238647" y="318276"/>
                  </a:lnTo>
                  <a:lnTo>
                    <a:pt x="243409" y="315929"/>
                  </a:lnTo>
                  <a:lnTo>
                    <a:pt x="248095" y="313433"/>
                  </a:lnTo>
                  <a:lnTo>
                    <a:pt x="252699" y="310789"/>
                  </a:lnTo>
                  <a:lnTo>
                    <a:pt x="257217" y="308000"/>
                  </a:lnTo>
                  <a:lnTo>
                    <a:pt x="261643" y="305069"/>
                  </a:lnTo>
                  <a:lnTo>
                    <a:pt x="265975" y="301999"/>
                  </a:lnTo>
                  <a:lnTo>
                    <a:pt x="270207" y="298793"/>
                  </a:lnTo>
                  <a:lnTo>
                    <a:pt x="274335" y="295454"/>
                  </a:lnTo>
                  <a:lnTo>
                    <a:pt x="278354" y="291986"/>
                  </a:lnTo>
                  <a:lnTo>
                    <a:pt x="282262" y="288392"/>
                  </a:lnTo>
                  <a:lnTo>
                    <a:pt x="286054" y="284675"/>
                  </a:lnTo>
                  <a:lnTo>
                    <a:pt x="289725" y="280840"/>
                  </a:lnTo>
                  <a:lnTo>
                    <a:pt x="293273" y="276891"/>
                  </a:lnTo>
                  <a:lnTo>
                    <a:pt x="296694" y="272830"/>
                  </a:lnTo>
                  <a:lnTo>
                    <a:pt x="299984" y="268663"/>
                  </a:lnTo>
                  <a:lnTo>
                    <a:pt x="303140" y="264394"/>
                  </a:lnTo>
                  <a:lnTo>
                    <a:pt x="306159" y="260027"/>
                  </a:lnTo>
                  <a:lnTo>
                    <a:pt x="309038" y="255566"/>
                  </a:lnTo>
                  <a:lnTo>
                    <a:pt x="311773" y="251016"/>
                  </a:lnTo>
                  <a:lnTo>
                    <a:pt x="314363" y="246381"/>
                  </a:lnTo>
                  <a:lnTo>
                    <a:pt x="316804" y="241666"/>
                  </a:lnTo>
                  <a:lnTo>
                    <a:pt x="319095" y="236877"/>
                  </a:lnTo>
                  <a:lnTo>
                    <a:pt x="321232" y="232016"/>
                  </a:lnTo>
                  <a:lnTo>
                    <a:pt x="323213" y="227091"/>
                  </a:lnTo>
                  <a:lnTo>
                    <a:pt x="325038" y="222105"/>
                  </a:lnTo>
                  <a:lnTo>
                    <a:pt x="326702" y="217064"/>
                  </a:lnTo>
                  <a:lnTo>
                    <a:pt x="328207" y="211972"/>
                  </a:lnTo>
                  <a:lnTo>
                    <a:pt x="329548" y="206835"/>
                  </a:lnTo>
                  <a:lnTo>
                    <a:pt x="330726" y="201658"/>
                  </a:lnTo>
                  <a:lnTo>
                    <a:pt x="331739" y="196446"/>
                  </a:lnTo>
                  <a:lnTo>
                    <a:pt x="332585" y="191205"/>
                  </a:lnTo>
                  <a:lnTo>
                    <a:pt x="333265" y="185940"/>
                  </a:lnTo>
                  <a:lnTo>
                    <a:pt x="333778" y="180655"/>
                  </a:lnTo>
                  <a:lnTo>
                    <a:pt x="334122" y="175357"/>
                  </a:lnTo>
                  <a:lnTo>
                    <a:pt x="334298" y="170051"/>
                  </a:lnTo>
                  <a:lnTo>
                    <a:pt x="334305" y="164742"/>
                  </a:lnTo>
                  <a:lnTo>
                    <a:pt x="334144" y="159435"/>
                  </a:lnTo>
                  <a:lnTo>
                    <a:pt x="333814" y="154136"/>
                  </a:lnTo>
                  <a:lnTo>
                    <a:pt x="333316" y="148850"/>
                  </a:lnTo>
                  <a:lnTo>
                    <a:pt x="332651" y="143583"/>
                  </a:lnTo>
                  <a:lnTo>
                    <a:pt x="331818" y="138340"/>
                  </a:lnTo>
                  <a:lnTo>
                    <a:pt x="330820" y="133125"/>
                  </a:lnTo>
                  <a:lnTo>
                    <a:pt x="329656" y="127945"/>
                  </a:lnTo>
                  <a:lnTo>
                    <a:pt x="328329" y="122805"/>
                  </a:lnTo>
                  <a:lnTo>
                    <a:pt x="326839" y="117709"/>
                  </a:lnTo>
                  <a:lnTo>
                    <a:pt x="325188" y="112663"/>
                  </a:lnTo>
                  <a:lnTo>
                    <a:pt x="323377" y="107672"/>
                  </a:lnTo>
                  <a:lnTo>
                    <a:pt x="321409" y="102741"/>
                  </a:lnTo>
                  <a:lnTo>
                    <a:pt x="319286" y="97875"/>
                  </a:lnTo>
                  <a:lnTo>
                    <a:pt x="317008" y="93079"/>
                  </a:lnTo>
                  <a:lnTo>
                    <a:pt x="314580" y="88358"/>
                  </a:lnTo>
                  <a:lnTo>
                    <a:pt x="312003" y="83716"/>
                  </a:lnTo>
                  <a:lnTo>
                    <a:pt x="309280" y="79158"/>
                  </a:lnTo>
                  <a:lnTo>
                    <a:pt x="306414" y="74689"/>
                  </a:lnTo>
                  <a:lnTo>
                    <a:pt x="303407" y="70314"/>
                  </a:lnTo>
                  <a:lnTo>
                    <a:pt x="300262" y="66036"/>
                  </a:lnTo>
                  <a:lnTo>
                    <a:pt x="296984" y="61860"/>
                  </a:lnTo>
                  <a:lnTo>
                    <a:pt x="293574" y="57790"/>
                  </a:lnTo>
                  <a:lnTo>
                    <a:pt x="290037" y="53831"/>
                  </a:lnTo>
                  <a:lnTo>
                    <a:pt x="286376" y="49986"/>
                  </a:lnTo>
                  <a:lnTo>
                    <a:pt x="282595" y="46259"/>
                  </a:lnTo>
                  <a:lnTo>
                    <a:pt x="278697" y="42654"/>
                  </a:lnTo>
                  <a:lnTo>
                    <a:pt x="274687" y="39175"/>
                  </a:lnTo>
                  <a:lnTo>
                    <a:pt x="270568" y="35825"/>
                  </a:lnTo>
                  <a:lnTo>
                    <a:pt x="266345" y="32607"/>
                  </a:lnTo>
                  <a:lnTo>
                    <a:pt x="262022" y="29525"/>
                  </a:lnTo>
                  <a:lnTo>
                    <a:pt x="257603" y="26582"/>
                  </a:lnTo>
                  <a:lnTo>
                    <a:pt x="253093" y="23781"/>
                  </a:lnTo>
                  <a:lnTo>
                    <a:pt x="248496" y="21124"/>
                  </a:lnTo>
                  <a:lnTo>
                    <a:pt x="243818" y="18614"/>
                  </a:lnTo>
                  <a:lnTo>
                    <a:pt x="239062" y="16255"/>
                  </a:lnTo>
                  <a:lnTo>
                    <a:pt x="234233" y="14048"/>
                  </a:lnTo>
                  <a:lnTo>
                    <a:pt x="229337" y="11995"/>
                  </a:lnTo>
                  <a:lnTo>
                    <a:pt x="224378" y="10098"/>
                  </a:lnTo>
                  <a:lnTo>
                    <a:pt x="219361" y="8360"/>
                  </a:lnTo>
                  <a:lnTo>
                    <a:pt x="214292" y="6783"/>
                  </a:lnTo>
                  <a:lnTo>
                    <a:pt x="209175" y="5367"/>
                  </a:lnTo>
                  <a:lnTo>
                    <a:pt x="204016" y="4114"/>
                  </a:lnTo>
                  <a:lnTo>
                    <a:pt x="198819" y="3026"/>
                  </a:lnTo>
                  <a:lnTo>
                    <a:pt x="193591" y="2103"/>
                  </a:lnTo>
                  <a:lnTo>
                    <a:pt x="188336" y="1347"/>
                  </a:lnTo>
                  <a:lnTo>
                    <a:pt x="183060" y="758"/>
                  </a:lnTo>
                  <a:lnTo>
                    <a:pt x="177767" y="337"/>
                  </a:lnTo>
                  <a:lnTo>
                    <a:pt x="17246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9549" y="2126963"/>
              <a:ext cx="131737" cy="167167"/>
            </a:xfrm>
            <a:custGeom>
              <a:avLst/>
              <a:pathLst>
                <a:path w="131737" h="167167">
                  <a:moveTo>
                    <a:pt x="131737" y="0"/>
                  </a:moveTo>
                  <a:lnTo>
                    <a:pt x="126119" y="94"/>
                  </a:lnTo>
                  <a:lnTo>
                    <a:pt x="120507" y="377"/>
                  </a:lnTo>
                  <a:lnTo>
                    <a:pt x="114907" y="849"/>
                  </a:lnTo>
                  <a:lnTo>
                    <a:pt x="109327" y="1509"/>
                  </a:lnTo>
                  <a:lnTo>
                    <a:pt x="103771" y="2355"/>
                  </a:lnTo>
                  <a:lnTo>
                    <a:pt x="98248" y="3388"/>
                  </a:lnTo>
                  <a:lnTo>
                    <a:pt x="92762" y="4607"/>
                  </a:lnTo>
                  <a:lnTo>
                    <a:pt x="87320" y="6008"/>
                  </a:lnTo>
                  <a:lnTo>
                    <a:pt x="81929" y="7592"/>
                  </a:lnTo>
                  <a:lnTo>
                    <a:pt x="76594" y="9357"/>
                  </a:lnTo>
                  <a:lnTo>
                    <a:pt x="71321" y="11299"/>
                  </a:lnTo>
                  <a:lnTo>
                    <a:pt x="66116" y="13418"/>
                  </a:lnTo>
                  <a:lnTo>
                    <a:pt x="60986" y="15710"/>
                  </a:lnTo>
                  <a:lnTo>
                    <a:pt x="55935" y="18174"/>
                  </a:lnTo>
                  <a:lnTo>
                    <a:pt x="50970" y="20806"/>
                  </a:lnTo>
                  <a:lnTo>
                    <a:pt x="46097" y="23603"/>
                  </a:lnTo>
                  <a:lnTo>
                    <a:pt x="41320" y="26562"/>
                  </a:lnTo>
                  <a:lnTo>
                    <a:pt x="36645" y="29681"/>
                  </a:lnTo>
                  <a:lnTo>
                    <a:pt x="32078" y="32955"/>
                  </a:lnTo>
                  <a:lnTo>
                    <a:pt x="27623" y="36380"/>
                  </a:lnTo>
                  <a:lnTo>
                    <a:pt x="23286" y="39953"/>
                  </a:lnTo>
                  <a:lnTo>
                    <a:pt x="19072" y="43670"/>
                  </a:lnTo>
                  <a:lnTo>
                    <a:pt x="14985" y="47527"/>
                  </a:lnTo>
                  <a:lnTo>
                    <a:pt x="11030" y="51518"/>
                  </a:lnTo>
                  <a:lnTo>
                    <a:pt x="7211" y="55641"/>
                  </a:lnTo>
                  <a:lnTo>
                    <a:pt x="3533" y="59889"/>
                  </a:lnTo>
                  <a:lnTo>
                    <a:pt x="0" y="64259"/>
                  </a:lnTo>
                  <a:lnTo>
                    <a:pt x="13173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49549" y="2191222"/>
              <a:ext cx="131737" cy="102908"/>
            </a:xfrm>
            <a:custGeom>
              <a:avLst/>
              <a:pathLst>
                <a:path w="131737" h="102908">
                  <a:moveTo>
                    <a:pt x="0" y="0"/>
                  </a:moveTo>
                  <a:lnTo>
                    <a:pt x="131737" y="1029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14120" y="2127662"/>
              <a:ext cx="334329" cy="333622"/>
            </a:xfrm>
            <a:custGeom>
              <a:avLst/>
              <a:pathLst>
                <a:path w="334329" h="333622">
                  <a:moveTo>
                    <a:pt x="35429" y="63560"/>
                  </a:moveTo>
                  <a:lnTo>
                    <a:pt x="32239" y="67779"/>
                  </a:lnTo>
                  <a:lnTo>
                    <a:pt x="29185" y="72097"/>
                  </a:lnTo>
                  <a:lnTo>
                    <a:pt x="26268" y="76509"/>
                  </a:lnTo>
                  <a:lnTo>
                    <a:pt x="23493" y="81012"/>
                  </a:lnTo>
                  <a:lnTo>
                    <a:pt x="20861" y="85600"/>
                  </a:lnTo>
                  <a:lnTo>
                    <a:pt x="18376" y="90269"/>
                  </a:lnTo>
                  <a:lnTo>
                    <a:pt x="16040" y="95014"/>
                  </a:lnTo>
                  <a:lnTo>
                    <a:pt x="13855" y="99831"/>
                  </a:lnTo>
                  <a:lnTo>
                    <a:pt x="11824" y="104714"/>
                  </a:lnTo>
                  <a:lnTo>
                    <a:pt x="9948" y="109660"/>
                  </a:lnTo>
                  <a:lnTo>
                    <a:pt x="8229" y="114662"/>
                  </a:lnTo>
                  <a:lnTo>
                    <a:pt x="6670" y="119716"/>
                  </a:lnTo>
                  <a:lnTo>
                    <a:pt x="5271" y="124817"/>
                  </a:lnTo>
                  <a:lnTo>
                    <a:pt x="4035" y="129959"/>
                  </a:lnTo>
                  <a:lnTo>
                    <a:pt x="2961" y="135138"/>
                  </a:lnTo>
                  <a:lnTo>
                    <a:pt x="2052" y="140349"/>
                  </a:lnTo>
                  <a:lnTo>
                    <a:pt x="1309" y="145585"/>
                  </a:lnTo>
                  <a:lnTo>
                    <a:pt x="731" y="150843"/>
                  </a:lnTo>
                  <a:lnTo>
                    <a:pt x="320" y="156116"/>
                  </a:lnTo>
                  <a:lnTo>
                    <a:pt x="76" y="161400"/>
                  </a:lnTo>
                  <a:lnTo>
                    <a:pt x="0" y="166688"/>
                  </a:lnTo>
                  <a:lnTo>
                    <a:pt x="90" y="171977"/>
                  </a:lnTo>
                  <a:lnTo>
                    <a:pt x="348" y="177259"/>
                  </a:lnTo>
                  <a:lnTo>
                    <a:pt x="773" y="182531"/>
                  </a:lnTo>
                  <a:lnTo>
                    <a:pt x="1364" y="187787"/>
                  </a:lnTo>
                  <a:lnTo>
                    <a:pt x="2122" y="193022"/>
                  </a:lnTo>
                  <a:lnTo>
                    <a:pt x="3045" y="198230"/>
                  </a:lnTo>
                  <a:lnTo>
                    <a:pt x="4131" y="203406"/>
                  </a:lnTo>
                  <a:lnTo>
                    <a:pt x="5382" y="208546"/>
                  </a:lnTo>
                  <a:lnTo>
                    <a:pt x="6794" y="213643"/>
                  </a:lnTo>
                  <a:lnTo>
                    <a:pt x="8366" y="218693"/>
                  </a:lnTo>
                  <a:lnTo>
                    <a:pt x="10098" y="223690"/>
                  </a:lnTo>
                  <a:lnTo>
                    <a:pt x="11987" y="228631"/>
                  </a:lnTo>
                  <a:lnTo>
                    <a:pt x="14031" y="233509"/>
                  </a:lnTo>
                  <a:lnTo>
                    <a:pt x="16229" y="238320"/>
                  </a:lnTo>
                  <a:lnTo>
                    <a:pt x="18577" y="243059"/>
                  </a:lnTo>
                  <a:lnTo>
                    <a:pt x="21075" y="247721"/>
                  </a:lnTo>
                  <a:lnTo>
                    <a:pt x="23718" y="252302"/>
                  </a:lnTo>
                  <a:lnTo>
                    <a:pt x="26506" y="256798"/>
                  </a:lnTo>
                  <a:lnTo>
                    <a:pt x="29434" y="261202"/>
                  </a:lnTo>
                  <a:lnTo>
                    <a:pt x="32500" y="265512"/>
                  </a:lnTo>
                  <a:lnTo>
                    <a:pt x="35700" y="269723"/>
                  </a:lnTo>
                  <a:lnTo>
                    <a:pt x="39033" y="273830"/>
                  </a:lnTo>
                  <a:lnTo>
                    <a:pt x="42493" y="277830"/>
                  </a:lnTo>
                  <a:lnTo>
                    <a:pt x="46079" y="281719"/>
                  </a:lnTo>
                  <a:lnTo>
                    <a:pt x="49786" y="285492"/>
                  </a:lnTo>
                  <a:lnTo>
                    <a:pt x="53610" y="289145"/>
                  </a:lnTo>
                  <a:lnTo>
                    <a:pt x="57548" y="292677"/>
                  </a:lnTo>
                  <a:lnTo>
                    <a:pt x="61595" y="296081"/>
                  </a:lnTo>
                  <a:lnTo>
                    <a:pt x="65748" y="299356"/>
                  </a:lnTo>
                  <a:lnTo>
                    <a:pt x="70003" y="302498"/>
                  </a:lnTo>
                  <a:lnTo>
                    <a:pt x="74355" y="305504"/>
                  </a:lnTo>
                  <a:lnTo>
                    <a:pt x="78800" y="308371"/>
                  </a:lnTo>
                  <a:lnTo>
                    <a:pt x="83334" y="311095"/>
                  </a:lnTo>
                  <a:lnTo>
                    <a:pt x="87951" y="313675"/>
                  </a:lnTo>
                  <a:lnTo>
                    <a:pt x="92648" y="316107"/>
                  </a:lnTo>
                  <a:lnTo>
                    <a:pt x="97419" y="318390"/>
                  </a:lnTo>
                  <a:lnTo>
                    <a:pt x="102260" y="320520"/>
                  </a:lnTo>
                  <a:lnTo>
                    <a:pt x="107166" y="322497"/>
                  </a:lnTo>
                  <a:lnTo>
                    <a:pt x="112132" y="324317"/>
                  </a:lnTo>
                  <a:lnTo>
                    <a:pt x="117153" y="325979"/>
                  </a:lnTo>
                  <a:lnTo>
                    <a:pt x="122225" y="327481"/>
                  </a:lnTo>
                  <a:lnTo>
                    <a:pt x="127341" y="328822"/>
                  </a:lnTo>
                  <a:lnTo>
                    <a:pt x="132497" y="330001"/>
                  </a:lnTo>
                  <a:lnTo>
                    <a:pt x="137688" y="331016"/>
                  </a:lnTo>
                  <a:lnTo>
                    <a:pt x="142908" y="331866"/>
                  </a:lnTo>
                  <a:lnTo>
                    <a:pt x="148153" y="332551"/>
                  </a:lnTo>
                  <a:lnTo>
                    <a:pt x="153417" y="333069"/>
                  </a:lnTo>
                  <a:lnTo>
                    <a:pt x="158694" y="333421"/>
                  </a:lnTo>
                  <a:lnTo>
                    <a:pt x="163980" y="333605"/>
                  </a:lnTo>
                  <a:lnTo>
                    <a:pt x="169269" y="333622"/>
                  </a:lnTo>
                  <a:lnTo>
                    <a:pt x="174556" y="333472"/>
                  </a:lnTo>
                  <a:lnTo>
                    <a:pt x="179836" y="333155"/>
                  </a:lnTo>
                  <a:lnTo>
                    <a:pt x="185103" y="332671"/>
                  </a:lnTo>
                  <a:lnTo>
                    <a:pt x="190352" y="332020"/>
                  </a:lnTo>
                  <a:lnTo>
                    <a:pt x="195577" y="331204"/>
                  </a:lnTo>
                  <a:lnTo>
                    <a:pt x="200775" y="330222"/>
                  </a:lnTo>
                  <a:lnTo>
                    <a:pt x="205938" y="329077"/>
                  </a:lnTo>
                  <a:lnTo>
                    <a:pt x="211063" y="327769"/>
                  </a:lnTo>
                  <a:lnTo>
                    <a:pt x="216144" y="326300"/>
                  </a:lnTo>
                  <a:lnTo>
                    <a:pt x="221176" y="324670"/>
                  </a:lnTo>
                  <a:lnTo>
                    <a:pt x="226154" y="322883"/>
                  </a:lnTo>
                  <a:lnTo>
                    <a:pt x="231073" y="320938"/>
                  </a:lnTo>
                  <a:lnTo>
                    <a:pt x="235928" y="318839"/>
                  </a:lnTo>
                  <a:lnTo>
                    <a:pt x="240713" y="316588"/>
                  </a:lnTo>
                  <a:lnTo>
                    <a:pt x="245426" y="314186"/>
                  </a:lnTo>
                  <a:lnTo>
                    <a:pt x="250060" y="311636"/>
                  </a:lnTo>
                  <a:lnTo>
                    <a:pt x="254611" y="308941"/>
                  </a:lnTo>
                  <a:lnTo>
                    <a:pt x="259074" y="306103"/>
                  </a:lnTo>
                  <a:lnTo>
                    <a:pt x="263446" y="303126"/>
                  </a:lnTo>
                  <a:lnTo>
                    <a:pt x="267721" y="300011"/>
                  </a:lnTo>
                  <a:lnTo>
                    <a:pt x="271895" y="296764"/>
                  </a:lnTo>
                  <a:lnTo>
                    <a:pt x="275965" y="293385"/>
                  </a:lnTo>
                  <a:lnTo>
                    <a:pt x="279926" y="289880"/>
                  </a:lnTo>
                  <a:lnTo>
                    <a:pt x="283773" y="286251"/>
                  </a:lnTo>
                  <a:lnTo>
                    <a:pt x="287504" y="282502"/>
                  </a:lnTo>
                  <a:lnTo>
                    <a:pt x="291115" y="278637"/>
                  </a:lnTo>
                  <a:lnTo>
                    <a:pt x="294601" y="274659"/>
                  </a:lnTo>
                  <a:lnTo>
                    <a:pt x="297960" y="270574"/>
                  </a:lnTo>
                  <a:lnTo>
                    <a:pt x="301188" y="266384"/>
                  </a:lnTo>
                  <a:lnTo>
                    <a:pt x="304282" y="262094"/>
                  </a:lnTo>
                  <a:lnTo>
                    <a:pt x="307239" y="257708"/>
                  </a:lnTo>
                  <a:lnTo>
                    <a:pt x="310055" y="253231"/>
                  </a:lnTo>
                  <a:lnTo>
                    <a:pt x="312728" y="248668"/>
                  </a:lnTo>
                  <a:lnTo>
                    <a:pt x="315256" y="244021"/>
                  </a:lnTo>
                  <a:lnTo>
                    <a:pt x="317635" y="239298"/>
                  </a:lnTo>
                  <a:lnTo>
                    <a:pt x="319864" y="234501"/>
                  </a:lnTo>
                  <a:lnTo>
                    <a:pt x="321940" y="229636"/>
                  </a:lnTo>
                  <a:lnTo>
                    <a:pt x="323861" y="224708"/>
                  </a:lnTo>
                  <a:lnTo>
                    <a:pt x="325625" y="219722"/>
                  </a:lnTo>
                  <a:lnTo>
                    <a:pt x="327230" y="214682"/>
                  </a:lnTo>
                  <a:lnTo>
                    <a:pt x="328676" y="209594"/>
                  </a:lnTo>
                  <a:lnTo>
                    <a:pt x="329959" y="204463"/>
                  </a:lnTo>
                  <a:lnTo>
                    <a:pt x="331080" y="199294"/>
                  </a:lnTo>
                  <a:lnTo>
                    <a:pt x="332036" y="194092"/>
                  </a:lnTo>
                  <a:lnTo>
                    <a:pt x="332827" y="188863"/>
                  </a:lnTo>
                  <a:lnTo>
                    <a:pt x="333453" y="183611"/>
                  </a:lnTo>
                  <a:lnTo>
                    <a:pt x="333912" y="178342"/>
                  </a:lnTo>
                  <a:lnTo>
                    <a:pt x="334204" y="173061"/>
                  </a:lnTo>
                  <a:lnTo>
                    <a:pt x="334329" y="167773"/>
                  </a:lnTo>
                  <a:lnTo>
                    <a:pt x="334287" y="162484"/>
                  </a:lnTo>
                  <a:lnTo>
                    <a:pt x="334077" y="157199"/>
                  </a:lnTo>
                  <a:lnTo>
                    <a:pt x="333700" y="151923"/>
                  </a:lnTo>
                  <a:lnTo>
                    <a:pt x="333157" y="146662"/>
                  </a:lnTo>
                  <a:lnTo>
                    <a:pt x="332447" y="141421"/>
                  </a:lnTo>
                  <a:lnTo>
                    <a:pt x="331572" y="136204"/>
                  </a:lnTo>
                  <a:lnTo>
                    <a:pt x="330532" y="131019"/>
                  </a:lnTo>
                  <a:lnTo>
                    <a:pt x="329329" y="125868"/>
                  </a:lnTo>
                  <a:lnTo>
                    <a:pt x="327963" y="120758"/>
                  </a:lnTo>
                  <a:lnTo>
                    <a:pt x="326437" y="115694"/>
                  </a:lnTo>
                  <a:lnTo>
                    <a:pt x="324751" y="110681"/>
                  </a:lnTo>
                  <a:lnTo>
                    <a:pt x="322907" y="105724"/>
                  </a:lnTo>
                  <a:lnTo>
                    <a:pt x="320907" y="100827"/>
                  </a:lnTo>
                  <a:lnTo>
                    <a:pt x="318754" y="95996"/>
                  </a:lnTo>
                  <a:lnTo>
                    <a:pt x="316449" y="91236"/>
                  </a:lnTo>
                  <a:lnTo>
                    <a:pt x="313994" y="86551"/>
                  </a:lnTo>
                  <a:lnTo>
                    <a:pt x="311392" y="81946"/>
                  </a:lnTo>
                  <a:lnTo>
                    <a:pt x="308646" y="77425"/>
                  </a:lnTo>
                  <a:lnTo>
                    <a:pt x="305758" y="72994"/>
                  </a:lnTo>
                  <a:lnTo>
                    <a:pt x="302732" y="68657"/>
                  </a:lnTo>
                  <a:lnTo>
                    <a:pt x="299570" y="64417"/>
                  </a:lnTo>
                  <a:lnTo>
                    <a:pt x="296275" y="60279"/>
                  </a:lnTo>
                  <a:lnTo>
                    <a:pt x="292851" y="56248"/>
                  </a:lnTo>
                  <a:lnTo>
                    <a:pt x="289301" y="52327"/>
                  </a:lnTo>
                  <a:lnTo>
                    <a:pt x="285629" y="48520"/>
                  </a:lnTo>
                  <a:lnTo>
                    <a:pt x="281838" y="44832"/>
                  </a:lnTo>
                  <a:lnTo>
                    <a:pt x="277933" y="41265"/>
                  </a:lnTo>
                  <a:lnTo>
                    <a:pt x="273916" y="37823"/>
                  </a:lnTo>
                  <a:lnTo>
                    <a:pt x="269793" y="34511"/>
                  </a:lnTo>
                  <a:lnTo>
                    <a:pt x="265567" y="31330"/>
                  </a:lnTo>
                  <a:lnTo>
                    <a:pt x="261243" y="28285"/>
                  </a:lnTo>
                  <a:lnTo>
                    <a:pt x="256824" y="25378"/>
                  </a:lnTo>
                  <a:lnTo>
                    <a:pt x="252316" y="22612"/>
                  </a:lnTo>
                  <a:lnTo>
                    <a:pt x="247722" y="19990"/>
                  </a:lnTo>
                  <a:lnTo>
                    <a:pt x="243048" y="17515"/>
                  </a:lnTo>
                  <a:lnTo>
                    <a:pt x="238298" y="15189"/>
                  </a:lnTo>
                  <a:lnTo>
                    <a:pt x="233476" y="13014"/>
                  </a:lnTo>
                  <a:lnTo>
                    <a:pt x="228588" y="10994"/>
                  </a:lnTo>
                  <a:lnTo>
                    <a:pt x="223639" y="9128"/>
                  </a:lnTo>
                  <a:lnTo>
                    <a:pt x="218633" y="7420"/>
                  </a:lnTo>
                  <a:lnTo>
                    <a:pt x="213576" y="5872"/>
                  </a:lnTo>
                  <a:lnTo>
                    <a:pt x="208472" y="4484"/>
                  </a:lnTo>
                  <a:lnTo>
                    <a:pt x="203327" y="3258"/>
                  </a:lnTo>
                  <a:lnTo>
                    <a:pt x="198145" y="2196"/>
                  </a:lnTo>
                  <a:lnTo>
                    <a:pt x="192933" y="1298"/>
                  </a:lnTo>
                  <a:lnTo>
                    <a:pt x="187695" y="566"/>
                  </a:lnTo>
                  <a:lnTo>
                    <a:pt x="182436" y="0"/>
                  </a:lnTo>
                  <a:lnTo>
                    <a:pt x="167167" y="1664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15269" cy="167167"/>
            </a:xfrm>
            <a:custGeom>
              <a:avLst/>
              <a:pathLst>
                <a:path w="15269" h="167167">
                  <a:moveTo>
                    <a:pt x="15269" y="69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23596" y="2633064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6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80" y="2093"/>
                  </a:lnTo>
                  <a:lnTo>
                    <a:pt x="135564" y="3011"/>
                  </a:lnTo>
                  <a:lnTo>
                    <a:pt x="130379" y="4094"/>
                  </a:lnTo>
                  <a:lnTo>
                    <a:pt x="125232" y="5341"/>
                  </a:lnTo>
                  <a:lnTo>
                    <a:pt x="120126" y="6750"/>
                  </a:lnTo>
                  <a:lnTo>
                    <a:pt x="115068" y="8320"/>
                  </a:lnTo>
                  <a:lnTo>
                    <a:pt x="110062" y="10050"/>
                  </a:lnTo>
                  <a:lnTo>
                    <a:pt x="105113" y="11937"/>
                  </a:lnTo>
                  <a:lnTo>
                    <a:pt x="100227" y="13981"/>
                  </a:lnTo>
                  <a:lnTo>
                    <a:pt x="95408" y="16178"/>
                  </a:lnTo>
                  <a:lnTo>
                    <a:pt x="90661" y="18526"/>
                  </a:lnTo>
                  <a:lnTo>
                    <a:pt x="85990" y="21024"/>
                  </a:lnTo>
                  <a:lnTo>
                    <a:pt x="81401" y="23668"/>
                  </a:lnTo>
                  <a:lnTo>
                    <a:pt x="76899" y="26457"/>
                  </a:lnTo>
                  <a:lnTo>
                    <a:pt x="72486" y="29387"/>
                  </a:lnTo>
                  <a:lnTo>
                    <a:pt x="68169" y="32455"/>
                  </a:lnTo>
                  <a:lnTo>
                    <a:pt x="63951" y="35658"/>
                  </a:lnTo>
                  <a:lnTo>
                    <a:pt x="59837" y="38993"/>
                  </a:lnTo>
                  <a:lnTo>
                    <a:pt x="55831" y="42457"/>
                  </a:lnTo>
                  <a:lnTo>
                    <a:pt x="51936" y="46046"/>
                  </a:lnTo>
                  <a:lnTo>
                    <a:pt x="48157" y="49757"/>
                  </a:lnTo>
                  <a:lnTo>
                    <a:pt x="44497" y="53586"/>
                  </a:lnTo>
                  <a:lnTo>
                    <a:pt x="40960" y="57528"/>
                  </a:lnTo>
                  <a:lnTo>
                    <a:pt x="37550" y="61581"/>
                  </a:lnTo>
                  <a:lnTo>
                    <a:pt x="34271" y="65739"/>
                  </a:lnTo>
                  <a:lnTo>
                    <a:pt x="31124" y="70000"/>
                  </a:lnTo>
                  <a:lnTo>
                    <a:pt x="28114" y="74358"/>
                  </a:lnTo>
                  <a:lnTo>
                    <a:pt x="25244" y="78809"/>
                  </a:lnTo>
                  <a:lnTo>
                    <a:pt x="22516" y="83349"/>
                  </a:lnTo>
                  <a:lnTo>
                    <a:pt x="19934" y="87973"/>
                  </a:lnTo>
                  <a:lnTo>
                    <a:pt x="17499" y="92676"/>
                  </a:lnTo>
                  <a:lnTo>
                    <a:pt x="15214" y="97454"/>
                  </a:lnTo>
                  <a:lnTo>
                    <a:pt x="13082" y="102303"/>
                  </a:lnTo>
                  <a:lnTo>
                    <a:pt x="11104" y="107216"/>
                  </a:lnTo>
                  <a:lnTo>
                    <a:pt x="9283" y="112190"/>
                  </a:lnTo>
                  <a:lnTo>
                    <a:pt x="7621" y="117218"/>
                  </a:lnTo>
                  <a:lnTo>
                    <a:pt x="6119" y="122297"/>
                  </a:lnTo>
                  <a:lnTo>
                    <a:pt x="4778" y="127421"/>
                  </a:lnTo>
                  <a:lnTo>
                    <a:pt x="3601" y="132585"/>
                  </a:lnTo>
                  <a:lnTo>
                    <a:pt x="2587" y="137783"/>
                  </a:lnTo>
                  <a:lnTo>
                    <a:pt x="1739" y="143011"/>
                  </a:lnTo>
                  <a:lnTo>
                    <a:pt x="1057" y="148263"/>
                  </a:lnTo>
                  <a:lnTo>
                    <a:pt x="541" y="153535"/>
                  </a:lnTo>
                  <a:lnTo>
                    <a:pt x="193" y="158819"/>
                  </a:lnTo>
                  <a:lnTo>
                    <a:pt x="12" y="164113"/>
                  </a:lnTo>
                  <a:lnTo>
                    <a:pt x="0" y="169409"/>
                  </a:lnTo>
                  <a:lnTo>
                    <a:pt x="154" y="174703"/>
                  </a:lnTo>
                  <a:lnTo>
                    <a:pt x="477" y="179990"/>
                  </a:lnTo>
                  <a:lnTo>
                    <a:pt x="967" y="185263"/>
                  </a:lnTo>
                  <a:lnTo>
                    <a:pt x="1624" y="190519"/>
                  </a:lnTo>
                  <a:lnTo>
                    <a:pt x="2446" y="195751"/>
                  </a:lnTo>
                  <a:lnTo>
                    <a:pt x="3435" y="200954"/>
                  </a:lnTo>
                  <a:lnTo>
                    <a:pt x="4587" y="206123"/>
                  </a:lnTo>
                  <a:lnTo>
                    <a:pt x="5903" y="211254"/>
                  </a:lnTo>
                  <a:lnTo>
                    <a:pt x="7380" y="216340"/>
                  </a:lnTo>
                  <a:lnTo>
                    <a:pt x="9018" y="221377"/>
                  </a:lnTo>
                  <a:lnTo>
                    <a:pt x="10815" y="226359"/>
                  </a:lnTo>
                  <a:lnTo>
                    <a:pt x="12768" y="231282"/>
                  </a:lnTo>
                  <a:lnTo>
                    <a:pt x="14877" y="236140"/>
                  </a:lnTo>
                  <a:lnTo>
                    <a:pt x="17138" y="240930"/>
                  </a:lnTo>
                  <a:lnTo>
                    <a:pt x="19550" y="245645"/>
                  </a:lnTo>
                  <a:lnTo>
                    <a:pt x="22111" y="250281"/>
                  </a:lnTo>
                  <a:lnTo>
                    <a:pt x="24816" y="254834"/>
                  </a:lnTo>
                  <a:lnTo>
                    <a:pt x="27665" y="259299"/>
                  </a:lnTo>
                  <a:lnTo>
                    <a:pt x="30654" y="263672"/>
                  </a:lnTo>
                  <a:lnTo>
                    <a:pt x="33779" y="267948"/>
                  </a:lnTo>
                  <a:lnTo>
                    <a:pt x="37039" y="272122"/>
                  </a:lnTo>
                  <a:lnTo>
                    <a:pt x="40429" y="276191"/>
                  </a:lnTo>
                  <a:lnTo>
                    <a:pt x="43946" y="280151"/>
                  </a:lnTo>
                  <a:lnTo>
                    <a:pt x="47588" y="283997"/>
                  </a:lnTo>
                  <a:lnTo>
                    <a:pt x="51349" y="287726"/>
                  </a:lnTo>
                  <a:lnTo>
                    <a:pt x="55226" y="291334"/>
                  </a:lnTo>
                  <a:lnTo>
                    <a:pt x="59216" y="294818"/>
                  </a:lnTo>
                  <a:lnTo>
                    <a:pt x="63314" y="298173"/>
                  </a:lnTo>
                  <a:lnTo>
                    <a:pt x="67516" y="301397"/>
                  </a:lnTo>
                  <a:lnTo>
                    <a:pt x="71818" y="304486"/>
                  </a:lnTo>
                  <a:lnTo>
                    <a:pt x="76216" y="307437"/>
                  </a:lnTo>
                  <a:lnTo>
                    <a:pt x="80705" y="310247"/>
                  </a:lnTo>
                  <a:lnTo>
                    <a:pt x="85281" y="312914"/>
                  </a:lnTo>
                  <a:lnTo>
                    <a:pt x="89939" y="315434"/>
                  </a:lnTo>
                  <a:lnTo>
                    <a:pt x="94675" y="317806"/>
                  </a:lnTo>
                  <a:lnTo>
                    <a:pt x="99484" y="320026"/>
                  </a:lnTo>
                  <a:lnTo>
                    <a:pt x="104360" y="322093"/>
                  </a:lnTo>
                  <a:lnTo>
                    <a:pt x="109299" y="324005"/>
                  </a:lnTo>
                  <a:lnTo>
                    <a:pt x="114297" y="325759"/>
                  </a:lnTo>
                  <a:lnTo>
                    <a:pt x="119347" y="327353"/>
                  </a:lnTo>
                  <a:lnTo>
                    <a:pt x="124446" y="328787"/>
                  </a:lnTo>
                  <a:lnTo>
                    <a:pt x="129587" y="330059"/>
                  </a:lnTo>
                  <a:lnTo>
                    <a:pt x="134766" y="331167"/>
                  </a:lnTo>
                  <a:lnTo>
                    <a:pt x="139978" y="332111"/>
                  </a:lnTo>
                  <a:lnTo>
                    <a:pt x="145217" y="332889"/>
                  </a:lnTo>
                  <a:lnTo>
                    <a:pt x="150478" y="333501"/>
                  </a:lnTo>
                  <a:lnTo>
                    <a:pt x="155755" y="333945"/>
                  </a:lnTo>
                  <a:lnTo>
                    <a:pt x="161044" y="334223"/>
                  </a:lnTo>
                  <a:lnTo>
                    <a:pt x="166340" y="334332"/>
                  </a:lnTo>
                  <a:lnTo>
                    <a:pt x="171636" y="334274"/>
                  </a:lnTo>
                  <a:lnTo>
                    <a:pt x="176927" y="334048"/>
                  </a:lnTo>
                  <a:lnTo>
                    <a:pt x="182209" y="333655"/>
                  </a:lnTo>
                  <a:lnTo>
                    <a:pt x="187475" y="333094"/>
                  </a:lnTo>
                  <a:lnTo>
                    <a:pt x="192722" y="332367"/>
                  </a:lnTo>
                  <a:lnTo>
                    <a:pt x="197942" y="331474"/>
                  </a:lnTo>
                  <a:lnTo>
                    <a:pt x="203132" y="330416"/>
                  </a:lnTo>
                  <a:lnTo>
                    <a:pt x="208285" y="329195"/>
                  </a:lnTo>
                  <a:lnTo>
                    <a:pt x="213397" y="327810"/>
                  </a:lnTo>
                  <a:lnTo>
                    <a:pt x="218463" y="326265"/>
                  </a:lnTo>
                  <a:lnTo>
                    <a:pt x="223478" y="324559"/>
                  </a:lnTo>
                  <a:lnTo>
                    <a:pt x="228435" y="322696"/>
                  </a:lnTo>
                  <a:lnTo>
                    <a:pt x="233332" y="320677"/>
                  </a:lnTo>
                  <a:lnTo>
                    <a:pt x="238161" y="318503"/>
                  </a:lnTo>
                  <a:lnTo>
                    <a:pt x="242920" y="316178"/>
                  </a:lnTo>
                  <a:lnTo>
                    <a:pt x="247602" y="313703"/>
                  </a:lnTo>
                  <a:lnTo>
                    <a:pt x="252204" y="311080"/>
                  </a:lnTo>
                  <a:lnTo>
                    <a:pt x="256720" y="308314"/>
                  </a:lnTo>
                  <a:lnTo>
                    <a:pt x="261147" y="305406"/>
                  </a:lnTo>
                  <a:lnTo>
                    <a:pt x="265479" y="302359"/>
                  </a:lnTo>
                  <a:lnTo>
                    <a:pt x="269712" y="299176"/>
                  </a:lnTo>
                  <a:lnTo>
                    <a:pt x="273843" y="295861"/>
                  </a:lnTo>
                  <a:lnTo>
                    <a:pt x="277866" y="292416"/>
                  </a:lnTo>
                  <a:lnTo>
                    <a:pt x="281778" y="288846"/>
                  </a:lnTo>
                  <a:lnTo>
                    <a:pt x="285575" y="285154"/>
                  </a:lnTo>
                  <a:lnTo>
                    <a:pt x="289254" y="281343"/>
                  </a:lnTo>
                  <a:lnTo>
                    <a:pt x="292809" y="277418"/>
                  </a:lnTo>
                  <a:lnTo>
                    <a:pt x="296239" y="273382"/>
                  </a:lnTo>
                  <a:lnTo>
                    <a:pt x="299539" y="269239"/>
                  </a:lnTo>
                  <a:lnTo>
                    <a:pt x="302706" y="264994"/>
                  </a:lnTo>
                  <a:lnTo>
                    <a:pt x="305737" y="260651"/>
                  </a:lnTo>
                  <a:lnTo>
                    <a:pt x="308629" y="256213"/>
                  </a:lnTo>
                  <a:lnTo>
                    <a:pt x="311379" y="251687"/>
                  </a:lnTo>
                  <a:lnTo>
                    <a:pt x="313984" y="247076"/>
                  </a:lnTo>
                  <a:lnTo>
                    <a:pt x="316441" y="242384"/>
                  </a:lnTo>
                  <a:lnTo>
                    <a:pt x="318749" y="237617"/>
                  </a:lnTo>
                  <a:lnTo>
                    <a:pt x="320905" y="232779"/>
                  </a:lnTo>
                  <a:lnTo>
                    <a:pt x="322906" y="227875"/>
                  </a:lnTo>
                  <a:lnTo>
                    <a:pt x="324751" y="222911"/>
                  </a:lnTo>
                  <a:lnTo>
                    <a:pt x="326438" y="217890"/>
                  </a:lnTo>
                  <a:lnTo>
                    <a:pt x="327965" y="212819"/>
                  </a:lnTo>
                  <a:lnTo>
                    <a:pt x="329331" y="207702"/>
                  </a:lnTo>
                  <a:lnTo>
                    <a:pt x="330533" y="202544"/>
                  </a:lnTo>
                  <a:lnTo>
                    <a:pt x="331572" y="197350"/>
                  </a:lnTo>
                  <a:lnTo>
                    <a:pt x="332446" y="192126"/>
                  </a:lnTo>
                  <a:lnTo>
                    <a:pt x="333153" y="186877"/>
                  </a:lnTo>
                  <a:lnTo>
                    <a:pt x="333694" y="181609"/>
                  </a:lnTo>
                  <a:lnTo>
                    <a:pt x="334068" y="176326"/>
                  </a:lnTo>
                  <a:lnTo>
                    <a:pt x="334275" y="171033"/>
                  </a:lnTo>
                  <a:lnTo>
                    <a:pt x="334313" y="165737"/>
                  </a:lnTo>
                  <a:lnTo>
                    <a:pt x="334184" y="160442"/>
                  </a:lnTo>
                  <a:lnTo>
                    <a:pt x="333887" y="155154"/>
                  </a:lnTo>
                  <a:lnTo>
                    <a:pt x="333423" y="149878"/>
                  </a:lnTo>
                  <a:lnTo>
                    <a:pt x="332792" y="144620"/>
                  </a:lnTo>
                  <a:lnTo>
                    <a:pt x="331994" y="139384"/>
                  </a:lnTo>
                  <a:lnTo>
                    <a:pt x="331032" y="134176"/>
                  </a:lnTo>
                  <a:lnTo>
                    <a:pt x="329904" y="129001"/>
                  </a:lnTo>
                  <a:lnTo>
                    <a:pt x="328613" y="123864"/>
                  </a:lnTo>
                  <a:lnTo>
                    <a:pt x="327161" y="118771"/>
                  </a:lnTo>
                  <a:lnTo>
                    <a:pt x="325547" y="113726"/>
                  </a:lnTo>
                  <a:lnTo>
                    <a:pt x="323775" y="10873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1800"/>
              <a:ext cx="156622" cy="58431"/>
            </a:xfrm>
            <a:custGeom>
              <a:avLst/>
              <a:pathLst>
                <a:path w="156622" h="58431">
                  <a:moveTo>
                    <a:pt x="156622" y="0"/>
                  </a:moveTo>
                  <a:lnTo>
                    <a:pt x="0" y="584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8252"/>
              <a:ext cx="156622" cy="161979"/>
            </a:xfrm>
            <a:custGeom>
              <a:avLst/>
              <a:pathLst>
                <a:path w="156622" h="161979">
                  <a:moveTo>
                    <a:pt x="156622" y="103548"/>
                  </a:moveTo>
                  <a:lnTo>
                    <a:pt x="154594" y="98375"/>
                  </a:lnTo>
                  <a:lnTo>
                    <a:pt x="152395" y="93272"/>
                  </a:lnTo>
                  <a:lnTo>
                    <a:pt x="150027" y="88246"/>
                  </a:lnTo>
                  <a:lnTo>
                    <a:pt x="147494" y="83301"/>
                  </a:lnTo>
                  <a:lnTo>
                    <a:pt x="144798" y="78442"/>
                  </a:lnTo>
                  <a:lnTo>
                    <a:pt x="141942" y="73676"/>
                  </a:lnTo>
                  <a:lnTo>
                    <a:pt x="138929" y="69008"/>
                  </a:lnTo>
                  <a:lnTo>
                    <a:pt x="135762" y="64442"/>
                  </a:lnTo>
                  <a:lnTo>
                    <a:pt x="132446" y="59984"/>
                  </a:lnTo>
                  <a:lnTo>
                    <a:pt x="128983" y="55639"/>
                  </a:lnTo>
                  <a:lnTo>
                    <a:pt x="125378" y="51411"/>
                  </a:lnTo>
                  <a:lnTo>
                    <a:pt x="121634" y="47306"/>
                  </a:lnTo>
                  <a:lnTo>
                    <a:pt x="117756" y="43327"/>
                  </a:lnTo>
                  <a:lnTo>
                    <a:pt x="113748" y="39479"/>
                  </a:lnTo>
                  <a:lnTo>
                    <a:pt x="109614" y="35766"/>
                  </a:lnTo>
                  <a:lnTo>
                    <a:pt x="105359" y="32193"/>
                  </a:lnTo>
                  <a:lnTo>
                    <a:pt x="100987" y="28764"/>
                  </a:lnTo>
                  <a:lnTo>
                    <a:pt x="96504" y="25481"/>
                  </a:lnTo>
                  <a:lnTo>
                    <a:pt x="91915" y="22349"/>
                  </a:lnTo>
                  <a:lnTo>
                    <a:pt x="87224" y="19372"/>
                  </a:lnTo>
                  <a:lnTo>
                    <a:pt x="82436" y="16552"/>
                  </a:lnTo>
                  <a:lnTo>
                    <a:pt x="77558" y="13892"/>
                  </a:lnTo>
                  <a:lnTo>
                    <a:pt x="72593" y="11397"/>
                  </a:lnTo>
                  <a:lnTo>
                    <a:pt x="67549" y="9067"/>
                  </a:lnTo>
                  <a:lnTo>
                    <a:pt x="62430" y="6907"/>
                  </a:lnTo>
                  <a:lnTo>
                    <a:pt x="57242" y="4918"/>
                  </a:lnTo>
                  <a:lnTo>
                    <a:pt x="51991" y="3102"/>
                  </a:lnTo>
                  <a:lnTo>
                    <a:pt x="46682" y="1462"/>
                  </a:lnTo>
                  <a:lnTo>
                    <a:pt x="41322" y="0"/>
                  </a:lnTo>
                  <a:lnTo>
                    <a:pt x="0" y="1619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41322" cy="167167"/>
            </a:xfrm>
            <a:custGeom>
              <a:avLst/>
              <a:pathLst>
                <a:path w="41322" h="167167">
                  <a:moveTo>
                    <a:pt x="41322" y="5187"/>
                  </a:moveTo>
                  <a:lnTo>
                    <a:pt x="34545" y="3608"/>
                  </a:lnTo>
                  <a:lnTo>
                    <a:pt x="27708" y="2312"/>
                  </a:lnTo>
                  <a:lnTo>
                    <a:pt x="20823" y="1301"/>
                  </a:lnTo>
                  <a:lnTo>
                    <a:pt x="13902" y="579"/>
                  </a:lnTo>
                  <a:lnTo>
                    <a:pt x="6957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358820" y="3170392"/>
              <a:ext cx="334326" cy="334321"/>
            </a:xfrm>
            <a:custGeom>
              <a:avLst/>
              <a:pathLst>
                <a:path w="334326" h="334321">
                  <a:moveTo>
                    <a:pt x="167159" y="0"/>
                  </a:moveTo>
                  <a:lnTo>
                    <a:pt x="161877" y="83"/>
                  </a:lnTo>
                  <a:lnTo>
                    <a:pt x="156599" y="333"/>
                  </a:lnTo>
                  <a:lnTo>
                    <a:pt x="151332" y="750"/>
                  </a:lnTo>
                  <a:lnTo>
                    <a:pt x="146081" y="1334"/>
                  </a:lnTo>
                  <a:lnTo>
                    <a:pt x="140851" y="2083"/>
                  </a:lnTo>
                  <a:lnTo>
                    <a:pt x="135648" y="2996"/>
                  </a:lnTo>
                  <a:lnTo>
                    <a:pt x="130475" y="4074"/>
                  </a:lnTo>
                  <a:lnTo>
                    <a:pt x="125340" y="5315"/>
                  </a:lnTo>
                  <a:lnTo>
                    <a:pt x="120246" y="6717"/>
                  </a:lnTo>
                  <a:lnTo>
                    <a:pt x="115199" y="8280"/>
                  </a:lnTo>
                  <a:lnTo>
                    <a:pt x="110204" y="10001"/>
                  </a:lnTo>
                  <a:lnTo>
                    <a:pt x="105266" y="11880"/>
                  </a:lnTo>
                  <a:lnTo>
                    <a:pt x="100390" y="13913"/>
                  </a:lnTo>
                  <a:lnTo>
                    <a:pt x="95580" y="16100"/>
                  </a:lnTo>
                  <a:lnTo>
                    <a:pt x="90842" y="18437"/>
                  </a:lnTo>
                  <a:lnTo>
                    <a:pt x="86180" y="20923"/>
                  </a:lnTo>
                  <a:lnTo>
                    <a:pt x="81599" y="23555"/>
                  </a:lnTo>
                  <a:lnTo>
                    <a:pt x="77103" y="26331"/>
                  </a:lnTo>
                  <a:lnTo>
                    <a:pt x="72698" y="29247"/>
                  </a:lnTo>
                  <a:lnTo>
                    <a:pt x="68386" y="32301"/>
                  </a:lnTo>
                  <a:lnTo>
                    <a:pt x="64174" y="35490"/>
                  </a:lnTo>
                  <a:lnTo>
                    <a:pt x="60064" y="38810"/>
                  </a:lnTo>
                  <a:lnTo>
                    <a:pt x="56061" y="42258"/>
                  </a:lnTo>
                  <a:lnTo>
                    <a:pt x="52170" y="45831"/>
                  </a:lnTo>
                  <a:lnTo>
                    <a:pt x="48393" y="49526"/>
                  </a:lnTo>
                  <a:lnTo>
                    <a:pt x="44734" y="53338"/>
                  </a:lnTo>
                  <a:lnTo>
                    <a:pt x="41199" y="57263"/>
                  </a:lnTo>
                  <a:lnTo>
                    <a:pt x="37788" y="61299"/>
                  </a:lnTo>
                  <a:lnTo>
                    <a:pt x="34507" y="65440"/>
                  </a:lnTo>
                  <a:lnTo>
                    <a:pt x="31359" y="69683"/>
                  </a:lnTo>
                  <a:lnTo>
                    <a:pt x="28346" y="74023"/>
                  </a:lnTo>
                  <a:lnTo>
                    <a:pt x="25472" y="78456"/>
                  </a:lnTo>
                  <a:lnTo>
                    <a:pt x="22739" y="82978"/>
                  </a:lnTo>
                  <a:lnTo>
                    <a:pt x="20151" y="87584"/>
                  </a:lnTo>
                  <a:lnTo>
                    <a:pt x="17710" y="92269"/>
                  </a:lnTo>
                  <a:lnTo>
                    <a:pt x="15417" y="97029"/>
                  </a:lnTo>
                  <a:lnTo>
                    <a:pt x="13277" y="101859"/>
                  </a:lnTo>
                  <a:lnTo>
                    <a:pt x="11290" y="106755"/>
                  </a:lnTo>
                  <a:lnTo>
                    <a:pt x="9459" y="111711"/>
                  </a:lnTo>
                  <a:lnTo>
                    <a:pt x="7785" y="116722"/>
                  </a:lnTo>
                  <a:lnTo>
                    <a:pt x="6270" y="121783"/>
                  </a:lnTo>
                  <a:lnTo>
                    <a:pt x="4916" y="126890"/>
                  </a:lnTo>
                  <a:lnTo>
                    <a:pt x="3725" y="132038"/>
                  </a:lnTo>
                  <a:lnTo>
                    <a:pt x="2696" y="137220"/>
                  </a:lnTo>
                  <a:lnTo>
                    <a:pt x="1832" y="142432"/>
                  </a:lnTo>
                  <a:lnTo>
                    <a:pt x="1133" y="147669"/>
                  </a:lnTo>
                  <a:lnTo>
                    <a:pt x="600" y="152925"/>
                  </a:lnTo>
                  <a:lnTo>
                    <a:pt x="233" y="158196"/>
                  </a:lnTo>
                  <a:lnTo>
                    <a:pt x="33" y="163475"/>
                  </a:lnTo>
                  <a:lnTo>
                    <a:pt x="0" y="168759"/>
                  </a:lnTo>
                  <a:lnTo>
                    <a:pt x="133" y="174040"/>
                  </a:lnTo>
                  <a:lnTo>
                    <a:pt x="434" y="179315"/>
                  </a:lnTo>
                  <a:lnTo>
                    <a:pt x="901" y="184578"/>
                  </a:lnTo>
                  <a:lnTo>
                    <a:pt x="1534" y="189823"/>
                  </a:lnTo>
                  <a:lnTo>
                    <a:pt x="2333" y="195045"/>
                  </a:lnTo>
                  <a:lnTo>
                    <a:pt x="3296" y="200240"/>
                  </a:lnTo>
                  <a:lnTo>
                    <a:pt x="4423" y="205402"/>
                  </a:lnTo>
                  <a:lnTo>
                    <a:pt x="5713" y="210525"/>
                  </a:lnTo>
                  <a:lnTo>
                    <a:pt x="7164" y="215606"/>
                  </a:lnTo>
                  <a:lnTo>
                    <a:pt x="8774" y="220638"/>
                  </a:lnTo>
                  <a:lnTo>
                    <a:pt x="10543" y="225616"/>
                  </a:lnTo>
                  <a:lnTo>
                    <a:pt x="12468" y="230536"/>
                  </a:lnTo>
                  <a:lnTo>
                    <a:pt x="14548" y="235393"/>
                  </a:lnTo>
                  <a:lnTo>
                    <a:pt x="16780" y="240181"/>
                  </a:lnTo>
                  <a:lnTo>
                    <a:pt x="19163" y="244897"/>
                  </a:lnTo>
                  <a:lnTo>
                    <a:pt x="21693" y="249535"/>
                  </a:lnTo>
                  <a:lnTo>
                    <a:pt x="24369" y="254091"/>
                  </a:lnTo>
                  <a:lnTo>
                    <a:pt x="27187" y="258560"/>
                  </a:lnTo>
                  <a:lnTo>
                    <a:pt x="30145" y="262937"/>
                  </a:lnTo>
                  <a:lnTo>
                    <a:pt x="33240" y="267219"/>
                  </a:lnTo>
                  <a:lnTo>
                    <a:pt x="36468" y="271401"/>
                  </a:lnTo>
                  <a:lnTo>
                    <a:pt x="39828" y="275479"/>
                  </a:lnTo>
                  <a:lnTo>
                    <a:pt x="43314" y="279449"/>
                  </a:lnTo>
                  <a:lnTo>
                    <a:pt x="46924" y="283307"/>
                  </a:lnTo>
                  <a:lnTo>
                    <a:pt x="50654" y="287048"/>
                  </a:lnTo>
                  <a:lnTo>
                    <a:pt x="54501" y="290670"/>
                  </a:lnTo>
                  <a:lnTo>
                    <a:pt x="58460" y="294168"/>
                  </a:lnTo>
                  <a:lnTo>
                    <a:pt x="62528" y="297540"/>
                  </a:lnTo>
                  <a:lnTo>
                    <a:pt x="66700" y="300781"/>
                  </a:lnTo>
                  <a:lnTo>
                    <a:pt x="70972" y="303889"/>
                  </a:lnTo>
                  <a:lnTo>
                    <a:pt x="75341" y="306861"/>
                  </a:lnTo>
                  <a:lnTo>
                    <a:pt x="79801" y="309692"/>
                  </a:lnTo>
                  <a:lnTo>
                    <a:pt x="84349" y="312382"/>
                  </a:lnTo>
                  <a:lnTo>
                    <a:pt x="88979" y="314926"/>
                  </a:lnTo>
                  <a:lnTo>
                    <a:pt x="93688" y="317323"/>
                  </a:lnTo>
                  <a:lnTo>
                    <a:pt x="98469" y="319570"/>
                  </a:lnTo>
                  <a:lnTo>
                    <a:pt x="103320" y="321664"/>
                  </a:lnTo>
                  <a:lnTo>
                    <a:pt x="108234" y="323605"/>
                  </a:lnTo>
                  <a:lnTo>
                    <a:pt x="113207" y="325389"/>
                  </a:lnTo>
                  <a:lnTo>
                    <a:pt x="118234" y="327015"/>
                  </a:lnTo>
                  <a:lnTo>
                    <a:pt x="123310" y="328481"/>
                  </a:lnTo>
                  <a:lnTo>
                    <a:pt x="128429" y="329786"/>
                  </a:lnTo>
                  <a:lnTo>
                    <a:pt x="133588" y="330929"/>
                  </a:lnTo>
                  <a:lnTo>
                    <a:pt x="138779" y="331908"/>
                  </a:lnTo>
                  <a:lnTo>
                    <a:pt x="144000" y="332722"/>
                  </a:lnTo>
                  <a:lnTo>
                    <a:pt x="149243" y="333371"/>
                  </a:lnTo>
                  <a:lnTo>
                    <a:pt x="154504" y="333855"/>
                  </a:lnTo>
                  <a:lnTo>
                    <a:pt x="159778" y="334171"/>
                  </a:lnTo>
                  <a:lnTo>
                    <a:pt x="165059" y="334321"/>
                  </a:lnTo>
                  <a:lnTo>
                    <a:pt x="170342" y="334304"/>
                  </a:lnTo>
                  <a:lnTo>
                    <a:pt x="175622" y="334120"/>
                  </a:lnTo>
                  <a:lnTo>
                    <a:pt x="180894" y="333769"/>
                  </a:lnTo>
                  <a:lnTo>
                    <a:pt x="186152" y="333252"/>
                  </a:lnTo>
                  <a:lnTo>
                    <a:pt x="191391" y="332569"/>
                  </a:lnTo>
                  <a:lnTo>
                    <a:pt x="196606" y="331720"/>
                  </a:lnTo>
                  <a:lnTo>
                    <a:pt x="201791" y="330708"/>
                  </a:lnTo>
                  <a:lnTo>
                    <a:pt x="206942" y="329532"/>
                  </a:lnTo>
                  <a:lnTo>
                    <a:pt x="212053" y="328193"/>
                  </a:lnTo>
                  <a:lnTo>
                    <a:pt x="217119" y="326694"/>
                  </a:lnTo>
                  <a:lnTo>
                    <a:pt x="222136" y="325036"/>
                  </a:lnTo>
                  <a:lnTo>
                    <a:pt x="227097" y="323220"/>
                  </a:lnTo>
                  <a:lnTo>
                    <a:pt x="231998" y="321248"/>
                  </a:lnTo>
                  <a:lnTo>
                    <a:pt x="236835" y="319122"/>
                  </a:lnTo>
                  <a:lnTo>
                    <a:pt x="241602" y="316844"/>
                  </a:lnTo>
                  <a:lnTo>
                    <a:pt x="246295" y="314417"/>
                  </a:lnTo>
                  <a:lnTo>
                    <a:pt x="250909" y="311842"/>
                  </a:lnTo>
                  <a:lnTo>
                    <a:pt x="255439" y="309124"/>
                  </a:lnTo>
                  <a:lnTo>
                    <a:pt x="259881" y="306263"/>
                  </a:lnTo>
                  <a:lnTo>
                    <a:pt x="264230" y="303263"/>
                  </a:lnTo>
                  <a:lnTo>
                    <a:pt x="268482" y="300128"/>
                  </a:lnTo>
                  <a:lnTo>
                    <a:pt x="272633" y="296860"/>
                  </a:lnTo>
                  <a:lnTo>
                    <a:pt x="276679" y="293462"/>
                  </a:lnTo>
                  <a:lnTo>
                    <a:pt x="280616" y="289938"/>
                  </a:lnTo>
                  <a:lnTo>
                    <a:pt x="284439" y="286291"/>
                  </a:lnTo>
                  <a:lnTo>
                    <a:pt x="288144" y="282525"/>
                  </a:lnTo>
                  <a:lnTo>
                    <a:pt x="291729" y="278645"/>
                  </a:lnTo>
                  <a:lnTo>
                    <a:pt x="295190" y="274652"/>
                  </a:lnTo>
                  <a:lnTo>
                    <a:pt x="298523" y="270553"/>
                  </a:lnTo>
                  <a:lnTo>
                    <a:pt x="301724" y="266350"/>
                  </a:lnTo>
                  <a:lnTo>
                    <a:pt x="304791" y="262048"/>
                  </a:lnTo>
                  <a:lnTo>
                    <a:pt x="307721" y="257651"/>
                  </a:lnTo>
                  <a:lnTo>
                    <a:pt x="310510" y="253164"/>
                  </a:lnTo>
                  <a:lnTo>
                    <a:pt x="313156" y="248591"/>
                  </a:lnTo>
                  <a:lnTo>
                    <a:pt x="315656" y="243937"/>
                  </a:lnTo>
                  <a:lnTo>
                    <a:pt x="318008" y="239206"/>
                  </a:lnTo>
                  <a:lnTo>
                    <a:pt x="320209" y="234403"/>
                  </a:lnTo>
                  <a:lnTo>
                    <a:pt x="322258" y="229533"/>
                  </a:lnTo>
                  <a:lnTo>
                    <a:pt x="324151" y="224600"/>
                  </a:lnTo>
                  <a:lnTo>
                    <a:pt x="325888" y="219610"/>
                  </a:lnTo>
                  <a:lnTo>
                    <a:pt x="327466" y="214568"/>
                  </a:lnTo>
                  <a:lnTo>
                    <a:pt x="328883" y="209479"/>
                  </a:lnTo>
                  <a:lnTo>
                    <a:pt x="330140" y="204347"/>
                  </a:lnTo>
                  <a:lnTo>
                    <a:pt x="331233" y="199178"/>
                  </a:lnTo>
                  <a:lnTo>
                    <a:pt x="332163" y="193977"/>
                  </a:lnTo>
                  <a:lnTo>
                    <a:pt x="332928" y="188749"/>
                  </a:lnTo>
                  <a:lnTo>
                    <a:pt x="333527" y="183500"/>
                  </a:lnTo>
                  <a:lnTo>
                    <a:pt x="333960" y="178235"/>
                  </a:lnTo>
                  <a:lnTo>
                    <a:pt x="334226" y="172958"/>
                  </a:lnTo>
                  <a:lnTo>
                    <a:pt x="334326" y="167676"/>
                  </a:lnTo>
                  <a:lnTo>
                    <a:pt x="334259" y="162393"/>
                  </a:lnTo>
                  <a:lnTo>
                    <a:pt x="334024" y="157115"/>
                  </a:lnTo>
                  <a:lnTo>
                    <a:pt x="333623" y="151847"/>
                  </a:lnTo>
                  <a:lnTo>
                    <a:pt x="333056" y="146594"/>
                  </a:lnTo>
                  <a:lnTo>
                    <a:pt x="332323" y="141362"/>
                  </a:lnTo>
                  <a:lnTo>
                    <a:pt x="331425" y="136155"/>
                  </a:lnTo>
                  <a:lnTo>
                    <a:pt x="330363" y="130980"/>
                  </a:lnTo>
                  <a:lnTo>
                    <a:pt x="329138" y="125840"/>
                  </a:lnTo>
                  <a:lnTo>
                    <a:pt x="327751" y="120742"/>
                  </a:lnTo>
                  <a:lnTo>
                    <a:pt x="326204" y="115691"/>
                  </a:lnTo>
                  <a:lnTo>
                    <a:pt x="324498" y="110690"/>
                  </a:lnTo>
                  <a:lnTo>
                    <a:pt x="322634" y="105746"/>
                  </a:lnTo>
                  <a:lnTo>
                    <a:pt x="320616" y="100864"/>
                  </a:lnTo>
                  <a:lnTo>
                    <a:pt x="318444" y="96048"/>
                  </a:lnTo>
                  <a:lnTo>
                    <a:pt x="316121" y="91302"/>
                  </a:lnTo>
                  <a:lnTo>
                    <a:pt x="313649" y="86633"/>
                  </a:lnTo>
                  <a:lnTo>
                    <a:pt x="311031" y="82044"/>
                  </a:lnTo>
                  <a:lnTo>
                    <a:pt x="308269" y="77540"/>
                  </a:lnTo>
                  <a:lnTo>
                    <a:pt x="305366" y="73125"/>
                  </a:lnTo>
                  <a:lnTo>
                    <a:pt x="302325" y="68805"/>
                  </a:lnTo>
                  <a:lnTo>
                    <a:pt x="299150" y="64583"/>
                  </a:lnTo>
                  <a:lnTo>
                    <a:pt x="295842" y="60463"/>
                  </a:lnTo>
                  <a:lnTo>
                    <a:pt x="292406" y="56450"/>
                  </a:lnTo>
                  <a:lnTo>
                    <a:pt x="288844" y="52547"/>
                  </a:lnTo>
                  <a:lnTo>
                    <a:pt x="285161" y="48759"/>
                  </a:lnTo>
                  <a:lnTo>
                    <a:pt x="281361" y="45089"/>
                  </a:lnTo>
                  <a:lnTo>
                    <a:pt x="277446" y="41541"/>
                  </a:lnTo>
                  <a:lnTo>
                    <a:pt x="273421" y="38119"/>
                  </a:lnTo>
                  <a:lnTo>
                    <a:pt x="269290" y="34825"/>
                  </a:lnTo>
                  <a:lnTo>
                    <a:pt x="265057" y="31664"/>
                  </a:lnTo>
                  <a:lnTo>
                    <a:pt x="260726" y="28638"/>
                  </a:lnTo>
                  <a:lnTo>
                    <a:pt x="256301" y="25750"/>
                  </a:lnTo>
                  <a:lnTo>
                    <a:pt x="251788" y="23004"/>
                  </a:lnTo>
                  <a:lnTo>
                    <a:pt x="247190" y="20402"/>
                  </a:lnTo>
                  <a:lnTo>
                    <a:pt x="242512" y="17946"/>
                  </a:lnTo>
                  <a:lnTo>
                    <a:pt x="237759" y="15639"/>
                  </a:lnTo>
                  <a:lnTo>
                    <a:pt x="232935" y="13484"/>
                  </a:lnTo>
                  <a:lnTo>
                    <a:pt x="228046" y="11482"/>
                  </a:lnTo>
                  <a:lnTo>
                    <a:pt x="223095" y="9636"/>
                  </a:lnTo>
                  <a:lnTo>
                    <a:pt x="218089" y="794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8339"/>
              <a:ext cx="50929" cy="159220"/>
            </a:xfrm>
            <a:custGeom>
              <a:avLst/>
              <a:pathLst>
                <a:path w="50929" h="159220">
                  <a:moveTo>
                    <a:pt x="50929" y="0"/>
                  </a:moveTo>
                  <a:lnTo>
                    <a:pt x="0" y="1592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4102"/>
              <a:ext cx="50929" cy="163457"/>
            </a:xfrm>
            <a:custGeom>
              <a:avLst/>
              <a:pathLst>
                <a:path w="50929" h="163457">
                  <a:moveTo>
                    <a:pt x="50929" y="4236"/>
                  </a:moveTo>
                  <a:lnTo>
                    <a:pt x="43029" y="1922"/>
                  </a:lnTo>
                  <a:lnTo>
                    <a:pt x="35024" y="0"/>
                  </a:lnTo>
                  <a:lnTo>
                    <a:pt x="0" y="163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35024" cy="167167"/>
            </a:xfrm>
            <a:custGeom>
              <a:avLst/>
              <a:pathLst>
                <a:path w="35024" h="167167">
                  <a:moveTo>
                    <a:pt x="35024" y="3710"/>
                  </a:moveTo>
                  <a:lnTo>
                    <a:pt x="28094" y="2377"/>
                  </a:lnTo>
                  <a:lnTo>
                    <a:pt x="21114" y="1338"/>
                  </a:lnTo>
                  <a:lnTo>
                    <a:pt x="14097" y="595"/>
                  </a:lnTo>
                  <a:lnTo>
                    <a:pt x="7055" y="1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423593" y="3707720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221433" y="9057"/>
                  </a:lnTo>
                  <a:lnTo>
                    <a:pt x="216401" y="7418"/>
                  </a:lnTo>
                  <a:lnTo>
                    <a:pt x="211319" y="5939"/>
                  </a:lnTo>
                  <a:lnTo>
                    <a:pt x="206193" y="4622"/>
                  </a:lnTo>
                  <a:lnTo>
                    <a:pt x="201028" y="3467"/>
                  </a:lnTo>
                  <a:lnTo>
                    <a:pt x="195829" y="2477"/>
                  </a:lnTo>
                  <a:lnTo>
                    <a:pt x="190601" y="1652"/>
                  </a:lnTo>
                  <a:lnTo>
                    <a:pt x="185349" y="993"/>
                  </a:lnTo>
                  <a:lnTo>
                    <a:pt x="180080" y="500"/>
                  </a:lnTo>
                  <a:lnTo>
                    <a:pt x="174797" y="174"/>
                  </a:lnTo>
                  <a:lnTo>
                    <a:pt x="169507" y="1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614132" y="421382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221433" y="9057"/>
                  </a:lnTo>
                  <a:lnTo>
                    <a:pt x="216401" y="7418"/>
                  </a:lnTo>
                  <a:lnTo>
                    <a:pt x="211319" y="5939"/>
                  </a:lnTo>
                  <a:lnTo>
                    <a:pt x="206193" y="4622"/>
                  </a:lnTo>
                  <a:lnTo>
                    <a:pt x="201028" y="3467"/>
                  </a:lnTo>
                  <a:lnTo>
                    <a:pt x="195829" y="2477"/>
                  </a:lnTo>
                  <a:lnTo>
                    <a:pt x="190601" y="1652"/>
                  </a:lnTo>
                  <a:lnTo>
                    <a:pt x="185349" y="993"/>
                  </a:lnTo>
                  <a:lnTo>
                    <a:pt x="180080" y="500"/>
                  </a:lnTo>
                  <a:lnTo>
                    <a:pt x="174797" y="174"/>
                  </a:lnTo>
                  <a:lnTo>
                    <a:pt x="169507" y="1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378" y="4659281"/>
              <a:ext cx="167146" cy="191486"/>
            </a:xfrm>
            <a:custGeom>
              <a:avLst/>
              <a:pathLst>
                <a:path w="167146" h="191486">
                  <a:moveTo>
                    <a:pt x="167146" y="0"/>
                  </a:moveTo>
                  <a:lnTo>
                    <a:pt x="161732" y="87"/>
                  </a:lnTo>
                  <a:lnTo>
                    <a:pt x="156323" y="350"/>
                  </a:lnTo>
                  <a:lnTo>
                    <a:pt x="150926" y="788"/>
                  </a:lnTo>
                  <a:lnTo>
                    <a:pt x="145546" y="1401"/>
                  </a:lnTo>
                  <a:lnTo>
                    <a:pt x="140189" y="2187"/>
                  </a:lnTo>
                  <a:lnTo>
                    <a:pt x="134860" y="3147"/>
                  </a:lnTo>
                  <a:lnTo>
                    <a:pt x="129565" y="4278"/>
                  </a:lnTo>
                  <a:lnTo>
                    <a:pt x="124309" y="5581"/>
                  </a:lnTo>
                  <a:lnTo>
                    <a:pt x="119099" y="7053"/>
                  </a:lnTo>
                  <a:lnTo>
                    <a:pt x="113938" y="8693"/>
                  </a:lnTo>
                  <a:lnTo>
                    <a:pt x="108834" y="10500"/>
                  </a:lnTo>
                  <a:lnTo>
                    <a:pt x="103790" y="12470"/>
                  </a:lnTo>
                  <a:lnTo>
                    <a:pt x="98813" y="14603"/>
                  </a:lnTo>
                  <a:lnTo>
                    <a:pt x="93908" y="16896"/>
                  </a:lnTo>
                  <a:lnTo>
                    <a:pt x="89080" y="19347"/>
                  </a:lnTo>
                  <a:lnTo>
                    <a:pt x="84333" y="21953"/>
                  </a:lnTo>
                  <a:lnTo>
                    <a:pt x="79674" y="24711"/>
                  </a:lnTo>
                  <a:lnTo>
                    <a:pt x="75106" y="27619"/>
                  </a:lnTo>
                  <a:lnTo>
                    <a:pt x="70635" y="30673"/>
                  </a:lnTo>
                  <a:lnTo>
                    <a:pt x="66265" y="33870"/>
                  </a:lnTo>
                  <a:lnTo>
                    <a:pt x="62001" y="37207"/>
                  </a:lnTo>
                  <a:lnTo>
                    <a:pt x="57847" y="40681"/>
                  </a:lnTo>
                  <a:lnTo>
                    <a:pt x="53808" y="44287"/>
                  </a:lnTo>
                  <a:lnTo>
                    <a:pt x="49888" y="48022"/>
                  </a:lnTo>
                  <a:lnTo>
                    <a:pt x="46090" y="51882"/>
                  </a:lnTo>
                  <a:lnTo>
                    <a:pt x="42420" y="55863"/>
                  </a:lnTo>
                  <a:lnTo>
                    <a:pt x="38881" y="59961"/>
                  </a:lnTo>
                  <a:lnTo>
                    <a:pt x="35476" y="64171"/>
                  </a:lnTo>
                  <a:lnTo>
                    <a:pt x="32210" y="68490"/>
                  </a:lnTo>
                  <a:lnTo>
                    <a:pt x="29085" y="72912"/>
                  </a:lnTo>
                  <a:lnTo>
                    <a:pt x="26104" y="77432"/>
                  </a:lnTo>
                  <a:lnTo>
                    <a:pt x="23272" y="82047"/>
                  </a:lnTo>
                  <a:lnTo>
                    <a:pt x="20591" y="86751"/>
                  </a:lnTo>
                  <a:lnTo>
                    <a:pt x="18063" y="91540"/>
                  </a:lnTo>
                  <a:lnTo>
                    <a:pt x="15692" y="96408"/>
                  </a:lnTo>
                  <a:lnTo>
                    <a:pt x="13480" y="101350"/>
                  </a:lnTo>
                  <a:lnTo>
                    <a:pt x="11429" y="106361"/>
                  </a:lnTo>
                  <a:lnTo>
                    <a:pt x="9541" y="111437"/>
                  </a:lnTo>
                  <a:lnTo>
                    <a:pt x="7819" y="116570"/>
                  </a:lnTo>
                  <a:lnTo>
                    <a:pt x="6264" y="121757"/>
                  </a:lnTo>
                  <a:lnTo>
                    <a:pt x="4878" y="126991"/>
                  </a:lnTo>
                  <a:lnTo>
                    <a:pt x="3662" y="132267"/>
                  </a:lnTo>
                  <a:lnTo>
                    <a:pt x="2617" y="137580"/>
                  </a:lnTo>
                  <a:lnTo>
                    <a:pt x="1745" y="142924"/>
                  </a:lnTo>
                  <a:lnTo>
                    <a:pt x="1047" y="148294"/>
                  </a:lnTo>
                  <a:lnTo>
                    <a:pt x="523" y="153683"/>
                  </a:lnTo>
                  <a:lnTo>
                    <a:pt x="174" y="159087"/>
                  </a:lnTo>
                  <a:lnTo>
                    <a:pt x="0" y="164498"/>
                  </a:lnTo>
                  <a:lnTo>
                    <a:pt x="1" y="169913"/>
                  </a:lnTo>
                  <a:lnTo>
                    <a:pt x="177" y="175325"/>
                  </a:lnTo>
                  <a:lnTo>
                    <a:pt x="529" y="180728"/>
                  </a:lnTo>
                  <a:lnTo>
                    <a:pt x="1056" y="186117"/>
                  </a:lnTo>
                  <a:lnTo>
                    <a:pt x="1757" y="19148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1135" y="4826449"/>
              <a:ext cx="165388" cy="24319"/>
            </a:xfrm>
            <a:custGeom>
              <a:avLst/>
              <a:pathLst>
                <a:path w="165388" h="24319">
                  <a:moveTo>
                    <a:pt x="0" y="24319"/>
                  </a:moveTo>
                  <a:lnTo>
                    <a:pt x="1653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1135" y="4826449"/>
              <a:ext cx="165388" cy="37034"/>
            </a:xfrm>
            <a:custGeom>
              <a:avLst/>
              <a:pathLst>
                <a:path w="165388" h="37034">
                  <a:moveTo>
                    <a:pt x="0" y="24319"/>
                  </a:moveTo>
                  <a:lnTo>
                    <a:pt x="2375" y="37034"/>
                  </a:lnTo>
                  <a:lnTo>
                    <a:pt x="16538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3511" y="4659281"/>
              <a:ext cx="330171" cy="334326"/>
            </a:xfrm>
            <a:custGeom>
              <a:avLst/>
              <a:pathLst>
                <a:path w="330171" h="334326">
                  <a:moveTo>
                    <a:pt x="0" y="204201"/>
                  </a:moveTo>
                  <a:lnTo>
                    <a:pt x="1261" y="209372"/>
                  </a:lnTo>
                  <a:lnTo>
                    <a:pt x="2686" y="214499"/>
                  </a:lnTo>
                  <a:lnTo>
                    <a:pt x="4274" y="219578"/>
                  </a:lnTo>
                  <a:lnTo>
                    <a:pt x="6023" y="224605"/>
                  </a:lnTo>
                  <a:lnTo>
                    <a:pt x="7931" y="229573"/>
                  </a:lnTo>
                  <a:lnTo>
                    <a:pt x="9996" y="234478"/>
                  </a:lnTo>
                  <a:lnTo>
                    <a:pt x="12216" y="239314"/>
                  </a:lnTo>
                  <a:lnTo>
                    <a:pt x="14589" y="244078"/>
                  </a:lnTo>
                  <a:lnTo>
                    <a:pt x="17112" y="248763"/>
                  </a:lnTo>
                  <a:lnTo>
                    <a:pt x="19784" y="253366"/>
                  </a:lnTo>
                  <a:lnTo>
                    <a:pt x="22600" y="257882"/>
                  </a:lnTo>
                  <a:lnTo>
                    <a:pt x="25559" y="262305"/>
                  </a:lnTo>
                  <a:lnTo>
                    <a:pt x="28657" y="266633"/>
                  </a:lnTo>
                  <a:lnTo>
                    <a:pt x="31891" y="270859"/>
                  </a:lnTo>
                  <a:lnTo>
                    <a:pt x="35258" y="274980"/>
                  </a:lnTo>
                  <a:lnTo>
                    <a:pt x="38755" y="278992"/>
                  </a:lnTo>
                  <a:lnTo>
                    <a:pt x="42377" y="282891"/>
                  </a:lnTo>
                  <a:lnTo>
                    <a:pt x="46122" y="286672"/>
                  </a:lnTo>
                  <a:lnTo>
                    <a:pt x="49986" y="290332"/>
                  </a:lnTo>
                  <a:lnTo>
                    <a:pt x="53963" y="293868"/>
                  </a:lnTo>
                  <a:lnTo>
                    <a:pt x="58052" y="297275"/>
                  </a:lnTo>
                  <a:lnTo>
                    <a:pt x="62246" y="300550"/>
                  </a:lnTo>
                  <a:lnTo>
                    <a:pt x="66543" y="303690"/>
                  </a:lnTo>
                  <a:lnTo>
                    <a:pt x="70938" y="306692"/>
                  </a:lnTo>
                  <a:lnTo>
                    <a:pt x="75426" y="309552"/>
                  </a:lnTo>
                  <a:lnTo>
                    <a:pt x="80002" y="312268"/>
                  </a:lnTo>
                  <a:lnTo>
                    <a:pt x="84663" y="314836"/>
                  </a:lnTo>
                  <a:lnTo>
                    <a:pt x="89404" y="317256"/>
                  </a:lnTo>
                  <a:lnTo>
                    <a:pt x="94218" y="319523"/>
                  </a:lnTo>
                  <a:lnTo>
                    <a:pt x="99103" y="321635"/>
                  </a:lnTo>
                  <a:lnTo>
                    <a:pt x="104052" y="323591"/>
                  </a:lnTo>
                  <a:lnTo>
                    <a:pt x="109061" y="325389"/>
                  </a:lnTo>
                  <a:lnTo>
                    <a:pt x="114125" y="327026"/>
                  </a:lnTo>
                  <a:lnTo>
                    <a:pt x="119238" y="328501"/>
                  </a:lnTo>
                  <a:lnTo>
                    <a:pt x="124396" y="329813"/>
                  </a:lnTo>
                  <a:lnTo>
                    <a:pt x="129593" y="330960"/>
                  </a:lnTo>
                  <a:lnTo>
                    <a:pt x="134824" y="331940"/>
                  </a:lnTo>
                  <a:lnTo>
                    <a:pt x="140083" y="332754"/>
                  </a:lnTo>
                  <a:lnTo>
                    <a:pt x="145365" y="333400"/>
                  </a:lnTo>
                  <a:lnTo>
                    <a:pt x="150666" y="333878"/>
                  </a:lnTo>
                  <a:lnTo>
                    <a:pt x="155979" y="334186"/>
                  </a:lnTo>
                  <a:lnTo>
                    <a:pt x="161299" y="334326"/>
                  </a:lnTo>
                  <a:lnTo>
                    <a:pt x="166621" y="334295"/>
                  </a:lnTo>
                  <a:lnTo>
                    <a:pt x="171939" y="334096"/>
                  </a:lnTo>
                  <a:lnTo>
                    <a:pt x="177248" y="333727"/>
                  </a:lnTo>
                  <a:lnTo>
                    <a:pt x="182542" y="333190"/>
                  </a:lnTo>
                  <a:lnTo>
                    <a:pt x="187817" y="332484"/>
                  </a:lnTo>
                  <a:lnTo>
                    <a:pt x="193067" y="331611"/>
                  </a:lnTo>
                  <a:lnTo>
                    <a:pt x="198286" y="330571"/>
                  </a:lnTo>
                  <a:lnTo>
                    <a:pt x="203470" y="329365"/>
                  </a:lnTo>
                  <a:lnTo>
                    <a:pt x="208612" y="327995"/>
                  </a:lnTo>
                  <a:lnTo>
                    <a:pt x="213709" y="326462"/>
                  </a:lnTo>
                  <a:lnTo>
                    <a:pt x="218753" y="324768"/>
                  </a:lnTo>
                  <a:lnTo>
                    <a:pt x="223742" y="322913"/>
                  </a:lnTo>
                  <a:lnTo>
                    <a:pt x="228669" y="320901"/>
                  </a:lnTo>
                  <a:lnTo>
                    <a:pt x="233529" y="318734"/>
                  </a:lnTo>
                  <a:lnTo>
                    <a:pt x="238318" y="316412"/>
                  </a:lnTo>
                  <a:lnTo>
                    <a:pt x="243030" y="313939"/>
                  </a:lnTo>
                  <a:lnTo>
                    <a:pt x="247662" y="311318"/>
                  </a:lnTo>
                  <a:lnTo>
                    <a:pt x="252207" y="308550"/>
                  </a:lnTo>
                  <a:lnTo>
                    <a:pt x="256663" y="305640"/>
                  </a:lnTo>
                  <a:lnTo>
                    <a:pt x="261023" y="302588"/>
                  </a:lnTo>
                  <a:lnTo>
                    <a:pt x="265284" y="299400"/>
                  </a:lnTo>
                  <a:lnTo>
                    <a:pt x="269441" y="296078"/>
                  </a:lnTo>
                  <a:lnTo>
                    <a:pt x="273491" y="292624"/>
                  </a:lnTo>
                  <a:lnTo>
                    <a:pt x="277428" y="289044"/>
                  </a:lnTo>
                  <a:lnTo>
                    <a:pt x="281250" y="285340"/>
                  </a:lnTo>
                  <a:lnTo>
                    <a:pt x="284952" y="281517"/>
                  </a:lnTo>
                  <a:lnTo>
                    <a:pt x="288530" y="277577"/>
                  </a:lnTo>
                  <a:lnTo>
                    <a:pt x="291981" y="273526"/>
                  </a:lnTo>
                  <a:lnTo>
                    <a:pt x="295301" y="269367"/>
                  </a:lnTo>
                  <a:lnTo>
                    <a:pt x="298487" y="265104"/>
                  </a:lnTo>
                  <a:lnTo>
                    <a:pt x="301536" y="260742"/>
                  </a:lnTo>
                  <a:lnTo>
                    <a:pt x="304444" y="256286"/>
                  </a:lnTo>
                  <a:lnTo>
                    <a:pt x="307209" y="251738"/>
                  </a:lnTo>
                  <a:lnTo>
                    <a:pt x="309828" y="247106"/>
                  </a:lnTo>
                  <a:lnTo>
                    <a:pt x="312299" y="242392"/>
                  </a:lnTo>
                  <a:lnTo>
                    <a:pt x="314617" y="237602"/>
                  </a:lnTo>
                  <a:lnTo>
                    <a:pt x="316783" y="232740"/>
                  </a:lnTo>
                  <a:lnTo>
                    <a:pt x="318792" y="227812"/>
                  </a:lnTo>
                  <a:lnTo>
                    <a:pt x="320644" y="222823"/>
                  </a:lnTo>
                  <a:lnTo>
                    <a:pt x="322335" y="217777"/>
                  </a:lnTo>
                  <a:lnTo>
                    <a:pt x="323866" y="212680"/>
                  </a:lnTo>
                  <a:lnTo>
                    <a:pt x="325233" y="207537"/>
                  </a:lnTo>
                  <a:lnTo>
                    <a:pt x="326436" y="202352"/>
                  </a:lnTo>
                  <a:lnTo>
                    <a:pt x="327473" y="197133"/>
                  </a:lnTo>
                  <a:lnTo>
                    <a:pt x="328343" y="191882"/>
                  </a:lnTo>
                  <a:lnTo>
                    <a:pt x="329046" y="186607"/>
                  </a:lnTo>
                  <a:lnTo>
                    <a:pt x="329581" y="181312"/>
                  </a:lnTo>
                  <a:lnTo>
                    <a:pt x="329947" y="176003"/>
                  </a:lnTo>
                  <a:lnTo>
                    <a:pt x="330143" y="170685"/>
                  </a:lnTo>
                  <a:lnTo>
                    <a:pt x="330171" y="165363"/>
                  </a:lnTo>
                  <a:lnTo>
                    <a:pt x="330029" y="160043"/>
                  </a:lnTo>
                  <a:lnTo>
                    <a:pt x="329717" y="154730"/>
                  </a:lnTo>
                  <a:lnTo>
                    <a:pt x="329237" y="149430"/>
                  </a:lnTo>
                  <a:lnTo>
                    <a:pt x="328588" y="144148"/>
                  </a:lnTo>
                  <a:lnTo>
                    <a:pt x="327771" y="138889"/>
                  </a:lnTo>
                  <a:lnTo>
                    <a:pt x="326788" y="133659"/>
                  </a:lnTo>
                  <a:lnTo>
                    <a:pt x="325638" y="128463"/>
                  </a:lnTo>
                  <a:lnTo>
                    <a:pt x="324324" y="123306"/>
                  </a:lnTo>
                  <a:lnTo>
                    <a:pt x="322846" y="118193"/>
                  </a:lnTo>
                  <a:lnTo>
                    <a:pt x="321206" y="113130"/>
                  </a:lnTo>
                  <a:lnTo>
                    <a:pt x="319406" y="108122"/>
                  </a:lnTo>
                  <a:lnTo>
                    <a:pt x="317447" y="103174"/>
                  </a:lnTo>
                  <a:lnTo>
                    <a:pt x="315332" y="98291"/>
                  </a:lnTo>
                  <a:lnTo>
                    <a:pt x="313062" y="93477"/>
                  </a:lnTo>
                  <a:lnTo>
                    <a:pt x="310640" y="88738"/>
                  </a:lnTo>
                  <a:lnTo>
                    <a:pt x="308069" y="84079"/>
                  </a:lnTo>
                  <a:lnTo>
                    <a:pt x="305351" y="79503"/>
                  </a:lnTo>
                  <a:lnTo>
                    <a:pt x="302488" y="75017"/>
                  </a:lnTo>
                  <a:lnTo>
                    <a:pt x="299484" y="70624"/>
                  </a:lnTo>
                  <a:lnTo>
                    <a:pt x="296342" y="66329"/>
                  </a:lnTo>
                  <a:lnTo>
                    <a:pt x="293065" y="62136"/>
                  </a:lnTo>
                  <a:lnTo>
                    <a:pt x="289655" y="58049"/>
                  </a:lnTo>
                  <a:lnTo>
                    <a:pt x="286118" y="54073"/>
                  </a:lnTo>
                  <a:lnTo>
                    <a:pt x="282456" y="50212"/>
                  </a:lnTo>
                  <a:lnTo>
                    <a:pt x="278672" y="46469"/>
                  </a:lnTo>
                  <a:lnTo>
                    <a:pt x="274772" y="42849"/>
                  </a:lnTo>
                  <a:lnTo>
                    <a:pt x="270758" y="39354"/>
                  </a:lnTo>
                  <a:lnTo>
                    <a:pt x="266635" y="35990"/>
                  </a:lnTo>
                  <a:lnTo>
                    <a:pt x="262407" y="32758"/>
                  </a:lnTo>
                  <a:lnTo>
                    <a:pt x="258078" y="29662"/>
                  </a:lnTo>
                  <a:lnTo>
                    <a:pt x="253653" y="26705"/>
                  </a:lnTo>
                  <a:lnTo>
                    <a:pt x="249136" y="23891"/>
                  </a:lnTo>
                  <a:lnTo>
                    <a:pt x="244531" y="21223"/>
                  </a:lnTo>
                  <a:lnTo>
                    <a:pt x="239844" y="18702"/>
                  </a:lnTo>
                  <a:lnTo>
                    <a:pt x="235080" y="16331"/>
                  </a:lnTo>
                  <a:lnTo>
                    <a:pt x="230242" y="14114"/>
                  </a:lnTo>
                  <a:lnTo>
                    <a:pt x="225336" y="12051"/>
                  </a:lnTo>
                  <a:lnTo>
                    <a:pt x="220367" y="10146"/>
                  </a:lnTo>
                  <a:lnTo>
                    <a:pt x="215339" y="8400"/>
                  </a:lnTo>
                  <a:lnTo>
                    <a:pt x="210259" y="6815"/>
                  </a:lnTo>
                  <a:lnTo>
                    <a:pt x="205131" y="5392"/>
                  </a:lnTo>
                  <a:lnTo>
                    <a:pt x="199960" y="4134"/>
                  </a:lnTo>
                  <a:lnTo>
                    <a:pt x="194752" y="3040"/>
                  </a:lnTo>
                  <a:lnTo>
                    <a:pt x="189511" y="2113"/>
                  </a:lnTo>
                  <a:lnTo>
                    <a:pt x="184244" y="1353"/>
                  </a:lnTo>
                  <a:lnTo>
                    <a:pt x="178955" y="761"/>
                  </a:lnTo>
                  <a:lnTo>
                    <a:pt x="173650" y="338"/>
                  </a:lnTo>
                  <a:lnTo>
                    <a:pt x="168334" y="84"/>
                  </a:lnTo>
                  <a:lnTo>
                    <a:pt x="163013" y="0"/>
                  </a:lnTo>
                  <a:lnTo>
                    <a:pt x="1630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016" y="5018213"/>
              <a:ext cx="4704" cy="167167"/>
            </a:xfrm>
            <a:custGeom>
              <a:avLst/>
              <a:pathLst>
                <a:path w="4704" h="167167">
                  <a:moveTo>
                    <a:pt x="4704" y="0"/>
                  </a:moveTo>
                  <a:lnTo>
                    <a:pt x="0" y="66"/>
                  </a:lnTo>
                  <a:lnTo>
                    <a:pt x="470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4016" y="5018279"/>
              <a:ext cx="4704" cy="167101"/>
            </a:xfrm>
            <a:custGeom>
              <a:avLst/>
              <a:pathLst>
                <a:path w="4704" h="167101">
                  <a:moveTo>
                    <a:pt x="0" y="0"/>
                  </a:moveTo>
                  <a:lnTo>
                    <a:pt x="4704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321562" y="5018222"/>
              <a:ext cx="334321" cy="334321"/>
            </a:xfrm>
            <a:custGeom>
              <a:avLst/>
              <a:pathLst>
                <a:path w="334321" h="334321">
                  <a:moveTo>
                    <a:pt x="162453" y="56"/>
                  </a:moveTo>
                  <a:lnTo>
                    <a:pt x="157160" y="289"/>
                  </a:lnTo>
                  <a:lnTo>
                    <a:pt x="151877" y="690"/>
                  </a:lnTo>
                  <a:lnTo>
                    <a:pt x="146608" y="1258"/>
                  </a:lnTo>
                  <a:lnTo>
                    <a:pt x="141361" y="1993"/>
                  </a:lnTo>
                  <a:lnTo>
                    <a:pt x="136139" y="2893"/>
                  </a:lnTo>
                  <a:lnTo>
                    <a:pt x="130949" y="3959"/>
                  </a:lnTo>
                  <a:lnTo>
                    <a:pt x="125795" y="5188"/>
                  </a:lnTo>
                  <a:lnTo>
                    <a:pt x="120683" y="6580"/>
                  </a:lnTo>
                  <a:lnTo>
                    <a:pt x="115617" y="8134"/>
                  </a:lnTo>
                  <a:lnTo>
                    <a:pt x="110603" y="9847"/>
                  </a:lnTo>
                  <a:lnTo>
                    <a:pt x="105646" y="11719"/>
                  </a:lnTo>
                  <a:lnTo>
                    <a:pt x="100750" y="13746"/>
                  </a:lnTo>
                  <a:lnTo>
                    <a:pt x="95922" y="15928"/>
                  </a:lnTo>
                  <a:lnTo>
                    <a:pt x="91165" y="18262"/>
                  </a:lnTo>
                  <a:lnTo>
                    <a:pt x="86484" y="20745"/>
                  </a:lnTo>
                  <a:lnTo>
                    <a:pt x="81884" y="23375"/>
                  </a:lnTo>
                  <a:lnTo>
                    <a:pt x="77370" y="26150"/>
                  </a:lnTo>
                  <a:lnTo>
                    <a:pt x="72946" y="29066"/>
                  </a:lnTo>
                  <a:lnTo>
                    <a:pt x="68617" y="32122"/>
                  </a:lnTo>
                  <a:lnTo>
                    <a:pt x="64387" y="35312"/>
                  </a:lnTo>
                  <a:lnTo>
                    <a:pt x="60260" y="38636"/>
                  </a:lnTo>
                  <a:lnTo>
                    <a:pt x="56241" y="42088"/>
                  </a:lnTo>
                  <a:lnTo>
                    <a:pt x="52333" y="45666"/>
                  </a:lnTo>
                  <a:lnTo>
                    <a:pt x="48540" y="49366"/>
                  </a:lnTo>
                  <a:lnTo>
                    <a:pt x="44866" y="53185"/>
                  </a:lnTo>
                  <a:lnTo>
                    <a:pt x="41316" y="57118"/>
                  </a:lnTo>
                  <a:lnTo>
                    <a:pt x="37892" y="61161"/>
                  </a:lnTo>
                  <a:lnTo>
                    <a:pt x="34597" y="65311"/>
                  </a:lnTo>
                  <a:lnTo>
                    <a:pt x="31436" y="69564"/>
                  </a:lnTo>
                  <a:lnTo>
                    <a:pt x="28411" y="73914"/>
                  </a:lnTo>
                  <a:lnTo>
                    <a:pt x="25526" y="78358"/>
                  </a:lnTo>
                  <a:lnTo>
                    <a:pt x="22783" y="82891"/>
                  </a:lnTo>
                  <a:lnTo>
                    <a:pt x="20184" y="87509"/>
                  </a:lnTo>
                  <a:lnTo>
                    <a:pt x="17734" y="92207"/>
                  </a:lnTo>
                  <a:lnTo>
                    <a:pt x="15434" y="96981"/>
                  </a:lnTo>
                  <a:lnTo>
                    <a:pt x="13286" y="101824"/>
                  </a:lnTo>
                  <a:lnTo>
                    <a:pt x="11293" y="106734"/>
                  </a:lnTo>
                  <a:lnTo>
                    <a:pt x="9456" y="111704"/>
                  </a:lnTo>
                  <a:lnTo>
                    <a:pt x="7778" y="116730"/>
                  </a:lnTo>
                  <a:lnTo>
                    <a:pt x="6260" y="121806"/>
                  </a:lnTo>
                  <a:lnTo>
                    <a:pt x="4903" y="126928"/>
                  </a:lnTo>
                  <a:lnTo>
                    <a:pt x="3710" y="132091"/>
                  </a:lnTo>
                  <a:lnTo>
                    <a:pt x="2680" y="137289"/>
                  </a:lnTo>
                  <a:lnTo>
                    <a:pt x="1816" y="142516"/>
                  </a:lnTo>
                  <a:lnTo>
                    <a:pt x="1118" y="147769"/>
                  </a:lnTo>
                  <a:lnTo>
                    <a:pt x="587" y="153041"/>
                  </a:lnTo>
                  <a:lnTo>
                    <a:pt x="224" y="158327"/>
                  </a:lnTo>
                  <a:lnTo>
                    <a:pt x="28" y="163622"/>
                  </a:lnTo>
                  <a:lnTo>
                    <a:pt x="0" y="168920"/>
                  </a:lnTo>
                  <a:lnTo>
                    <a:pt x="139" y="174217"/>
                  </a:lnTo>
                  <a:lnTo>
                    <a:pt x="447" y="179507"/>
                  </a:lnTo>
                  <a:lnTo>
                    <a:pt x="922" y="184784"/>
                  </a:lnTo>
                  <a:lnTo>
                    <a:pt x="1564" y="190044"/>
                  </a:lnTo>
                  <a:lnTo>
                    <a:pt x="2373" y="195280"/>
                  </a:lnTo>
                  <a:lnTo>
                    <a:pt x="3347" y="200489"/>
                  </a:lnTo>
                  <a:lnTo>
                    <a:pt x="4485" y="205664"/>
                  </a:lnTo>
                  <a:lnTo>
                    <a:pt x="5788" y="210800"/>
                  </a:lnTo>
                  <a:lnTo>
                    <a:pt x="7252" y="215892"/>
                  </a:lnTo>
                  <a:lnTo>
                    <a:pt x="8877" y="220935"/>
                  </a:lnTo>
                  <a:lnTo>
                    <a:pt x="10660" y="225925"/>
                  </a:lnTo>
                  <a:lnTo>
                    <a:pt x="12602" y="230855"/>
                  </a:lnTo>
                  <a:lnTo>
                    <a:pt x="14698" y="235721"/>
                  </a:lnTo>
                  <a:lnTo>
                    <a:pt x="16947" y="240519"/>
                  </a:lnTo>
                  <a:lnTo>
                    <a:pt x="19348" y="245242"/>
                  </a:lnTo>
                  <a:lnTo>
                    <a:pt x="21897" y="249888"/>
                  </a:lnTo>
                  <a:lnTo>
                    <a:pt x="24592" y="254450"/>
                  </a:lnTo>
                  <a:lnTo>
                    <a:pt x="27430" y="258924"/>
                  </a:lnTo>
                  <a:lnTo>
                    <a:pt x="30408" y="263306"/>
                  </a:lnTo>
                  <a:lnTo>
                    <a:pt x="33524" y="267592"/>
                  </a:lnTo>
                  <a:lnTo>
                    <a:pt x="36774" y="271777"/>
                  </a:lnTo>
                  <a:lnTo>
                    <a:pt x="40156" y="275856"/>
                  </a:lnTo>
                  <a:lnTo>
                    <a:pt x="43664" y="279827"/>
                  </a:lnTo>
                  <a:lnTo>
                    <a:pt x="47297" y="283684"/>
                  </a:lnTo>
                  <a:lnTo>
                    <a:pt x="51050" y="287424"/>
                  </a:lnTo>
                  <a:lnTo>
                    <a:pt x="54920" y="291044"/>
                  </a:lnTo>
                  <a:lnTo>
                    <a:pt x="58903" y="294538"/>
                  </a:lnTo>
                  <a:lnTo>
                    <a:pt x="62994" y="297905"/>
                  </a:lnTo>
                  <a:lnTo>
                    <a:pt x="67190" y="301141"/>
                  </a:lnTo>
                  <a:lnTo>
                    <a:pt x="71487" y="304242"/>
                  </a:lnTo>
                  <a:lnTo>
                    <a:pt x="75879" y="307205"/>
                  </a:lnTo>
                  <a:lnTo>
                    <a:pt x="80364" y="310027"/>
                  </a:lnTo>
                  <a:lnTo>
                    <a:pt x="84935" y="312706"/>
                  </a:lnTo>
                  <a:lnTo>
                    <a:pt x="89589" y="315239"/>
                  </a:lnTo>
                  <a:lnTo>
                    <a:pt x="94321" y="317623"/>
                  </a:lnTo>
                  <a:lnTo>
                    <a:pt x="99127" y="319856"/>
                  </a:lnTo>
                  <a:lnTo>
                    <a:pt x="104000" y="321935"/>
                  </a:lnTo>
                  <a:lnTo>
                    <a:pt x="108937" y="323859"/>
                  </a:lnTo>
                  <a:lnTo>
                    <a:pt x="113933" y="325626"/>
                  </a:lnTo>
                  <a:lnTo>
                    <a:pt x="118982" y="327233"/>
                  </a:lnTo>
                  <a:lnTo>
                    <a:pt x="124079" y="328679"/>
                  </a:lnTo>
                  <a:lnTo>
                    <a:pt x="129220" y="329963"/>
                  </a:lnTo>
                  <a:lnTo>
                    <a:pt x="134399" y="331084"/>
                  </a:lnTo>
                  <a:lnTo>
                    <a:pt x="139610" y="332040"/>
                  </a:lnTo>
                  <a:lnTo>
                    <a:pt x="144850" y="332830"/>
                  </a:lnTo>
                  <a:lnTo>
                    <a:pt x="150112" y="333454"/>
                  </a:lnTo>
                  <a:lnTo>
                    <a:pt x="155390" y="333910"/>
                  </a:lnTo>
                  <a:lnTo>
                    <a:pt x="160681" y="334200"/>
                  </a:lnTo>
                  <a:lnTo>
                    <a:pt x="165978" y="334321"/>
                  </a:lnTo>
                  <a:lnTo>
                    <a:pt x="171277" y="334274"/>
                  </a:lnTo>
                  <a:lnTo>
                    <a:pt x="176571" y="334060"/>
                  </a:lnTo>
                  <a:lnTo>
                    <a:pt x="181856" y="333678"/>
                  </a:lnTo>
                  <a:lnTo>
                    <a:pt x="187126" y="333128"/>
                  </a:lnTo>
                  <a:lnTo>
                    <a:pt x="192376" y="332412"/>
                  </a:lnTo>
                  <a:lnTo>
                    <a:pt x="197601" y="331530"/>
                  </a:lnTo>
                  <a:lnTo>
                    <a:pt x="202795" y="330482"/>
                  </a:lnTo>
                  <a:lnTo>
                    <a:pt x="207953" y="329271"/>
                  </a:lnTo>
                  <a:lnTo>
                    <a:pt x="213070" y="327896"/>
                  </a:lnTo>
                  <a:lnTo>
                    <a:pt x="218142" y="326361"/>
                  </a:lnTo>
                  <a:lnTo>
                    <a:pt x="223162" y="324665"/>
                  </a:lnTo>
                  <a:lnTo>
                    <a:pt x="228125" y="322811"/>
                  </a:lnTo>
                  <a:lnTo>
                    <a:pt x="233028" y="320800"/>
                  </a:lnTo>
                  <a:lnTo>
                    <a:pt x="237864" y="318636"/>
                  </a:lnTo>
                  <a:lnTo>
                    <a:pt x="242629" y="316319"/>
                  </a:lnTo>
                  <a:lnTo>
                    <a:pt x="247319" y="313852"/>
                  </a:lnTo>
                  <a:lnTo>
                    <a:pt x="251927" y="311238"/>
                  </a:lnTo>
                  <a:lnTo>
                    <a:pt x="256451" y="308479"/>
                  </a:lnTo>
                  <a:lnTo>
                    <a:pt x="260885" y="305578"/>
                  </a:lnTo>
                  <a:lnTo>
                    <a:pt x="265225" y="302538"/>
                  </a:lnTo>
                  <a:lnTo>
                    <a:pt x="269466" y="299362"/>
                  </a:lnTo>
                  <a:lnTo>
                    <a:pt x="273605" y="296053"/>
                  </a:lnTo>
                  <a:lnTo>
                    <a:pt x="277636" y="292615"/>
                  </a:lnTo>
                  <a:lnTo>
                    <a:pt x="281557" y="289050"/>
                  </a:lnTo>
                  <a:lnTo>
                    <a:pt x="285362" y="285363"/>
                  </a:lnTo>
                  <a:lnTo>
                    <a:pt x="289049" y="281558"/>
                  </a:lnTo>
                  <a:lnTo>
                    <a:pt x="292614" y="277637"/>
                  </a:lnTo>
                  <a:lnTo>
                    <a:pt x="296052" y="273606"/>
                  </a:lnTo>
                  <a:lnTo>
                    <a:pt x="299361" y="269467"/>
                  </a:lnTo>
                  <a:lnTo>
                    <a:pt x="302537" y="265226"/>
                  </a:lnTo>
                  <a:lnTo>
                    <a:pt x="305577" y="260886"/>
                  </a:lnTo>
                  <a:lnTo>
                    <a:pt x="308478" y="256452"/>
                  </a:lnTo>
                  <a:lnTo>
                    <a:pt x="311237" y="251929"/>
                  </a:lnTo>
                  <a:lnTo>
                    <a:pt x="313851" y="247320"/>
                  </a:lnTo>
                  <a:lnTo>
                    <a:pt x="316318" y="242630"/>
                  </a:lnTo>
                  <a:lnTo>
                    <a:pt x="318635" y="237865"/>
                  </a:lnTo>
                  <a:lnTo>
                    <a:pt x="320800" y="233029"/>
                  </a:lnTo>
                  <a:lnTo>
                    <a:pt x="322810" y="228127"/>
                  </a:lnTo>
                  <a:lnTo>
                    <a:pt x="324664" y="223163"/>
                  </a:lnTo>
                  <a:lnTo>
                    <a:pt x="326360" y="218143"/>
                  </a:lnTo>
                  <a:lnTo>
                    <a:pt x="327896" y="213072"/>
                  </a:lnTo>
                  <a:lnTo>
                    <a:pt x="329270" y="207955"/>
                  </a:lnTo>
                  <a:lnTo>
                    <a:pt x="330482" y="202796"/>
                  </a:lnTo>
                  <a:lnTo>
                    <a:pt x="331529" y="197602"/>
                  </a:lnTo>
                  <a:lnTo>
                    <a:pt x="332412" y="192378"/>
                  </a:lnTo>
                  <a:lnTo>
                    <a:pt x="333128" y="187128"/>
                  </a:lnTo>
                  <a:lnTo>
                    <a:pt x="333678" y="181858"/>
                  </a:lnTo>
                  <a:lnTo>
                    <a:pt x="334060" y="176573"/>
                  </a:lnTo>
                  <a:lnTo>
                    <a:pt x="334274" y="171278"/>
                  </a:lnTo>
                  <a:lnTo>
                    <a:pt x="334321" y="165980"/>
                  </a:lnTo>
                  <a:lnTo>
                    <a:pt x="334200" y="160683"/>
                  </a:lnTo>
                  <a:lnTo>
                    <a:pt x="333911" y="155392"/>
                  </a:lnTo>
                  <a:lnTo>
                    <a:pt x="333454" y="150113"/>
                  </a:lnTo>
                  <a:lnTo>
                    <a:pt x="332830" y="144851"/>
                  </a:lnTo>
                  <a:lnTo>
                    <a:pt x="332040" y="139612"/>
                  </a:lnTo>
                  <a:lnTo>
                    <a:pt x="331084" y="134400"/>
                  </a:lnTo>
                  <a:lnTo>
                    <a:pt x="329964" y="129221"/>
                  </a:lnTo>
                  <a:lnTo>
                    <a:pt x="328680" y="124081"/>
                  </a:lnTo>
                  <a:lnTo>
                    <a:pt x="327233" y="118983"/>
                  </a:lnTo>
                  <a:lnTo>
                    <a:pt x="325626" y="113934"/>
                  </a:lnTo>
                  <a:lnTo>
                    <a:pt x="323860" y="108939"/>
                  </a:lnTo>
                  <a:lnTo>
                    <a:pt x="321936" y="104002"/>
                  </a:lnTo>
                  <a:lnTo>
                    <a:pt x="319856" y="99128"/>
                  </a:lnTo>
                  <a:lnTo>
                    <a:pt x="317624" y="94323"/>
                  </a:lnTo>
                  <a:lnTo>
                    <a:pt x="315240" y="89591"/>
                  </a:lnTo>
                  <a:lnTo>
                    <a:pt x="312707" y="84937"/>
                  </a:lnTo>
                  <a:lnTo>
                    <a:pt x="310028" y="80365"/>
                  </a:lnTo>
                  <a:lnTo>
                    <a:pt x="307206" y="75881"/>
                  </a:lnTo>
                  <a:lnTo>
                    <a:pt x="304243" y="71488"/>
                  </a:lnTo>
                  <a:lnTo>
                    <a:pt x="301142" y="67192"/>
                  </a:lnTo>
                  <a:lnTo>
                    <a:pt x="297906" y="62995"/>
                  </a:lnTo>
                  <a:lnTo>
                    <a:pt x="294539" y="58904"/>
                  </a:lnTo>
                  <a:lnTo>
                    <a:pt x="291045" y="54921"/>
                  </a:lnTo>
                  <a:lnTo>
                    <a:pt x="287425" y="51051"/>
                  </a:lnTo>
                  <a:lnTo>
                    <a:pt x="283685" y="47298"/>
                  </a:lnTo>
                  <a:lnTo>
                    <a:pt x="279828" y="43665"/>
                  </a:lnTo>
                  <a:lnTo>
                    <a:pt x="275858" y="40157"/>
                  </a:lnTo>
                  <a:lnTo>
                    <a:pt x="271778" y="36775"/>
                  </a:lnTo>
                  <a:lnTo>
                    <a:pt x="267593" y="33525"/>
                  </a:lnTo>
                  <a:lnTo>
                    <a:pt x="263308" y="30409"/>
                  </a:lnTo>
                  <a:lnTo>
                    <a:pt x="258925" y="27431"/>
                  </a:lnTo>
                  <a:lnTo>
                    <a:pt x="254451" y="24592"/>
                  </a:lnTo>
                  <a:lnTo>
                    <a:pt x="249889" y="21898"/>
                  </a:lnTo>
                  <a:lnTo>
                    <a:pt x="245244" y="19349"/>
                  </a:lnTo>
                  <a:lnTo>
                    <a:pt x="240520" y="16948"/>
                  </a:lnTo>
                  <a:lnTo>
                    <a:pt x="235723" y="14698"/>
                  </a:lnTo>
                  <a:lnTo>
                    <a:pt x="230856" y="12602"/>
                  </a:lnTo>
                  <a:lnTo>
                    <a:pt x="225926" y="10661"/>
                  </a:lnTo>
                  <a:lnTo>
                    <a:pt x="220937" y="8877"/>
                  </a:lnTo>
                  <a:lnTo>
                    <a:pt x="215893" y="7252"/>
                  </a:lnTo>
                  <a:lnTo>
                    <a:pt x="210801" y="5788"/>
                  </a:lnTo>
                  <a:lnTo>
                    <a:pt x="205665" y="4486"/>
                  </a:lnTo>
                  <a:lnTo>
                    <a:pt x="200490" y="3347"/>
                  </a:lnTo>
                  <a:lnTo>
                    <a:pt x="195282" y="2373"/>
                  </a:lnTo>
                  <a:lnTo>
                    <a:pt x="190045" y="1564"/>
                  </a:lnTo>
                  <a:lnTo>
                    <a:pt x="184786" y="922"/>
                  </a:lnTo>
                  <a:lnTo>
                    <a:pt x="179508" y="447"/>
                  </a:lnTo>
                  <a:lnTo>
                    <a:pt x="174219" y="139"/>
                  </a:lnTo>
                  <a:lnTo>
                    <a:pt x="168922" y="0"/>
                  </a:lnTo>
                  <a:lnTo>
                    <a:pt x="167158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7355" y="5269756"/>
              <a:ext cx="167146" cy="191486"/>
            </a:xfrm>
            <a:custGeom>
              <a:avLst/>
              <a:pathLst>
                <a:path w="167146" h="191486">
                  <a:moveTo>
                    <a:pt x="167146" y="0"/>
                  </a:moveTo>
                  <a:lnTo>
                    <a:pt x="161732" y="87"/>
                  </a:lnTo>
                  <a:lnTo>
                    <a:pt x="156323" y="350"/>
                  </a:lnTo>
                  <a:lnTo>
                    <a:pt x="150926" y="788"/>
                  </a:lnTo>
                  <a:lnTo>
                    <a:pt x="145546" y="1401"/>
                  </a:lnTo>
                  <a:lnTo>
                    <a:pt x="140189" y="2187"/>
                  </a:lnTo>
                  <a:lnTo>
                    <a:pt x="134860" y="3147"/>
                  </a:lnTo>
                  <a:lnTo>
                    <a:pt x="129565" y="4278"/>
                  </a:lnTo>
                  <a:lnTo>
                    <a:pt x="124309" y="5581"/>
                  </a:lnTo>
                  <a:lnTo>
                    <a:pt x="119099" y="7053"/>
                  </a:lnTo>
                  <a:lnTo>
                    <a:pt x="113938" y="8693"/>
                  </a:lnTo>
                  <a:lnTo>
                    <a:pt x="108834" y="10500"/>
                  </a:lnTo>
                  <a:lnTo>
                    <a:pt x="103790" y="12470"/>
                  </a:lnTo>
                  <a:lnTo>
                    <a:pt x="98813" y="14603"/>
                  </a:lnTo>
                  <a:lnTo>
                    <a:pt x="93908" y="16896"/>
                  </a:lnTo>
                  <a:lnTo>
                    <a:pt x="89080" y="19347"/>
                  </a:lnTo>
                  <a:lnTo>
                    <a:pt x="84333" y="21953"/>
                  </a:lnTo>
                  <a:lnTo>
                    <a:pt x="79674" y="24711"/>
                  </a:lnTo>
                  <a:lnTo>
                    <a:pt x="75106" y="27619"/>
                  </a:lnTo>
                  <a:lnTo>
                    <a:pt x="70635" y="30673"/>
                  </a:lnTo>
                  <a:lnTo>
                    <a:pt x="66265" y="33870"/>
                  </a:lnTo>
                  <a:lnTo>
                    <a:pt x="62001" y="37207"/>
                  </a:lnTo>
                  <a:lnTo>
                    <a:pt x="57847" y="40681"/>
                  </a:lnTo>
                  <a:lnTo>
                    <a:pt x="53808" y="44287"/>
                  </a:lnTo>
                  <a:lnTo>
                    <a:pt x="49888" y="48022"/>
                  </a:lnTo>
                  <a:lnTo>
                    <a:pt x="46090" y="51882"/>
                  </a:lnTo>
                  <a:lnTo>
                    <a:pt x="42420" y="55863"/>
                  </a:lnTo>
                  <a:lnTo>
                    <a:pt x="38881" y="59961"/>
                  </a:lnTo>
                  <a:lnTo>
                    <a:pt x="35476" y="64171"/>
                  </a:lnTo>
                  <a:lnTo>
                    <a:pt x="32210" y="68490"/>
                  </a:lnTo>
                  <a:lnTo>
                    <a:pt x="29085" y="72912"/>
                  </a:lnTo>
                  <a:lnTo>
                    <a:pt x="26104" y="77432"/>
                  </a:lnTo>
                  <a:lnTo>
                    <a:pt x="23272" y="82047"/>
                  </a:lnTo>
                  <a:lnTo>
                    <a:pt x="20591" y="86751"/>
                  </a:lnTo>
                  <a:lnTo>
                    <a:pt x="18063" y="91540"/>
                  </a:lnTo>
                  <a:lnTo>
                    <a:pt x="15692" y="96408"/>
                  </a:lnTo>
                  <a:lnTo>
                    <a:pt x="13480" y="101350"/>
                  </a:lnTo>
                  <a:lnTo>
                    <a:pt x="11429" y="106361"/>
                  </a:lnTo>
                  <a:lnTo>
                    <a:pt x="9541" y="111437"/>
                  </a:lnTo>
                  <a:lnTo>
                    <a:pt x="7819" y="116570"/>
                  </a:lnTo>
                  <a:lnTo>
                    <a:pt x="6264" y="121757"/>
                  </a:lnTo>
                  <a:lnTo>
                    <a:pt x="4878" y="126991"/>
                  </a:lnTo>
                  <a:lnTo>
                    <a:pt x="3662" y="132267"/>
                  </a:lnTo>
                  <a:lnTo>
                    <a:pt x="2617" y="137580"/>
                  </a:lnTo>
                  <a:lnTo>
                    <a:pt x="1745" y="142924"/>
                  </a:lnTo>
                  <a:lnTo>
                    <a:pt x="1047" y="148294"/>
                  </a:lnTo>
                  <a:lnTo>
                    <a:pt x="523" y="153683"/>
                  </a:lnTo>
                  <a:lnTo>
                    <a:pt x="174" y="159087"/>
                  </a:lnTo>
                  <a:lnTo>
                    <a:pt x="0" y="164498"/>
                  </a:lnTo>
                  <a:lnTo>
                    <a:pt x="1" y="169913"/>
                  </a:lnTo>
                  <a:lnTo>
                    <a:pt x="177" y="175325"/>
                  </a:lnTo>
                  <a:lnTo>
                    <a:pt x="529" y="180728"/>
                  </a:lnTo>
                  <a:lnTo>
                    <a:pt x="1056" y="186117"/>
                  </a:lnTo>
                  <a:lnTo>
                    <a:pt x="1757" y="19148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799112" y="5269756"/>
              <a:ext cx="332538" cy="334334"/>
            </a:xfrm>
            <a:custGeom>
              <a:avLst/>
              <a:pathLst>
                <a:path w="332538" h="334334">
                  <a:moveTo>
                    <a:pt x="0" y="191486"/>
                  </a:moveTo>
                  <a:lnTo>
                    <a:pt x="854" y="196718"/>
                  </a:lnTo>
                  <a:lnTo>
                    <a:pt x="1873" y="201920"/>
                  </a:lnTo>
                  <a:lnTo>
                    <a:pt x="3057" y="207087"/>
                  </a:lnTo>
                  <a:lnTo>
                    <a:pt x="4405" y="212213"/>
                  </a:lnTo>
                  <a:lnTo>
                    <a:pt x="5914" y="217295"/>
                  </a:lnTo>
                  <a:lnTo>
                    <a:pt x="7583" y="222326"/>
                  </a:lnTo>
                  <a:lnTo>
                    <a:pt x="9412" y="227302"/>
                  </a:lnTo>
                  <a:lnTo>
                    <a:pt x="11397" y="232217"/>
                  </a:lnTo>
                  <a:lnTo>
                    <a:pt x="13537" y="237066"/>
                  </a:lnTo>
                  <a:lnTo>
                    <a:pt x="15829" y="241846"/>
                  </a:lnTo>
                  <a:lnTo>
                    <a:pt x="18272" y="246550"/>
                  </a:lnTo>
                  <a:lnTo>
                    <a:pt x="20863" y="251175"/>
                  </a:lnTo>
                  <a:lnTo>
                    <a:pt x="23599" y="255715"/>
                  </a:lnTo>
                  <a:lnTo>
                    <a:pt x="26478" y="260166"/>
                  </a:lnTo>
                  <a:lnTo>
                    <a:pt x="29496" y="264523"/>
                  </a:lnTo>
                  <a:lnTo>
                    <a:pt x="32651" y="268783"/>
                  </a:lnTo>
                  <a:lnTo>
                    <a:pt x="35940" y="272940"/>
                  </a:lnTo>
                  <a:lnTo>
                    <a:pt x="39359" y="276991"/>
                  </a:lnTo>
                  <a:lnTo>
                    <a:pt x="42904" y="280932"/>
                  </a:lnTo>
                  <a:lnTo>
                    <a:pt x="46573" y="284758"/>
                  </a:lnTo>
                  <a:lnTo>
                    <a:pt x="50361" y="288466"/>
                  </a:lnTo>
                  <a:lnTo>
                    <a:pt x="54264" y="292052"/>
                  </a:lnTo>
                  <a:lnTo>
                    <a:pt x="58280" y="295513"/>
                  </a:lnTo>
                  <a:lnTo>
                    <a:pt x="62403" y="298844"/>
                  </a:lnTo>
                  <a:lnTo>
                    <a:pt x="66630" y="302043"/>
                  </a:lnTo>
                  <a:lnTo>
                    <a:pt x="70956" y="305107"/>
                  </a:lnTo>
                  <a:lnTo>
                    <a:pt x="75377" y="308032"/>
                  </a:lnTo>
                  <a:lnTo>
                    <a:pt x="79888" y="310815"/>
                  </a:lnTo>
                  <a:lnTo>
                    <a:pt x="84486" y="313453"/>
                  </a:lnTo>
                  <a:lnTo>
                    <a:pt x="89164" y="315945"/>
                  </a:lnTo>
                  <a:lnTo>
                    <a:pt x="93920" y="318287"/>
                  </a:lnTo>
                  <a:lnTo>
                    <a:pt x="98747" y="320477"/>
                  </a:lnTo>
                  <a:lnTo>
                    <a:pt x="103641" y="322513"/>
                  </a:lnTo>
                  <a:lnTo>
                    <a:pt x="108598" y="324392"/>
                  </a:lnTo>
                  <a:lnTo>
                    <a:pt x="113611" y="326114"/>
                  </a:lnTo>
                  <a:lnTo>
                    <a:pt x="118677" y="327675"/>
                  </a:lnTo>
                  <a:lnTo>
                    <a:pt x="123789" y="329076"/>
                  </a:lnTo>
                  <a:lnTo>
                    <a:pt x="128944" y="330313"/>
                  </a:lnTo>
                  <a:lnTo>
                    <a:pt x="134135" y="331387"/>
                  </a:lnTo>
                  <a:lnTo>
                    <a:pt x="139357" y="332295"/>
                  </a:lnTo>
                  <a:lnTo>
                    <a:pt x="144606" y="333037"/>
                  </a:lnTo>
                  <a:lnTo>
                    <a:pt x="149875" y="333613"/>
                  </a:lnTo>
                  <a:lnTo>
                    <a:pt x="155160" y="334021"/>
                  </a:lnTo>
                  <a:lnTo>
                    <a:pt x="160456" y="334262"/>
                  </a:lnTo>
                  <a:lnTo>
                    <a:pt x="165756" y="334334"/>
                  </a:lnTo>
                  <a:lnTo>
                    <a:pt x="171056" y="334238"/>
                  </a:lnTo>
                  <a:lnTo>
                    <a:pt x="176350" y="333975"/>
                  </a:lnTo>
                  <a:lnTo>
                    <a:pt x="181634" y="333543"/>
                  </a:lnTo>
                  <a:lnTo>
                    <a:pt x="186900" y="332944"/>
                  </a:lnTo>
                  <a:lnTo>
                    <a:pt x="192146" y="332179"/>
                  </a:lnTo>
                  <a:lnTo>
                    <a:pt x="197364" y="331248"/>
                  </a:lnTo>
                  <a:lnTo>
                    <a:pt x="202550" y="330151"/>
                  </a:lnTo>
                  <a:lnTo>
                    <a:pt x="207699" y="328891"/>
                  </a:lnTo>
                  <a:lnTo>
                    <a:pt x="212806" y="327468"/>
                  </a:lnTo>
                  <a:lnTo>
                    <a:pt x="217864" y="325884"/>
                  </a:lnTo>
                  <a:lnTo>
                    <a:pt x="222870" y="324141"/>
                  </a:lnTo>
                  <a:lnTo>
                    <a:pt x="227818" y="322239"/>
                  </a:lnTo>
                  <a:lnTo>
                    <a:pt x="232703" y="320182"/>
                  </a:lnTo>
                  <a:lnTo>
                    <a:pt x="237521" y="317971"/>
                  </a:lnTo>
                  <a:lnTo>
                    <a:pt x="242266" y="315608"/>
                  </a:lnTo>
                  <a:lnTo>
                    <a:pt x="246934" y="313096"/>
                  </a:lnTo>
                  <a:lnTo>
                    <a:pt x="251520" y="310437"/>
                  </a:lnTo>
                  <a:lnTo>
                    <a:pt x="256019" y="307634"/>
                  </a:lnTo>
                  <a:lnTo>
                    <a:pt x="260427" y="304690"/>
                  </a:lnTo>
                  <a:lnTo>
                    <a:pt x="264739" y="301608"/>
                  </a:lnTo>
                  <a:lnTo>
                    <a:pt x="268952" y="298390"/>
                  </a:lnTo>
                  <a:lnTo>
                    <a:pt x="273060" y="295041"/>
                  </a:lnTo>
                  <a:lnTo>
                    <a:pt x="277061" y="291563"/>
                  </a:lnTo>
                  <a:lnTo>
                    <a:pt x="280949" y="287959"/>
                  </a:lnTo>
                  <a:lnTo>
                    <a:pt x="284720" y="284235"/>
                  </a:lnTo>
                  <a:lnTo>
                    <a:pt x="288372" y="280392"/>
                  </a:lnTo>
                  <a:lnTo>
                    <a:pt x="291900" y="276436"/>
                  </a:lnTo>
                  <a:lnTo>
                    <a:pt x="295301" y="272370"/>
                  </a:lnTo>
                  <a:lnTo>
                    <a:pt x="298571" y="268198"/>
                  </a:lnTo>
                  <a:lnTo>
                    <a:pt x="301708" y="263925"/>
                  </a:lnTo>
                  <a:lnTo>
                    <a:pt x="304707" y="259554"/>
                  </a:lnTo>
                  <a:lnTo>
                    <a:pt x="307566" y="255090"/>
                  </a:lnTo>
                  <a:lnTo>
                    <a:pt x="310282" y="250538"/>
                  </a:lnTo>
                  <a:lnTo>
                    <a:pt x="312853" y="245902"/>
                  </a:lnTo>
                  <a:lnTo>
                    <a:pt x="315275" y="241187"/>
                  </a:lnTo>
                  <a:lnTo>
                    <a:pt x="317546" y="236398"/>
                  </a:lnTo>
                  <a:lnTo>
                    <a:pt x="319665" y="231539"/>
                  </a:lnTo>
                  <a:lnTo>
                    <a:pt x="321628" y="226615"/>
                  </a:lnTo>
                  <a:lnTo>
                    <a:pt x="323435" y="221631"/>
                  </a:lnTo>
                  <a:lnTo>
                    <a:pt x="325082" y="216593"/>
                  </a:lnTo>
                  <a:lnTo>
                    <a:pt x="326569" y="211505"/>
                  </a:lnTo>
                  <a:lnTo>
                    <a:pt x="327894" y="206372"/>
                  </a:lnTo>
                  <a:lnTo>
                    <a:pt x="329055" y="201200"/>
                  </a:lnTo>
                  <a:lnTo>
                    <a:pt x="330052" y="195994"/>
                  </a:lnTo>
                  <a:lnTo>
                    <a:pt x="330883" y="190759"/>
                  </a:lnTo>
                  <a:lnTo>
                    <a:pt x="331548" y="185500"/>
                  </a:lnTo>
                  <a:lnTo>
                    <a:pt x="332045" y="180222"/>
                  </a:lnTo>
                  <a:lnTo>
                    <a:pt x="332375" y="174932"/>
                  </a:lnTo>
                  <a:lnTo>
                    <a:pt x="332538" y="169634"/>
                  </a:lnTo>
                  <a:lnTo>
                    <a:pt x="332532" y="164333"/>
                  </a:lnTo>
                  <a:lnTo>
                    <a:pt x="332358" y="159035"/>
                  </a:lnTo>
                  <a:lnTo>
                    <a:pt x="332016" y="153745"/>
                  </a:lnTo>
                  <a:lnTo>
                    <a:pt x="331507" y="148469"/>
                  </a:lnTo>
                  <a:lnTo>
                    <a:pt x="330831" y="143211"/>
                  </a:lnTo>
                  <a:lnTo>
                    <a:pt x="329988" y="137978"/>
                  </a:lnTo>
                  <a:lnTo>
                    <a:pt x="328980" y="132774"/>
                  </a:lnTo>
                  <a:lnTo>
                    <a:pt x="327807" y="127604"/>
                  </a:lnTo>
                  <a:lnTo>
                    <a:pt x="326471" y="122474"/>
                  </a:lnTo>
                  <a:lnTo>
                    <a:pt x="324973" y="117390"/>
                  </a:lnTo>
                  <a:lnTo>
                    <a:pt x="323314" y="112355"/>
                  </a:lnTo>
                  <a:lnTo>
                    <a:pt x="321497" y="107375"/>
                  </a:lnTo>
                  <a:lnTo>
                    <a:pt x="319523" y="102456"/>
                  </a:lnTo>
                  <a:lnTo>
                    <a:pt x="317394" y="97602"/>
                  </a:lnTo>
                  <a:lnTo>
                    <a:pt x="315112" y="92817"/>
                  </a:lnTo>
                  <a:lnTo>
                    <a:pt x="312679" y="88107"/>
                  </a:lnTo>
                  <a:lnTo>
                    <a:pt x="310098" y="83477"/>
                  </a:lnTo>
                  <a:lnTo>
                    <a:pt x="307372" y="78931"/>
                  </a:lnTo>
                  <a:lnTo>
                    <a:pt x="304503" y="74474"/>
                  </a:lnTo>
                  <a:lnTo>
                    <a:pt x="301494" y="70110"/>
                  </a:lnTo>
                  <a:lnTo>
                    <a:pt x="298349" y="65843"/>
                  </a:lnTo>
                  <a:lnTo>
                    <a:pt x="295069" y="61678"/>
                  </a:lnTo>
                  <a:lnTo>
                    <a:pt x="291660" y="57620"/>
                  </a:lnTo>
                  <a:lnTo>
                    <a:pt x="288123" y="53671"/>
                  </a:lnTo>
                  <a:lnTo>
                    <a:pt x="284463" y="49837"/>
                  </a:lnTo>
                  <a:lnTo>
                    <a:pt x="280683" y="46121"/>
                  </a:lnTo>
                  <a:lnTo>
                    <a:pt x="276787" y="42526"/>
                  </a:lnTo>
                  <a:lnTo>
                    <a:pt x="272779" y="39057"/>
                  </a:lnTo>
                  <a:lnTo>
                    <a:pt x="268663" y="35716"/>
                  </a:lnTo>
                  <a:lnTo>
                    <a:pt x="264444" y="32508"/>
                  </a:lnTo>
                  <a:lnTo>
                    <a:pt x="260124" y="29435"/>
                  </a:lnTo>
                  <a:lnTo>
                    <a:pt x="255710" y="26501"/>
                  </a:lnTo>
                  <a:lnTo>
                    <a:pt x="251204" y="23708"/>
                  </a:lnTo>
                  <a:lnTo>
                    <a:pt x="246613" y="21059"/>
                  </a:lnTo>
                  <a:lnTo>
                    <a:pt x="241940" y="18557"/>
                  </a:lnTo>
                  <a:lnTo>
                    <a:pt x="237189" y="16205"/>
                  </a:lnTo>
                  <a:lnTo>
                    <a:pt x="232367" y="14004"/>
                  </a:lnTo>
                  <a:lnTo>
                    <a:pt x="227477" y="11957"/>
                  </a:lnTo>
                  <a:lnTo>
                    <a:pt x="222525" y="10067"/>
                  </a:lnTo>
                  <a:lnTo>
                    <a:pt x="217515" y="8334"/>
                  </a:lnTo>
                  <a:lnTo>
                    <a:pt x="212453" y="6762"/>
                  </a:lnTo>
                  <a:lnTo>
                    <a:pt x="207344" y="5350"/>
                  </a:lnTo>
                  <a:lnTo>
                    <a:pt x="202192" y="4101"/>
                  </a:lnTo>
                  <a:lnTo>
                    <a:pt x="197003" y="3016"/>
                  </a:lnTo>
                  <a:lnTo>
                    <a:pt x="191783" y="2096"/>
                  </a:lnTo>
                  <a:lnTo>
                    <a:pt x="186536" y="1343"/>
                  </a:lnTo>
                  <a:lnTo>
                    <a:pt x="181268" y="755"/>
                  </a:lnTo>
                  <a:lnTo>
                    <a:pt x="175983" y="336"/>
                  </a:lnTo>
                  <a:lnTo>
                    <a:pt x="170689" y="84"/>
                  </a:lnTo>
                  <a:lnTo>
                    <a:pt x="165388" y="0"/>
                  </a:lnTo>
                  <a:lnTo>
                    <a:pt x="1653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7541" y="5399291"/>
              <a:ext cx="28674" cy="167167"/>
            </a:xfrm>
            <a:custGeom>
              <a:avLst/>
              <a:pathLst>
                <a:path w="28674" h="167167">
                  <a:moveTo>
                    <a:pt x="28674" y="0"/>
                  </a:moveTo>
                  <a:lnTo>
                    <a:pt x="21472" y="155"/>
                  </a:lnTo>
                  <a:lnTo>
                    <a:pt x="14283" y="620"/>
                  </a:lnTo>
                  <a:lnTo>
                    <a:pt x="7121" y="1395"/>
                  </a:lnTo>
                  <a:lnTo>
                    <a:pt x="0" y="2477"/>
                  </a:lnTo>
                  <a:lnTo>
                    <a:pt x="286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319049" y="5401113"/>
              <a:ext cx="334332" cy="332500"/>
            </a:xfrm>
            <a:custGeom>
              <a:avLst/>
              <a:pathLst>
                <a:path w="334332" h="332500">
                  <a:moveTo>
                    <a:pt x="138492" y="656"/>
                  </a:moveTo>
                  <a:lnTo>
                    <a:pt x="133284" y="1648"/>
                  </a:lnTo>
                  <a:lnTo>
                    <a:pt x="128109" y="2805"/>
                  </a:lnTo>
                  <a:lnTo>
                    <a:pt x="122974" y="4125"/>
                  </a:lnTo>
                  <a:lnTo>
                    <a:pt x="117884" y="5608"/>
                  </a:lnTo>
                  <a:lnTo>
                    <a:pt x="112843" y="7251"/>
                  </a:lnTo>
                  <a:lnTo>
                    <a:pt x="107856" y="9053"/>
                  </a:lnTo>
                  <a:lnTo>
                    <a:pt x="102930" y="11013"/>
                  </a:lnTo>
                  <a:lnTo>
                    <a:pt x="98068" y="13127"/>
                  </a:lnTo>
                  <a:lnTo>
                    <a:pt x="93275" y="15395"/>
                  </a:lnTo>
                  <a:lnTo>
                    <a:pt x="88557" y="17814"/>
                  </a:lnTo>
                  <a:lnTo>
                    <a:pt x="83918" y="20381"/>
                  </a:lnTo>
                  <a:lnTo>
                    <a:pt x="79362" y="23094"/>
                  </a:lnTo>
                  <a:lnTo>
                    <a:pt x="74895" y="25950"/>
                  </a:lnTo>
                  <a:lnTo>
                    <a:pt x="70521" y="28947"/>
                  </a:lnTo>
                  <a:lnTo>
                    <a:pt x="66244" y="32080"/>
                  </a:lnTo>
                  <a:lnTo>
                    <a:pt x="62069" y="35348"/>
                  </a:lnTo>
                  <a:lnTo>
                    <a:pt x="57999" y="38746"/>
                  </a:lnTo>
                  <a:lnTo>
                    <a:pt x="54039" y="42272"/>
                  </a:lnTo>
                  <a:lnTo>
                    <a:pt x="50193" y="45921"/>
                  </a:lnTo>
                  <a:lnTo>
                    <a:pt x="46464" y="49691"/>
                  </a:lnTo>
                  <a:lnTo>
                    <a:pt x="42857" y="53577"/>
                  </a:lnTo>
                  <a:lnTo>
                    <a:pt x="39375" y="57575"/>
                  </a:lnTo>
                  <a:lnTo>
                    <a:pt x="36022" y="61682"/>
                  </a:lnTo>
                  <a:lnTo>
                    <a:pt x="32800" y="65893"/>
                  </a:lnTo>
                  <a:lnTo>
                    <a:pt x="29714" y="70204"/>
                  </a:lnTo>
                  <a:lnTo>
                    <a:pt x="26766" y="74611"/>
                  </a:lnTo>
                  <a:lnTo>
                    <a:pt x="23959" y="79109"/>
                  </a:lnTo>
                  <a:lnTo>
                    <a:pt x="21296" y="83694"/>
                  </a:lnTo>
                  <a:lnTo>
                    <a:pt x="18780" y="88361"/>
                  </a:lnTo>
                  <a:lnTo>
                    <a:pt x="16414" y="93106"/>
                  </a:lnTo>
                  <a:lnTo>
                    <a:pt x="14198" y="97923"/>
                  </a:lnTo>
                  <a:lnTo>
                    <a:pt x="12137" y="102808"/>
                  </a:lnTo>
                  <a:lnTo>
                    <a:pt x="10232" y="107756"/>
                  </a:lnTo>
                  <a:lnTo>
                    <a:pt x="8485" y="112762"/>
                  </a:lnTo>
                  <a:lnTo>
                    <a:pt x="6897" y="117820"/>
                  </a:lnTo>
                  <a:lnTo>
                    <a:pt x="5470" y="122927"/>
                  </a:lnTo>
                  <a:lnTo>
                    <a:pt x="4206" y="128076"/>
                  </a:lnTo>
                  <a:lnTo>
                    <a:pt x="3106" y="133263"/>
                  </a:lnTo>
                  <a:lnTo>
                    <a:pt x="2171" y="138482"/>
                  </a:lnTo>
                  <a:lnTo>
                    <a:pt x="1402" y="143728"/>
                  </a:lnTo>
                  <a:lnTo>
                    <a:pt x="800" y="148996"/>
                  </a:lnTo>
                  <a:lnTo>
                    <a:pt x="365" y="154280"/>
                  </a:lnTo>
                  <a:lnTo>
                    <a:pt x="98" y="159575"/>
                  </a:lnTo>
                  <a:lnTo>
                    <a:pt x="0" y="164876"/>
                  </a:lnTo>
                  <a:lnTo>
                    <a:pt x="69" y="170178"/>
                  </a:lnTo>
                  <a:lnTo>
                    <a:pt x="306" y="175475"/>
                  </a:lnTo>
                  <a:lnTo>
                    <a:pt x="711" y="180761"/>
                  </a:lnTo>
                  <a:lnTo>
                    <a:pt x="1284" y="186032"/>
                  </a:lnTo>
                  <a:lnTo>
                    <a:pt x="2023" y="191282"/>
                  </a:lnTo>
                  <a:lnTo>
                    <a:pt x="2929" y="196507"/>
                  </a:lnTo>
                  <a:lnTo>
                    <a:pt x="4000" y="201699"/>
                  </a:lnTo>
                  <a:lnTo>
                    <a:pt x="5235" y="206856"/>
                  </a:lnTo>
                  <a:lnTo>
                    <a:pt x="6632" y="211970"/>
                  </a:lnTo>
                  <a:lnTo>
                    <a:pt x="8192" y="217038"/>
                  </a:lnTo>
                  <a:lnTo>
                    <a:pt x="9911" y="222053"/>
                  </a:lnTo>
                  <a:lnTo>
                    <a:pt x="11789" y="227012"/>
                  </a:lnTo>
                  <a:lnTo>
                    <a:pt x="13822" y="231908"/>
                  </a:lnTo>
                  <a:lnTo>
                    <a:pt x="16010" y="236738"/>
                  </a:lnTo>
                  <a:lnTo>
                    <a:pt x="18350" y="241495"/>
                  </a:lnTo>
                  <a:lnTo>
                    <a:pt x="20840" y="246176"/>
                  </a:lnTo>
                  <a:lnTo>
                    <a:pt x="23477" y="250776"/>
                  </a:lnTo>
                  <a:lnTo>
                    <a:pt x="26259" y="255290"/>
                  </a:lnTo>
                  <a:lnTo>
                    <a:pt x="29182" y="259713"/>
                  </a:lnTo>
                  <a:lnTo>
                    <a:pt x="32244" y="264042"/>
                  </a:lnTo>
                  <a:lnTo>
                    <a:pt x="35442" y="268271"/>
                  </a:lnTo>
                  <a:lnTo>
                    <a:pt x="38772" y="272397"/>
                  </a:lnTo>
                  <a:lnTo>
                    <a:pt x="42232" y="276414"/>
                  </a:lnTo>
                  <a:lnTo>
                    <a:pt x="45817" y="280321"/>
                  </a:lnTo>
                  <a:lnTo>
                    <a:pt x="49524" y="284111"/>
                  </a:lnTo>
                  <a:lnTo>
                    <a:pt x="53350" y="287782"/>
                  </a:lnTo>
                  <a:lnTo>
                    <a:pt x="57290" y="291330"/>
                  </a:lnTo>
                  <a:lnTo>
                    <a:pt x="61341" y="294751"/>
                  </a:lnTo>
                  <a:lnTo>
                    <a:pt x="65498" y="298042"/>
                  </a:lnTo>
                  <a:lnTo>
                    <a:pt x="69757" y="301200"/>
                  </a:lnTo>
                  <a:lnTo>
                    <a:pt x="74114" y="304221"/>
                  </a:lnTo>
                  <a:lnTo>
                    <a:pt x="78565" y="307102"/>
                  </a:lnTo>
                  <a:lnTo>
                    <a:pt x="83105" y="309840"/>
                  </a:lnTo>
                  <a:lnTo>
                    <a:pt x="87730" y="312433"/>
                  </a:lnTo>
                  <a:lnTo>
                    <a:pt x="92435" y="314878"/>
                  </a:lnTo>
                  <a:lnTo>
                    <a:pt x="97214" y="317173"/>
                  </a:lnTo>
                  <a:lnTo>
                    <a:pt x="102064" y="319315"/>
                  </a:lnTo>
                  <a:lnTo>
                    <a:pt x="106980" y="321302"/>
                  </a:lnTo>
                  <a:lnTo>
                    <a:pt x="111956" y="323133"/>
                  </a:lnTo>
                  <a:lnTo>
                    <a:pt x="116988" y="324804"/>
                  </a:lnTo>
                  <a:lnTo>
                    <a:pt x="122070" y="326315"/>
                  </a:lnTo>
                  <a:lnTo>
                    <a:pt x="127197" y="327664"/>
                  </a:lnTo>
                  <a:lnTo>
                    <a:pt x="132365" y="328850"/>
                  </a:lnTo>
                  <a:lnTo>
                    <a:pt x="137568" y="329872"/>
                  </a:lnTo>
                  <a:lnTo>
                    <a:pt x="142800" y="330728"/>
                  </a:lnTo>
                  <a:lnTo>
                    <a:pt x="148057" y="331417"/>
                  </a:lnTo>
                  <a:lnTo>
                    <a:pt x="153334" y="331940"/>
                  </a:lnTo>
                  <a:lnTo>
                    <a:pt x="158624" y="332294"/>
                  </a:lnTo>
                  <a:lnTo>
                    <a:pt x="163923" y="332481"/>
                  </a:lnTo>
                  <a:lnTo>
                    <a:pt x="169225" y="332500"/>
                  </a:lnTo>
                  <a:lnTo>
                    <a:pt x="174525" y="332351"/>
                  </a:lnTo>
                  <a:lnTo>
                    <a:pt x="179817" y="332034"/>
                  </a:lnTo>
                  <a:lnTo>
                    <a:pt x="185097" y="331548"/>
                  </a:lnTo>
                  <a:lnTo>
                    <a:pt x="190359" y="330896"/>
                  </a:lnTo>
                  <a:lnTo>
                    <a:pt x="195597" y="330077"/>
                  </a:lnTo>
                  <a:lnTo>
                    <a:pt x="200807" y="329093"/>
                  </a:lnTo>
                  <a:lnTo>
                    <a:pt x="205983" y="327944"/>
                  </a:lnTo>
                  <a:lnTo>
                    <a:pt x="211120" y="326631"/>
                  </a:lnTo>
                  <a:lnTo>
                    <a:pt x="216213" y="325156"/>
                  </a:lnTo>
                  <a:lnTo>
                    <a:pt x="221256" y="323520"/>
                  </a:lnTo>
                  <a:lnTo>
                    <a:pt x="226245" y="321725"/>
                  </a:lnTo>
                  <a:lnTo>
                    <a:pt x="231175" y="319773"/>
                  </a:lnTo>
                  <a:lnTo>
                    <a:pt x="236040" y="317665"/>
                  </a:lnTo>
                  <a:lnTo>
                    <a:pt x="240836" y="315405"/>
                  </a:lnTo>
                  <a:lnTo>
                    <a:pt x="245557" y="312993"/>
                  </a:lnTo>
                  <a:lnTo>
                    <a:pt x="250200" y="310433"/>
                  </a:lnTo>
                  <a:lnTo>
                    <a:pt x="254760" y="307726"/>
                  </a:lnTo>
                  <a:lnTo>
                    <a:pt x="259231" y="304877"/>
                  </a:lnTo>
                  <a:lnTo>
                    <a:pt x="263610" y="301887"/>
                  </a:lnTo>
                  <a:lnTo>
                    <a:pt x="267891" y="298760"/>
                  </a:lnTo>
                  <a:lnTo>
                    <a:pt x="272072" y="295499"/>
                  </a:lnTo>
                  <a:lnTo>
                    <a:pt x="276146" y="292106"/>
                  </a:lnTo>
                  <a:lnTo>
                    <a:pt x="280112" y="288586"/>
                  </a:lnTo>
                  <a:lnTo>
                    <a:pt x="283963" y="284943"/>
                  </a:lnTo>
                  <a:lnTo>
                    <a:pt x="287697" y="281178"/>
                  </a:lnTo>
                  <a:lnTo>
                    <a:pt x="291310" y="277298"/>
                  </a:lnTo>
                  <a:lnTo>
                    <a:pt x="294798" y="273304"/>
                  </a:lnTo>
                  <a:lnTo>
                    <a:pt x="298157" y="269203"/>
                  </a:lnTo>
                  <a:lnTo>
                    <a:pt x="301385" y="264996"/>
                  </a:lnTo>
                  <a:lnTo>
                    <a:pt x="304478" y="260690"/>
                  </a:lnTo>
                  <a:lnTo>
                    <a:pt x="307432" y="256287"/>
                  </a:lnTo>
                  <a:lnTo>
                    <a:pt x="310246" y="251793"/>
                  </a:lnTo>
                  <a:lnTo>
                    <a:pt x="312915" y="247212"/>
                  </a:lnTo>
                  <a:lnTo>
                    <a:pt x="315438" y="242549"/>
                  </a:lnTo>
                  <a:lnTo>
                    <a:pt x="317812" y="237808"/>
                  </a:lnTo>
                  <a:lnTo>
                    <a:pt x="320034" y="232994"/>
                  </a:lnTo>
                  <a:lnTo>
                    <a:pt x="322103" y="228112"/>
                  </a:lnTo>
                  <a:lnTo>
                    <a:pt x="324015" y="223167"/>
                  </a:lnTo>
                  <a:lnTo>
                    <a:pt x="325770" y="218164"/>
                  </a:lnTo>
                  <a:lnTo>
                    <a:pt x="327365" y="213107"/>
                  </a:lnTo>
                  <a:lnTo>
                    <a:pt x="328799" y="208003"/>
                  </a:lnTo>
                  <a:lnTo>
                    <a:pt x="330071" y="202856"/>
                  </a:lnTo>
                  <a:lnTo>
                    <a:pt x="331179" y="197671"/>
                  </a:lnTo>
                  <a:lnTo>
                    <a:pt x="332121" y="192453"/>
                  </a:lnTo>
                  <a:lnTo>
                    <a:pt x="332898" y="187208"/>
                  </a:lnTo>
                  <a:lnTo>
                    <a:pt x="333508" y="181941"/>
                  </a:lnTo>
                  <a:lnTo>
                    <a:pt x="333951" y="176658"/>
                  </a:lnTo>
                  <a:lnTo>
                    <a:pt x="334225" y="171363"/>
                  </a:lnTo>
                  <a:lnTo>
                    <a:pt x="334332" y="166062"/>
                  </a:lnTo>
                  <a:lnTo>
                    <a:pt x="334271" y="160760"/>
                  </a:lnTo>
                  <a:lnTo>
                    <a:pt x="334041" y="155463"/>
                  </a:lnTo>
                  <a:lnTo>
                    <a:pt x="333644" y="150176"/>
                  </a:lnTo>
                  <a:lnTo>
                    <a:pt x="333079" y="144904"/>
                  </a:lnTo>
                  <a:lnTo>
                    <a:pt x="332348" y="139653"/>
                  </a:lnTo>
                  <a:lnTo>
                    <a:pt x="331450" y="134427"/>
                  </a:lnTo>
                  <a:lnTo>
                    <a:pt x="330386" y="129233"/>
                  </a:lnTo>
                  <a:lnTo>
                    <a:pt x="329159" y="124075"/>
                  </a:lnTo>
                  <a:lnTo>
                    <a:pt x="327769" y="118958"/>
                  </a:lnTo>
                  <a:lnTo>
                    <a:pt x="326217" y="113888"/>
                  </a:lnTo>
                  <a:lnTo>
                    <a:pt x="324505" y="108870"/>
                  </a:lnTo>
                  <a:lnTo>
                    <a:pt x="322635" y="103909"/>
                  </a:lnTo>
                  <a:lnTo>
                    <a:pt x="320608" y="99010"/>
                  </a:lnTo>
                  <a:lnTo>
                    <a:pt x="318428" y="94177"/>
                  </a:lnTo>
                  <a:lnTo>
                    <a:pt x="316095" y="89416"/>
                  </a:lnTo>
                  <a:lnTo>
                    <a:pt x="313612" y="84731"/>
                  </a:lnTo>
                  <a:lnTo>
                    <a:pt x="310981" y="80127"/>
                  </a:lnTo>
                  <a:lnTo>
                    <a:pt x="308207" y="75609"/>
                  </a:lnTo>
                  <a:lnTo>
                    <a:pt x="305290" y="71182"/>
                  </a:lnTo>
                  <a:lnTo>
                    <a:pt x="302234" y="66849"/>
                  </a:lnTo>
                  <a:lnTo>
                    <a:pt x="299043" y="62615"/>
                  </a:lnTo>
                  <a:lnTo>
                    <a:pt x="295718" y="58484"/>
                  </a:lnTo>
                  <a:lnTo>
                    <a:pt x="292265" y="54461"/>
                  </a:lnTo>
                  <a:lnTo>
                    <a:pt x="288685" y="50550"/>
                  </a:lnTo>
                  <a:lnTo>
                    <a:pt x="284984" y="46754"/>
                  </a:lnTo>
                  <a:lnTo>
                    <a:pt x="281164" y="43077"/>
                  </a:lnTo>
                  <a:lnTo>
                    <a:pt x="277229" y="39523"/>
                  </a:lnTo>
                  <a:lnTo>
                    <a:pt x="273183" y="36096"/>
                  </a:lnTo>
                  <a:lnTo>
                    <a:pt x="269031" y="32799"/>
                  </a:lnTo>
                  <a:lnTo>
                    <a:pt x="264776" y="29635"/>
                  </a:lnTo>
                  <a:lnTo>
                    <a:pt x="260423" y="26608"/>
                  </a:lnTo>
                  <a:lnTo>
                    <a:pt x="255977" y="23720"/>
                  </a:lnTo>
                  <a:lnTo>
                    <a:pt x="251441" y="20975"/>
                  </a:lnTo>
                  <a:lnTo>
                    <a:pt x="246820" y="18375"/>
                  </a:lnTo>
                  <a:lnTo>
                    <a:pt x="242119" y="15923"/>
                  </a:lnTo>
                  <a:lnTo>
                    <a:pt x="237343" y="13621"/>
                  </a:lnTo>
                  <a:lnTo>
                    <a:pt x="232496" y="11472"/>
                  </a:lnTo>
                  <a:lnTo>
                    <a:pt x="227583" y="9478"/>
                  </a:lnTo>
                  <a:lnTo>
                    <a:pt x="222610" y="7640"/>
                  </a:lnTo>
                  <a:lnTo>
                    <a:pt x="217581" y="5961"/>
                  </a:lnTo>
                  <a:lnTo>
                    <a:pt x="212501" y="4443"/>
                  </a:lnTo>
                  <a:lnTo>
                    <a:pt x="207375" y="3086"/>
                  </a:lnTo>
                  <a:lnTo>
                    <a:pt x="202209" y="1892"/>
                  </a:lnTo>
                  <a:lnTo>
                    <a:pt x="197008" y="863"/>
                  </a:lnTo>
                  <a:lnTo>
                    <a:pt x="191777" y="0"/>
                  </a:lnTo>
                  <a:lnTo>
                    <a:pt x="167166" y="1653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24610" cy="167167"/>
            </a:xfrm>
            <a:custGeom>
              <a:avLst/>
              <a:pathLst>
                <a:path w="24610" h="167167">
                  <a:moveTo>
                    <a:pt x="24610" y="1821"/>
                  </a:moveTo>
                  <a:lnTo>
                    <a:pt x="16440" y="810"/>
                  </a:lnTo>
                  <a:lnTo>
                    <a:pt x="8230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56382" y="5399291"/>
              <a:ext cx="167162" cy="293100"/>
            </a:xfrm>
            <a:custGeom>
              <a:avLst/>
              <a:pathLst>
                <a:path w="167162" h="293100">
                  <a:moveTo>
                    <a:pt x="167162" y="0"/>
                  </a:moveTo>
                  <a:lnTo>
                    <a:pt x="161831" y="85"/>
                  </a:lnTo>
                  <a:lnTo>
                    <a:pt x="156506" y="339"/>
                  </a:lnTo>
                  <a:lnTo>
                    <a:pt x="151191" y="764"/>
                  </a:lnTo>
                  <a:lnTo>
                    <a:pt x="145893" y="1358"/>
                  </a:lnTo>
                  <a:lnTo>
                    <a:pt x="140617" y="2121"/>
                  </a:lnTo>
                  <a:lnTo>
                    <a:pt x="135367" y="3051"/>
                  </a:lnTo>
                  <a:lnTo>
                    <a:pt x="130150" y="4148"/>
                  </a:lnTo>
                  <a:lnTo>
                    <a:pt x="124970" y="5411"/>
                  </a:lnTo>
                  <a:lnTo>
                    <a:pt x="119834" y="6839"/>
                  </a:lnTo>
                  <a:lnTo>
                    <a:pt x="114745" y="8430"/>
                  </a:lnTo>
                  <a:lnTo>
                    <a:pt x="109710" y="10182"/>
                  </a:lnTo>
                  <a:lnTo>
                    <a:pt x="104733" y="12094"/>
                  </a:lnTo>
                  <a:lnTo>
                    <a:pt x="99820" y="14164"/>
                  </a:lnTo>
                  <a:lnTo>
                    <a:pt x="94975" y="16389"/>
                  </a:lnTo>
                  <a:lnTo>
                    <a:pt x="90204" y="18767"/>
                  </a:lnTo>
                  <a:lnTo>
                    <a:pt x="85511" y="21297"/>
                  </a:lnTo>
                  <a:lnTo>
                    <a:pt x="80901" y="23975"/>
                  </a:lnTo>
                  <a:lnTo>
                    <a:pt x="76378" y="26798"/>
                  </a:lnTo>
                  <a:lnTo>
                    <a:pt x="71949" y="29765"/>
                  </a:lnTo>
                  <a:lnTo>
                    <a:pt x="67615" y="32871"/>
                  </a:lnTo>
                  <a:lnTo>
                    <a:pt x="63384" y="36113"/>
                  </a:lnTo>
                  <a:lnTo>
                    <a:pt x="59257" y="39489"/>
                  </a:lnTo>
                  <a:lnTo>
                    <a:pt x="55241" y="42995"/>
                  </a:lnTo>
                  <a:lnTo>
                    <a:pt x="51338" y="46627"/>
                  </a:lnTo>
                  <a:lnTo>
                    <a:pt x="47553" y="50382"/>
                  </a:lnTo>
                  <a:lnTo>
                    <a:pt x="43890" y="54255"/>
                  </a:lnTo>
                  <a:lnTo>
                    <a:pt x="40352" y="58244"/>
                  </a:lnTo>
                  <a:lnTo>
                    <a:pt x="36943" y="62343"/>
                  </a:lnTo>
                  <a:lnTo>
                    <a:pt x="33667" y="66549"/>
                  </a:lnTo>
                  <a:lnTo>
                    <a:pt x="30526" y="70857"/>
                  </a:lnTo>
                  <a:lnTo>
                    <a:pt x="27524" y="75263"/>
                  </a:lnTo>
                  <a:lnTo>
                    <a:pt x="24665" y="79762"/>
                  </a:lnTo>
                  <a:lnTo>
                    <a:pt x="21950" y="84351"/>
                  </a:lnTo>
                  <a:lnTo>
                    <a:pt x="19383" y="89023"/>
                  </a:lnTo>
                  <a:lnTo>
                    <a:pt x="16966" y="93775"/>
                  </a:lnTo>
                  <a:lnTo>
                    <a:pt x="14702" y="98602"/>
                  </a:lnTo>
                  <a:lnTo>
                    <a:pt x="12593" y="103499"/>
                  </a:lnTo>
                  <a:lnTo>
                    <a:pt x="10642" y="108460"/>
                  </a:lnTo>
                  <a:lnTo>
                    <a:pt x="8849" y="113481"/>
                  </a:lnTo>
                  <a:lnTo>
                    <a:pt x="7218" y="118557"/>
                  </a:lnTo>
                  <a:lnTo>
                    <a:pt x="5749" y="123682"/>
                  </a:lnTo>
                  <a:lnTo>
                    <a:pt x="4445" y="128851"/>
                  </a:lnTo>
                  <a:lnTo>
                    <a:pt x="3305" y="134059"/>
                  </a:lnTo>
                  <a:lnTo>
                    <a:pt x="2333" y="139301"/>
                  </a:lnTo>
                  <a:lnTo>
                    <a:pt x="1528" y="144571"/>
                  </a:lnTo>
                  <a:lnTo>
                    <a:pt x="892" y="149865"/>
                  </a:lnTo>
                  <a:lnTo>
                    <a:pt x="425" y="155175"/>
                  </a:lnTo>
                  <a:lnTo>
                    <a:pt x="127" y="160498"/>
                  </a:lnTo>
                  <a:lnTo>
                    <a:pt x="0" y="165828"/>
                  </a:lnTo>
                  <a:lnTo>
                    <a:pt x="42" y="171159"/>
                  </a:lnTo>
                  <a:lnTo>
                    <a:pt x="254" y="176487"/>
                  </a:lnTo>
                  <a:lnTo>
                    <a:pt x="636" y="181804"/>
                  </a:lnTo>
                  <a:lnTo>
                    <a:pt x="1188" y="187107"/>
                  </a:lnTo>
                  <a:lnTo>
                    <a:pt x="1908" y="192389"/>
                  </a:lnTo>
                  <a:lnTo>
                    <a:pt x="2796" y="197646"/>
                  </a:lnTo>
                  <a:lnTo>
                    <a:pt x="3852" y="202872"/>
                  </a:lnTo>
                  <a:lnTo>
                    <a:pt x="5073" y="208062"/>
                  </a:lnTo>
                  <a:lnTo>
                    <a:pt x="6460" y="213209"/>
                  </a:lnTo>
                  <a:lnTo>
                    <a:pt x="8010" y="218311"/>
                  </a:lnTo>
                  <a:lnTo>
                    <a:pt x="9722" y="223360"/>
                  </a:lnTo>
                  <a:lnTo>
                    <a:pt x="11594" y="228352"/>
                  </a:lnTo>
                  <a:lnTo>
                    <a:pt x="13624" y="233281"/>
                  </a:lnTo>
                  <a:lnTo>
                    <a:pt x="15810" y="238144"/>
                  </a:lnTo>
                  <a:lnTo>
                    <a:pt x="18150" y="242934"/>
                  </a:lnTo>
                  <a:lnTo>
                    <a:pt x="20642" y="247647"/>
                  </a:lnTo>
                  <a:lnTo>
                    <a:pt x="23283" y="252278"/>
                  </a:lnTo>
                  <a:lnTo>
                    <a:pt x="26070" y="256823"/>
                  </a:lnTo>
                  <a:lnTo>
                    <a:pt x="29001" y="261277"/>
                  </a:lnTo>
                  <a:lnTo>
                    <a:pt x="32072" y="265634"/>
                  </a:lnTo>
                  <a:lnTo>
                    <a:pt x="35281" y="269892"/>
                  </a:lnTo>
                  <a:lnTo>
                    <a:pt x="38624" y="274045"/>
                  </a:lnTo>
                  <a:lnTo>
                    <a:pt x="42097" y="278090"/>
                  </a:lnTo>
                  <a:lnTo>
                    <a:pt x="45698" y="282022"/>
                  </a:lnTo>
                  <a:lnTo>
                    <a:pt x="49422" y="285836"/>
                  </a:lnTo>
                  <a:lnTo>
                    <a:pt x="53266" y="289530"/>
                  </a:lnTo>
                  <a:lnTo>
                    <a:pt x="57226" y="29310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13608" y="5566459"/>
              <a:ext cx="109935" cy="125933"/>
            </a:xfrm>
            <a:custGeom>
              <a:avLst/>
              <a:pathLst>
                <a:path w="109935" h="125933">
                  <a:moveTo>
                    <a:pt x="0" y="125933"/>
                  </a:moveTo>
                  <a:lnTo>
                    <a:pt x="1099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13608" y="5566459"/>
              <a:ext cx="109935" cy="125933"/>
            </a:xfrm>
            <a:custGeom>
              <a:avLst/>
              <a:pathLst>
                <a:path w="109935" h="125933">
                  <a:moveTo>
                    <a:pt x="0" y="125933"/>
                  </a:moveTo>
                  <a:lnTo>
                    <a:pt x="1099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13608" y="5566459"/>
              <a:ext cx="109935" cy="125933"/>
            </a:xfrm>
            <a:custGeom>
              <a:avLst/>
              <a:pathLst>
                <a:path w="109935" h="125933">
                  <a:moveTo>
                    <a:pt x="0" y="125933"/>
                  </a:moveTo>
                  <a:lnTo>
                    <a:pt x="1099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13608" y="5566459"/>
              <a:ext cx="109935" cy="125933"/>
            </a:xfrm>
            <a:custGeom>
              <a:avLst/>
              <a:pathLst>
                <a:path w="109935" h="125933">
                  <a:moveTo>
                    <a:pt x="0" y="125933"/>
                  </a:moveTo>
                  <a:lnTo>
                    <a:pt x="1099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13608" y="5566459"/>
              <a:ext cx="109935" cy="125933"/>
            </a:xfrm>
            <a:custGeom>
              <a:avLst/>
              <a:pathLst>
                <a:path w="109935" h="125933">
                  <a:moveTo>
                    <a:pt x="0" y="125933"/>
                  </a:moveTo>
                  <a:lnTo>
                    <a:pt x="1099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13608" y="5566459"/>
              <a:ext cx="109935" cy="158299"/>
            </a:xfrm>
            <a:custGeom>
              <a:avLst/>
              <a:pathLst>
                <a:path w="109935" h="158299">
                  <a:moveTo>
                    <a:pt x="0" y="125933"/>
                  </a:moveTo>
                  <a:lnTo>
                    <a:pt x="4538" y="129755"/>
                  </a:lnTo>
                  <a:lnTo>
                    <a:pt x="9210" y="133414"/>
                  </a:lnTo>
                  <a:lnTo>
                    <a:pt x="14009" y="136905"/>
                  </a:lnTo>
                  <a:lnTo>
                    <a:pt x="18929" y="140224"/>
                  </a:lnTo>
                  <a:lnTo>
                    <a:pt x="23963" y="143365"/>
                  </a:lnTo>
                  <a:lnTo>
                    <a:pt x="29105" y="146326"/>
                  </a:lnTo>
                  <a:lnTo>
                    <a:pt x="34350" y="149103"/>
                  </a:lnTo>
                  <a:lnTo>
                    <a:pt x="39689" y="151692"/>
                  </a:lnTo>
                  <a:lnTo>
                    <a:pt x="45118" y="154089"/>
                  </a:lnTo>
                  <a:lnTo>
                    <a:pt x="50628" y="156293"/>
                  </a:lnTo>
                  <a:lnTo>
                    <a:pt x="56212" y="158299"/>
                  </a:lnTo>
                  <a:lnTo>
                    <a:pt x="10993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69821" y="5399291"/>
              <a:ext cx="220879" cy="334328"/>
            </a:xfrm>
            <a:custGeom>
              <a:avLst/>
              <a:pathLst>
                <a:path w="220879" h="334328">
                  <a:moveTo>
                    <a:pt x="0" y="325467"/>
                  </a:moveTo>
                  <a:lnTo>
                    <a:pt x="5064" y="327096"/>
                  </a:lnTo>
                  <a:lnTo>
                    <a:pt x="10177" y="328563"/>
                  </a:lnTo>
                  <a:lnTo>
                    <a:pt x="15334" y="329867"/>
                  </a:lnTo>
                  <a:lnTo>
                    <a:pt x="20530" y="331006"/>
                  </a:lnTo>
                  <a:lnTo>
                    <a:pt x="25760" y="331979"/>
                  </a:lnTo>
                  <a:lnTo>
                    <a:pt x="31019" y="332785"/>
                  </a:lnTo>
                  <a:lnTo>
                    <a:pt x="36300" y="333424"/>
                  </a:lnTo>
                  <a:lnTo>
                    <a:pt x="41599" y="333894"/>
                  </a:lnTo>
                  <a:lnTo>
                    <a:pt x="46910" y="334196"/>
                  </a:lnTo>
                  <a:lnTo>
                    <a:pt x="52228" y="334328"/>
                  </a:lnTo>
                  <a:lnTo>
                    <a:pt x="57547" y="334291"/>
                  </a:lnTo>
                  <a:lnTo>
                    <a:pt x="62863" y="334084"/>
                  </a:lnTo>
                  <a:lnTo>
                    <a:pt x="68169" y="333709"/>
                  </a:lnTo>
                  <a:lnTo>
                    <a:pt x="73461" y="333165"/>
                  </a:lnTo>
                  <a:lnTo>
                    <a:pt x="78733" y="332453"/>
                  </a:lnTo>
                  <a:lnTo>
                    <a:pt x="83979" y="331573"/>
                  </a:lnTo>
                  <a:lnTo>
                    <a:pt x="89195" y="330527"/>
                  </a:lnTo>
                  <a:lnTo>
                    <a:pt x="94375" y="329316"/>
                  </a:lnTo>
                  <a:lnTo>
                    <a:pt x="99513" y="327940"/>
                  </a:lnTo>
                  <a:lnTo>
                    <a:pt x="104606" y="326402"/>
                  </a:lnTo>
                  <a:lnTo>
                    <a:pt x="109647" y="324702"/>
                  </a:lnTo>
                  <a:lnTo>
                    <a:pt x="114631" y="322843"/>
                  </a:lnTo>
                  <a:lnTo>
                    <a:pt x="119553" y="320826"/>
                  </a:lnTo>
                  <a:lnTo>
                    <a:pt x="124409" y="318654"/>
                  </a:lnTo>
                  <a:lnTo>
                    <a:pt x="129193" y="316328"/>
                  </a:lnTo>
                  <a:lnTo>
                    <a:pt x="133901" y="313851"/>
                  </a:lnTo>
                  <a:lnTo>
                    <a:pt x="138528" y="311226"/>
                  </a:lnTo>
                  <a:lnTo>
                    <a:pt x="143069" y="308454"/>
                  </a:lnTo>
                  <a:lnTo>
                    <a:pt x="147519" y="305540"/>
                  </a:lnTo>
                  <a:lnTo>
                    <a:pt x="151874" y="302486"/>
                  </a:lnTo>
                  <a:lnTo>
                    <a:pt x="156130" y="299294"/>
                  </a:lnTo>
                  <a:lnTo>
                    <a:pt x="160282" y="295969"/>
                  </a:lnTo>
                  <a:lnTo>
                    <a:pt x="164327" y="292513"/>
                  </a:lnTo>
                  <a:lnTo>
                    <a:pt x="168259" y="288930"/>
                  </a:lnTo>
                  <a:lnTo>
                    <a:pt x="172075" y="285224"/>
                  </a:lnTo>
                  <a:lnTo>
                    <a:pt x="175772" y="281399"/>
                  </a:lnTo>
                  <a:lnTo>
                    <a:pt x="179344" y="277457"/>
                  </a:lnTo>
                  <a:lnTo>
                    <a:pt x="182790" y="273405"/>
                  </a:lnTo>
                  <a:lnTo>
                    <a:pt x="186105" y="269244"/>
                  </a:lnTo>
                  <a:lnTo>
                    <a:pt x="189286" y="264980"/>
                  </a:lnTo>
                  <a:lnTo>
                    <a:pt x="192329" y="260617"/>
                  </a:lnTo>
                  <a:lnTo>
                    <a:pt x="195233" y="256160"/>
                  </a:lnTo>
                  <a:lnTo>
                    <a:pt x="197993" y="251612"/>
                  </a:lnTo>
                  <a:lnTo>
                    <a:pt x="200606" y="246979"/>
                  </a:lnTo>
                  <a:lnTo>
                    <a:pt x="203072" y="242265"/>
                  </a:lnTo>
                  <a:lnTo>
                    <a:pt x="205385" y="237475"/>
                  </a:lnTo>
                  <a:lnTo>
                    <a:pt x="207546" y="232614"/>
                  </a:lnTo>
                  <a:lnTo>
                    <a:pt x="209550" y="227686"/>
                  </a:lnTo>
                  <a:lnTo>
                    <a:pt x="211397" y="222697"/>
                  </a:lnTo>
                  <a:lnTo>
                    <a:pt x="213084" y="217652"/>
                  </a:lnTo>
                  <a:lnTo>
                    <a:pt x="214610" y="212556"/>
                  </a:lnTo>
                  <a:lnTo>
                    <a:pt x="215972" y="207414"/>
                  </a:lnTo>
                  <a:lnTo>
                    <a:pt x="217171" y="202231"/>
                  </a:lnTo>
                  <a:lnTo>
                    <a:pt x="218204" y="197013"/>
                  </a:lnTo>
                  <a:lnTo>
                    <a:pt x="219070" y="191764"/>
                  </a:lnTo>
                  <a:lnTo>
                    <a:pt x="219769" y="186490"/>
                  </a:lnTo>
                  <a:lnTo>
                    <a:pt x="220300" y="181197"/>
                  </a:lnTo>
                  <a:lnTo>
                    <a:pt x="220662" y="175890"/>
                  </a:lnTo>
                  <a:lnTo>
                    <a:pt x="220855" y="170574"/>
                  </a:lnTo>
                  <a:lnTo>
                    <a:pt x="220879" y="165254"/>
                  </a:lnTo>
                  <a:lnTo>
                    <a:pt x="220733" y="159937"/>
                  </a:lnTo>
                  <a:lnTo>
                    <a:pt x="220419" y="154626"/>
                  </a:lnTo>
                  <a:lnTo>
                    <a:pt x="219935" y="149329"/>
                  </a:lnTo>
                  <a:lnTo>
                    <a:pt x="219283" y="144049"/>
                  </a:lnTo>
                  <a:lnTo>
                    <a:pt x="218464" y="138793"/>
                  </a:lnTo>
                  <a:lnTo>
                    <a:pt x="217478" y="133566"/>
                  </a:lnTo>
                  <a:lnTo>
                    <a:pt x="216326" y="128372"/>
                  </a:lnTo>
                  <a:lnTo>
                    <a:pt x="215009" y="123218"/>
                  </a:lnTo>
                  <a:lnTo>
                    <a:pt x="213529" y="118108"/>
                  </a:lnTo>
                  <a:lnTo>
                    <a:pt x="211887" y="113049"/>
                  </a:lnTo>
                  <a:lnTo>
                    <a:pt x="210085" y="108043"/>
                  </a:lnTo>
                  <a:lnTo>
                    <a:pt x="208125" y="103098"/>
                  </a:lnTo>
                  <a:lnTo>
                    <a:pt x="206008" y="98218"/>
                  </a:lnTo>
                  <a:lnTo>
                    <a:pt x="203737" y="93407"/>
                  </a:lnTo>
                  <a:lnTo>
                    <a:pt x="201314" y="88671"/>
                  </a:lnTo>
                  <a:lnTo>
                    <a:pt x="198742" y="84015"/>
                  </a:lnTo>
                  <a:lnTo>
                    <a:pt x="196023" y="79443"/>
                  </a:lnTo>
                  <a:lnTo>
                    <a:pt x="193159" y="74960"/>
                  </a:lnTo>
                  <a:lnTo>
                    <a:pt x="190155" y="70570"/>
                  </a:lnTo>
                  <a:lnTo>
                    <a:pt x="187012" y="66277"/>
                  </a:lnTo>
                  <a:lnTo>
                    <a:pt x="183735" y="62087"/>
                  </a:lnTo>
                  <a:lnTo>
                    <a:pt x="180325" y="58004"/>
                  </a:lnTo>
                  <a:lnTo>
                    <a:pt x="176788" y="54031"/>
                  </a:lnTo>
                  <a:lnTo>
                    <a:pt x="173126" y="50172"/>
                  </a:lnTo>
                  <a:lnTo>
                    <a:pt x="169343" y="46432"/>
                  </a:lnTo>
                  <a:lnTo>
                    <a:pt x="165443" y="42815"/>
                  </a:lnTo>
                  <a:lnTo>
                    <a:pt x="161429" y="39323"/>
                  </a:lnTo>
                  <a:lnTo>
                    <a:pt x="157307" y="35961"/>
                  </a:lnTo>
                  <a:lnTo>
                    <a:pt x="153080" y="32731"/>
                  </a:lnTo>
                  <a:lnTo>
                    <a:pt x="148752" y="29638"/>
                  </a:lnTo>
                  <a:lnTo>
                    <a:pt x="144328" y="26684"/>
                  </a:lnTo>
                  <a:lnTo>
                    <a:pt x="139812" y="23872"/>
                  </a:lnTo>
                  <a:lnTo>
                    <a:pt x="135209" y="21205"/>
                  </a:lnTo>
                  <a:lnTo>
                    <a:pt x="130524" y="18686"/>
                  </a:lnTo>
                  <a:lnTo>
                    <a:pt x="125761" y="16318"/>
                  </a:lnTo>
                  <a:lnTo>
                    <a:pt x="120924" y="14102"/>
                  </a:lnTo>
                  <a:lnTo>
                    <a:pt x="116020" y="12041"/>
                  </a:lnTo>
                  <a:lnTo>
                    <a:pt x="111053" y="10138"/>
                  </a:lnTo>
                  <a:lnTo>
                    <a:pt x="106027" y="8393"/>
                  </a:lnTo>
                  <a:lnTo>
                    <a:pt x="100949" y="6809"/>
                  </a:lnTo>
                  <a:lnTo>
                    <a:pt x="95823" y="5388"/>
                  </a:lnTo>
                  <a:lnTo>
                    <a:pt x="90654" y="4130"/>
                  </a:lnTo>
                  <a:lnTo>
                    <a:pt x="85448" y="3038"/>
                  </a:lnTo>
                  <a:lnTo>
                    <a:pt x="80209" y="2111"/>
                  </a:lnTo>
                  <a:lnTo>
                    <a:pt x="74944" y="1352"/>
                  </a:lnTo>
                  <a:lnTo>
                    <a:pt x="69657" y="761"/>
                  </a:lnTo>
                  <a:lnTo>
                    <a:pt x="64355" y="338"/>
                  </a:lnTo>
                  <a:lnTo>
                    <a:pt x="59041" y="84"/>
                  </a:lnTo>
                  <a:lnTo>
                    <a:pt x="53722" y="0"/>
                  </a:lnTo>
                  <a:lnTo>
                    <a:pt x="537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8407" y="5269756"/>
              <a:ext cx="166850" cy="167167"/>
            </a:xfrm>
            <a:custGeom>
              <a:avLst/>
              <a:pathLst>
                <a:path w="166850" h="167167">
                  <a:moveTo>
                    <a:pt x="166850" y="0"/>
                  </a:moveTo>
                  <a:lnTo>
                    <a:pt x="161483" y="86"/>
                  </a:lnTo>
                  <a:lnTo>
                    <a:pt x="156122" y="344"/>
                  </a:lnTo>
                  <a:lnTo>
                    <a:pt x="150771" y="775"/>
                  </a:lnTo>
                  <a:lnTo>
                    <a:pt x="145437" y="1377"/>
                  </a:lnTo>
                  <a:lnTo>
                    <a:pt x="140126" y="2150"/>
                  </a:lnTo>
                  <a:lnTo>
                    <a:pt x="134841" y="3093"/>
                  </a:lnTo>
                  <a:lnTo>
                    <a:pt x="129590" y="4205"/>
                  </a:lnTo>
                  <a:lnTo>
                    <a:pt x="124377" y="5485"/>
                  </a:lnTo>
                  <a:lnTo>
                    <a:pt x="119208" y="6932"/>
                  </a:lnTo>
                  <a:lnTo>
                    <a:pt x="114088" y="8544"/>
                  </a:lnTo>
                  <a:lnTo>
                    <a:pt x="109023" y="10320"/>
                  </a:lnTo>
                  <a:lnTo>
                    <a:pt x="104017" y="12257"/>
                  </a:lnTo>
                  <a:lnTo>
                    <a:pt x="99076" y="14355"/>
                  </a:lnTo>
                  <a:lnTo>
                    <a:pt x="94205" y="16609"/>
                  </a:lnTo>
                  <a:lnTo>
                    <a:pt x="89408" y="19019"/>
                  </a:lnTo>
                  <a:lnTo>
                    <a:pt x="84692" y="21582"/>
                  </a:lnTo>
                  <a:lnTo>
                    <a:pt x="80060" y="24295"/>
                  </a:lnTo>
                  <a:lnTo>
                    <a:pt x="75518" y="27155"/>
                  </a:lnTo>
                  <a:lnTo>
                    <a:pt x="71070" y="30159"/>
                  </a:lnTo>
                  <a:lnTo>
                    <a:pt x="66720" y="33305"/>
                  </a:lnTo>
                  <a:lnTo>
                    <a:pt x="62474" y="36589"/>
                  </a:lnTo>
                  <a:lnTo>
                    <a:pt x="58336" y="40007"/>
                  </a:lnTo>
                  <a:lnTo>
                    <a:pt x="54309" y="43557"/>
                  </a:lnTo>
                  <a:lnTo>
                    <a:pt x="50399" y="47234"/>
                  </a:lnTo>
                  <a:lnTo>
                    <a:pt x="46608" y="51034"/>
                  </a:lnTo>
                  <a:lnTo>
                    <a:pt x="42942" y="54955"/>
                  </a:lnTo>
                  <a:lnTo>
                    <a:pt x="39403" y="58991"/>
                  </a:lnTo>
                  <a:lnTo>
                    <a:pt x="35995" y="63138"/>
                  </a:lnTo>
                  <a:lnTo>
                    <a:pt x="32723" y="67393"/>
                  </a:lnTo>
                  <a:lnTo>
                    <a:pt x="29589" y="71751"/>
                  </a:lnTo>
                  <a:lnTo>
                    <a:pt x="26596" y="76207"/>
                  </a:lnTo>
                  <a:lnTo>
                    <a:pt x="23748" y="80757"/>
                  </a:lnTo>
                  <a:lnTo>
                    <a:pt x="21048" y="85396"/>
                  </a:lnTo>
                  <a:lnTo>
                    <a:pt x="18497" y="90119"/>
                  </a:lnTo>
                  <a:lnTo>
                    <a:pt x="16100" y="94922"/>
                  </a:lnTo>
                  <a:lnTo>
                    <a:pt x="13858" y="99799"/>
                  </a:lnTo>
                  <a:lnTo>
                    <a:pt x="11774" y="104746"/>
                  </a:lnTo>
                  <a:lnTo>
                    <a:pt x="9850" y="109757"/>
                  </a:lnTo>
                  <a:lnTo>
                    <a:pt x="8088" y="114827"/>
                  </a:lnTo>
                  <a:lnTo>
                    <a:pt x="6489" y="119951"/>
                  </a:lnTo>
                  <a:lnTo>
                    <a:pt x="5056" y="125124"/>
                  </a:lnTo>
                  <a:lnTo>
                    <a:pt x="3790" y="130340"/>
                  </a:lnTo>
                  <a:lnTo>
                    <a:pt x="2691" y="135594"/>
                  </a:lnTo>
                  <a:lnTo>
                    <a:pt x="1762" y="140881"/>
                  </a:lnTo>
                  <a:lnTo>
                    <a:pt x="1004" y="146195"/>
                  </a:lnTo>
                  <a:lnTo>
                    <a:pt x="416" y="151530"/>
                  </a:lnTo>
                  <a:lnTo>
                    <a:pt x="0" y="156882"/>
                  </a:lnTo>
                  <a:lnTo>
                    <a:pt x="1668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407" y="5426638"/>
              <a:ext cx="166850" cy="10285"/>
            </a:xfrm>
            <a:custGeom>
              <a:avLst/>
              <a:pathLst>
                <a:path w="166850" h="10285">
                  <a:moveTo>
                    <a:pt x="0" y="0"/>
                  </a:moveTo>
                  <a:lnTo>
                    <a:pt x="166850" y="10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407" y="5426638"/>
              <a:ext cx="166850" cy="10285"/>
            </a:xfrm>
            <a:custGeom>
              <a:avLst/>
              <a:pathLst>
                <a:path w="166850" h="10285">
                  <a:moveTo>
                    <a:pt x="0" y="0"/>
                  </a:moveTo>
                  <a:lnTo>
                    <a:pt x="166850" y="10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407" y="5426638"/>
              <a:ext cx="166850" cy="10285"/>
            </a:xfrm>
            <a:custGeom>
              <a:avLst/>
              <a:pathLst>
                <a:path w="166850" h="10285">
                  <a:moveTo>
                    <a:pt x="0" y="0"/>
                  </a:moveTo>
                  <a:lnTo>
                    <a:pt x="166850" y="102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407" y="5426638"/>
              <a:ext cx="166850" cy="10285"/>
            </a:xfrm>
            <a:custGeom>
              <a:avLst/>
              <a:pathLst>
                <a:path w="166850" h="10285">
                  <a:moveTo>
                    <a:pt x="0" y="0"/>
                  </a:moveTo>
                  <a:lnTo>
                    <a:pt x="166850" y="102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124" y="5426638"/>
              <a:ext cx="167134" cy="41563"/>
            </a:xfrm>
            <a:custGeom>
              <a:avLst/>
              <a:pathLst>
                <a:path w="167134" h="41563">
                  <a:moveTo>
                    <a:pt x="283" y="0"/>
                  </a:moveTo>
                  <a:lnTo>
                    <a:pt x="0" y="6952"/>
                  </a:lnTo>
                  <a:lnTo>
                    <a:pt x="6" y="13911"/>
                  </a:lnTo>
                  <a:lnTo>
                    <a:pt x="301" y="20863"/>
                  </a:lnTo>
                  <a:lnTo>
                    <a:pt x="886" y="27797"/>
                  </a:lnTo>
                  <a:lnTo>
                    <a:pt x="1759" y="34701"/>
                  </a:lnTo>
                  <a:lnTo>
                    <a:pt x="2918" y="41563"/>
                  </a:lnTo>
                  <a:lnTo>
                    <a:pt x="167134" y="102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1043" y="5269756"/>
              <a:ext cx="331372" cy="334327"/>
            </a:xfrm>
            <a:custGeom>
              <a:avLst/>
              <a:pathLst>
                <a:path w="331372" h="334327">
                  <a:moveTo>
                    <a:pt x="0" y="198445"/>
                  </a:moveTo>
                  <a:lnTo>
                    <a:pt x="1071" y="203624"/>
                  </a:lnTo>
                  <a:lnTo>
                    <a:pt x="2306" y="208766"/>
                  </a:lnTo>
                  <a:lnTo>
                    <a:pt x="3703" y="213867"/>
                  </a:lnTo>
                  <a:lnTo>
                    <a:pt x="5260" y="218921"/>
                  </a:lnTo>
                  <a:lnTo>
                    <a:pt x="6977" y="223923"/>
                  </a:lnTo>
                  <a:lnTo>
                    <a:pt x="8851" y="228868"/>
                  </a:lnTo>
                  <a:lnTo>
                    <a:pt x="10881" y="233752"/>
                  </a:lnTo>
                  <a:lnTo>
                    <a:pt x="13063" y="238569"/>
                  </a:lnTo>
                  <a:lnTo>
                    <a:pt x="15398" y="243314"/>
                  </a:lnTo>
                  <a:lnTo>
                    <a:pt x="17881" y="247984"/>
                  </a:lnTo>
                  <a:lnTo>
                    <a:pt x="20511" y="252572"/>
                  </a:lnTo>
                  <a:lnTo>
                    <a:pt x="23284" y="257075"/>
                  </a:lnTo>
                  <a:lnTo>
                    <a:pt x="26199" y="261488"/>
                  </a:lnTo>
                  <a:lnTo>
                    <a:pt x="29251" y="265807"/>
                  </a:lnTo>
                  <a:lnTo>
                    <a:pt x="32439" y="270027"/>
                  </a:lnTo>
                  <a:lnTo>
                    <a:pt x="35759" y="274143"/>
                  </a:lnTo>
                  <a:lnTo>
                    <a:pt x="39207" y="278153"/>
                  </a:lnTo>
                  <a:lnTo>
                    <a:pt x="42780" y="282052"/>
                  </a:lnTo>
                  <a:lnTo>
                    <a:pt x="46475" y="285836"/>
                  </a:lnTo>
                  <a:lnTo>
                    <a:pt x="50288" y="289501"/>
                  </a:lnTo>
                  <a:lnTo>
                    <a:pt x="54214" y="293043"/>
                  </a:lnTo>
                  <a:lnTo>
                    <a:pt x="58251" y="296460"/>
                  </a:lnTo>
                  <a:lnTo>
                    <a:pt x="62394" y="299747"/>
                  </a:lnTo>
                  <a:lnTo>
                    <a:pt x="66639" y="302902"/>
                  </a:lnTo>
                  <a:lnTo>
                    <a:pt x="70981" y="305920"/>
                  </a:lnTo>
                  <a:lnTo>
                    <a:pt x="75417" y="308800"/>
                  </a:lnTo>
                  <a:lnTo>
                    <a:pt x="79942" y="311538"/>
                  </a:lnTo>
                  <a:lnTo>
                    <a:pt x="84551" y="314131"/>
                  </a:lnTo>
                  <a:lnTo>
                    <a:pt x="89239" y="316578"/>
                  </a:lnTo>
                  <a:lnTo>
                    <a:pt x="94003" y="318875"/>
                  </a:lnTo>
                  <a:lnTo>
                    <a:pt x="98837" y="321020"/>
                  </a:lnTo>
                  <a:lnTo>
                    <a:pt x="103736" y="323011"/>
                  </a:lnTo>
                  <a:lnTo>
                    <a:pt x="108696" y="324846"/>
                  </a:lnTo>
                  <a:lnTo>
                    <a:pt x="113712" y="326523"/>
                  </a:lnTo>
                  <a:lnTo>
                    <a:pt x="118778" y="328041"/>
                  </a:lnTo>
                  <a:lnTo>
                    <a:pt x="123890" y="329398"/>
                  </a:lnTo>
                  <a:lnTo>
                    <a:pt x="129042" y="330592"/>
                  </a:lnTo>
                  <a:lnTo>
                    <a:pt x="134229" y="331623"/>
                  </a:lnTo>
                  <a:lnTo>
                    <a:pt x="139446" y="332489"/>
                  </a:lnTo>
                  <a:lnTo>
                    <a:pt x="144688" y="333190"/>
                  </a:lnTo>
                  <a:lnTo>
                    <a:pt x="149949" y="333725"/>
                  </a:lnTo>
                  <a:lnTo>
                    <a:pt x="155225" y="334092"/>
                  </a:lnTo>
                  <a:lnTo>
                    <a:pt x="160510" y="334293"/>
                  </a:lnTo>
                  <a:lnTo>
                    <a:pt x="165798" y="334327"/>
                  </a:lnTo>
                  <a:lnTo>
                    <a:pt x="171085" y="334193"/>
                  </a:lnTo>
                  <a:lnTo>
                    <a:pt x="176365" y="333892"/>
                  </a:lnTo>
                  <a:lnTo>
                    <a:pt x="181633" y="333424"/>
                  </a:lnTo>
                  <a:lnTo>
                    <a:pt x="186883" y="332790"/>
                  </a:lnTo>
                  <a:lnTo>
                    <a:pt x="192111" y="331990"/>
                  </a:lnTo>
                  <a:lnTo>
                    <a:pt x="197311" y="331025"/>
                  </a:lnTo>
                  <a:lnTo>
                    <a:pt x="202477" y="329897"/>
                  </a:lnTo>
                  <a:lnTo>
                    <a:pt x="207606" y="328605"/>
                  </a:lnTo>
                  <a:lnTo>
                    <a:pt x="212691" y="327151"/>
                  </a:lnTo>
                  <a:lnTo>
                    <a:pt x="217727" y="325538"/>
                  </a:lnTo>
                  <a:lnTo>
                    <a:pt x="222710" y="323766"/>
                  </a:lnTo>
                  <a:lnTo>
                    <a:pt x="227634" y="321837"/>
                  </a:lnTo>
                  <a:lnTo>
                    <a:pt x="232495" y="319754"/>
                  </a:lnTo>
                  <a:lnTo>
                    <a:pt x="237288" y="317518"/>
                  </a:lnTo>
                  <a:lnTo>
                    <a:pt x="242007" y="315131"/>
                  </a:lnTo>
                  <a:lnTo>
                    <a:pt x="246648" y="312596"/>
                  </a:lnTo>
                  <a:lnTo>
                    <a:pt x="251207" y="309916"/>
                  </a:lnTo>
                  <a:lnTo>
                    <a:pt x="255679" y="307093"/>
                  </a:lnTo>
                  <a:lnTo>
                    <a:pt x="260060" y="304129"/>
                  </a:lnTo>
                  <a:lnTo>
                    <a:pt x="264344" y="301029"/>
                  </a:lnTo>
                  <a:lnTo>
                    <a:pt x="268529" y="297795"/>
                  </a:lnTo>
                  <a:lnTo>
                    <a:pt x="272608" y="294430"/>
                  </a:lnTo>
                  <a:lnTo>
                    <a:pt x="276580" y="290937"/>
                  </a:lnTo>
                  <a:lnTo>
                    <a:pt x="280439" y="287321"/>
                  </a:lnTo>
                  <a:lnTo>
                    <a:pt x="284181" y="283584"/>
                  </a:lnTo>
                  <a:lnTo>
                    <a:pt x="287804" y="279731"/>
                  </a:lnTo>
                  <a:lnTo>
                    <a:pt x="291303" y="275765"/>
                  </a:lnTo>
                  <a:lnTo>
                    <a:pt x="294674" y="271691"/>
                  </a:lnTo>
                  <a:lnTo>
                    <a:pt x="297915" y="267512"/>
                  </a:lnTo>
                  <a:lnTo>
                    <a:pt x="301022" y="263233"/>
                  </a:lnTo>
                  <a:lnTo>
                    <a:pt x="303993" y="258857"/>
                  </a:lnTo>
                  <a:lnTo>
                    <a:pt x="306823" y="254390"/>
                  </a:lnTo>
                  <a:lnTo>
                    <a:pt x="309511" y="249835"/>
                  </a:lnTo>
                  <a:lnTo>
                    <a:pt x="312053" y="245197"/>
                  </a:lnTo>
                  <a:lnTo>
                    <a:pt x="314447" y="240482"/>
                  </a:lnTo>
                  <a:lnTo>
                    <a:pt x="316691" y="235693"/>
                  </a:lnTo>
                  <a:lnTo>
                    <a:pt x="318783" y="230836"/>
                  </a:lnTo>
                  <a:lnTo>
                    <a:pt x="320719" y="225914"/>
                  </a:lnTo>
                  <a:lnTo>
                    <a:pt x="322499" y="220934"/>
                  </a:lnTo>
                  <a:lnTo>
                    <a:pt x="324121" y="215901"/>
                  </a:lnTo>
                  <a:lnTo>
                    <a:pt x="325582" y="210818"/>
                  </a:lnTo>
                  <a:lnTo>
                    <a:pt x="326883" y="205692"/>
                  </a:lnTo>
                  <a:lnTo>
                    <a:pt x="328020" y="200527"/>
                  </a:lnTo>
                  <a:lnTo>
                    <a:pt x="328993" y="195329"/>
                  </a:lnTo>
                  <a:lnTo>
                    <a:pt x="329801" y="190102"/>
                  </a:lnTo>
                  <a:lnTo>
                    <a:pt x="330444" y="184853"/>
                  </a:lnTo>
                  <a:lnTo>
                    <a:pt x="330920" y="179586"/>
                  </a:lnTo>
                  <a:lnTo>
                    <a:pt x="331230" y="174306"/>
                  </a:lnTo>
                  <a:lnTo>
                    <a:pt x="331372" y="169020"/>
                  </a:lnTo>
                  <a:lnTo>
                    <a:pt x="331347" y="163731"/>
                  </a:lnTo>
                  <a:lnTo>
                    <a:pt x="331155" y="158446"/>
                  </a:lnTo>
                  <a:lnTo>
                    <a:pt x="330795" y="153170"/>
                  </a:lnTo>
                  <a:lnTo>
                    <a:pt x="330269" y="147907"/>
                  </a:lnTo>
                  <a:lnTo>
                    <a:pt x="329577" y="142664"/>
                  </a:lnTo>
                  <a:lnTo>
                    <a:pt x="328719" y="137446"/>
                  </a:lnTo>
                  <a:lnTo>
                    <a:pt x="327696" y="132257"/>
                  </a:lnTo>
                  <a:lnTo>
                    <a:pt x="326510" y="127103"/>
                  </a:lnTo>
                  <a:lnTo>
                    <a:pt x="325162" y="121990"/>
                  </a:lnTo>
                  <a:lnTo>
                    <a:pt x="323652" y="116921"/>
                  </a:lnTo>
                  <a:lnTo>
                    <a:pt x="321983" y="111903"/>
                  </a:lnTo>
                  <a:lnTo>
                    <a:pt x="320156" y="106940"/>
                  </a:lnTo>
                  <a:lnTo>
                    <a:pt x="318173" y="102037"/>
                  </a:lnTo>
                  <a:lnTo>
                    <a:pt x="316036" y="97200"/>
                  </a:lnTo>
                  <a:lnTo>
                    <a:pt x="313746" y="92432"/>
                  </a:lnTo>
                  <a:lnTo>
                    <a:pt x="311307" y="87740"/>
                  </a:lnTo>
                  <a:lnTo>
                    <a:pt x="308721" y="83127"/>
                  </a:lnTo>
                  <a:lnTo>
                    <a:pt x="305991" y="78598"/>
                  </a:lnTo>
                  <a:lnTo>
                    <a:pt x="303118" y="74157"/>
                  </a:lnTo>
                  <a:lnTo>
                    <a:pt x="300106" y="69810"/>
                  </a:lnTo>
                  <a:lnTo>
                    <a:pt x="296959" y="65560"/>
                  </a:lnTo>
                  <a:lnTo>
                    <a:pt x="293678" y="61412"/>
                  </a:lnTo>
                  <a:lnTo>
                    <a:pt x="290268" y="57370"/>
                  </a:lnTo>
                  <a:lnTo>
                    <a:pt x="286732" y="53437"/>
                  </a:lnTo>
                  <a:lnTo>
                    <a:pt x="283073" y="49619"/>
                  </a:lnTo>
                  <a:lnTo>
                    <a:pt x="279295" y="45918"/>
                  </a:lnTo>
                  <a:lnTo>
                    <a:pt x="275402" y="42338"/>
                  </a:lnTo>
                  <a:lnTo>
                    <a:pt x="271398" y="38883"/>
                  </a:lnTo>
                  <a:lnTo>
                    <a:pt x="267287" y="35557"/>
                  </a:lnTo>
                  <a:lnTo>
                    <a:pt x="263072" y="32363"/>
                  </a:lnTo>
                  <a:lnTo>
                    <a:pt x="258758" y="29303"/>
                  </a:lnTo>
                  <a:lnTo>
                    <a:pt x="254350" y="26381"/>
                  </a:lnTo>
                  <a:lnTo>
                    <a:pt x="249852" y="23601"/>
                  </a:lnTo>
                  <a:lnTo>
                    <a:pt x="245267" y="20964"/>
                  </a:lnTo>
                  <a:lnTo>
                    <a:pt x="240602" y="18473"/>
                  </a:lnTo>
                  <a:lnTo>
                    <a:pt x="235860" y="16131"/>
                  </a:lnTo>
                  <a:lnTo>
                    <a:pt x="231047" y="13940"/>
                  </a:lnTo>
                  <a:lnTo>
                    <a:pt x="226166" y="11903"/>
                  </a:lnTo>
                  <a:lnTo>
                    <a:pt x="221224" y="10021"/>
                  </a:lnTo>
                  <a:lnTo>
                    <a:pt x="216225" y="8296"/>
                  </a:lnTo>
                  <a:lnTo>
                    <a:pt x="211173" y="6730"/>
                  </a:lnTo>
                  <a:lnTo>
                    <a:pt x="206075" y="5325"/>
                  </a:lnTo>
                  <a:lnTo>
                    <a:pt x="200934" y="4082"/>
                  </a:lnTo>
                  <a:lnTo>
                    <a:pt x="195757" y="3002"/>
                  </a:lnTo>
                  <a:lnTo>
                    <a:pt x="190548" y="2087"/>
                  </a:lnTo>
                  <a:lnTo>
                    <a:pt x="185313" y="1336"/>
                  </a:lnTo>
                  <a:lnTo>
                    <a:pt x="180057" y="752"/>
                  </a:lnTo>
                  <a:lnTo>
                    <a:pt x="174785" y="334"/>
                  </a:lnTo>
                  <a:lnTo>
                    <a:pt x="169503" y="83"/>
                  </a:lnTo>
                  <a:lnTo>
                    <a:pt x="164215" y="0"/>
                  </a:lnTo>
                  <a:lnTo>
                    <a:pt x="1642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86109" y="5018213"/>
              <a:ext cx="134929" cy="167167"/>
            </a:xfrm>
            <a:custGeom>
              <a:avLst/>
              <a:pathLst>
                <a:path w="134929" h="167167">
                  <a:moveTo>
                    <a:pt x="134929" y="0"/>
                  </a:moveTo>
                  <a:lnTo>
                    <a:pt x="129322" y="94"/>
                  </a:lnTo>
                  <a:lnTo>
                    <a:pt x="123722" y="376"/>
                  </a:lnTo>
                  <a:lnTo>
                    <a:pt x="118134" y="845"/>
                  </a:lnTo>
                  <a:lnTo>
                    <a:pt x="112565" y="1502"/>
                  </a:lnTo>
                  <a:lnTo>
                    <a:pt x="107021" y="2346"/>
                  </a:lnTo>
                  <a:lnTo>
                    <a:pt x="101508" y="3374"/>
                  </a:lnTo>
                  <a:lnTo>
                    <a:pt x="96033" y="4588"/>
                  </a:lnTo>
                  <a:lnTo>
                    <a:pt x="90602" y="5984"/>
                  </a:lnTo>
                  <a:lnTo>
                    <a:pt x="85221" y="7561"/>
                  </a:lnTo>
                  <a:lnTo>
                    <a:pt x="79896" y="9318"/>
                  </a:lnTo>
                  <a:lnTo>
                    <a:pt x="74632" y="11253"/>
                  </a:lnTo>
                  <a:lnTo>
                    <a:pt x="69437" y="13363"/>
                  </a:lnTo>
                  <a:lnTo>
                    <a:pt x="64315" y="15646"/>
                  </a:lnTo>
                  <a:lnTo>
                    <a:pt x="59272" y="18100"/>
                  </a:lnTo>
                  <a:lnTo>
                    <a:pt x="54315" y="20721"/>
                  </a:lnTo>
                  <a:lnTo>
                    <a:pt x="49449" y="23507"/>
                  </a:lnTo>
                  <a:lnTo>
                    <a:pt x="44678" y="26455"/>
                  </a:lnTo>
                  <a:lnTo>
                    <a:pt x="40010" y="29561"/>
                  </a:lnTo>
                  <a:lnTo>
                    <a:pt x="35448" y="32823"/>
                  </a:lnTo>
                  <a:lnTo>
                    <a:pt x="30998" y="36235"/>
                  </a:lnTo>
                  <a:lnTo>
                    <a:pt x="26665" y="39794"/>
                  </a:lnTo>
                  <a:lnTo>
                    <a:pt x="22453" y="43497"/>
                  </a:lnTo>
                  <a:lnTo>
                    <a:pt x="18369" y="47339"/>
                  </a:lnTo>
                  <a:lnTo>
                    <a:pt x="14415" y="51316"/>
                  </a:lnTo>
                  <a:lnTo>
                    <a:pt x="10597" y="55424"/>
                  </a:lnTo>
                  <a:lnTo>
                    <a:pt x="6919" y="59657"/>
                  </a:lnTo>
                  <a:lnTo>
                    <a:pt x="3385" y="64011"/>
                  </a:lnTo>
                  <a:lnTo>
                    <a:pt x="0" y="68481"/>
                  </a:lnTo>
                  <a:lnTo>
                    <a:pt x="1349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86109" y="5086694"/>
              <a:ext cx="134929" cy="98686"/>
            </a:xfrm>
            <a:custGeom>
              <a:avLst/>
              <a:pathLst>
                <a:path w="134929" h="98686">
                  <a:moveTo>
                    <a:pt x="0" y="0"/>
                  </a:moveTo>
                  <a:lnTo>
                    <a:pt x="134929" y="98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86109" y="5086694"/>
              <a:ext cx="134929" cy="98686"/>
            </a:xfrm>
            <a:custGeom>
              <a:avLst/>
              <a:pathLst>
                <a:path w="134929" h="98686">
                  <a:moveTo>
                    <a:pt x="0" y="0"/>
                  </a:moveTo>
                  <a:lnTo>
                    <a:pt x="134929" y="986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86109" y="5086694"/>
              <a:ext cx="134929" cy="98686"/>
            </a:xfrm>
            <a:custGeom>
              <a:avLst/>
              <a:pathLst>
                <a:path w="134929" h="98686">
                  <a:moveTo>
                    <a:pt x="0" y="0"/>
                  </a:moveTo>
                  <a:lnTo>
                    <a:pt x="134929" y="98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73601" y="5086694"/>
              <a:ext cx="147437" cy="98686"/>
            </a:xfrm>
            <a:custGeom>
              <a:avLst/>
              <a:pathLst>
                <a:path w="147437" h="98686">
                  <a:moveTo>
                    <a:pt x="12507" y="0"/>
                  </a:moveTo>
                  <a:lnTo>
                    <a:pt x="8028" y="6435"/>
                  </a:lnTo>
                  <a:lnTo>
                    <a:pt x="3856" y="13073"/>
                  </a:lnTo>
                  <a:lnTo>
                    <a:pt x="0" y="19900"/>
                  </a:lnTo>
                  <a:lnTo>
                    <a:pt x="147437" y="986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3890" y="5018213"/>
              <a:ext cx="334296" cy="334334"/>
            </a:xfrm>
            <a:custGeom>
              <a:avLst/>
              <a:pathLst>
                <a:path w="334296" h="334334">
                  <a:moveTo>
                    <a:pt x="19711" y="88381"/>
                  </a:moveTo>
                  <a:lnTo>
                    <a:pt x="17286" y="93097"/>
                  </a:lnTo>
                  <a:lnTo>
                    <a:pt x="15012" y="97889"/>
                  </a:lnTo>
                  <a:lnTo>
                    <a:pt x="12891" y="102749"/>
                  </a:lnTo>
                  <a:lnTo>
                    <a:pt x="10925" y="107675"/>
                  </a:lnTo>
                  <a:lnTo>
                    <a:pt x="9117" y="112661"/>
                  </a:lnTo>
                  <a:lnTo>
                    <a:pt x="7467" y="117701"/>
                  </a:lnTo>
                  <a:lnTo>
                    <a:pt x="5979" y="122791"/>
                  </a:lnTo>
                  <a:lnTo>
                    <a:pt x="4652" y="127926"/>
                  </a:lnTo>
                  <a:lnTo>
                    <a:pt x="3489" y="133100"/>
                  </a:lnTo>
                  <a:lnTo>
                    <a:pt x="2491" y="138309"/>
                  </a:lnTo>
                  <a:lnTo>
                    <a:pt x="1658" y="143547"/>
                  </a:lnTo>
                  <a:lnTo>
                    <a:pt x="992" y="148808"/>
                  </a:lnTo>
                  <a:lnTo>
                    <a:pt x="493" y="154088"/>
                  </a:lnTo>
                  <a:lnTo>
                    <a:pt x="162" y="159381"/>
                  </a:lnTo>
                  <a:lnTo>
                    <a:pt x="0" y="164682"/>
                  </a:lnTo>
                  <a:lnTo>
                    <a:pt x="5" y="169985"/>
                  </a:lnTo>
                  <a:lnTo>
                    <a:pt x="178" y="175286"/>
                  </a:lnTo>
                  <a:lnTo>
                    <a:pt x="520" y="180578"/>
                  </a:lnTo>
                  <a:lnTo>
                    <a:pt x="1029" y="185857"/>
                  </a:lnTo>
                  <a:lnTo>
                    <a:pt x="1706" y="191117"/>
                  </a:lnTo>
                  <a:lnTo>
                    <a:pt x="2549" y="196353"/>
                  </a:lnTo>
                  <a:lnTo>
                    <a:pt x="3557" y="201560"/>
                  </a:lnTo>
                  <a:lnTo>
                    <a:pt x="4731" y="206732"/>
                  </a:lnTo>
                  <a:lnTo>
                    <a:pt x="6067" y="211864"/>
                  </a:lnTo>
                  <a:lnTo>
                    <a:pt x="7566" y="216951"/>
                  </a:lnTo>
                  <a:lnTo>
                    <a:pt x="9226" y="221988"/>
                  </a:lnTo>
                  <a:lnTo>
                    <a:pt x="11044" y="226970"/>
                  </a:lnTo>
                  <a:lnTo>
                    <a:pt x="13020" y="231892"/>
                  </a:lnTo>
                  <a:lnTo>
                    <a:pt x="15151" y="236749"/>
                  </a:lnTo>
                  <a:lnTo>
                    <a:pt x="17434" y="241535"/>
                  </a:lnTo>
                  <a:lnTo>
                    <a:pt x="19869" y="246247"/>
                  </a:lnTo>
                  <a:lnTo>
                    <a:pt x="22451" y="250879"/>
                  </a:lnTo>
                  <a:lnTo>
                    <a:pt x="25180" y="255427"/>
                  </a:lnTo>
                  <a:lnTo>
                    <a:pt x="28051" y="259886"/>
                  </a:lnTo>
                  <a:lnTo>
                    <a:pt x="31062" y="264252"/>
                  </a:lnTo>
                  <a:lnTo>
                    <a:pt x="34210" y="268520"/>
                  </a:lnTo>
                  <a:lnTo>
                    <a:pt x="37492" y="272685"/>
                  </a:lnTo>
                  <a:lnTo>
                    <a:pt x="40904" y="276745"/>
                  </a:lnTo>
                  <a:lnTo>
                    <a:pt x="44444" y="280695"/>
                  </a:lnTo>
                  <a:lnTo>
                    <a:pt x="48107" y="284530"/>
                  </a:lnTo>
                  <a:lnTo>
                    <a:pt x="51890" y="288247"/>
                  </a:lnTo>
                  <a:lnTo>
                    <a:pt x="55789" y="291842"/>
                  </a:lnTo>
                  <a:lnTo>
                    <a:pt x="59799" y="295312"/>
                  </a:lnTo>
                  <a:lnTo>
                    <a:pt x="63918" y="298653"/>
                  </a:lnTo>
                  <a:lnTo>
                    <a:pt x="68141" y="301861"/>
                  </a:lnTo>
                  <a:lnTo>
                    <a:pt x="72464" y="304934"/>
                  </a:lnTo>
                  <a:lnTo>
                    <a:pt x="76881" y="307868"/>
                  </a:lnTo>
                  <a:lnTo>
                    <a:pt x="81390" y="310661"/>
                  </a:lnTo>
                  <a:lnTo>
                    <a:pt x="85985" y="313309"/>
                  </a:lnTo>
                  <a:lnTo>
                    <a:pt x="90662" y="315810"/>
                  </a:lnTo>
                  <a:lnTo>
                    <a:pt x="95415" y="318161"/>
                  </a:lnTo>
                  <a:lnTo>
                    <a:pt x="100241" y="320361"/>
                  </a:lnTo>
                  <a:lnTo>
                    <a:pt x="105134" y="322406"/>
                  </a:lnTo>
                  <a:lnTo>
                    <a:pt x="110090" y="324295"/>
                  </a:lnTo>
                  <a:lnTo>
                    <a:pt x="115103" y="326026"/>
                  </a:lnTo>
                  <a:lnTo>
                    <a:pt x="120168" y="327597"/>
                  </a:lnTo>
                  <a:lnTo>
                    <a:pt x="125281" y="329007"/>
                  </a:lnTo>
                  <a:lnTo>
                    <a:pt x="130436" y="330253"/>
                  </a:lnTo>
                  <a:lnTo>
                    <a:pt x="135628" y="331336"/>
                  </a:lnTo>
                  <a:lnTo>
                    <a:pt x="140851" y="332253"/>
                  </a:lnTo>
                  <a:lnTo>
                    <a:pt x="146101" y="333004"/>
                  </a:lnTo>
                  <a:lnTo>
                    <a:pt x="151372" y="333588"/>
                  </a:lnTo>
                  <a:lnTo>
                    <a:pt x="156659" y="334005"/>
                  </a:lnTo>
                  <a:lnTo>
                    <a:pt x="161957" y="334254"/>
                  </a:lnTo>
                  <a:lnTo>
                    <a:pt x="167260" y="334334"/>
                  </a:lnTo>
                  <a:lnTo>
                    <a:pt x="172562" y="334247"/>
                  </a:lnTo>
                  <a:lnTo>
                    <a:pt x="177860" y="333991"/>
                  </a:lnTo>
                  <a:lnTo>
                    <a:pt x="183146" y="333567"/>
                  </a:lnTo>
                  <a:lnTo>
                    <a:pt x="188416" y="332976"/>
                  </a:lnTo>
                  <a:lnTo>
                    <a:pt x="193665" y="332218"/>
                  </a:lnTo>
                  <a:lnTo>
                    <a:pt x="198888" y="331294"/>
                  </a:lnTo>
                  <a:lnTo>
                    <a:pt x="204078" y="330204"/>
                  </a:lnTo>
                  <a:lnTo>
                    <a:pt x="209231" y="328951"/>
                  </a:lnTo>
                  <a:lnTo>
                    <a:pt x="214342" y="327534"/>
                  </a:lnTo>
                  <a:lnTo>
                    <a:pt x="219405" y="325957"/>
                  </a:lnTo>
                  <a:lnTo>
                    <a:pt x="224416" y="324219"/>
                  </a:lnTo>
                  <a:lnTo>
                    <a:pt x="229369" y="322323"/>
                  </a:lnTo>
                  <a:lnTo>
                    <a:pt x="234259" y="320272"/>
                  </a:lnTo>
                  <a:lnTo>
                    <a:pt x="239082" y="318066"/>
                  </a:lnTo>
                  <a:lnTo>
                    <a:pt x="243833" y="315708"/>
                  </a:lnTo>
                  <a:lnTo>
                    <a:pt x="248506" y="313201"/>
                  </a:lnTo>
                  <a:lnTo>
                    <a:pt x="253098" y="310547"/>
                  </a:lnTo>
                  <a:lnTo>
                    <a:pt x="257603" y="307748"/>
                  </a:lnTo>
                  <a:lnTo>
                    <a:pt x="262016" y="304808"/>
                  </a:lnTo>
                  <a:lnTo>
                    <a:pt x="266335" y="301729"/>
                  </a:lnTo>
                  <a:lnTo>
                    <a:pt x="270553" y="298515"/>
                  </a:lnTo>
                  <a:lnTo>
                    <a:pt x="274668" y="295169"/>
                  </a:lnTo>
                  <a:lnTo>
                    <a:pt x="278674" y="291694"/>
                  </a:lnTo>
                  <a:lnTo>
                    <a:pt x="282568" y="288094"/>
                  </a:lnTo>
                  <a:lnTo>
                    <a:pt x="286346" y="284371"/>
                  </a:lnTo>
                  <a:lnTo>
                    <a:pt x="290004" y="280531"/>
                  </a:lnTo>
                  <a:lnTo>
                    <a:pt x="293538" y="276577"/>
                  </a:lnTo>
                  <a:lnTo>
                    <a:pt x="296945" y="272513"/>
                  </a:lnTo>
                  <a:lnTo>
                    <a:pt x="300222" y="268343"/>
                  </a:lnTo>
                  <a:lnTo>
                    <a:pt x="303364" y="264070"/>
                  </a:lnTo>
                  <a:lnTo>
                    <a:pt x="306369" y="259701"/>
                  </a:lnTo>
                  <a:lnTo>
                    <a:pt x="309235" y="255238"/>
                  </a:lnTo>
                  <a:lnTo>
                    <a:pt x="311957" y="250686"/>
                  </a:lnTo>
                  <a:lnTo>
                    <a:pt x="314533" y="246051"/>
                  </a:lnTo>
                  <a:lnTo>
                    <a:pt x="316961" y="241336"/>
                  </a:lnTo>
                  <a:lnTo>
                    <a:pt x="319239" y="236546"/>
                  </a:lnTo>
                  <a:lnTo>
                    <a:pt x="321363" y="231687"/>
                  </a:lnTo>
                  <a:lnTo>
                    <a:pt x="323332" y="226763"/>
                  </a:lnTo>
                  <a:lnTo>
                    <a:pt x="325144" y="221778"/>
                  </a:lnTo>
                  <a:lnTo>
                    <a:pt x="326797" y="216739"/>
                  </a:lnTo>
                  <a:lnTo>
                    <a:pt x="328289" y="211650"/>
                  </a:lnTo>
                  <a:lnTo>
                    <a:pt x="329619" y="206516"/>
                  </a:lnTo>
                  <a:lnTo>
                    <a:pt x="330785" y="201342"/>
                  </a:lnTo>
                  <a:lnTo>
                    <a:pt x="331787" y="196134"/>
                  </a:lnTo>
                  <a:lnTo>
                    <a:pt x="332623" y="190897"/>
                  </a:lnTo>
                  <a:lnTo>
                    <a:pt x="333292" y="185636"/>
                  </a:lnTo>
                  <a:lnTo>
                    <a:pt x="333795" y="180357"/>
                  </a:lnTo>
                  <a:lnTo>
                    <a:pt x="334129" y="175064"/>
                  </a:lnTo>
                  <a:lnTo>
                    <a:pt x="334296" y="169763"/>
                  </a:lnTo>
                  <a:lnTo>
                    <a:pt x="334294" y="164460"/>
                  </a:lnTo>
                  <a:lnTo>
                    <a:pt x="334124" y="159159"/>
                  </a:lnTo>
                  <a:lnTo>
                    <a:pt x="333786" y="153866"/>
                  </a:lnTo>
                  <a:lnTo>
                    <a:pt x="333280" y="148587"/>
                  </a:lnTo>
                  <a:lnTo>
                    <a:pt x="332607" y="143327"/>
                  </a:lnTo>
                  <a:lnTo>
                    <a:pt x="331768" y="138090"/>
                  </a:lnTo>
                  <a:lnTo>
                    <a:pt x="330762" y="132883"/>
                  </a:lnTo>
                  <a:lnTo>
                    <a:pt x="329593" y="127710"/>
                  </a:lnTo>
                  <a:lnTo>
                    <a:pt x="328259" y="122577"/>
                  </a:lnTo>
                  <a:lnTo>
                    <a:pt x="326764" y="117489"/>
                  </a:lnTo>
                  <a:lnTo>
                    <a:pt x="325108" y="112450"/>
                  </a:lnTo>
                  <a:lnTo>
                    <a:pt x="323292" y="107467"/>
                  </a:lnTo>
                  <a:lnTo>
                    <a:pt x="321320" y="102544"/>
                  </a:lnTo>
                  <a:lnTo>
                    <a:pt x="319193" y="97686"/>
                  </a:lnTo>
                  <a:lnTo>
                    <a:pt x="316912" y="92898"/>
                  </a:lnTo>
                  <a:lnTo>
                    <a:pt x="314481" y="88185"/>
                  </a:lnTo>
                  <a:lnTo>
                    <a:pt x="311901" y="83551"/>
                  </a:lnTo>
                  <a:lnTo>
                    <a:pt x="309176" y="79001"/>
                  </a:lnTo>
                  <a:lnTo>
                    <a:pt x="306308" y="74541"/>
                  </a:lnTo>
                  <a:lnTo>
                    <a:pt x="303300" y="70173"/>
                  </a:lnTo>
                  <a:lnTo>
                    <a:pt x="300154" y="65903"/>
                  </a:lnTo>
                  <a:lnTo>
                    <a:pt x="296875" y="61735"/>
                  </a:lnTo>
                  <a:lnTo>
                    <a:pt x="293465" y="57673"/>
                  </a:lnTo>
                  <a:lnTo>
                    <a:pt x="289928" y="53721"/>
                  </a:lnTo>
                  <a:lnTo>
                    <a:pt x="286268" y="49883"/>
                  </a:lnTo>
                  <a:lnTo>
                    <a:pt x="282488" y="46164"/>
                  </a:lnTo>
                  <a:lnTo>
                    <a:pt x="278591" y="42566"/>
                  </a:lnTo>
                  <a:lnTo>
                    <a:pt x="274583" y="39093"/>
                  </a:lnTo>
                  <a:lnTo>
                    <a:pt x="270466" y="35750"/>
                  </a:lnTo>
                  <a:lnTo>
                    <a:pt x="266245" y="32539"/>
                  </a:lnTo>
                  <a:lnTo>
                    <a:pt x="261925" y="29463"/>
                  </a:lnTo>
                  <a:lnTo>
                    <a:pt x="257509" y="26526"/>
                  </a:lnTo>
                  <a:lnTo>
                    <a:pt x="253002" y="23730"/>
                  </a:lnTo>
                  <a:lnTo>
                    <a:pt x="248409" y="21079"/>
                  </a:lnTo>
                  <a:lnTo>
                    <a:pt x="243734" y="18575"/>
                  </a:lnTo>
                  <a:lnTo>
                    <a:pt x="238982" y="16220"/>
                  </a:lnTo>
                  <a:lnTo>
                    <a:pt x="234158" y="14018"/>
                  </a:lnTo>
                  <a:lnTo>
                    <a:pt x="229266" y="11969"/>
                  </a:lnTo>
                  <a:lnTo>
                    <a:pt x="224311" y="10077"/>
                  </a:lnTo>
                  <a:lnTo>
                    <a:pt x="219300" y="8342"/>
                  </a:lnTo>
                  <a:lnTo>
                    <a:pt x="214235" y="6768"/>
                  </a:lnTo>
                  <a:lnTo>
                    <a:pt x="209124" y="5355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256088" y="4659281"/>
              <a:ext cx="334292" cy="334334"/>
            </a:xfrm>
            <a:custGeom>
              <a:avLst/>
              <a:pathLst>
                <a:path w="334292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6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0"/>
                  </a:lnTo>
                  <a:lnTo>
                    <a:pt x="130317" y="4107"/>
                  </a:lnTo>
                  <a:lnTo>
                    <a:pt x="125162" y="5358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6" y="11974"/>
                  </a:lnTo>
                  <a:lnTo>
                    <a:pt x="100123" y="14024"/>
                  </a:lnTo>
                  <a:lnTo>
                    <a:pt x="95298" y="16227"/>
                  </a:lnTo>
                  <a:lnTo>
                    <a:pt x="90545" y="18583"/>
                  </a:lnTo>
                  <a:lnTo>
                    <a:pt x="85869" y="21088"/>
                  </a:lnTo>
                  <a:lnTo>
                    <a:pt x="81275" y="23740"/>
                  </a:lnTo>
                  <a:lnTo>
                    <a:pt x="76768" y="26537"/>
                  </a:lnTo>
                  <a:lnTo>
                    <a:pt x="72351" y="29475"/>
                  </a:lnTo>
                  <a:lnTo>
                    <a:pt x="68030" y="32552"/>
                  </a:lnTo>
                  <a:lnTo>
                    <a:pt x="63809" y="35765"/>
                  </a:lnTo>
                  <a:lnTo>
                    <a:pt x="59692" y="39110"/>
                  </a:lnTo>
                  <a:lnTo>
                    <a:pt x="55683" y="42584"/>
                  </a:lnTo>
                  <a:lnTo>
                    <a:pt x="51786" y="46183"/>
                  </a:lnTo>
                  <a:lnTo>
                    <a:pt x="48006" y="49904"/>
                  </a:lnTo>
                  <a:lnTo>
                    <a:pt x="44345" y="53743"/>
                  </a:lnTo>
                  <a:lnTo>
                    <a:pt x="40808" y="57696"/>
                  </a:lnTo>
                  <a:lnTo>
                    <a:pt x="37399" y="61760"/>
                  </a:lnTo>
                  <a:lnTo>
                    <a:pt x="34120" y="65930"/>
                  </a:lnTo>
                  <a:lnTo>
                    <a:pt x="30975" y="70201"/>
                  </a:lnTo>
                  <a:lnTo>
                    <a:pt x="27967" y="74571"/>
                  </a:lnTo>
                  <a:lnTo>
                    <a:pt x="25099" y="79033"/>
                  </a:lnTo>
                  <a:lnTo>
                    <a:pt x="22374" y="83584"/>
                  </a:lnTo>
                  <a:lnTo>
                    <a:pt x="19795" y="88220"/>
                  </a:lnTo>
                  <a:lnTo>
                    <a:pt x="17364" y="92935"/>
                  </a:lnTo>
                  <a:lnTo>
                    <a:pt x="15084" y="97724"/>
                  </a:lnTo>
                  <a:lnTo>
                    <a:pt x="12958" y="102584"/>
                  </a:lnTo>
                  <a:lnTo>
                    <a:pt x="10986" y="107509"/>
                  </a:lnTo>
                  <a:lnTo>
                    <a:pt x="9172" y="112493"/>
                  </a:lnTo>
                  <a:lnTo>
                    <a:pt x="7517" y="117533"/>
                  </a:lnTo>
                  <a:lnTo>
                    <a:pt x="6022" y="122623"/>
                  </a:lnTo>
                  <a:lnTo>
                    <a:pt x="4690" y="127757"/>
                  </a:lnTo>
                  <a:lnTo>
                    <a:pt x="3522" y="132932"/>
                  </a:lnTo>
                  <a:lnTo>
                    <a:pt x="2518" y="138140"/>
                  </a:lnTo>
                  <a:lnTo>
                    <a:pt x="1680" y="143378"/>
                  </a:lnTo>
                  <a:lnTo>
                    <a:pt x="1008" y="148640"/>
                  </a:lnTo>
                  <a:lnTo>
                    <a:pt x="504" y="153921"/>
                  </a:lnTo>
                  <a:lnTo>
                    <a:pt x="168" y="159215"/>
                  </a:lnTo>
                  <a:lnTo>
                    <a:pt x="0" y="164517"/>
                  </a:lnTo>
                  <a:lnTo>
                    <a:pt x="0" y="169821"/>
                  </a:lnTo>
                  <a:lnTo>
                    <a:pt x="168" y="175123"/>
                  </a:lnTo>
                  <a:lnTo>
                    <a:pt x="504" y="180417"/>
                  </a:lnTo>
                  <a:lnTo>
                    <a:pt x="1009" y="185698"/>
                  </a:lnTo>
                  <a:lnTo>
                    <a:pt x="1680" y="190959"/>
                  </a:lnTo>
                  <a:lnTo>
                    <a:pt x="2519" y="196197"/>
                  </a:lnTo>
                  <a:lnTo>
                    <a:pt x="3522" y="201406"/>
                  </a:lnTo>
                  <a:lnTo>
                    <a:pt x="4691" y="206580"/>
                  </a:lnTo>
                  <a:lnTo>
                    <a:pt x="6024" y="211715"/>
                  </a:lnTo>
                  <a:lnTo>
                    <a:pt x="7518" y="216805"/>
                  </a:lnTo>
                  <a:lnTo>
                    <a:pt x="9173" y="221844"/>
                  </a:lnTo>
                  <a:lnTo>
                    <a:pt x="10988" y="226829"/>
                  </a:lnTo>
                  <a:lnTo>
                    <a:pt x="12959" y="231754"/>
                  </a:lnTo>
                  <a:lnTo>
                    <a:pt x="15086" y="236613"/>
                  </a:lnTo>
                  <a:lnTo>
                    <a:pt x="17366" y="241403"/>
                  </a:lnTo>
                  <a:lnTo>
                    <a:pt x="19797" y="246118"/>
                  </a:lnTo>
                  <a:lnTo>
                    <a:pt x="22376" y="250753"/>
                  </a:lnTo>
                  <a:lnTo>
                    <a:pt x="25101" y="255304"/>
                  </a:lnTo>
                  <a:lnTo>
                    <a:pt x="27969" y="259767"/>
                  </a:lnTo>
                  <a:lnTo>
                    <a:pt x="30977" y="264136"/>
                  </a:lnTo>
                  <a:lnTo>
                    <a:pt x="34122" y="268407"/>
                  </a:lnTo>
                  <a:lnTo>
                    <a:pt x="37401" y="272577"/>
                  </a:lnTo>
                  <a:lnTo>
                    <a:pt x="40811" y="276641"/>
                  </a:lnTo>
                  <a:lnTo>
                    <a:pt x="44348" y="280594"/>
                  </a:lnTo>
                  <a:lnTo>
                    <a:pt x="48009" y="284433"/>
                  </a:lnTo>
                  <a:lnTo>
                    <a:pt x="51789" y="288154"/>
                  </a:lnTo>
                  <a:lnTo>
                    <a:pt x="55686" y="291753"/>
                  </a:lnTo>
                  <a:lnTo>
                    <a:pt x="59695" y="295227"/>
                  </a:lnTo>
                  <a:lnTo>
                    <a:pt x="63812" y="298571"/>
                  </a:lnTo>
                  <a:lnTo>
                    <a:pt x="68034" y="301784"/>
                  </a:lnTo>
                  <a:lnTo>
                    <a:pt x="72355" y="304861"/>
                  </a:lnTo>
                  <a:lnTo>
                    <a:pt x="76771" y="307799"/>
                  </a:lnTo>
                  <a:lnTo>
                    <a:pt x="81279" y="310596"/>
                  </a:lnTo>
                  <a:lnTo>
                    <a:pt x="85873" y="313248"/>
                  </a:lnTo>
                  <a:lnTo>
                    <a:pt x="90548" y="315753"/>
                  </a:lnTo>
                  <a:lnTo>
                    <a:pt x="95301" y="318108"/>
                  </a:lnTo>
                  <a:lnTo>
                    <a:pt x="100127" y="320312"/>
                  </a:lnTo>
                  <a:lnTo>
                    <a:pt x="105019" y="322361"/>
                  </a:lnTo>
                  <a:lnTo>
                    <a:pt x="109975" y="324254"/>
                  </a:lnTo>
                  <a:lnTo>
                    <a:pt x="114987" y="325989"/>
                  </a:lnTo>
                  <a:lnTo>
                    <a:pt x="120053" y="327564"/>
                  </a:lnTo>
                  <a:lnTo>
                    <a:pt x="125166" y="328977"/>
                  </a:lnTo>
                  <a:lnTo>
                    <a:pt x="130321" y="330228"/>
                  </a:lnTo>
                  <a:lnTo>
                    <a:pt x="135513" y="331314"/>
                  </a:lnTo>
                  <a:lnTo>
                    <a:pt x="140737" y="332235"/>
                  </a:lnTo>
                  <a:lnTo>
                    <a:pt x="145988" y="332990"/>
                  </a:lnTo>
                  <a:lnTo>
                    <a:pt x="151259" y="333578"/>
                  </a:lnTo>
                  <a:lnTo>
                    <a:pt x="156547" y="333998"/>
                  </a:lnTo>
                  <a:lnTo>
                    <a:pt x="161846" y="334250"/>
                  </a:lnTo>
                  <a:lnTo>
                    <a:pt x="167150" y="334334"/>
                  </a:lnTo>
                  <a:lnTo>
                    <a:pt x="172454" y="334250"/>
                  </a:lnTo>
                  <a:lnTo>
                    <a:pt x="177752" y="333998"/>
                  </a:lnTo>
                  <a:lnTo>
                    <a:pt x="183040" y="333577"/>
                  </a:lnTo>
                  <a:lnTo>
                    <a:pt x="188312" y="332989"/>
                  </a:lnTo>
                  <a:lnTo>
                    <a:pt x="193563" y="332234"/>
                  </a:lnTo>
                  <a:lnTo>
                    <a:pt x="198787" y="331313"/>
                  </a:lnTo>
                  <a:lnTo>
                    <a:pt x="203979" y="330226"/>
                  </a:lnTo>
                  <a:lnTo>
                    <a:pt x="209134" y="328975"/>
                  </a:lnTo>
                  <a:lnTo>
                    <a:pt x="214247" y="327562"/>
                  </a:lnTo>
                  <a:lnTo>
                    <a:pt x="219312" y="325987"/>
                  </a:lnTo>
                  <a:lnTo>
                    <a:pt x="224325" y="324251"/>
                  </a:lnTo>
                  <a:lnTo>
                    <a:pt x="229280" y="322358"/>
                  </a:lnTo>
                  <a:lnTo>
                    <a:pt x="234173" y="320309"/>
                  </a:lnTo>
                  <a:lnTo>
                    <a:pt x="238998" y="318105"/>
                  </a:lnTo>
                  <a:lnTo>
                    <a:pt x="243751" y="315749"/>
                  </a:lnTo>
                  <a:lnTo>
                    <a:pt x="248426" y="313244"/>
                  </a:lnTo>
                  <a:lnTo>
                    <a:pt x="253020" y="310591"/>
                  </a:lnTo>
                  <a:lnTo>
                    <a:pt x="257527" y="307795"/>
                  </a:lnTo>
                  <a:lnTo>
                    <a:pt x="261944" y="304856"/>
                  </a:lnTo>
                  <a:lnTo>
                    <a:pt x="266265" y="301779"/>
                  </a:lnTo>
                  <a:lnTo>
                    <a:pt x="270486" y="298566"/>
                  </a:lnTo>
                  <a:lnTo>
                    <a:pt x="274603" y="295222"/>
                  </a:lnTo>
                  <a:lnTo>
                    <a:pt x="278612" y="291748"/>
                  </a:lnTo>
                  <a:lnTo>
                    <a:pt x="282508" y="288148"/>
                  </a:lnTo>
                  <a:lnTo>
                    <a:pt x="286289" y="284427"/>
                  </a:lnTo>
                  <a:lnTo>
                    <a:pt x="289949" y="280588"/>
                  </a:lnTo>
                  <a:lnTo>
                    <a:pt x="293486" y="276635"/>
                  </a:lnTo>
                  <a:lnTo>
                    <a:pt x="296896" y="272571"/>
                  </a:lnTo>
                  <a:lnTo>
                    <a:pt x="300175" y="268401"/>
                  </a:lnTo>
                  <a:lnTo>
                    <a:pt x="303320" y="264129"/>
                  </a:lnTo>
                  <a:lnTo>
                    <a:pt x="306327" y="259760"/>
                  </a:lnTo>
                  <a:lnTo>
                    <a:pt x="309195" y="255297"/>
                  </a:lnTo>
                  <a:lnTo>
                    <a:pt x="311920" y="250746"/>
                  </a:lnTo>
                  <a:lnTo>
                    <a:pt x="314499" y="246111"/>
                  </a:lnTo>
                  <a:lnTo>
                    <a:pt x="316929" y="241396"/>
                  </a:lnTo>
                  <a:lnTo>
                    <a:pt x="319209" y="236606"/>
                  </a:lnTo>
                  <a:lnTo>
                    <a:pt x="321336" y="231746"/>
                  </a:lnTo>
                  <a:lnTo>
                    <a:pt x="323307" y="226822"/>
                  </a:lnTo>
                  <a:lnTo>
                    <a:pt x="325121" y="221837"/>
                  </a:lnTo>
                  <a:lnTo>
                    <a:pt x="326776" y="216797"/>
                  </a:lnTo>
                  <a:lnTo>
                    <a:pt x="328270" y="211707"/>
                  </a:lnTo>
                  <a:lnTo>
                    <a:pt x="329603" y="206573"/>
                  </a:lnTo>
                  <a:lnTo>
                    <a:pt x="330771" y="201398"/>
                  </a:lnTo>
                  <a:lnTo>
                    <a:pt x="331775" y="196190"/>
                  </a:lnTo>
                  <a:lnTo>
                    <a:pt x="332613" y="190952"/>
                  </a:lnTo>
                  <a:lnTo>
                    <a:pt x="333284" y="185690"/>
                  </a:lnTo>
                  <a:lnTo>
                    <a:pt x="333788" y="180409"/>
                  </a:lnTo>
                  <a:lnTo>
                    <a:pt x="334124" y="175115"/>
                  </a:lnTo>
                  <a:lnTo>
                    <a:pt x="334292" y="169813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67146" cy="2646"/>
            </a:xfrm>
            <a:custGeom>
              <a:avLst/>
              <a:pathLst>
                <a:path w="167146" h="2646">
                  <a:moveTo>
                    <a:pt x="167146" y="264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826449"/>
              <a:ext cx="167146" cy="2646"/>
            </a:xfrm>
            <a:custGeom>
              <a:avLst/>
              <a:pathLst>
                <a:path w="167146" h="2646">
                  <a:moveTo>
                    <a:pt x="167146" y="264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750268"/>
              <a:ext cx="167146" cy="78826"/>
            </a:xfrm>
            <a:custGeom>
              <a:avLst/>
              <a:pathLst>
                <a:path w="167146" h="78826">
                  <a:moveTo>
                    <a:pt x="167146" y="78826"/>
                  </a:moveTo>
                  <a:lnTo>
                    <a:pt x="167136" y="72988"/>
                  </a:lnTo>
                  <a:lnTo>
                    <a:pt x="166923" y="67153"/>
                  </a:lnTo>
                  <a:lnTo>
                    <a:pt x="166506" y="61329"/>
                  </a:lnTo>
                  <a:lnTo>
                    <a:pt x="165886" y="55523"/>
                  </a:lnTo>
                  <a:lnTo>
                    <a:pt x="165063" y="49743"/>
                  </a:lnTo>
                  <a:lnTo>
                    <a:pt x="164039" y="43995"/>
                  </a:lnTo>
                  <a:lnTo>
                    <a:pt x="162815" y="38286"/>
                  </a:lnTo>
                  <a:lnTo>
                    <a:pt x="161393" y="32623"/>
                  </a:lnTo>
                  <a:lnTo>
                    <a:pt x="159773" y="27014"/>
                  </a:lnTo>
                  <a:lnTo>
                    <a:pt x="157959" y="21464"/>
                  </a:lnTo>
                  <a:lnTo>
                    <a:pt x="155952" y="15981"/>
                  </a:lnTo>
                  <a:lnTo>
                    <a:pt x="153754" y="10572"/>
                  </a:lnTo>
                  <a:lnTo>
                    <a:pt x="151369" y="5242"/>
                  </a:lnTo>
                  <a:lnTo>
                    <a:pt x="148800" y="0"/>
                  </a:lnTo>
                  <a:lnTo>
                    <a:pt x="0" y="761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148800" cy="167167"/>
            </a:xfrm>
            <a:custGeom>
              <a:avLst/>
              <a:pathLst>
                <a:path w="148800" h="167167">
                  <a:moveTo>
                    <a:pt x="148800" y="90986"/>
                  </a:moveTo>
                  <a:lnTo>
                    <a:pt x="146184" y="86080"/>
                  </a:lnTo>
                  <a:lnTo>
                    <a:pt x="143407" y="81264"/>
                  </a:lnTo>
                  <a:lnTo>
                    <a:pt x="140471" y="76542"/>
                  </a:lnTo>
                  <a:lnTo>
                    <a:pt x="137379" y="71921"/>
                  </a:lnTo>
                  <a:lnTo>
                    <a:pt x="134136" y="67405"/>
                  </a:lnTo>
                  <a:lnTo>
                    <a:pt x="130744" y="62999"/>
                  </a:lnTo>
                  <a:lnTo>
                    <a:pt x="127207" y="58709"/>
                  </a:lnTo>
                  <a:lnTo>
                    <a:pt x="123530" y="54539"/>
                  </a:lnTo>
                  <a:lnTo>
                    <a:pt x="119717" y="50493"/>
                  </a:lnTo>
                  <a:lnTo>
                    <a:pt x="115770" y="46576"/>
                  </a:lnTo>
                  <a:lnTo>
                    <a:pt x="111696" y="42793"/>
                  </a:lnTo>
                  <a:lnTo>
                    <a:pt x="107498" y="39147"/>
                  </a:lnTo>
                  <a:lnTo>
                    <a:pt x="103181" y="35643"/>
                  </a:lnTo>
                  <a:lnTo>
                    <a:pt x="98750" y="32285"/>
                  </a:lnTo>
                  <a:lnTo>
                    <a:pt x="94210" y="29075"/>
                  </a:lnTo>
                  <a:lnTo>
                    <a:pt x="89566" y="26019"/>
                  </a:lnTo>
                  <a:lnTo>
                    <a:pt x="84823" y="23118"/>
                  </a:lnTo>
                  <a:lnTo>
                    <a:pt x="79985" y="20377"/>
                  </a:lnTo>
                  <a:lnTo>
                    <a:pt x="75059" y="17798"/>
                  </a:lnTo>
                  <a:lnTo>
                    <a:pt x="70051" y="15385"/>
                  </a:lnTo>
                  <a:lnTo>
                    <a:pt x="64964" y="13139"/>
                  </a:lnTo>
                  <a:lnTo>
                    <a:pt x="59806" y="11064"/>
                  </a:lnTo>
                  <a:lnTo>
                    <a:pt x="54582" y="9162"/>
                  </a:lnTo>
                  <a:lnTo>
                    <a:pt x="49297" y="7434"/>
                  </a:lnTo>
                  <a:lnTo>
                    <a:pt x="43958" y="5883"/>
                  </a:lnTo>
                  <a:lnTo>
                    <a:pt x="38570" y="4510"/>
                  </a:lnTo>
                  <a:lnTo>
                    <a:pt x="33140" y="3317"/>
                  </a:lnTo>
                  <a:lnTo>
                    <a:pt x="27673" y="2306"/>
                  </a:lnTo>
                  <a:lnTo>
                    <a:pt x="22175" y="1477"/>
                  </a:lnTo>
                  <a:lnTo>
                    <a:pt x="16652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561306" y="4213821"/>
              <a:ext cx="167165" cy="276436"/>
            </a:xfrm>
            <a:custGeom>
              <a:avLst/>
              <a:pathLst>
                <a:path w="167165" h="276436">
                  <a:moveTo>
                    <a:pt x="167165" y="0"/>
                  </a:moveTo>
                  <a:lnTo>
                    <a:pt x="161790" y="86"/>
                  </a:lnTo>
                  <a:lnTo>
                    <a:pt x="156421" y="345"/>
                  </a:lnTo>
                  <a:lnTo>
                    <a:pt x="151063" y="777"/>
                  </a:lnTo>
                  <a:lnTo>
                    <a:pt x="145721" y="1381"/>
                  </a:lnTo>
                  <a:lnTo>
                    <a:pt x="140402" y="2156"/>
                  </a:lnTo>
                  <a:lnTo>
                    <a:pt x="135110" y="3102"/>
                  </a:lnTo>
                  <a:lnTo>
                    <a:pt x="129852" y="4217"/>
                  </a:lnTo>
                  <a:lnTo>
                    <a:pt x="124632" y="5501"/>
                  </a:lnTo>
                  <a:lnTo>
                    <a:pt x="119456" y="6952"/>
                  </a:lnTo>
                  <a:lnTo>
                    <a:pt x="114329" y="8569"/>
                  </a:lnTo>
                  <a:lnTo>
                    <a:pt x="109258" y="10350"/>
                  </a:lnTo>
                  <a:lnTo>
                    <a:pt x="104245" y="12292"/>
                  </a:lnTo>
                  <a:lnTo>
                    <a:pt x="99298" y="14396"/>
                  </a:lnTo>
                  <a:lnTo>
                    <a:pt x="94422" y="16657"/>
                  </a:lnTo>
                  <a:lnTo>
                    <a:pt x="89620" y="19073"/>
                  </a:lnTo>
                  <a:lnTo>
                    <a:pt x="84899" y="21643"/>
                  </a:lnTo>
                  <a:lnTo>
                    <a:pt x="80262" y="24363"/>
                  </a:lnTo>
                  <a:lnTo>
                    <a:pt x="75716" y="27231"/>
                  </a:lnTo>
                  <a:lnTo>
                    <a:pt x="71264" y="30244"/>
                  </a:lnTo>
                  <a:lnTo>
                    <a:pt x="66911" y="33398"/>
                  </a:lnTo>
                  <a:lnTo>
                    <a:pt x="62662" y="36691"/>
                  </a:lnTo>
                  <a:lnTo>
                    <a:pt x="58521" y="40118"/>
                  </a:lnTo>
                  <a:lnTo>
                    <a:pt x="54492" y="43677"/>
                  </a:lnTo>
                  <a:lnTo>
                    <a:pt x="50580" y="47363"/>
                  </a:lnTo>
                  <a:lnTo>
                    <a:pt x="46788" y="51174"/>
                  </a:lnTo>
                  <a:lnTo>
                    <a:pt x="43121" y="55104"/>
                  </a:lnTo>
                  <a:lnTo>
                    <a:pt x="39582" y="59150"/>
                  </a:lnTo>
                  <a:lnTo>
                    <a:pt x="36175" y="63308"/>
                  </a:lnTo>
                  <a:lnTo>
                    <a:pt x="32903" y="67574"/>
                  </a:lnTo>
                  <a:lnTo>
                    <a:pt x="29771" y="71942"/>
                  </a:lnTo>
                  <a:lnTo>
                    <a:pt x="26780" y="76409"/>
                  </a:lnTo>
                  <a:lnTo>
                    <a:pt x="23935" y="80969"/>
                  </a:lnTo>
                  <a:lnTo>
                    <a:pt x="21237" y="85619"/>
                  </a:lnTo>
                  <a:lnTo>
                    <a:pt x="18691" y="90353"/>
                  </a:lnTo>
                  <a:lnTo>
                    <a:pt x="16298" y="95167"/>
                  </a:lnTo>
                  <a:lnTo>
                    <a:pt x="14061" y="100054"/>
                  </a:lnTo>
                  <a:lnTo>
                    <a:pt x="11982" y="105012"/>
                  </a:lnTo>
                  <a:lnTo>
                    <a:pt x="10064" y="110033"/>
                  </a:lnTo>
                  <a:lnTo>
                    <a:pt x="8308" y="115114"/>
                  </a:lnTo>
                  <a:lnTo>
                    <a:pt x="6717" y="120249"/>
                  </a:lnTo>
                  <a:lnTo>
                    <a:pt x="5291" y="125432"/>
                  </a:lnTo>
                  <a:lnTo>
                    <a:pt x="4033" y="130658"/>
                  </a:lnTo>
                  <a:lnTo>
                    <a:pt x="2943" y="135922"/>
                  </a:lnTo>
                  <a:lnTo>
                    <a:pt x="2024" y="141218"/>
                  </a:lnTo>
                  <a:lnTo>
                    <a:pt x="1275" y="146541"/>
                  </a:lnTo>
                  <a:lnTo>
                    <a:pt x="697" y="151885"/>
                  </a:lnTo>
                  <a:lnTo>
                    <a:pt x="292" y="157246"/>
                  </a:lnTo>
                  <a:lnTo>
                    <a:pt x="59" y="162616"/>
                  </a:lnTo>
                  <a:lnTo>
                    <a:pt x="0" y="167991"/>
                  </a:lnTo>
                  <a:lnTo>
                    <a:pt x="112" y="173365"/>
                  </a:lnTo>
                  <a:lnTo>
                    <a:pt x="398" y="178733"/>
                  </a:lnTo>
                  <a:lnTo>
                    <a:pt x="856" y="184089"/>
                  </a:lnTo>
                  <a:lnTo>
                    <a:pt x="1486" y="189428"/>
                  </a:lnTo>
                  <a:lnTo>
                    <a:pt x="2288" y="194743"/>
                  </a:lnTo>
                  <a:lnTo>
                    <a:pt x="3260" y="200030"/>
                  </a:lnTo>
                  <a:lnTo>
                    <a:pt x="4401" y="205283"/>
                  </a:lnTo>
                  <a:lnTo>
                    <a:pt x="5711" y="210496"/>
                  </a:lnTo>
                  <a:lnTo>
                    <a:pt x="7187" y="215665"/>
                  </a:lnTo>
                  <a:lnTo>
                    <a:pt x="8829" y="220784"/>
                  </a:lnTo>
                  <a:lnTo>
                    <a:pt x="10635" y="225847"/>
                  </a:lnTo>
                  <a:lnTo>
                    <a:pt x="12603" y="230849"/>
                  </a:lnTo>
                  <a:lnTo>
                    <a:pt x="14730" y="235786"/>
                  </a:lnTo>
                  <a:lnTo>
                    <a:pt x="17015" y="240651"/>
                  </a:lnTo>
                  <a:lnTo>
                    <a:pt x="19455" y="245441"/>
                  </a:lnTo>
                  <a:lnTo>
                    <a:pt x="22048" y="250150"/>
                  </a:lnTo>
                  <a:lnTo>
                    <a:pt x="24791" y="254773"/>
                  </a:lnTo>
                  <a:lnTo>
                    <a:pt x="27682" y="259305"/>
                  </a:lnTo>
                  <a:lnTo>
                    <a:pt x="30716" y="263742"/>
                  </a:lnTo>
                  <a:lnTo>
                    <a:pt x="33892" y="268079"/>
                  </a:lnTo>
                  <a:lnTo>
                    <a:pt x="37205" y="272312"/>
                  </a:lnTo>
                  <a:lnTo>
                    <a:pt x="40653" y="27643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601960" y="4380988"/>
              <a:ext cx="126511" cy="109269"/>
            </a:xfrm>
            <a:custGeom>
              <a:avLst/>
              <a:pathLst>
                <a:path w="126511" h="109269">
                  <a:moveTo>
                    <a:pt x="0" y="109269"/>
                  </a:moveTo>
                  <a:lnTo>
                    <a:pt x="1265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601960" y="4380988"/>
              <a:ext cx="126511" cy="140107"/>
            </a:xfrm>
            <a:custGeom>
              <a:avLst/>
              <a:pathLst>
                <a:path w="126511" h="140107">
                  <a:moveTo>
                    <a:pt x="0" y="109269"/>
                  </a:moveTo>
                  <a:lnTo>
                    <a:pt x="4494" y="114266"/>
                  </a:lnTo>
                  <a:lnTo>
                    <a:pt x="9185" y="119078"/>
                  </a:lnTo>
                  <a:lnTo>
                    <a:pt x="14067" y="123697"/>
                  </a:lnTo>
                  <a:lnTo>
                    <a:pt x="19129" y="128117"/>
                  </a:lnTo>
                  <a:lnTo>
                    <a:pt x="24366" y="132330"/>
                  </a:lnTo>
                  <a:lnTo>
                    <a:pt x="29768" y="136329"/>
                  </a:lnTo>
                  <a:lnTo>
                    <a:pt x="35326" y="140107"/>
                  </a:lnTo>
                  <a:lnTo>
                    <a:pt x="12651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37286" y="4213821"/>
              <a:ext cx="258337" cy="334332"/>
            </a:xfrm>
            <a:custGeom>
              <a:avLst/>
              <a:pathLst>
                <a:path w="258337" h="334332">
                  <a:moveTo>
                    <a:pt x="0" y="307275"/>
                  </a:moveTo>
                  <a:lnTo>
                    <a:pt x="4498" y="310101"/>
                  </a:lnTo>
                  <a:lnTo>
                    <a:pt x="9084" y="312784"/>
                  </a:lnTo>
                  <a:lnTo>
                    <a:pt x="13752" y="315319"/>
                  </a:lnTo>
                  <a:lnTo>
                    <a:pt x="18499" y="317705"/>
                  </a:lnTo>
                  <a:lnTo>
                    <a:pt x="23320" y="319939"/>
                  </a:lnTo>
                  <a:lnTo>
                    <a:pt x="28209" y="322018"/>
                  </a:lnTo>
                  <a:lnTo>
                    <a:pt x="33161" y="323941"/>
                  </a:lnTo>
                  <a:lnTo>
                    <a:pt x="38172" y="325706"/>
                  </a:lnTo>
                  <a:lnTo>
                    <a:pt x="43237" y="327310"/>
                  </a:lnTo>
                  <a:lnTo>
                    <a:pt x="48350" y="328753"/>
                  </a:lnTo>
                  <a:lnTo>
                    <a:pt x="53506" y="330033"/>
                  </a:lnTo>
                  <a:lnTo>
                    <a:pt x="58701" y="331148"/>
                  </a:lnTo>
                  <a:lnTo>
                    <a:pt x="63928" y="332097"/>
                  </a:lnTo>
                  <a:lnTo>
                    <a:pt x="69183" y="332880"/>
                  </a:lnTo>
                  <a:lnTo>
                    <a:pt x="74460" y="333496"/>
                  </a:lnTo>
                  <a:lnTo>
                    <a:pt x="79754" y="333943"/>
                  </a:lnTo>
                  <a:lnTo>
                    <a:pt x="85059" y="334222"/>
                  </a:lnTo>
                  <a:lnTo>
                    <a:pt x="90371" y="334332"/>
                  </a:lnTo>
                  <a:lnTo>
                    <a:pt x="95683" y="334274"/>
                  </a:lnTo>
                  <a:lnTo>
                    <a:pt x="100991" y="334047"/>
                  </a:lnTo>
                  <a:lnTo>
                    <a:pt x="106289" y="333651"/>
                  </a:lnTo>
                  <a:lnTo>
                    <a:pt x="111572" y="333087"/>
                  </a:lnTo>
                  <a:lnTo>
                    <a:pt x="116834" y="332355"/>
                  </a:lnTo>
                  <a:lnTo>
                    <a:pt x="122070" y="331456"/>
                  </a:lnTo>
                  <a:lnTo>
                    <a:pt x="127275" y="330392"/>
                  </a:lnTo>
                  <a:lnTo>
                    <a:pt x="132444" y="329163"/>
                  </a:lnTo>
                  <a:lnTo>
                    <a:pt x="137571" y="327770"/>
                  </a:lnTo>
                  <a:lnTo>
                    <a:pt x="142651" y="326215"/>
                  </a:lnTo>
                  <a:lnTo>
                    <a:pt x="147679" y="324499"/>
                  </a:lnTo>
                  <a:lnTo>
                    <a:pt x="152650" y="322624"/>
                  </a:lnTo>
                  <a:lnTo>
                    <a:pt x="157559" y="320593"/>
                  </a:lnTo>
                  <a:lnTo>
                    <a:pt x="162401" y="318406"/>
                  </a:lnTo>
                  <a:lnTo>
                    <a:pt x="167171" y="316067"/>
                  </a:lnTo>
                  <a:lnTo>
                    <a:pt x="171864" y="313577"/>
                  </a:lnTo>
                  <a:lnTo>
                    <a:pt x="176476" y="310939"/>
                  </a:lnTo>
                  <a:lnTo>
                    <a:pt x="181001" y="308156"/>
                  </a:lnTo>
                  <a:lnTo>
                    <a:pt x="185436" y="305231"/>
                  </a:lnTo>
                  <a:lnTo>
                    <a:pt x="189776" y="302166"/>
                  </a:lnTo>
                  <a:lnTo>
                    <a:pt x="194016" y="298965"/>
                  </a:lnTo>
                  <a:lnTo>
                    <a:pt x="198152" y="295631"/>
                  </a:lnTo>
                  <a:lnTo>
                    <a:pt x="202181" y="292167"/>
                  </a:lnTo>
                  <a:lnTo>
                    <a:pt x="206097" y="288577"/>
                  </a:lnTo>
                  <a:lnTo>
                    <a:pt x="209897" y="284864"/>
                  </a:lnTo>
                  <a:lnTo>
                    <a:pt x="213577" y="281032"/>
                  </a:lnTo>
                  <a:lnTo>
                    <a:pt x="217133" y="277085"/>
                  </a:lnTo>
                  <a:lnTo>
                    <a:pt x="220563" y="273027"/>
                  </a:lnTo>
                  <a:lnTo>
                    <a:pt x="223861" y="268863"/>
                  </a:lnTo>
                  <a:lnTo>
                    <a:pt x="227026" y="264595"/>
                  </a:lnTo>
                  <a:lnTo>
                    <a:pt x="230053" y="260229"/>
                  </a:lnTo>
                  <a:lnTo>
                    <a:pt x="232940" y="255770"/>
                  </a:lnTo>
                  <a:lnTo>
                    <a:pt x="235684" y="251220"/>
                  </a:lnTo>
                  <a:lnTo>
                    <a:pt x="238282" y="246586"/>
                  </a:lnTo>
                  <a:lnTo>
                    <a:pt x="240732" y="241872"/>
                  </a:lnTo>
                  <a:lnTo>
                    <a:pt x="243030" y="237082"/>
                  </a:lnTo>
                  <a:lnTo>
                    <a:pt x="245175" y="232221"/>
                  </a:lnTo>
                  <a:lnTo>
                    <a:pt x="247164" y="227295"/>
                  </a:lnTo>
                  <a:lnTo>
                    <a:pt x="248996" y="222308"/>
                  </a:lnTo>
                  <a:lnTo>
                    <a:pt x="250669" y="217266"/>
                  </a:lnTo>
                  <a:lnTo>
                    <a:pt x="252180" y="212172"/>
                  </a:lnTo>
                  <a:lnTo>
                    <a:pt x="253529" y="207034"/>
                  </a:lnTo>
                  <a:lnTo>
                    <a:pt x="254714" y="201855"/>
                  </a:lnTo>
                  <a:lnTo>
                    <a:pt x="255734" y="196641"/>
                  </a:lnTo>
                  <a:lnTo>
                    <a:pt x="256587" y="191397"/>
                  </a:lnTo>
                  <a:lnTo>
                    <a:pt x="257274" y="186129"/>
                  </a:lnTo>
                  <a:lnTo>
                    <a:pt x="257792" y="180841"/>
                  </a:lnTo>
                  <a:lnTo>
                    <a:pt x="258143" y="175540"/>
                  </a:lnTo>
                  <a:lnTo>
                    <a:pt x="258324" y="170230"/>
                  </a:lnTo>
                  <a:lnTo>
                    <a:pt x="258337" y="164918"/>
                  </a:lnTo>
                  <a:lnTo>
                    <a:pt x="258182" y="159607"/>
                  </a:lnTo>
                  <a:lnTo>
                    <a:pt x="257857" y="154304"/>
                  </a:lnTo>
                  <a:lnTo>
                    <a:pt x="257364" y="149014"/>
                  </a:lnTo>
                  <a:lnTo>
                    <a:pt x="256703" y="143743"/>
                  </a:lnTo>
                  <a:lnTo>
                    <a:pt x="255875" y="138495"/>
                  </a:lnTo>
                  <a:lnTo>
                    <a:pt x="254881" y="133276"/>
                  </a:lnTo>
                  <a:lnTo>
                    <a:pt x="253721" y="128092"/>
                  </a:lnTo>
                  <a:lnTo>
                    <a:pt x="252398" y="122946"/>
                  </a:lnTo>
                  <a:lnTo>
                    <a:pt x="250911" y="117846"/>
                  </a:lnTo>
                  <a:lnTo>
                    <a:pt x="249263" y="112795"/>
                  </a:lnTo>
                  <a:lnTo>
                    <a:pt x="247455" y="107799"/>
                  </a:lnTo>
                  <a:lnTo>
                    <a:pt x="245490" y="102863"/>
                  </a:lnTo>
                  <a:lnTo>
                    <a:pt x="243369" y="97993"/>
                  </a:lnTo>
                  <a:lnTo>
                    <a:pt x="241094" y="93192"/>
                  </a:lnTo>
                  <a:lnTo>
                    <a:pt x="238667" y="88465"/>
                  </a:lnTo>
                  <a:lnTo>
                    <a:pt x="236092" y="83818"/>
                  </a:lnTo>
                  <a:lnTo>
                    <a:pt x="233370" y="79256"/>
                  </a:lnTo>
                  <a:lnTo>
                    <a:pt x="230505" y="74782"/>
                  </a:lnTo>
                  <a:lnTo>
                    <a:pt x="227499" y="70401"/>
                  </a:lnTo>
                  <a:lnTo>
                    <a:pt x="224355" y="66119"/>
                  </a:lnTo>
                  <a:lnTo>
                    <a:pt x="221077" y="61938"/>
                  </a:lnTo>
                  <a:lnTo>
                    <a:pt x="217667" y="57863"/>
                  </a:lnTo>
                  <a:lnTo>
                    <a:pt x="214130" y="53899"/>
                  </a:lnTo>
                  <a:lnTo>
                    <a:pt x="210469" y="50050"/>
                  </a:lnTo>
                  <a:lnTo>
                    <a:pt x="206687" y="46318"/>
                  </a:lnTo>
                  <a:lnTo>
                    <a:pt x="202788" y="42709"/>
                  </a:lnTo>
                  <a:lnTo>
                    <a:pt x="198777" y="39226"/>
                  </a:lnTo>
                  <a:lnTo>
                    <a:pt x="194657" y="35871"/>
                  </a:lnTo>
                  <a:lnTo>
                    <a:pt x="190432" y="32650"/>
                  </a:lnTo>
                  <a:lnTo>
                    <a:pt x="186108" y="29564"/>
                  </a:lnTo>
                  <a:lnTo>
                    <a:pt x="181687" y="26617"/>
                  </a:lnTo>
                  <a:lnTo>
                    <a:pt x="177175" y="23812"/>
                  </a:lnTo>
                  <a:lnTo>
                    <a:pt x="172576" y="21152"/>
                  </a:lnTo>
                  <a:lnTo>
                    <a:pt x="167895" y="18639"/>
                  </a:lnTo>
                  <a:lnTo>
                    <a:pt x="163137" y="16277"/>
                  </a:lnTo>
                  <a:lnTo>
                    <a:pt x="158306" y="14066"/>
                  </a:lnTo>
                  <a:lnTo>
                    <a:pt x="153407" y="12011"/>
                  </a:lnTo>
                  <a:lnTo>
                    <a:pt x="148445" y="10112"/>
                  </a:lnTo>
                  <a:lnTo>
                    <a:pt x="143425" y="8372"/>
                  </a:lnTo>
                  <a:lnTo>
                    <a:pt x="138353" y="6792"/>
                  </a:lnTo>
                  <a:lnTo>
                    <a:pt x="133233" y="5374"/>
                  </a:lnTo>
                  <a:lnTo>
                    <a:pt x="128070" y="4120"/>
                  </a:lnTo>
                  <a:lnTo>
                    <a:pt x="122870" y="3030"/>
                  </a:lnTo>
                  <a:lnTo>
                    <a:pt x="117638" y="2106"/>
                  </a:lnTo>
                  <a:lnTo>
                    <a:pt x="112380" y="1349"/>
                  </a:lnTo>
                  <a:lnTo>
                    <a:pt x="107100" y="759"/>
                  </a:lnTo>
                  <a:lnTo>
                    <a:pt x="101804" y="337"/>
                  </a:lnTo>
                  <a:lnTo>
                    <a:pt x="96497" y="84"/>
                  </a:lnTo>
                  <a:lnTo>
                    <a:pt x="91185" y="0"/>
                  </a:lnTo>
                  <a:lnTo>
                    <a:pt x="911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751857" y="3707720"/>
              <a:ext cx="205047" cy="334331"/>
            </a:xfrm>
            <a:custGeom>
              <a:avLst/>
              <a:pathLst>
                <a:path w="205047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0" y="1350"/>
                  </a:lnTo>
                  <a:lnTo>
                    <a:pt x="140690" y="2107"/>
                  </a:lnTo>
                  <a:lnTo>
                    <a:pt x="135456" y="3032"/>
                  </a:lnTo>
                  <a:lnTo>
                    <a:pt x="130254" y="4123"/>
                  </a:lnTo>
                  <a:lnTo>
                    <a:pt x="125090" y="5378"/>
                  </a:lnTo>
                  <a:lnTo>
                    <a:pt x="119968" y="6797"/>
                  </a:lnTo>
                  <a:lnTo>
                    <a:pt x="114893" y="8378"/>
                  </a:lnTo>
                  <a:lnTo>
                    <a:pt x="109872" y="10120"/>
                  </a:lnTo>
                  <a:lnTo>
                    <a:pt x="104908" y="12020"/>
                  </a:lnTo>
                  <a:lnTo>
                    <a:pt x="100008" y="14077"/>
                  </a:lnTo>
                  <a:lnTo>
                    <a:pt x="95175" y="16289"/>
                  </a:lnTo>
                  <a:lnTo>
                    <a:pt x="90415" y="18654"/>
                  </a:lnTo>
                  <a:lnTo>
                    <a:pt x="85733" y="21168"/>
                  </a:lnTo>
                  <a:lnTo>
                    <a:pt x="81133" y="23830"/>
                  </a:lnTo>
                  <a:lnTo>
                    <a:pt x="76620" y="26637"/>
                  </a:lnTo>
                  <a:lnTo>
                    <a:pt x="72198" y="29586"/>
                  </a:lnTo>
                  <a:lnTo>
                    <a:pt x="67872" y="32674"/>
                  </a:lnTo>
                  <a:lnTo>
                    <a:pt x="63647" y="35898"/>
                  </a:lnTo>
                  <a:lnTo>
                    <a:pt x="59526" y="39255"/>
                  </a:lnTo>
                  <a:lnTo>
                    <a:pt x="55514" y="42741"/>
                  </a:lnTo>
                  <a:lnTo>
                    <a:pt x="51615" y="46353"/>
                  </a:lnTo>
                  <a:lnTo>
                    <a:pt x="47833" y="50087"/>
                  </a:lnTo>
                  <a:lnTo>
                    <a:pt x="44172" y="53939"/>
                  </a:lnTo>
                  <a:lnTo>
                    <a:pt x="40634" y="57906"/>
                  </a:lnTo>
                  <a:lnTo>
                    <a:pt x="37225" y="61983"/>
                  </a:lnTo>
                  <a:lnTo>
                    <a:pt x="33947" y="66167"/>
                  </a:lnTo>
                  <a:lnTo>
                    <a:pt x="30803" y="70452"/>
                  </a:lnTo>
                  <a:lnTo>
                    <a:pt x="27798" y="74836"/>
                  </a:lnTo>
                  <a:lnTo>
                    <a:pt x="24933" y="79313"/>
                  </a:lnTo>
                  <a:lnTo>
                    <a:pt x="22212" y="83878"/>
                  </a:lnTo>
                  <a:lnTo>
                    <a:pt x="19638" y="88528"/>
                  </a:lnTo>
                  <a:lnTo>
                    <a:pt x="17212" y="93257"/>
                  </a:lnTo>
                  <a:lnTo>
                    <a:pt x="14938" y="98061"/>
                  </a:lnTo>
                  <a:lnTo>
                    <a:pt x="12819" y="102935"/>
                  </a:lnTo>
                  <a:lnTo>
                    <a:pt x="10855" y="107873"/>
                  </a:lnTo>
                  <a:lnTo>
                    <a:pt x="9049" y="112872"/>
                  </a:lnTo>
                  <a:lnTo>
                    <a:pt x="7403" y="117926"/>
                  </a:lnTo>
                  <a:lnTo>
                    <a:pt x="5918" y="123029"/>
                  </a:lnTo>
                  <a:lnTo>
                    <a:pt x="4596" y="128177"/>
                  </a:lnTo>
                  <a:lnTo>
                    <a:pt x="3439" y="133364"/>
                  </a:lnTo>
                  <a:lnTo>
                    <a:pt x="2447" y="138586"/>
                  </a:lnTo>
                  <a:lnTo>
                    <a:pt x="1622" y="143836"/>
                  </a:lnTo>
                  <a:lnTo>
                    <a:pt x="964" y="149110"/>
                  </a:lnTo>
                  <a:lnTo>
                    <a:pt x="474" y="154402"/>
                  </a:lnTo>
                  <a:lnTo>
                    <a:pt x="152" y="159707"/>
                  </a:lnTo>
                  <a:lnTo>
                    <a:pt x="0" y="165020"/>
                  </a:lnTo>
                  <a:lnTo>
                    <a:pt x="16" y="170335"/>
                  </a:lnTo>
                  <a:lnTo>
                    <a:pt x="201" y="175646"/>
                  </a:lnTo>
                  <a:lnTo>
                    <a:pt x="555" y="180949"/>
                  </a:lnTo>
                  <a:lnTo>
                    <a:pt x="1077" y="186239"/>
                  </a:lnTo>
                  <a:lnTo>
                    <a:pt x="1767" y="191508"/>
                  </a:lnTo>
                  <a:lnTo>
                    <a:pt x="2625" y="196754"/>
                  </a:lnTo>
                  <a:lnTo>
                    <a:pt x="3648" y="201969"/>
                  </a:lnTo>
                  <a:lnTo>
                    <a:pt x="4837" y="207149"/>
                  </a:lnTo>
                  <a:lnTo>
                    <a:pt x="6191" y="212289"/>
                  </a:lnTo>
                  <a:lnTo>
                    <a:pt x="7706" y="217383"/>
                  </a:lnTo>
                  <a:lnTo>
                    <a:pt x="9383" y="222426"/>
                  </a:lnTo>
                  <a:lnTo>
                    <a:pt x="11220" y="227414"/>
                  </a:lnTo>
                  <a:lnTo>
                    <a:pt x="13214" y="232340"/>
                  </a:lnTo>
                  <a:lnTo>
                    <a:pt x="15363" y="237201"/>
                  </a:lnTo>
                  <a:lnTo>
                    <a:pt x="17666" y="241991"/>
                  </a:lnTo>
                  <a:lnTo>
                    <a:pt x="20121" y="246705"/>
                  </a:lnTo>
                  <a:lnTo>
                    <a:pt x="22723" y="251339"/>
                  </a:lnTo>
                  <a:lnTo>
                    <a:pt x="25472" y="255888"/>
                  </a:lnTo>
                  <a:lnTo>
                    <a:pt x="28364" y="260347"/>
                  </a:lnTo>
                  <a:lnTo>
                    <a:pt x="31397" y="264712"/>
                  </a:lnTo>
                  <a:lnTo>
                    <a:pt x="34566" y="268979"/>
                  </a:lnTo>
                  <a:lnTo>
                    <a:pt x="37870" y="273142"/>
                  </a:lnTo>
                  <a:lnTo>
                    <a:pt x="41304" y="277198"/>
                  </a:lnTo>
                  <a:lnTo>
                    <a:pt x="44865" y="281143"/>
                  </a:lnTo>
                  <a:lnTo>
                    <a:pt x="48550" y="284973"/>
                  </a:lnTo>
                  <a:lnTo>
                    <a:pt x="52355" y="288684"/>
                  </a:lnTo>
                  <a:lnTo>
                    <a:pt x="56276" y="292272"/>
                  </a:lnTo>
                  <a:lnTo>
                    <a:pt x="60309" y="295734"/>
                  </a:lnTo>
                  <a:lnTo>
                    <a:pt x="64451" y="299065"/>
                  </a:lnTo>
                  <a:lnTo>
                    <a:pt x="68695" y="302263"/>
                  </a:lnTo>
                  <a:lnTo>
                    <a:pt x="73040" y="305325"/>
                  </a:lnTo>
                  <a:lnTo>
                    <a:pt x="77479" y="308247"/>
                  </a:lnTo>
                  <a:lnTo>
                    <a:pt x="82010" y="311026"/>
                  </a:lnTo>
                  <a:lnTo>
                    <a:pt x="86626" y="313660"/>
                  </a:lnTo>
                  <a:lnTo>
                    <a:pt x="91324" y="316146"/>
                  </a:lnTo>
                  <a:lnTo>
                    <a:pt x="96098" y="318481"/>
                  </a:lnTo>
                  <a:lnTo>
                    <a:pt x="100944" y="320664"/>
                  </a:lnTo>
                  <a:lnTo>
                    <a:pt x="105857" y="322691"/>
                  </a:lnTo>
                  <a:lnTo>
                    <a:pt x="110832" y="324561"/>
                  </a:lnTo>
                  <a:lnTo>
                    <a:pt x="115864" y="326272"/>
                  </a:lnTo>
                  <a:lnTo>
                    <a:pt x="120948" y="327822"/>
                  </a:lnTo>
                  <a:lnTo>
                    <a:pt x="126078" y="329210"/>
                  </a:lnTo>
                  <a:lnTo>
                    <a:pt x="131250" y="330433"/>
                  </a:lnTo>
                  <a:lnTo>
                    <a:pt x="136459" y="331492"/>
                  </a:lnTo>
                  <a:lnTo>
                    <a:pt x="141698" y="332385"/>
                  </a:lnTo>
                  <a:lnTo>
                    <a:pt x="146963" y="333111"/>
                  </a:lnTo>
                  <a:lnTo>
                    <a:pt x="152249" y="333669"/>
                  </a:lnTo>
                  <a:lnTo>
                    <a:pt x="157549" y="334058"/>
                  </a:lnTo>
                  <a:lnTo>
                    <a:pt x="162859" y="334279"/>
                  </a:lnTo>
                  <a:lnTo>
                    <a:pt x="168174" y="334331"/>
                  </a:lnTo>
                  <a:lnTo>
                    <a:pt x="173488" y="334214"/>
                  </a:lnTo>
                  <a:lnTo>
                    <a:pt x="178795" y="333929"/>
                  </a:lnTo>
                  <a:lnTo>
                    <a:pt x="184090" y="333474"/>
                  </a:lnTo>
                  <a:lnTo>
                    <a:pt x="189368" y="332852"/>
                  </a:lnTo>
                  <a:lnTo>
                    <a:pt x="194624" y="332062"/>
                  </a:lnTo>
                  <a:lnTo>
                    <a:pt x="199852" y="331105"/>
                  </a:lnTo>
                  <a:lnTo>
                    <a:pt x="205047" y="329983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4"/>
              <a:ext cx="167167" cy="329979"/>
            </a:xfrm>
            <a:custGeom>
              <a:avLst/>
              <a:pathLst>
                <a:path w="167167" h="329979">
                  <a:moveTo>
                    <a:pt x="37894" y="329979"/>
                  </a:moveTo>
                  <a:lnTo>
                    <a:pt x="43073" y="328686"/>
                  </a:lnTo>
                  <a:lnTo>
                    <a:pt x="48208" y="327228"/>
                  </a:lnTo>
                  <a:lnTo>
                    <a:pt x="53294" y="325607"/>
                  </a:lnTo>
                  <a:lnTo>
                    <a:pt x="58325" y="323825"/>
                  </a:lnTo>
                  <a:lnTo>
                    <a:pt x="63297" y="321883"/>
                  </a:lnTo>
                  <a:lnTo>
                    <a:pt x="68205" y="319783"/>
                  </a:lnTo>
                  <a:lnTo>
                    <a:pt x="73043" y="317528"/>
                  </a:lnTo>
                  <a:lnTo>
                    <a:pt x="77806" y="315119"/>
                  </a:lnTo>
                  <a:lnTo>
                    <a:pt x="82490" y="312560"/>
                  </a:lnTo>
                  <a:lnTo>
                    <a:pt x="87090" y="309852"/>
                  </a:lnTo>
                  <a:lnTo>
                    <a:pt x="91602" y="306998"/>
                  </a:lnTo>
                  <a:lnTo>
                    <a:pt x="96020" y="304002"/>
                  </a:lnTo>
                  <a:lnTo>
                    <a:pt x="100340" y="300867"/>
                  </a:lnTo>
                  <a:lnTo>
                    <a:pt x="104557" y="297595"/>
                  </a:lnTo>
                  <a:lnTo>
                    <a:pt x="108668" y="294190"/>
                  </a:lnTo>
                  <a:lnTo>
                    <a:pt x="112669" y="290656"/>
                  </a:lnTo>
                  <a:lnTo>
                    <a:pt x="116554" y="286996"/>
                  </a:lnTo>
                  <a:lnTo>
                    <a:pt x="120321" y="283214"/>
                  </a:lnTo>
                  <a:lnTo>
                    <a:pt x="123964" y="279313"/>
                  </a:lnTo>
                  <a:lnTo>
                    <a:pt x="127482" y="275298"/>
                  </a:lnTo>
                  <a:lnTo>
                    <a:pt x="130869" y="271173"/>
                  </a:lnTo>
                  <a:lnTo>
                    <a:pt x="134123" y="266941"/>
                  </a:lnTo>
                  <a:lnTo>
                    <a:pt x="137241" y="262608"/>
                  </a:lnTo>
                  <a:lnTo>
                    <a:pt x="140218" y="258178"/>
                  </a:lnTo>
                  <a:lnTo>
                    <a:pt x="143052" y="253655"/>
                  </a:lnTo>
                  <a:lnTo>
                    <a:pt x="145741" y="249043"/>
                  </a:lnTo>
                  <a:lnTo>
                    <a:pt x="148281" y="244348"/>
                  </a:lnTo>
                  <a:lnTo>
                    <a:pt x="150670" y="239575"/>
                  </a:lnTo>
                  <a:lnTo>
                    <a:pt x="152905" y="234727"/>
                  </a:lnTo>
                  <a:lnTo>
                    <a:pt x="154984" y="229811"/>
                  </a:lnTo>
                  <a:lnTo>
                    <a:pt x="156905" y="224831"/>
                  </a:lnTo>
                  <a:lnTo>
                    <a:pt x="158666" y="219792"/>
                  </a:lnTo>
                  <a:lnTo>
                    <a:pt x="160266" y="214699"/>
                  </a:lnTo>
                  <a:lnTo>
                    <a:pt x="161702" y="209558"/>
                  </a:lnTo>
                  <a:lnTo>
                    <a:pt x="162973" y="204374"/>
                  </a:lnTo>
                  <a:lnTo>
                    <a:pt x="164078" y="199151"/>
                  </a:lnTo>
                  <a:lnTo>
                    <a:pt x="165015" y="193896"/>
                  </a:lnTo>
                  <a:lnTo>
                    <a:pt x="165785" y="188614"/>
                  </a:lnTo>
                  <a:lnTo>
                    <a:pt x="166385" y="183310"/>
                  </a:lnTo>
                  <a:lnTo>
                    <a:pt x="166816" y="177990"/>
                  </a:lnTo>
                  <a:lnTo>
                    <a:pt x="167077" y="172658"/>
                  </a:lnTo>
                  <a:lnTo>
                    <a:pt x="167167" y="167321"/>
                  </a:lnTo>
                  <a:lnTo>
                    <a:pt x="167087" y="161984"/>
                  </a:lnTo>
                  <a:lnTo>
                    <a:pt x="166836" y="156652"/>
                  </a:lnTo>
                  <a:lnTo>
                    <a:pt x="166416" y="151331"/>
                  </a:lnTo>
                  <a:lnTo>
                    <a:pt x="165825" y="146025"/>
                  </a:lnTo>
                  <a:lnTo>
                    <a:pt x="165066" y="140742"/>
                  </a:lnTo>
                  <a:lnTo>
                    <a:pt x="164138" y="135485"/>
                  </a:lnTo>
                  <a:lnTo>
                    <a:pt x="163043" y="130261"/>
                  </a:lnTo>
                  <a:lnTo>
                    <a:pt x="161782" y="125074"/>
                  </a:lnTo>
                  <a:lnTo>
                    <a:pt x="160355" y="119930"/>
                  </a:lnTo>
                  <a:lnTo>
                    <a:pt x="158766" y="114835"/>
                  </a:lnTo>
                  <a:lnTo>
                    <a:pt x="157014" y="109792"/>
                  </a:lnTo>
                  <a:lnTo>
                    <a:pt x="155102" y="104808"/>
                  </a:lnTo>
                  <a:lnTo>
                    <a:pt x="153032" y="99888"/>
                  </a:lnTo>
                  <a:lnTo>
                    <a:pt x="150806" y="95037"/>
                  </a:lnTo>
                  <a:lnTo>
                    <a:pt x="148427" y="90258"/>
                  </a:lnTo>
                  <a:lnTo>
                    <a:pt x="145896" y="85559"/>
                  </a:lnTo>
                  <a:lnTo>
                    <a:pt x="143216" y="80942"/>
                  </a:lnTo>
                  <a:lnTo>
                    <a:pt x="140390" y="76414"/>
                  </a:lnTo>
                  <a:lnTo>
                    <a:pt x="137421" y="71978"/>
                  </a:lnTo>
                  <a:lnTo>
                    <a:pt x="134312" y="67639"/>
                  </a:lnTo>
                  <a:lnTo>
                    <a:pt x="131066" y="63401"/>
                  </a:lnTo>
                  <a:lnTo>
                    <a:pt x="127686" y="59269"/>
                  </a:lnTo>
                  <a:lnTo>
                    <a:pt x="124177" y="55248"/>
                  </a:lnTo>
                  <a:lnTo>
                    <a:pt x="120540" y="51340"/>
                  </a:lnTo>
                  <a:lnTo>
                    <a:pt x="116781" y="47551"/>
                  </a:lnTo>
                  <a:lnTo>
                    <a:pt x="112902" y="43883"/>
                  </a:lnTo>
                  <a:lnTo>
                    <a:pt x="108909" y="40341"/>
                  </a:lnTo>
                  <a:lnTo>
                    <a:pt x="104804" y="36929"/>
                  </a:lnTo>
                  <a:lnTo>
                    <a:pt x="100593" y="33649"/>
                  </a:lnTo>
                  <a:lnTo>
                    <a:pt x="96279" y="30505"/>
                  </a:lnTo>
                  <a:lnTo>
                    <a:pt x="91867" y="27501"/>
                  </a:lnTo>
                  <a:lnTo>
                    <a:pt x="87361" y="24639"/>
                  </a:lnTo>
                  <a:lnTo>
                    <a:pt x="82766" y="21923"/>
                  </a:lnTo>
                  <a:lnTo>
                    <a:pt x="78086" y="19354"/>
                  </a:lnTo>
                  <a:lnTo>
                    <a:pt x="73327" y="16936"/>
                  </a:lnTo>
                  <a:lnTo>
                    <a:pt x="68494" y="14672"/>
                  </a:lnTo>
                  <a:lnTo>
                    <a:pt x="63590" y="12563"/>
                  </a:lnTo>
                  <a:lnTo>
                    <a:pt x="58622" y="10611"/>
                  </a:lnTo>
                  <a:lnTo>
                    <a:pt x="53594" y="8819"/>
                  </a:lnTo>
                  <a:lnTo>
                    <a:pt x="48511" y="7189"/>
                  </a:lnTo>
                  <a:lnTo>
                    <a:pt x="43378" y="5722"/>
                  </a:lnTo>
                  <a:lnTo>
                    <a:pt x="38202" y="4419"/>
                  </a:lnTo>
                  <a:lnTo>
                    <a:pt x="32987" y="3282"/>
                  </a:lnTo>
                  <a:lnTo>
                    <a:pt x="27737" y="2313"/>
                  </a:lnTo>
                  <a:lnTo>
                    <a:pt x="22460" y="1511"/>
                  </a:lnTo>
                  <a:lnTo>
                    <a:pt x="17160" y="878"/>
                  </a:lnTo>
                  <a:lnTo>
                    <a:pt x="11842" y="415"/>
                  </a:lnTo>
                  <a:lnTo>
                    <a:pt x="6512" y="122"/>
                  </a:lnTo>
                  <a:lnTo>
                    <a:pt x="1176" y="0"/>
                  </a:lnTo>
                  <a:lnTo>
                    <a:pt x="0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1176" cy="167167"/>
            </a:xfrm>
            <a:custGeom>
              <a:avLst/>
              <a:pathLst>
                <a:path w="1176" h="167167">
                  <a:moveTo>
                    <a:pt x="1176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tx80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2025-06-05T20:46:19Z</dcterms:modified>
  <cp:category/>
</cp:coreProperties>
</file>