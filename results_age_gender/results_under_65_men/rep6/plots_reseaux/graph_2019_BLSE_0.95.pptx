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46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73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46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19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75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46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87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73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46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70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42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90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008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46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37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09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46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52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08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46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66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61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46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71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61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46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71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61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46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173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42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73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09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73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083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77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73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61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73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61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173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61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173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00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308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42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097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42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19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88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141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174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72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73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87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70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373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90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26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18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66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18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70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188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11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98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08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22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46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35677" y="3170392"/>
              <a:ext cx="48101" cy="167167"/>
            </a:xfrm>
            <a:custGeom>
              <a:avLst/>
              <a:pathLst>
                <a:path w="48101" h="167167">
                  <a:moveTo>
                    <a:pt x="48101" y="0"/>
                  </a:moveTo>
                  <a:lnTo>
                    <a:pt x="42003" y="111"/>
                  </a:lnTo>
                  <a:lnTo>
                    <a:pt x="35914" y="444"/>
                  </a:lnTo>
                  <a:lnTo>
                    <a:pt x="29841" y="1000"/>
                  </a:lnTo>
                  <a:lnTo>
                    <a:pt x="23792" y="1776"/>
                  </a:lnTo>
                  <a:lnTo>
                    <a:pt x="17775" y="2773"/>
                  </a:lnTo>
                  <a:lnTo>
                    <a:pt x="11799" y="3989"/>
                  </a:lnTo>
                  <a:lnTo>
                    <a:pt x="5871" y="5421"/>
                  </a:lnTo>
                  <a:lnTo>
                    <a:pt x="0" y="7069"/>
                  </a:lnTo>
                  <a:lnTo>
                    <a:pt x="4810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816629" y="3170921"/>
              <a:ext cx="334315" cy="333803"/>
            </a:xfrm>
            <a:custGeom>
              <a:avLst/>
              <a:pathLst>
                <a:path w="334315" h="333803">
                  <a:moveTo>
                    <a:pt x="119048" y="6540"/>
                  </a:moveTo>
                  <a:lnTo>
                    <a:pt x="114012" y="8141"/>
                  </a:lnTo>
                  <a:lnTo>
                    <a:pt x="109029" y="9899"/>
                  </a:lnTo>
                  <a:lnTo>
                    <a:pt x="104103" y="11815"/>
                  </a:lnTo>
                  <a:lnTo>
                    <a:pt x="99241" y="13885"/>
                  </a:lnTo>
                  <a:lnTo>
                    <a:pt x="94447" y="16108"/>
                  </a:lnTo>
                  <a:lnTo>
                    <a:pt x="89725" y="18481"/>
                  </a:lnTo>
                  <a:lnTo>
                    <a:pt x="85081" y="21002"/>
                  </a:lnTo>
                  <a:lnTo>
                    <a:pt x="80519" y="23669"/>
                  </a:lnTo>
                  <a:lnTo>
                    <a:pt x="76043" y="26479"/>
                  </a:lnTo>
                  <a:lnTo>
                    <a:pt x="71658" y="29428"/>
                  </a:lnTo>
                  <a:lnTo>
                    <a:pt x="67369" y="32515"/>
                  </a:lnTo>
                  <a:lnTo>
                    <a:pt x="63180" y="35736"/>
                  </a:lnTo>
                  <a:lnTo>
                    <a:pt x="59094" y="39088"/>
                  </a:lnTo>
                  <a:lnTo>
                    <a:pt x="55116" y="42567"/>
                  </a:lnTo>
                  <a:lnTo>
                    <a:pt x="51251" y="46170"/>
                  </a:lnTo>
                  <a:lnTo>
                    <a:pt x="47501" y="49894"/>
                  </a:lnTo>
                  <a:lnTo>
                    <a:pt x="43871" y="53734"/>
                  </a:lnTo>
                  <a:lnTo>
                    <a:pt x="40364" y="57687"/>
                  </a:lnTo>
                  <a:lnTo>
                    <a:pt x="36983" y="61749"/>
                  </a:lnTo>
                  <a:lnTo>
                    <a:pt x="33733" y="65916"/>
                  </a:lnTo>
                  <a:lnTo>
                    <a:pt x="30616" y="70183"/>
                  </a:lnTo>
                  <a:lnTo>
                    <a:pt x="27635" y="74547"/>
                  </a:lnTo>
                  <a:lnTo>
                    <a:pt x="24794" y="79003"/>
                  </a:lnTo>
                  <a:lnTo>
                    <a:pt x="22095" y="83546"/>
                  </a:lnTo>
                  <a:lnTo>
                    <a:pt x="19541" y="88172"/>
                  </a:lnTo>
                  <a:lnTo>
                    <a:pt x="17135" y="92877"/>
                  </a:lnTo>
                  <a:lnTo>
                    <a:pt x="14879" y="97656"/>
                  </a:lnTo>
                  <a:lnTo>
                    <a:pt x="12774" y="102503"/>
                  </a:lnTo>
                  <a:lnTo>
                    <a:pt x="10824" y="107415"/>
                  </a:lnTo>
                  <a:lnTo>
                    <a:pt x="9030" y="112386"/>
                  </a:lnTo>
                  <a:lnTo>
                    <a:pt x="7395" y="117411"/>
                  </a:lnTo>
                  <a:lnTo>
                    <a:pt x="5919" y="122485"/>
                  </a:lnTo>
                  <a:lnTo>
                    <a:pt x="4603" y="127603"/>
                  </a:lnTo>
                  <a:lnTo>
                    <a:pt x="3451" y="132760"/>
                  </a:lnTo>
                  <a:lnTo>
                    <a:pt x="2462" y="137951"/>
                  </a:lnTo>
                  <a:lnTo>
                    <a:pt x="1637" y="143171"/>
                  </a:lnTo>
                  <a:lnTo>
                    <a:pt x="978" y="148415"/>
                  </a:lnTo>
                  <a:lnTo>
                    <a:pt x="485" y="153676"/>
                  </a:lnTo>
                  <a:lnTo>
                    <a:pt x="159" y="158950"/>
                  </a:lnTo>
                  <a:lnTo>
                    <a:pt x="0" y="164233"/>
                  </a:lnTo>
                  <a:lnTo>
                    <a:pt x="7" y="169517"/>
                  </a:lnTo>
                  <a:lnTo>
                    <a:pt x="182" y="174799"/>
                  </a:lnTo>
                  <a:lnTo>
                    <a:pt x="523" y="180072"/>
                  </a:lnTo>
                  <a:lnTo>
                    <a:pt x="1031" y="185332"/>
                  </a:lnTo>
                  <a:lnTo>
                    <a:pt x="1705" y="190574"/>
                  </a:lnTo>
                  <a:lnTo>
                    <a:pt x="2544" y="195791"/>
                  </a:lnTo>
                  <a:lnTo>
                    <a:pt x="3548" y="200979"/>
                  </a:lnTo>
                  <a:lnTo>
                    <a:pt x="4715" y="206133"/>
                  </a:lnTo>
                  <a:lnTo>
                    <a:pt x="6044" y="211248"/>
                  </a:lnTo>
                  <a:lnTo>
                    <a:pt x="7535" y="216318"/>
                  </a:lnTo>
                  <a:lnTo>
                    <a:pt x="9185" y="221338"/>
                  </a:lnTo>
                  <a:lnTo>
                    <a:pt x="10993" y="226304"/>
                  </a:lnTo>
                  <a:lnTo>
                    <a:pt x="12957" y="231210"/>
                  </a:lnTo>
                  <a:lnTo>
                    <a:pt x="15075" y="236051"/>
                  </a:lnTo>
                  <a:lnTo>
                    <a:pt x="17345" y="240823"/>
                  </a:lnTo>
                  <a:lnTo>
                    <a:pt x="19765" y="245521"/>
                  </a:lnTo>
                  <a:lnTo>
                    <a:pt x="22332" y="250141"/>
                  </a:lnTo>
                  <a:lnTo>
                    <a:pt x="25043" y="254676"/>
                  </a:lnTo>
                  <a:lnTo>
                    <a:pt x="27897" y="259124"/>
                  </a:lnTo>
                  <a:lnTo>
                    <a:pt x="30890" y="263479"/>
                  </a:lnTo>
                  <a:lnTo>
                    <a:pt x="34019" y="267738"/>
                  </a:lnTo>
                  <a:lnTo>
                    <a:pt x="37281" y="271895"/>
                  </a:lnTo>
                  <a:lnTo>
                    <a:pt x="40673" y="275948"/>
                  </a:lnTo>
                  <a:lnTo>
                    <a:pt x="44192" y="279891"/>
                  </a:lnTo>
                  <a:lnTo>
                    <a:pt x="47833" y="283721"/>
                  </a:lnTo>
                  <a:lnTo>
                    <a:pt x="51593" y="287433"/>
                  </a:lnTo>
                  <a:lnTo>
                    <a:pt x="55469" y="291026"/>
                  </a:lnTo>
                  <a:lnTo>
                    <a:pt x="59456" y="294493"/>
                  </a:lnTo>
                  <a:lnTo>
                    <a:pt x="63552" y="297834"/>
                  </a:lnTo>
                  <a:lnTo>
                    <a:pt x="67750" y="301043"/>
                  </a:lnTo>
                  <a:lnTo>
                    <a:pt x="72048" y="304117"/>
                  </a:lnTo>
                  <a:lnTo>
                    <a:pt x="76441" y="307055"/>
                  </a:lnTo>
                  <a:lnTo>
                    <a:pt x="80925" y="309852"/>
                  </a:lnTo>
                  <a:lnTo>
                    <a:pt x="85495" y="312505"/>
                  </a:lnTo>
                  <a:lnTo>
                    <a:pt x="90146" y="315013"/>
                  </a:lnTo>
                  <a:lnTo>
                    <a:pt x="94874" y="317373"/>
                  </a:lnTo>
                  <a:lnTo>
                    <a:pt x="99675" y="319582"/>
                  </a:lnTo>
                  <a:lnTo>
                    <a:pt x="104543" y="321639"/>
                  </a:lnTo>
                  <a:lnTo>
                    <a:pt x="109474" y="323540"/>
                  </a:lnTo>
                  <a:lnTo>
                    <a:pt x="114462" y="325285"/>
                  </a:lnTo>
                  <a:lnTo>
                    <a:pt x="119503" y="326871"/>
                  </a:lnTo>
                  <a:lnTo>
                    <a:pt x="124591" y="328297"/>
                  </a:lnTo>
                  <a:lnTo>
                    <a:pt x="129722" y="329561"/>
                  </a:lnTo>
                  <a:lnTo>
                    <a:pt x="134891" y="330663"/>
                  </a:lnTo>
                  <a:lnTo>
                    <a:pt x="140091" y="331601"/>
                  </a:lnTo>
                  <a:lnTo>
                    <a:pt x="145319" y="332373"/>
                  </a:lnTo>
                  <a:lnTo>
                    <a:pt x="150568" y="332981"/>
                  </a:lnTo>
                  <a:lnTo>
                    <a:pt x="155835" y="333422"/>
                  </a:lnTo>
                  <a:lnTo>
                    <a:pt x="161112" y="333696"/>
                  </a:lnTo>
                  <a:lnTo>
                    <a:pt x="166395" y="333803"/>
                  </a:lnTo>
                  <a:lnTo>
                    <a:pt x="171680" y="333744"/>
                  </a:lnTo>
                  <a:lnTo>
                    <a:pt x="176959" y="333517"/>
                  </a:lnTo>
                  <a:lnTo>
                    <a:pt x="182229" y="333124"/>
                  </a:lnTo>
                  <a:lnTo>
                    <a:pt x="187484" y="332564"/>
                  </a:lnTo>
                  <a:lnTo>
                    <a:pt x="192718" y="331838"/>
                  </a:lnTo>
                  <a:lnTo>
                    <a:pt x="197927" y="330947"/>
                  </a:lnTo>
                  <a:lnTo>
                    <a:pt x="203105" y="329892"/>
                  </a:lnTo>
                  <a:lnTo>
                    <a:pt x="208248" y="328674"/>
                  </a:lnTo>
                  <a:lnTo>
                    <a:pt x="213349" y="327294"/>
                  </a:lnTo>
                  <a:lnTo>
                    <a:pt x="218404" y="325754"/>
                  </a:lnTo>
                  <a:lnTo>
                    <a:pt x="223407" y="324054"/>
                  </a:lnTo>
                  <a:lnTo>
                    <a:pt x="228355" y="322197"/>
                  </a:lnTo>
                  <a:lnTo>
                    <a:pt x="233241" y="320185"/>
                  </a:lnTo>
                  <a:lnTo>
                    <a:pt x="238062" y="318019"/>
                  </a:lnTo>
                  <a:lnTo>
                    <a:pt x="242811" y="315702"/>
                  </a:lnTo>
                  <a:lnTo>
                    <a:pt x="247485" y="313236"/>
                  </a:lnTo>
                  <a:lnTo>
                    <a:pt x="252079" y="310624"/>
                  </a:lnTo>
                  <a:lnTo>
                    <a:pt x="256587" y="307867"/>
                  </a:lnTo>
                  <a:lnTo>
                    <a:pt x="261007" y="304970"/>
                  </a:lnTo>
                  <a:lnTo>
                    <a:pt x="265332" y="301934"/>
                  </a:lnTo>
                  <a:lnTo>
                    <a:pt x="269560" y="298763"/>
                  </a:lnTo>
                  <a:lnTo>
                    <a:pt x="273685" y="295460"/>
                  </a:lnTo>
                  <a:lnTo>
                    <a:pt x="277703" y="292028"/>
                  </a:lnTo>
                  <a:lnTo>
                    <a:pt x="281611" y="288471"/>
                  </a:lnTo>
                  <a:lnTo>
                    <a:pt x="285405" y="284793"/>
                  </a:lnTo>
                  <a:lnTo>
                    <a:pt x="289081" y="280996"/>
                  </a:lnTo>
                  <a:lnTo>
                    <a:pt x="292634" y="277084"/>
                  </a:lnTo>
                  <a:lnTo>
                    <a:pt x="296063" y="273063"/>
                  </a:lnTo>
                  <a:lnTo>
                    <a:pt x="299362" y="268935"/>
                  </a:lnTo>
                  <a:lnTo>
                    <a:pt x="302530" y="264705"/>
                  </a:lnTo>
                  <a:lnTo>
                    <a:pt x="305562" y="260377"/>
                  </a:lnTo>
                  <a:lnTo>
                    <a:pt x="308456" y="255955"/>
                  </a:lnTo>
                  <a:lnTo>
                    <a:pt x="311208" y="251444"/>
                  </a:lnTo>
                  <a:lnTo>
                    <a:pt x="313817" y="246848"/>
                  </a:lnTo>
                  <a:lnTo>
                    <a:pt x="316279" y="242172"/>
                  </a:lnTo>
                  <a:lnTo>
                    <a:pt x="318592" y="237421"/>
                  </a:lnTo>
                  <a:lnTo>
                    <a:pt x="320753" y="232599"/>
                  </a:lnTo>
                  <a:lnTo>
                    <a:pt x="322762" y="227711"/>
                  </a:lnTo>
                  <a:lnTo>
                    <a:pt x="324614" y="222761"/>
                  </a:lnTo>
                  <a:lnTo>
                    <a:pt x="326309" y="217756"/>
                  </a:lnTo>
                  <a:lnTo>
                    <a:pt x="327846" y="212700"/>
                  </a:lnTo>
                  <a:lnTo>
                    <a:pt x="329221" y="207598"/>
                  </a:lnTo>
                  <a:lnTo>
                    <a:pt x="330435" y="202454"/>
                  </a:lnTo>
                  <a:lnTo>
                    <a:pt x="331486" y="197275"/>
                  </a:lnTo>
                  <a:lnTo>
                    <a:pt x="332372" y="192066"/>
                  </a:lnTo>
                  <a:lnTo>
                    <a:pt x="333093" y="186831"/>
                  </a:lnTo>
                  <a:lnTo>
                    <a:pt x="333648" y="181575"/>
                  </a:lnTo>
                  <a:lnTo>
                    <a:pt x="334037" y="176305"/>
                  </a:lnTo>
                  <a:lnTo>
                    <a:pt x="334259" y="171025"/>
                  </a:lnTo>
                  <a:lnTo>
                    <a:pt x="334315" y="165741"/>
                  </a:lnTo>
                  <a:lnTo>
                    <a:pt x="334203" y="160458"/>
                  </a:lnTo>
                  <a:lnTo>
                    <a:pt x="333924" y="155181"/>
                  </a:lnTo>
                  <a:lnTo>
                    <a:pt x="333479" y="149915"/>
                  </a:lnTo>
                  <a:lnTo>
                    <a:pt x="332867" y="144666"/>
                  </a:lnTo>
                  <a:lnTo>
                    <a:pt x="332090" y="139439"/>
                  </a:lnTo>
                  <a:lnTo>
                    <a:pt x="331147" y="134239"/>
                  </a:lnTo>
                  <a:lnTo>
                    <a:pt x="330041" y="129071"/>
                  </a:lnTo>
                  <a:lnTo>
                    <a:pt x="328773" y="123941"/>
                  </a:lnTo>
                  <a:lnTo>
                    <a:pt x="327342" y="118854"/>
                  </a:lnTo>
                  <a:lnTo>
                    <a:pt x="325752" y="113815"/>
                  </a:lnTo>
                  <a:lnTo>
                    <a:pt x="324003" y="108828"/>
                  </a:lnTo>
                  <a:lnTo>
                    <a:pt x="322097" y="103899"/>
                  </a:lnTo>
                  <a:lnTo>
                    <a:pt x="320037" y="99033"/>
                  </a:lnTo>
                  <a:lnTo>
                    <a:pt x="317824" y="94234"/>
                  </a:lnTo>
                  <a:lnTo>
                    <a:pt x="315460" y="89508"/>
                  </a:lnTo>
                  <a:lnTo>
                    <a:pt x="312948" y="84858"/>
                  </a:lnTo>
                  <a:lnTo>
                    <a:pt x="310290" y="80291"/>
                  </a:lnTo>
                  <a:lnTo>
                    <a:pt x="307489" y="75810"/>
                  </a:lnTo>
                  <a:lnTo>
                    <a:pt x="304548" y="71419"/>
                  </a:lnTo>
                  <a:lnTo>
                    <a:pt x="301470" y="67124"/>
                  </a:lnTo>
                  <a:lnTo>
                    <a:pt x="298257" y="62928"/>
                  </a:lnTo>
                  <a:lnTo>
                    <a:pt x="294914" y="58836"/>
                  </a:lnTo>
                  <a:lnTo>
                    <a:pt x="291443" y="54851"/>
                  </a:lnTo>
                  <a:lnTo>
                    <a:pt x="287847" y="50978"/>
                  </a:lnTo>
                  <a:lnTo>
                    <a:pt x="284131" y="47221"/>
                  </a:lnTo>
                  <a:lnTo>
                    <a:pt x="280298" y="43583"/>
                  </a:lnTo>
                  <a:lnTo>
                    <a:pt x="276352" y="40068"/>
                  </a:lnTo>
                  <a:lnTo>
                    <a:pt x="272297" y="36680"/>
                  </a:lnTo>
                  <a:lnTo>
                    <a:pt x="268136" y="33421"/>
                  </a:lnTo>
                  <a:lnTo>
                    <a:pt x="263875" y="30296"/>
                  </a:lnTo>
                  <a:lnTo>
                    <a:pt x="259517" y="27307"/>
                  </a:lnTo>
                  <a:lnTo>
                    <a:pt x="255067" y="24457"/>
                  </a:lnTo>
                  <a:lnTo>
                    <a:pt x="250529" y="21749"/>
                  </a:lnTo>
                  <a:lnTo>
                    <a:pt x="245908" y="19186"/>
                  </a:lnTo>
                  <a:lnTo>
                    <a:pt x="241208" y="16770"/>
                  </a:lnTo>
                  <a:lnTo>
                    <a:pt x="236434" y="14504"/>
                  </a:lnTo>
                  <a:lnTo>
                    <a:pt x="231591" y="12390"/>
                  </a:lnTo>
                  <a:lnTo>
                    <a:pt x="226683" y="10430"/>
                  </a:lnTo>
                  <a:lnTo>
                    <a:pt x="221716" y="8627"/>
                  </a:lnTo>
                  <a:lnTo>
                    <a:pt x="216694" y="6981"/>
                  </a:lnTo>
                  <a:lnTo>
                    <a:pt x="211623" y="5495"/>
                  </a:lnTo>
                  <a:lnTo>
                    <a:pt x="206507" y="4169"/>
                  </a:lnTo>
                  <a:lnTo>
                    <a:pt x="201352" y="3006"/>
                  </a:lnTo>
                  <a:lnTo>
                    <a:pt x="196163" y="2007"/>
                  </a:lnTo>
                  <a:lnTo>
                    <a:pt x="190945" y="1172"/>
                  </a:lnTo>
                  <a:lnTo>
                    <a:pt x="185703" y="503"/>
                  </a:lnTo>
                  <a:lnTo>
                    <a:pt x="180442" y="0"/>
                  </a:lnTo>
                  <a:lnTo>
                    <a:pt x="167150" y="1666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83779" y="3170392"/>
              <a:ext cx="13292" cy="167167"/>
            </a:xfrm>
            <a:custGeom>
              <a:avLst/>
              <a:pathLst>
                <a:path w="13292" h="167167">
                  <a:moveTo>
                    <a:pt x="13292" y="52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1860" y="2633064"/>
              <a:ext cx="167150" cy="197165"/>
            </a:xfrm>
            <a:custGeom>
              <a:avLst/>
              <a:pathLst>
                <a:path w="167150" h="197165">
                  <a:moveTo>
                    <a:pt x="167150" y="0"/>
                  </a:moveTo>
                  <a:lnTo>
                    <a:pt x="161730" y="87"/>
                  </a:lnTo>
                  <a:lnTo>
                    <a:pt x="156315" y="351"/>
                  </a:lnTo>
                  <a:lnTo>
                    <a:pt x="150912" y="790"/>
                  </a:lnTo>
                  <a:lnTo>
                    <a:pt x="145526" y="1404"/>
                  </a:lnTo>
                  <a:lnTo>
                    <a:pt x="140163" y="2192"/>
                  </a:lnTo>
                  <a:lnTo>
                    <a:pt x="134828" y="3154"/>
                  </a:lnTo>
                  <a:lnTo>
                    <a:pt x="129527" y="4288"/>
                  </a:lnTo>
                  <a:lnTo>
                    <a:pt x="124265" y="5594"/>
                  </a:lnTo>
                  <a:lnTo>
                    <a:pt x="119049" y="7069"/>
                  </a:lnTo>
                  <a:lnTo>
                    <a:pt x="113883" y="8713"/>
                  </a:lnTo>
                  <a:lnTo>
                    <a:pt x="108773" y="10524"/>
                  </a:lnTo>
                  <a:lnTo>
                    <a:pt x="103725" y="12499"/>
                  </a:lnTo>
                  <a:lnTo>
                    <a:pt x="98743" y="14637"/>
                  </a:lnTo>
                  <a:lnTo>
                    <a:pt x="93833" y="16935"/>
                  </a:lnTo>
                  <a:lnTo>
                    <a:pt x="89001" y="19391"/>
                  </a:lnTo>
                  <a:lnTo>
                    <a:pt x="84250" y="22003"/>
                  </a:lnTo>
                  <a:lnTo>
                    <a:pt x="79587" y="24767"/>
                  </a:lnTo>
                  <a:lnTo>
                    <a:pt x="75016" y="27681"/>
                  </a:lnTo>
                  <a:lnTo>
                    <a:pt x="70542" y="30742"/>
                  </a:lnTo>
                  <a:lnTo>
                    <a:pt x="66169" y="33946"/>
                  </a:lnTo>
                  <a:lnTo>
                    <a:pt x="61902" y="37291"/>
                  </a:lnTo>
                  <a:lnTo>
                    <a:pt x="57747" y="40772"/>
                  </a:lnTo>
                  <a:lnTo>
                    <a:pt x="53706" y="44385"/>
                  </a:lnTo>
                  <a:lnTo>
                    <a:pt x="49784" y="48128"/>
                  </a:lnTo>
                  <a:lnTo>
                    <a:pt x="45986" y="51996"/>
                  </a:lnTo>
                  <a:lnTo>
                    <a:pt x="42316" y="55986"/>
                  </a:lnTo>
                  <a:lnTo>
                    <a:pt x="38776" y="60092"/>
                  </a:lnTo>
                  <a:lnTo>
                    <a:pt x="35372" y="64311"/>
                  </a:lnTo>
                  <a:lnTo>
                    <a:pt x="32106" y="68637"/>
                  </a:lnTo>
                  <a:lnTo>
                    <a:pt x="28982" y="73068"/>
                  </a:lnTo>
                  <a:lnTo>
                    <a:pt x="26004" y="77597"/>
                  </a:lnTo>
                  <a:lnTo>
                    <a:pt x="23174" y="82221"/>
                  </a:lnTo>
                  <a:lnTo>
                    <a:pt x="20495" y="86934"/>
                  </a:lnTo>
                  <a:lnTo>
                    <a:pt x="17971" y="91732"/>
                  </a:lnTo>
                  <a:lnTo>
                    <a:pt x="15603" y="96608"/>
                  </a:lnTo>
                  <a:lnTo>
                    <a:pt x="13395" y="101559"/>
                  </a:lnTo>
                  <a:lnTo>
                    <a:pt x="11349" y="106579"/>
                  </a:lnTo>
                  <a:lnTo>
                    <a:pt x="9466" y="111663"/>
                  </a:lnTo>
                  <a:lnTo>
                    <a:pt x="7749" y="116805"/>
                  </a:lnTo>
                  <a:lnTo>
                    <a:pt x="6200" y="122000"/>
                  </a:lnTo>
                  <a:lnTo>
                    <a:pt x="4820" y="127242"/>
                  </a:lnTo>
                  <a:lnTo>
                    <a:pt x="3611" y="132527"/>
                  </a:lnTo>
                  <a:lnTo>
                    <a:pt x="2574" y="137847"/>
                  </a:lnTo>
                  <a:lnTo>
                    <a:pt x="1710" y="143199"/>
                  </a:lnTo>
                  <a:lnTo>
                    <a:pt x="1020" y="148576"/>
                  </a:lnTo>
                  <a:lnTo>
                    <a:pt x="504" y="153973"/>
                  </a:lnTo>
                  <a:lnTo>
                    <a:pt x="164" y="159383"/>
                  </a:lnTo>
                  <a:lnTo>
                    <a:pt x="0" y="164801"/>
                  </a:lnTo>
                  <a:lnTo>
                    <a:pt x="11" y="170222"/>
                  </a:lnTo>
                  <a:lnTo>
                    <a:pt x="198" y="175640"/>
                  </a:lnTo>
                  <a:lnTo>
                    <a:pt x="560" y="181049"/>
                  </a:lnTo>
                  <a:lnTo>
                    <a:pt x="1098" y="186443"/>
                  </a:lnTo>
                  <a:lnTo>
                    <a:pt x="1810" y="191817"/>
                  </a:lnTo>
                  <a:lnTo>
                    <a:pt x="2696" y="19716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4557" y="2800231"/>
              <a:ext cx="164453" cy="29998"/>
            </a:xfrm>
            <a:custGeom>
              <a:avLst/>
              <a:pathLst>
                <a:path w="164453" h="29998">
                  <a:moveTo>
                    <a:pt x="0" y="29998"/>
                  </a:moveTo>
                  <a:lnTo>
                    <a:pt x="16445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4557" y="2680159"/>
              <a:ext cx="331619" cy="287226"/>
            </a:xfrm>
            <a:custGeom>
              <a:avLst/>
              <a:pathLst>
                <a:path w="331619" h="287226">
                  <a:moveTo>
                    <a:pt x="0" y="150070"/>
                  </a:moveTo>
                  <a:lnTo>
                    <a:pt x="1039" y="155298"/>
                  </a:lnTo>
                  <a:lnTo>
                    <a:pt x="2246" y="160489"/>
                  </a:lnTo>
                  <a:lnTo>
                    <a:pt x="3616" y="165640"/>
                  </a:lnTo>
                  <a:lnTo>
                    <a:pt x="5151" y="170744"/>
                  </a:lnTo>
                  <a:lnTo>
                    <a:pt x="6847" y="175797"/>
                  </a:lnTo>
                  <a:lnTo>
                    <a:pt x="8704" y="180793"/>
                  </a:lnTo>
                  <a:lnTo>
                    <a:pt x="10719" y="185728"/>
                  </a:lnTo>
                  <a:lnTo>
                    <a:pt x="12890" y="190595"/>
                  </a:lnTo>
                  <a:lnTo>
                    <a:pt x="15216" y="195391"/>
                  </a:lnTo>
                  <a:lnTo>
                    <a:pt x="17693" y="200111"/>
                  </a:lnTo>
                  <a:lnTo>
                    <a:pt x="20319" y="204749"/>
                  </a:lnTo>
                  <a:lnTo>
                    <a:pt x="23092" y="209301"/>
                  </a:lnTo>
                  <a:lnTo>
                    <a:pt x="26008" y="213762"/>
                  </a:lnTo>
                  <a:lnTo>
                    <a:pt x="29065" y="218128"/>
                  </a:lnTo>
                  <a:lnTo>
                    <a:pt x="32260" y="222394"/>
                  </a:lnTo>
                  <a:lnTo>
                    <a:pt x="35590" y="226557"/>
                  </a:lnTo>
                  <a:lnTo>
                    <a:pt x="39050" y="230611"/>
                  </a:lnTo>
                  <a:lnTo>
                    <a:pt x="42638" y="234552"/>
                  </a:lnTo>
                  <a:lnTo>
                    <a:pt x="46349" y="238378"/>
                  </a:lnTo>
                  <a:lnTo>
                    <a:pt x="50181" y="242083"/>
                  </a:lnTo>
                  <a:lnTo>
                    <a:pt x="54129" y="245664"/>
                  </a:lnTo>
                  <a:lnTo>
                    <a:pt x="58188" y="249117"/>
                  </a:lnTo>
                  <a:lnTo>
                    <a:pt x="62356" y="252439"/>
                  </a:lnTo>
                  <a:lnTo>
                    <a:pt x="66628" y="255627"/>
                  </a:lnTo>
                  <a:lnTo>
                    <a:pt x="70999" y="258677"/>
                  </a:lnTo>
                  <a:lnTo>
                    <a:pt x="75466" y="261585"/>
                  </a:lnTo>
                  <a:lnTo>
                    <a:pt x="80022" y="264350"/>
                  </a:lnTo>
                  <a:lnTo>
                    <a:pt x="84665" y="266969"/>
                  </a:lnTo>
                  <a:lnTo>
                    <a:pt x="89389" y="269438"/>
                  </a:lnTo>
                  <a:lnTo>
                    <a:pt x="94189" y="271755"/>
                  </a:lnTo>
                  <a:lnTo>
                    <a:pt x="99060" y="273918"/>
                  </a:lnTo>
                  <a:lnTo>
                    <a:pt x="103998" y="275924"/>
                  </a:lnTo>
                  <a:lnTo>
                    <a:pt x="108997" y="277772"/>
                  </a:lnTo>
                  <a:lnTo>
                    <a:pt x="114053" y="279460"/>
                  </a:lnTo>
                  <a:lnTo>
                    <a:pt x="119160" y="280986"/>
                  </a:lnTo>
                  <a:lnTo>
                    <a:pt x="124313" y="282348"/>
                  </a:lnTo>
                  <a:lnTo>
                    <a:pt x="129507" y="283545"/>
                  </a:lnTo>
                  <a:lnTo>
                    <a:pt x="134736" y="284576"/>
                  </a:lnTo>
                  <a:lnTo>
                    <a:pt x="139995" y="285440"/>
                  </a:lnTo>
                  <a:lnTo>
                    <a:pt x="145280" y="286136"/>
                  </a:lnTo>
                  <a:lnTo>
                    <a:pt x="150584" y="286663"/>
                  </a:lnTo>
                  <a:lnTo>
                    <a:pt x="155902" y="287020"/>
                  </a:lnTo>
                  <a:lnTo>
                    <a:pt x="161228" y="287208"/>
                  </a:lnTo>
                  <a:lnTo>
                    <a:pt x="166558" y="287226"/>
                  </a:lnTo>
                  <a:lnTo>
                    <a:pt x="171886" y="287074"/>
                  </a:lnTo>
                  <a:lnTo>
                    <a:pt x="177206" y="286752"/>
                  </a:lnTo>
                  <a:lnTo>
                    <a:pt x="182514" y="286261"/>
                  </a:lnTo>
                  <a:lnTo>
                    <a:pt x="187803" y="285600"/>
                  </a:lnTo>
                  <a:lnTo>
                    <a:pt x="193068" y="284772"/>
                  </a:lnTo>
                  <a:lnTo>
                    <a:pt x="198304" y="283776"/>
                  </a:lnTo>
                  <a:lnTo>
                    <a:pt x="203506" y="282613"/>
                  </a:lnTo>
                  <a:lnTo>
                    <a:pt x="208668" y="281286"/>
                  </a:lnTo>
                  <a:lnTo>
                    <a:pt x="213785" y="279794"/>
                  </a:lnTo>
                  <a:lnTo>
                    <a:pt x="218851" y="278140"/>
                  </a:lnTo>
                  <a:lnTo>
                    <a:pt x="223863" y="276326"/>
                  </a:lnTo>
                  <a:lnTo>
                    <a:pt x="228814" y="274353"/>
                  </a:lnTo>
                  <a:lnTo>
                    <a:pt x="233700" y="272222"/>
                  </a:lnTo>
                  <a:lnTo>
                    <a:pt x="238515" y="269937"/>
                  </a:lnTo>
                  <a:lnTo>
                    <a:pt x="243255" y="267500"/>
                  </a:lnTo>
                  <a:lnTo>
                    <a:pt x="247915" y="264913"/>
                  </a:lnTo>
                  <a:lnTo>
                    <a:pt x="252491" y="262178"/>
                  </a:lnTo>
                  <a:lnTo>
                    <a:pt x="256976" y="259300"/>
                  </a:lnTo>
                  <a:lnTo>
                    <a:pt x="261368" y="256279"/>
                  </a:lnTo>
                  <a:lnTo>
                    <a:pt x="265661" y="253120"/>
                  </a:lnTo>
                  <a:lnTo>
                    <a:pt x="269851" y="249826"/>
                  </a:lnTo>
                  <a:lnTo>
                    <a:pt x="273934" y="246400"/>
                  </a:lnTo>
                  <a:lnTo>
                    <a:pt x="277906" y="242846"/>
                  </a:lnTo>
                  <a:lnTo>
                    <a:pt x="281762" y="239166"/>
                  </a:lnTo>
                  <a:lnTo>
                    <a:pt x="285499" y="235366"/>
                  </a:lnTo>
                  <a:lnTo>
                    <a:pt x="289113" y="231449"/>
                  </a:lnTo>
                  <a:lnTo>
                    <a:pt x="292601" y="227418"/>
                  </a:lnTo>
                  <a:lnTo>
                    <a:pt x="295958" y="223278"/>
                  </a:lnTo>
                  <a:lnTo>
                    <a:pt x="299181" y="219033"/>
                  </a:lnTo>
                  <a:lnTo>
                    <a:pt x="302267" y="214688"/>
                  </a:lnTo>
                  <a:lnTo>
                    <a:pt x="305214" y="210246"/>
                  </a:lnTo>
                  <a:lnTo>
                    <a:pt x="308017" y="205713"/>
                  </a:lnTo>
                  <a:lnTo>
                    <a:pt x="310674" y="201092"/>
                  </a:lnTo>
                  <a:lnTo>
                    <a:pt x="313183" y="196390"/>
                  </a:lnTo>
                  <a:lnTo>
                    <a:pt x="315540" y="191609"/>
                  </a:lnTo>
                  <a:lnTo>
                    <a:pt x="317744" y="186756"/>
                  </a:lnTo>
                  <a:lnTo>
                    <a:pt x="319792" y="181836"/>
                  </a:lnTo>
                  <a:lnTo>
                    <a:pt x="321682" y="176852"/>
                  </a:lnTo>
                  <a:lnTo>
                    <a:pt x="323412" y="171811"/>
                  </a:lnTo>
                  <a:lnTo>
                    <a:pt x="324981" y="166717"/>
                  </a:lnTo>
                  <a:lnTo>
                    <a:pt x="326387" y="161575"/>
                  </a:lnTo>
                  <a:lnTo>
                    <a:pt x="327627" y="156392"/>
                  </a:lnTo>
                  <a:lnTo>
                    <a:pt x="328702" y="151171"/>
                  </a:lnTo>
                  <a:lnTo>
                    <a:pt x="329610" y="145919"/>
                  </a:lnTo>
                  <a:lnTo>
                    <a:pt x="330350" y="140641"/>
                  </a:lnTo>
                  <a:lnTo>
                    <a:pt x="330922" y="135342"/>
                  </a:lnTo>
                  <a:lnTo>
                    <a:pt x="331324" y="130027"/>
                  </a:lnTo>
                  <a:lnTo>
                    <a:pt x="331557" y="124702"/>
                  </a:lnTo>
                  <a:lnTo>
                    <a:pt x="331619" y="119372"/>
                  </a:lnTo>
                  <a:lnTo>
                    <a:pt x="331512" y="114043"/>
                  </a:lnTo>
                  <a:lnTo>
                    <a:pt x="331235" y="108721"/>
                  </a:lnTo>
                  <a:lnTo>
                    <a:pt x="330788" y="103409"/>
                  </a:lnTo>
                  <a:lnTo>
                    <a:pt x="330173" y="98115"/>
                  </a:lnTo>
                  <a:lnTo>
                    <a:pt x="329388" y="92843"/>
                  </a:lnTo>
                  <a:lnTo>
                    <a:pt x="328436" y="87599"/>
                  </a:lnTo>
                  <a:lnTo>
                    <a:pt x="327318" y="82388"/>
                  </a:lnTo>
                  <a:lnTo>
                    <a:pt x="326034" y="77215"/>
                  </a:lnTo>
                  <a:lnTo>
                    <a:pt x="324585" y="72085"/>
                  </a:lnTo>
                  <a:lnTo>
                    <a:pt x="322974" y="67005"/>
                  </a:lnTo>
                  <a:lnTo>
                    <a:pt x="321202" y="61978"/>
                  </a:lnTo>
                  <a:lnTo>
                    <a:pt x="319270" y="57010"/>
                  </a:lnTo>
                  <a:lnTo>
                    <a:pt x="317181" y="52107"/>
                  </a:lnTo>
                  <a:lnTo>
                    <a:pt x="314937" y="47272"/>
                  </a:lnTo>
                  <a:lnTo>
                    <a:pt x="312539" y="42512"/>
                  </a:lnTo>
                  <a:lnTo>
                    <a:pt x="309991" y="37830"/>
                  </a:lnTo>
                  <a:lnTo>
                    <a:pt x="307296" y="33232"/>
                  </a:lnTo>
                  <a:lnTo>
                    <a:pt x="304455" y="28723"/>
                  </a:lnTo>
                  <a:lnTo>
                    <a:pt x="301471" y="24306"/>
                  </a:lnTo>
                  <a:lnTo>
                    <a:pt x="298349" y="19986"/>
                  </a:lnTo>
                  <a:lnTo>
                    <a:pt x="295090" y="15769"/>
                  </a:lnTo>
                  <a:lnTo>
                    <a:pt x="291698" y="11657"/>
                  </a:lnTo>
                  <a:lnTo>
                    <a:pt x="288177" y="7656"/>
                  </a:lnTo>
                  <a:lnTo>
                    <a:pt x="284531" y="3768"/>
                  </a:lnTo>
                  <a:lnTo>
                    <a:pt x="280762" y="0"/>
                  </a:lnTo>
                  <a:lnTo>
                    <a:pt x="164453" y="1200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919011" y="2633064"/>
              <a:ext cx="116308" cy="167167"/>
            </a:xfrm>
            <a:custGeom>
              <a:avLst/>
              <a:pathLst>
                <a:path w="116308" h="167167">
                  <a:moveTo>
                    <a:pt x="116308" y="47095"/>
                  </a:moveTo>
                  <a:lnTo>
                    <a:pt x="112227" y="43272"/>
                  </a:lnTo>
                  <a:lnTo>
                    <a:pt x="108020" y="39587"/>
                  </a:lnTo>
                  <a:lnTo>
                    <a:pt x="103692" y="36045"/>
                  </a:lnTo>
                  <a:lnTo>
                    <a:pt x="99248" y="32650"/>
                  </a:lnTo>
                  <a:lnTo>
                    <a:pt x="94693" y="29406"/>
                  </a:lnTo>
                  <a:lnTo>
                    <a:pt x="90032" y="26315"/>
                  </a:lnTo>
                  <a:lnTo>
                    <a:pt x="85270" y="23383"/>
                  </a:lnTo>
                  <a:lnTo>
                    <a:pt x="80413" y="20611"/>
                  </a:lnTo>
                  <a:lnTo>
                    <a:pt x="75465" y="18003"/>
                  </a:lnTo>
                  <a:lnTo>
                    <a:pt x="70434" y="15562"/>
                  </a:lnTo>
                  <a:lnTo>
                    <a:pt x="65323" y="13291"/>
                  </a:lnTo>
                  <a:lnTo>
                    <a:pt x="60140" y="11192"/>
                  </a:lnTo>
                  <a:lnTo>
                    <a:pt x="54889" y="9268"/>
                  </a:lnTo>
                  <a:lnTo>
                    <a:pt x="49577" y="7520"/>
                  </a:lnTo>
                  <a:lnTo>
                    <a:pt x="44209" y="5951"/>
                  </a:lnTo>
                  <a:lnTo>
                    <a:pt x="38791" y="4563"/>
                  </a:lnTo>
                  <a:lnTo>
                    <a:pt x="33331" y="3356"/>
                  </a:lnTo>
                  <a:lnTo>
                    <a:pt x="27833" y="2333"/>
                  </a:lnTo>
                  <a:lnTo>
                    <a:pt x="22304" y="1494"/>
                  </a:lnTo>
                  <a:lnTo>
                    <a:pt x="16749" y="841"/>
                  </a:lnTo>
                  <a:lnTo>
                    <a:pt x="11177" y="374"/>
                  </a:lnTo>
                  <a:lnTo>
                    <a:pt x="5591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35598" y="2126963"/>
              <a:ext cx="92873" cy="167167"/>
            </a:xfrm>
            <a:custGeom>
              <a:avLst/>
              <a:pathLst>
                <a:path w="92873" h="167167">
                  <a:moveTo>
                    <a:pt x="92873" y="0"/>
                  </a:moveTo>
                  <a:lnTo>
                    <a:pt x="87082" y="100"/>
                  </a:lnTo>
                  <a:lnTo>
                    <a:pt x="81297" y="401"/>
                  </a:lnTo>
                  <a:lnTo>
                    <a:pt x="75527" y="902"/>
                  </a:lnTo>
                  <a:lnTo>
                    <a:pt x="69778" y="1603"/>
                  </a:lnTo>
                  <a:lnTo>
                    <a:pt x="64056" y="2502"/>
                  </a:lnTo>
                  <a:lnTo>
                    <a:pt x="58369" y="3599"/>
                  </a:lnTo>
                  <a:lnTo>
                    <a:pt x="52723" y="4893"/>
                  </a:lnTo>
                  <a:lnTo>
                    <a:pt x="47125" y="6381"/>
                  </a:lnTo>
                  <a:lnTo>
                    <a:pt x="41583" y="8062"/>
                  </a:lnTo>
                  <a:lnTo>
                    <a:pt x="36101" y="9935"/>
                  </a:lnTo>
                  <a:lnTo>
                    <a:pt x="30689" y="11996"/>
                  </a:lnTo>
                  <a:lnTo>
                    <a:pt x="25350" y="14243"/>
                  </a:lnTo>
                  <a:lnTo>
                    <a:pt x="20093" y="16674"/>
                  </a:lnTo>
                  <a:lnTo>
                    <a:pt x="14923" y="19286"/>
                  </a:lnTo>
                  <a:lnTo>
                    <a:pt x="9847" y="22075"/>
                  </a:lnTo>
                  <a:lnTo>
                    <a:pt x="4870" y="25038"/>
                  </a:lnTo>
                  <a:lnTo>
                    <a:pt x="0" y="28172"/>
                  </a:lnTo>
                  <a:lnTo>
                    <a:pt x="9287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561307" y="2155136"/>
              <a:ext cx="238437" cy="306159"/>
            </a:xfrm>
            <a:custGeom>
              <a:avLst/>
              <a:pathLst>
                <a:path w="238437" h="306159">
                  <a:moveTo>
                    <a:pt x="74291" y="0"/>
                  </a:moveTo>
                  <a:lnTo>
                    <a:pt x="69914" y="3027"/>
                  </a:lnTo>
                  <a:lnTo>
                    <a:pt x="65634" y="6191"/>
                  </a:lnTo>
                  <a:lnTo>
                    <a:pt x="61458" y="9491"/>
                  </a:lnTo>
                  <a:lnTo>
                    <a:pt x="57389" y="12922"/>
                  </a:lnTo>
                  <a:lnTo>
                    <a:pt x="53431" y="16480"/>
                  </a:lnTo>
                  <a:lnTo>
                    <a:pt x="49588" y="20163"/>
                  </a:lnTo>
                  <a:lnTo>
                    <a:pt x="45865" y="23967"/>
                  </a:lnTo>
                  <a:lnTo>
                    <a:pt x="42264" y="27886"/>
                  </a:lnTo>
                  <a:lnTo>
                    <a:pt x="38791" y="31919"/>
                  </a:lnTo>
                  <a:lnTo>
                    <a:pt x="35447" y="36060"/>
                  </a:lnTo>
                  <a:lnTo>
                    <a:pt x="32237" y="40305"/>
                  </a:lnTo>
                  <a:lnTo>
                    <a:pt x="29163" y="44651"/>
                  </a:lnTo>
                  <a:lnTo>
                    <a:pt x="26230" y="49092"/>
                  </a:lnTo>
                  <a:lnTo>
                    <a:pt x="23439" y="53624"/>
                  </a:lnTo>
                  <a:lnTo>
                    <a:pt x="20794" y="58243"/>
                  </a:lnTo>
                  <a:lnTo>
                    <a:pt x="18298" y="62944"/>
                  </a:lnTo>
                  <a:lnTo>
                    <a:pt x="15952" y="67721"/>
                  </a:lnTo>
                  <a:lnTo>
                    <a:pt x="13760" y="72571"/>
                  </a:lnTo>
                  <a:lnTo>
                    <a:pt x="11723" y="77489"/>
                  </a:lnTo>
                  <a:lnTo>
                    <a:pt x="9844" y="82468"/>
                  </a:lnTo>
                  <a:lnTo>
                    <a:pt x="8124" y="87505"/>
                  </a:lnTo>
                  <a:lnTo>
                    <a:pt x="6566" y="92594"/>
                  </a:lnTo>
                  <a:lnTo>
                    <a:pt x="5170" y="97731"/>
                  </a:lnTo>
                  <a:lnTo>
                    <a:pt x="3938" y="102909"/>
                  </a:lnTo>
                  <a:lnTo>
                    <a:pt x="2872" y="108123"/>
                  </a:lnTo>
                  <a:lnTo>
                    <a:pt x="1973" y="113369"/>
                  </a:lnTo>
                  <a:lnTo>
                    <a:pt x="1241" y="118641"/>
                  </a:lnTo>
                  <a:lnTo>
                    <a:pt x="677" y="123934"/>
                  </a:lnTo>
                  <a:lnTo>
                    <a:pt x="282" y="129241"/>
                  </a:lnTo>
                  <a:lnTo>
                    <a:pt x="56" y="134559"/>
                  </a:lnTo>
                  <a:lnTo>
                    <a:pt x="0" y="139881"/>
                  </a:lnTo>
                  <a:lnTo>
                    <a:pt x="112" y="145203"/>
                  </a:lnTo>
                  <a:lnTo>
                    <a:pt x="395" y="150517"/>
                  </a:lnTo>
                  <a:lnTo>
                    <a:pt x="846" y="155821"/>
                  </a:lnTo>
                  <a:lnTo>
                    <a:pt x="1466" y="161107"/>
                  </a:lnTo>
                  <a:lnTo>
                    <a:pt x="2254" y="166371"/>
                  </a:lnTo>
                  <a:lnTo>
                    <a:pt x="3209" y="171607"/>
                  </a:lnTo>
                  <a:lnTo>
                    <a:pt x="4331" y="176810"/>
                  </a:lnTo>
                  <a:lnTo>
                    <a:pt x="5617" y="181975"/>
                  </a:lnTo>
                  <a:lnTo>
                    <a:pt x="7067" y="187096"/>
                  </a:lnTo>
                  <a:lnTo>
                    <a:pt x="8680" y="192168"/>
                  </a:lnTo>
                  <a:lnTo>
                    <a:pt x="10453" y="197186"/>
                  </a:lnTo>
                  <a:lnTo>
                    <a:pt x="12385" y="202146"/>
                  </a:lnTo>
                  <a:lnTo>
                    <a:pt x="14474" y="207041"/>
                  </a:lnTo>
                  <a:lnTo>
                    <a:pt x="16717" y="211868"/>
                  </a:lnTo>
                  <a:lnTo>
                    <a:pt x="19113" y="216620"/>
                  </a:lnTo>
                  <a:lnTo>
                    <a:pt x="21660" y="221294"/>
                  </a:lnTo>
                  <a:lnTo>
                    <a:pt x="24354" y="225885"/>
                  </a:lnTo>
                  <a:lnTo>
                    <a:pt x="27192" y="230387"/>
                  </a:lnTo>
                  <a:lnTo>
                    <a:pt x="30173" y="234797"/>
                  </a:lnTo>
                  <a:lnTo>
                    <a:pt x="33292" y="239109"/>
                  </a:lnTo>
                  <a:lnTo>
                    <a:pt x="36547" y="243320"/>
                  </a:lnTo>
                  <a:lnTo>
                    <a:pt x="39934" y="247426"/>
                  </a:lnTo>
                  <a:lnTo>
                    <a:pt x="43451" y="251421"/>
                  </a:lnTo>
                  <a:lnTo>
                    <a:pt x="47093" y="255303"/>
                  </a:lnTo>
                  <a:lnTo>
                    <a:pt x="50856" y="259066"/>
                  </a:lnTo>
                  <a:lnTo>
                    <a:pt x="54738" y="262708"/>
                  </a:lnTo>
                  <a:lnTo>
                    <a:pt x="58733" y="266224"/>
                  </a:lnTo>
                  <a:lnTo>
                    <a:pt x="62838" y="269612"/>
                  </a:lnTo>
                  <a:lnTo>
                    <a:pt x="67049" y="272867"/>
                  </a:lnTo>
                  <a:lnTo>
                    <a:pt x="71362" y="275986"/>
                  </a:lnTo>
                  <a:lnTo>
                    <a:pt x="75772" y="278967"/>
                  </a:lnTo>
                  <a:lnTo>
                    <a:pt x="80274" y="281805"/>
                  </a:lnTo>
                  <a:lnTo>
                    <a:pt x="84865" y="284499"/>
                  </a:lnTo>
                  <a:lnTo>
                    <a:pt x="89538" y="287045"/>
                  </a:lnTo>
                  <a:lnTo>
                    <a:pt x="94291" y="289441"/>
                  </a:lnTo>
                  <a:lnTo>
                    <a:pt x="99117" y="291685"/>
                  </a:lnTo>
                  <a:lnTo>
                    <a:pt x="104013" y="293774"/>
                  </a:lnTo>
                  <a:lnTo>
                    <a:pt x="108972" y="295706"/>
                  </a:lnTo>
                  <a:lnTo>
                    <a:pt x="113991" y="297479"/>
                  </a:lnTo>
                  <a:lnTo>
                    <a:pt x="119063" y="299092"/>
                  </a:lnTo>
                  <a:lnTo>
                    <a:pt x="124184" y="300542"/>
                  </a:lnTo>
                  <a:lnTo>
                    <a:pt x="129349" y="301828"/>
                  </a:lnTo>
                  <a:lnTo>
                    <a:pt x="134552" y="302950"/>
                  </a:lnTo>
                  <a:lnTo>
                    <a:pt x="139788" y="303905"/>
                  </a:lnTo>
                  <a:lnTo>
                    <a:pt x="145052" y="304693"/>
                  </a:lnTo>
                  <a:lnTo>
                    <a:pt x="150338" y="305313"/>
                  </a:lnTo>
                  <a:lnTo>
                    <a:pt x="155641" y="305764"/>
                  </a:lnTo>
                  <a:lnTo>
                    <a:pt x="160956" y="306046"/>
                  </a:lnTo>
                  <a:lnTo>
                    <a:pt x="166277" y="306159"/>
                  </a:lnTo>
                  <a:lnTo>
                    <a:pt x="171600" y="306103"/>
                  </a:lnTo>
                  <a:lnTo>
                    <a:pt x="176917" y="305877"/>
                  </a:lnTo>
                  <a:lnTo>
                    <a:pt x="182225" y="305482"/>
                  </a:lnTo>
                  <a:lnTo>
                    <a:pt x="187518" y="304918"/>
                  </a:lnTo>
                  <a:lnTo>
                    <a:pt x="192789" y="304186"/>
                  </a:lnTo>
                  <a:lnTo>
                    <a:pt x="198035" y="303286"/>
                  </a:lnTo>
                  <a:lnTo>
                    <a:pt x="203250" y="302220"/>
                  </a:lnTo>
                  <a:lnTo>
                    <a:pt x="208428" y="300989"/>
                  </a:lnTo>
                  <a:lnTo>
                    <a:pt x="213564" y="299593"/>
                  </a:lnTo>
                  <a:lnTo>
                    <a:pt x="218653" y="298035"/>
                  </a:lnTo>
                  <a:lnTo>
                    <a:pt x="223690" y="296315"/>
                  </a:lnTo>
                  <a:lnTo>
                    <a:pt x="228670" y="294436"/>
                  </a:lnTo>
                  <a:lnTo>
                    <a:pt x="233587" y="292399"/>
                  </a:lnTo>
                  <a:lnTo>
                    <a:pt x="238437" y="290206"/>
                  </a:lnTo>
                  <a:lnTo>
                    <a:pt x="167165" y="1389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728472" y="2126963"/>
              <a:ext cx="167165" cy="318379"/>
            </a:xfrm>
            <a:custGeom>
              <a:avLst/>
              <a:pathLst>
                <a:path w="167165" h="318379">
                  <a:moveTo>
                    <a:pt x="71272" y="318379"/>
                  </a:moveTo>
                  <a:lnTo>
                    <a:pt x="76097" y="316010"/>
                  </a:lnTo>
                  <a:lnTo>
                    <a:pt x="80843" y="313486"/>
                  </a:lnTo>
                  <a:lnTo>
                    <a:pt x="85506" y="310811"/>
                  </a:lnTo>
                  <a:lnTo>
                    <a:pt x="90080" y="307988"/>
                  </a:lnTo>
                  <a:lnTo>
                    <a:pt x="94561" y="305019"/>
                  </a:lnTo>
                  <a:lnTo>
                    <a:pt x="98944" y="301907"/>
                  </a:lnTo>
                  <a:lnTo>
                    <a:pt x="103225" y="298657"/>
                  </a:lnTo>
                  <a:lnTo>
                    <a:pt x="107399" y="295270"/>
                  </a:lnTo>
                  <a:lnTo>
                    <a:pt x="111462" y="291751"/>
                  </a:lnTo>
                  <a:lnTo>
                    <a:pt x="115410" y="288103"/>
                  </a:lnTo>
                  <a:lnTo>
                    <a:pt x="119238" y="284330"/>
                  </a:lnTo>
                  <a:lnTo>
                    <a:pt x="122943" y="280435"/>
                  </a:lnTo>
                  <a:lnTo>
                    <a:pt x="126522" y="276424"/>
                  </a:lnTo>
                  <a:lnTo>
                    <a:pt x="129969" y="272300"/>
                  </a:lnTo>
                  <a:lnTo>
                    <a:pt x="133282" y="268067"/>
                  </a:lnTo>
                  <a:lnTo>
                    <a:pt x="136457" y="263730"/>
                  </a:lnTo>
                  <a:lnTo>
                    <a:pt x="139491" y="259292"/>
                  </a:lnTo>
                  <a:lnTo>
                    <a:pt x="142381" y="254760"/>
                  </a:lnTo>
                  <a:lnTo>
                    <a:pt x="145123" y="250137"/>
                  </a:lnTo>
                  <a:lnTo>
                    <a:pt x="147716" y="245428"/>
                  </a:lnTo>
                  <a:lnTo>
                    <a:pt x="150156" y="240639"/>
                  </a:lnTo>
                  <a:lnTo>
                    <a:pt x="152440" y="235773"/>
                  </a:lnTo>
                  <a:lnTo>
                    <a:pt x="154567" y="230837"/>
                  </a:lnTo>
                  <a:lnTo>
                    <a:pt x="156534" y="225834"/>
                  </a:lnTo>
                  <a:lnTo>
                    <a:pt x="158339" y="220771"/>
                  </a:lnTo>
                  <a:lnTo>
                    <a:pt x="159981" y="215653"/>
                  </a:lnTo>
                  <a:lnTo>
                    <a:pt x="161457" y="210484"/>
                  </a:lnTo>
                  <a:lnTo>
                    <a:pt x="162766" y="205271"/>
                  </a:lnTo>
                  <a:lnTo>
                    <a:pt x="163907" y="200018"/>
                  </a:lnTo>
                  <a:lnTo>
                    <a:pt x="164879" y="194731"/>
                  </a:lnTo>
                  <a:lnTo>
                    <a:pt x="165680" y="189416"/>
                  </a:lnTo>
                  <a:lnTo>
                    <a:pt x="166309" y="184078"/>
                  </a:lnTo>
                  <a:lnTo>
                    <a:pt x="166767" y="178722"/>
                  </a:lnTo>
                  <a:lnTo>
                    <a:pt x="167052" y="173354"/>
                  </a:lnTo>
                  <a:lnTo>
                    <a:pt x="167165" y="167980"/>
                  </a:lnTo>
                  <a:lnTo>
                    <a:pt x="167105" y="162605"/>
                  </a:lnTo>
                  <a:lnTo>
                    <a:pt x="166872" y="157235"/>
                  </a:lnTo>
                  <a:lnTo>
                    <a:pt x="166466" y="151875"/>
                  </a:lnTo>
                  <a:lnTo>
                    <a:pt x="165888" y="146531"/>
                  </a:lnTo>
                  <a:lnTo>
                    <a:pt x="165139" y="141208"/>
                  </a:lnTo>
                  <a:lnTo>
                    <a:pt x="164219" y="135912"/>
                  </a:lnTo>
                  <a:lnTo>
                    <a:pt x="163129" y="130649"/>
                  </a:lnTo>
                  <a:lnTo>
                    <a:pt x="161871" y="125423"/>
                  </a:lnTo>
                  <a:lnTo>
                    <a:pt x="160445" y="120240"/>
                  </a:lnTo>
                  <a:lnTo>
                    <a:pt x="158853" y="115106"/>
                  </a:lnTo>
                  <a:lnTo>
                    <a:pt x="157098" y="110025"/>
                  </a:lnTo>
                  <a:lnTo>
                    <a:pt x="155179" y="105004"/>
                  </a:lnTo>
                  <a:lnTo>
                    <a:pt x="153100" y="100047"/>
                  </a:lnTo>
                  <a:lnTo>
                    <a:pt x="150863" y="95159"/>
                  </a:lnTo>
                  <a:lnTo>
                    <a:pt x="148470" y="90346"/>
                  </a:lnTo>
                  <a:lnTo>
                    <a:pt x="145924" y="85613"/>
                  </a:lnTo>
                  <a:lnTo>
                    <a:pt x="143226" y="80963"/>
                  </a:lnTo>
                  <a:lnTo>
                    <a:pt x="140381" y="76403"/>
                  </a:lnTo>
                  <a:lnTo>
                    <a:pt x="137390" y="71936"/>
                  </a:lnTo>
                  <a:lnTo>
                    <a:pt x="134257" y="67568"/>
                  </a:lnTo>
                  <a:lnTo>
                    <a:pt x="130985" y="63303"/>
                  </a:lnTo>
                  <a:lnTo>
                    <a:pt x="127578" y="59146"/>
                  </a:lnTo>
                  <a:lnTo>
                    <a:pt x="124040" y="55100"/>
                  </a:lnTo>
                  <a:lnTo>
                    <a:pt x="120372" y="51170"/>
                  </a:lnTo>
                  <a:lnTo>
                    <a:pt x="116581" y="47360"/>
                  </a:lnTo>
                  <a:lnTo>
                    <a:pt x="112669" y="43674"/>
                  </a:lnTo>
                  <a:lnTo>
                    <a:pt x="108640" y="40115"/>
                  </a:lnTo>
                  <a:lnTo>
                    <a:pt x="104499" y="36688"/>
                  </a:lnTo>
                  <a:lnTo>
                    <a:pt x="100250" y="33395"/>
                  </a:lnTo>
                  <a:lnTo>
                    <a:pt x="95897" y="30241"/>
                  </a:lnTo>
                  <a:lnTo>
                    <a:pt x="91445" y="27229"/>
                  </a:lnTo>
                  <a:lnTo>
                    <a:pt x="86899" y="24361"/>
                  </a:lnTo>
                  <a:lnTo>
                    <a:pt x="82263" y="21641"/>
                  </a:lnTo>
                  <a:lnTo>
                    <a:pt x="77541" y="19072"/>
                  </a:lnTo>
                  <a:lnTo>
                    <a:pt x="72740" y="16655"/>
                  </a:lnTo>
                  <a:lnTo>
                    <a:pt x="67863" y="14394"/>
                  </a:lnTo>
                  <a:lnTo>
                    <a:pt x="62916" y="12291"/>
                  </a:lnTo>
                  <a:lnTo>
                    <a:pt x="57905" y="10349"/>
                  </a:lnTo>
                  <a:lnTo>
                    <a:pt x="52833" y="8568"/>
                  </a:lnTo>
                  <a:lnTo>
                    <a:pt x="47706" y="6951"/>
                  </a:lnTo>
                  <a:lnTo>
                    <a:pt x="42531" y="5500"/>
                  </a:lnTo>
                  <a:lnTo>
                    <a:pt x="37311" y="4217"/>
                  </a:lnTo>
                  <a:lnTo>
                    <a:pt x="32053" y="3101"/>
                  </a:lnTo>
                  <a:lnTo>
                    <a:pt x="26761" y="2156"/>
                  </a:lnTo>
                  <a:lnTo>
                    <a:pt x="21442" y="1380"/>
                  </a:lnTo>
                  <a:lnTo>
                    <a:pt x="16101" y="777"/>
                  </a:lnTo>
                  <a:lnTo>
                    <a:pt x="10743" y="345"/>
                  </a:lnTo>
                  <a:lnTo>
                    <a:pt x="537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97610" y="1681503"/>
              <a:ext cx="25624" cy="167167"/>
            </a:xfrm>
            <a:custGeom>
              <a:avLst/>
              <a:pathLst>
                <a:path w="25624" h="167167">
                  <a:moveTo>
                    <a:pt x="25624" y="0"/>
                  </a:moveTo>
                  <a:lnTo>
                    <a:pt x="17053" y="219"/>
                  </a:lnTo>
                  <a:lnTo>
                    <a:pt x="8504" y="879"/>
                  </a:lnTo>
                  <a:lnTo>
                    <a:pt x="0" y="1975"/>
                  </a:lnTo>
                  <a:lnTo>
                    <a:pt x="2562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97610" y="1683478"/>
              <a:ext cx="25624" cy="165191"/>
            </a:xfrm>
            <a:custGeom>
              <a:avLst/>
              <a:pathLst>
                <a:path w="25624" h="165191">
                  <a:moveTo>
                    <a:pt x="0" y="0"/>
                  </a:moveTo>
                  <a:lnTo>
                    <a:pt x="25624" y="1651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256072" y="1683478"/>
              <a:ext cx="334329" cy="332347"/>
            </a:xfrm>
            <a:custGeom>
              <a:avLst/>
              <a:pathLst>
                <a:path w="334329" h="332347">
                  <a:moveTo>
                    <a:pt x="141537" y="0"/>
                  </a:moveTo>
                  <a:lnTo>
                    <a:pt x="136321" y="893"/>
                  </a:lnTo>
                  <a:lnTo>
                    <a:pt x="131136" y="1952"/>
                  </a:lnTo>
                  <a:lnTo>
                    <a:pt x="125987" y="3174"/>
                  </a:lnTo>
                  <a:lnTo>
                    <a:pt x="120880" y="4558"/>
                  </a:lnTo>
                  <a:lnTo>
                    <a:pt x="115819" y="6104"/>
                  </a:lnTo>
                  <a:lnTo>
                    <a:pt x="110809" y="7809"/>
                  </a:lnTo>
                  <a:lnTo>
                    <a:pt x="105856" y="9671"/>
                  </a:lnTo>
                  <a:lnTo>
                    <a:pt x="100964" y="11690"/>
                  </a:lnTo>
                  <a:lnTo>
                    <a:pt x="96138" y="13862"/>
                  </a:lnTo>
                  <a:lnTo>
                    <a:pt x="91384" y="16186"/>
                  </a:lnTo>
                  <a:lnTo>
                    <a:pt x="86706" y="18659"/>
                  </a:lnTo>
                  <a:lnTo>
                    <a:pt x="82108" y="21279"/>
                  </a:lnTo>
                  <a:lnTo>
                    <a:pt x="77595" y="24043"/>
                  </a:lnTo>
                  <a:lnTo>
                    <a:pt x="73173" y="26949"/>
                  </a:lnTo>
                  <a:lnTo>
                    <a:pt x="68844" y="29993"/>
                  </a:lnTo>
                  <a:lnTo>
                    <a:pt x="64614" y="33173"/>
                  </a:lnTo>
                  <a:lnTo>
                    <a:pt x="60487" y="36485"/>
                  </a:lnTo>
                  <a:lnTo>
                    <a:pt x="56466" y="39926"/>
                  </a:lnTo>
                  <a:lnTo>
                    <a:pt x="52557" y="43492"/>
                  </a:lnTo>
                  <a:lnTo>
                    <a:pt x="48762" y="47181"/>
                  </a:lnTo>
                  <a:lnTo>
                    <a:pt x="45086" y="50988"/>
                  </a:lnTo>
                  <a:lnTo>
                    <a:pt x="41533" y="54909"/>
                  </a:lnTo>
                  <a:lnTo>
                    <a:pt x="38105" y="58940"/>
                  </a:lnTo>
                  <a:lnTo>
                    <a:pt x="34807" y="63079"/>
                  </a:lnTo>
                  <a:lnTo>
                    <a:pt x="31641" y="67319"/>
                  </a:lnTo>
                  <a:lnTo>
                    <a:pt x="28611" y="71658"/>
                  </a:lnTo>
                  <a:lnTo>
                    <a:pt x="25720" y="76090"/>
                  </a:lnTo>
                  <a:lnTo>
                    <a:pt x="22970" y="80612"/>
                  </a:lnTo>
                  <a:lnTo>
                    <a:pt x="20365" y="85218"/>
                  </a:lnTo>
                  <a:lnTo>
                    <a:pt x="17908" y="89905"/>
                  </a:lnTo>
                  <a:lnTo>
                    <a:pt x="15599" y="94666"/>
                  </a:lnTo>
                  <a:lnTo>
                    <a:pt x="13443" y="99499"/>
                  </a:lnTo>
                  <a:lnTo>
                    <a:pt x="11441" y="104398"/>
                  </a:lnTo>
                  <a:lnTo>
                    <a:pt x="9595" y="109357"/>
                  </a:lnTo>
                  <a:lnTo>
                    <a:pt x="7906" y="114372"/>
                  </a:lnTo>
                  <a:lnTo>
                    <a:pt x="6378" y="119439"/>
                  </a:lnTo>
                  <a:lnTo>
                    <a:pt x="5010" y="124551"/>
                  </a:lnTo>
                  <a:lnTo>
                    <a:pt x="3805" y="129703"/>
                  </a:lnTo>
                  <a:lnTo>
                    <a:pt x="2763" y="134892"/>
                  </a:lnTo>
                  <a:lnTo>
                    <a:pt x="1887" y="140111"/>
                  </a:lnTo>
                  <a:lnTo>
                    <a:pt x="1176" y="145355"/>
                  </a:lnTo>
                  <a:lnTo>
                    <a:pt x="631" y="150618"/>
                  </a:lnTo>
                  <a:lnTo>
                    <a:pt x="253" y="155897"/>
                  </a:lnTo>
                  <a:lnTo>
                    <a:pt x="43" y="161184"/>
                  </a:lnTo>
                  <a:lnTo>
                    <a:pt x="0" y="166476"/>
                  </a:lnTo>
                  <a:lnTo>
                    <a:pt x="124" y="171766"/>
                  </a:lnTo>
                  <a:lnTo>
                    <a:pt x="416" y="177050"/>
                  </a:lnTo>
                  <a:lnTo>
                    <a:pt x="875" y="182322"/>
                  </a:lnTo>
                  <a:lnTo>
                    <a:pt x="1500" y="187577"/>
                  </a:lnTo>
                  <a:lnTo>
                    <a:pt x="2292" y="192809"/>
                  </a:lnTo>
                  <a:lnTo>
                    <a:pt x="3249" y="198014"/>
                  </a:lnTo>
                  <a:lnTo>
                    <a:pt x="4370" y="203186"/>
                  </a:lnTo>
                  <a:lnTo>
                    <a:pt x="5654" y="208319"/>
                  </a:lnTo>
                  <a:lnTo>
                    <a:pt x="7100" y="213410"/>
                  </a:lnTo>
                  <a:lnTo>
                    <a:pt x="8706" y="218452"/>
                  </a:lnTo>
                  <a:lnTo>
                    <a:pt x="10471" y="223441"/>
                  </a:lnTo>
                  <a:lnTo>
                    <a:pt x="12394" y="228371"/>
                  </a:lnTo>
                  <a:lnTo>
                    <a:pt x="14471" y="233238"/>
                  </a:lnTo>
                  <a:lnTo>
                    <a:pt x="16701" y="238037"/>
                  </a:lnTo>
                  <a:lnTo>
                    <a:pt x="19082" y="242763"/>
                  </a:lnTo>
                  <a:lnTo>
                    <a:pt x="21612" y="247411"/>
                  </a:lnTo>
                  <a:lnTo>
                    <a:pt x="24287" y="251977"/>
                  </a:lnTo>
                  <a:lnTo>
                    <a:pt x="27106" y="256456"/>
                  </a:lnTo>
                  <a:lnTo>
                    <a:pt x="30065" y="260843"/>
                  </a:lnTo>
                  <a:lnTo>
                    <a:pt x="33161" y="265135"/>
                  </a:lnTo>
                  <a:lnTo>
                    <a:pt x="36392" y="269326"/>
                  </a:lnTo>
                  <a:lnTo>
                    <a:pt x="39753" y="273413"/>
                  </a:lnTo>
                  <a:lnTo>
                    <a:pt x="43243" y="277392"/>
                  </a:lnTo>
                  <a:lnTo>
                    <a:pt x="46856" y="281258"/>
                  </a:lnTo>
                  <a:lnTo>
                    <a:pt x="50590" y="285008"/>
                  </a:lnTo>
                  <a:lnTo>
                    <a:pt x="54441" y="288637"/>
                  </a:lnTo>
                  <a:lnTo>
                    <a:pt x="58405" y="292143"/>
                  </a:lnTo>
                  <a:lnTo>
                    <a:pt x="62478" y="295522"/>
                  </a:lnTo>
                  <a:lnTo>
                    <a:pt x="66655" y="298770"/>
                  </a:lnTo>
                  <a:lnTo>
                    <a:pt x="70934" y="301885"/>
                  </a:lnTo>
                  <a:lnTo>
                    <a:pt x="75309" y="304862"/>
                  </a:lnTo>
                  <a:lnTo>
                    <a:pt x="79776" y="307699"/>
                  </a:lnTo>
                  <a:lnTo>
                    <a:pt x="84330" y="310394"/>
                  </a:lnTo>
                  <a:lnTo>
                    <a:pt x="88967" y="312943"/>
                  </a:lnTo>
                  <a:lnTo>
                    <a:pt x="93683" y="315344"/>
                  </a:lnTo>
                  <a:lnTo>
                    <a:pt x="98473" y="317595"/>
                  </a:lnTo>
                  <a:lnTo>
                    <a:pt x="103331" y="319692"/>
                  </a:lnTo>
                  <a:lnTo>
                    <a:pt x="108253" y="321635"/>
                  </a:lnTo>
                  <a:lnTo>
                    <a:pt x="113235" y="323421"/>
                  </a:lnTo>
                  <a:lnTo>
                    <a:pt x="118270" y="325049"/>
                  </a:lnTo>
                  <a:lnTo>
                    <a:pt x="123354" y="326517"/>
                  </a:lnTo>
                  <a:lnTo>
                    <a:pt x="128483" y="327822"/>
                  </a:lnTo>
                  <a:lnTo>
                    <a:pt x="133650" y="328965"/>
                  </a:lnTo>
                  <a:lnTo>
                    <a:pt x="138850" y="329944"/>
                  </a:lnTo>
                  <a:lnTo>
                    <a:pt x="144079" y="330757"/>
                  </a:lnTo>
                  <a:lnTo>
                    <a:pt x="149331" y="331405"/>
                  </a:lnTo>
                  <a:lnTo>
                    <a:pt x="154601" y="331886"/>
                  </a:lnTo>
                  <a:lnTo>
                    <a:pt x="159884" y="332200"/>
                  </a:lnTo>
                  <a:lnTo>
                    <a:pt x="165174" y="332347"/>
                  </a:lnTo>
                  <a:lnTo>
                    <a:pt x="170466" y="332326"/>
                  </a:lnTo>
                  <a:lnTo>
                    <a:pt x="175754" y="332138"/>
                  </a:lnTo>
                  <a:lnTo>
                    <a:pt x="181034" y="331782"/>
                  </a:lnTo>
                  <a:lnTo>
                    <a:pt x="186300" y="331260"/>
                  </a:lnTo>
                  <a:lnTo>
                    <a:pt x="191547" y="330571"/>
                  </a:lnTo>
                  <a:lnTo>
                    <a:pt x="196769" y="329716"/>
                  </a:lnTo>
                  <a:lnTo>
                    <a:pt x="201962" y="328696"/>
                  </a:lnTo>
                  <a:lnTo>
                    <a:pt x="207120" y="327513"/>
                  </a:lnTo>
                  <a:lnTo>
                    <a:pt x="212238" y="326167"/>
                  </a:lnTo>
                  <a:lnTo>
                    <a:pt x="217310" y="324659"/>
                  </a:lnTo>
                  <a:lnTo>
                    <a:pt x="222333" y="322992"/>
                  </a:lnTo>
                  <a:lnTo>
                    <a:pt x="227300" y="321167"/>
                  </a:lnTo>
                  <a:lnTo>
                    <a:pt x="232207" y="319185"/>
                  </a:lnTo>
                  <a:lnTo>
                    <a:pt x="237048" y="317049"/>
                  </a:lnTo>
                  <a:lnTo>
                    <a:pt x="241820" y="314761"/>
                  </a:lnTo>
                  <a:lnTo>
                    <a:pt x="246517" y="312323"/>
                  </a:lnTo>
                  <a:lnTo>
                    <a:pt x="251134" y="309738"/>
                  </a:lnTo>
                  <a:lnTo>
                    <a:pt x="255667" y="307007"/>
                  </a:lnTo>
                  <a:lnTo>
                    <a:pt x="260112" y="304135"/>
                  </a:lnTo>
                  <a:lnTo>
                    <a:pt x="264463" y="301123"/>
                  </a:lnTo>
                  <a:lnTo>
                    <a:pt x="268717" y="297975"/>
                  </a:lnTo>
                  <a:lnTo>
                    <a:pt x="272869" y="294694"/>
                  </a:lnTo>
                  <a:lnTo>
                    <a:pt x="276915" y="291284"/>
                  </a:lnTo>
                  <a:lnTo>
                    <a:pt x="280851" y="287747"/>
                  </a:lnTo>
                  <a:lnTo>
                    <a:pt x="284673" y="284087"/>
                  </a:lnTo>
                  <a:lnTo>
                    <a:pt x="288377" y="280308"/>
                  </a:lnTo>
                  <a:lnTo>
                    <a:pt x="291960" y="276413"/>
                  </a:lnTo>
                  <a:lnTo>
                    <a:pt x="295418" y="272407"/>
                  </a:lnTo>
                  <a:lnTo>
                    <a:pt x="298748" y="268294"/>
                  </a:lnTo>
                  <a:lnTo>
                    <a:pt x="301945" y="264077"/>
                  </a:lnTo>
                  <a:lnTo>
                    <a:pt x="305008" y="259762"/>
                  </a:lnTo>
                  <a:lnTo>
                    <a:pt x="307932" y="255351"/>
                  </a:lnTo>
                  <a:lnTo>
                    <a:pt x="310715" y="250850"/>
                  </a:lnTo>
                  <a:lnTo>
                    <a:pt x="313354" y="246264"/>
                  </a:lnTo>
                  <a:lnTo>
                    <a:pt x="315847" y="241596"/>
                  </a:lnTo>
                  <a:lnTo>
                    <a:pt x="318191" y="236851"/>
                  </a:lnTo>
                  <a:lnTo>
                    <a:pt x="320384" y="232035"/>
                  </a:lnTo>
                  <a:lnTo>
                    <a:pt x="322423" y="227152"/>
                  </a:lnTo>
                  <a:lnTo>
                    <a:pt x="324306" y="222206"/>
                  </a:lnTo>
                  <a:lnTo>
                    <a:pt x="326032" y="217204"/>
                  </a:lnTo>
                  <a:lnTo>
                    <a:pt x="327599" y="212149"/>
                  </a:lnTo>
                  <a:lnTo>
                    <a:pt x="329005" y="207047"/>
                  </a:lnTo>
                  <a:lnTo>
                    <a:pt x="330248" y="201904"/>
                  </a:lnTo>
                  <a:lnTo>
                    <a:pt x="331329" y="196723"/>
                  </a:lnTo>
                  <a:lnTo>
                    <a:pt x="332244" y="191511"/>
                  </a:lnTo>
                  <a:lnTo>
                    <a:pt x="332995" y="186273"/>
                  </a:lnTo>
                  <a:lnTo>
                    <a:pt x="333579" y="181013"/>
                  </a:lnTo>
                  <a:lnTo>
                    <a:pt x="333996" y="175738"/>
                  </a:lnTo>
                  <a:lnTo>
                    <a:pt x="334247" y="170452"/>
                  </a:lnTo>
                  <a:lnTo>
                    <a:pt x="334329" y="165161"/>
                  </a:lnTo>
                  <a:lnTo>
                    <a:pt x="334245" y="159869"/>
                  </a:lnTo>
                  <a:lnTo>
                    <a:pt x="333993" y="154584"/>
                  </a:lnTo>
                  <a:lnTo>
                    <a:pt x="333573" y="149308"/>
                  </a:lnTo>
                  <a:lnTo>
                    <a:pt x="332987" y="144049"/>
                  </a:lnTo>
                  <a:lnTo>
                    <a:pt x="332235" y="138811"/>
                  </a:lnTo>
                  <a:lnTo>
                    <a:pt x="331317" y="133599"/>
                  </a:lnTo>
                  <a:lnTo>
                    <a:pt x="330235" y="128419"/>
                  </a:lnTo>
                  <a:lnTo>
                    <a:pt x="328989" y="123276"/>
                  </a:lnTo>
                  <a:lnTo>
                    <a:pt x="327581" y="118175"/>
                  </a:lnTo>
                  <a:lnTo>
                    <a:pt x="326013" y="113121"/>
                  </a:lnTo>
                  <a:lnTo>
                    <a:pt x="324285" y="108119"/>
                  </a:lnTo>
                  <a:lnTo>
                    <a:pt x="322400" y="103174"/>
                  </a:lnTo>
                  <a:lnTo>
                    <a:pt x="320359" y="98292"/>
                  </a:lnTo>
                  <a:lnTo>
                    <a:pt x="318165" y="93476"/>
                  </a:lnTo>
                  <a:lnTo>
                    <a:pt x="315819" y="88732"/>
                  </a:lnTo>
                  <a:lnTo>
                    <a:pt x="313325" y="84065"/>
                  </a:lnTo>
                  <a:lnTo>
                    <a:pt x="310684" y="79480"/>
                  </a:lnTo>
                  <a:lnTo>
                    <a:pt x="307899" y="74980"/>
                  </a:lnTo>
                  <a:lnTo>
                    <a:pt x="304973" y="70570"/>
                  </a:lnTo>
                  <a:lnTo>
                    <a:pt x="301909" y="66256"/>
                  </a:lnTo>
                  <a:lnTo>
                    <a:pt x="298710" y="62040"/>
                  </a:lnTo>
                  <a:lnTo>
                    <a:pt x="295379" y="57928"/>
                  </a:lnTo>
                  <a:lnTo>
                    <a:pt x="291920" y="53924"/>
                  </a:lnTo>
                  <a:lnTo>
                    <a:pt x="288335" y="50031"/>
                  </a:lnTo>
                  <a:lnTo>
                    <a:pt x="284630" y="46253"/>
                  </a:lnTo>
                  <a:lnTo>
                    <a:pt x="280806" y="42594"/>
                  </a:lnTo>
                  <a:lnTo>
                    <a:pt x="276869" y="39059"/>
                  </a:lnTo>
                  <a:lnTo>
                    <a:pt x="272821" y="35649"/>
                  </a:lnTo>
                  <a:lnTo>
                    <a:pt x="268668" y="32370"/>
                  </a:lnTo>
                  <a:lnTo>
                    <a:pt x="264413" y="29224"/>
                  </a:lnTo>
                  <a:lnTo>
                    <a:pt x="167162" y="1651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423235" y="1681503"/>
              <a:ext cx="97251" cy="167167"/>
            </a:xfrm>
            <a:custGeom>
              <a:avLst/>
              <a:pathLst>
                <a:path w="97251" h="167167">
                  <a:moveTo>
                    <a:pt x="97251" y="31199"/>
                  </a:moveTo>
                  <a:lnTo>
                    <a:pt x="92504" y="27926"/>
                  </a:lnTo>
                  <a:lnTo>
                    <a:pt x="87647" y="24819"/>
                  </a:lnTo>
                  <a:lnTo>
                    <a:pt x="82685" y="21881"/>
                  </a:lnTo>
                  <a:lnTo>
                    <a:pt x="77626" y="19116"/>
                  </a:lnTo>
                  <a:lnTo>
                    <a:pt x="72474" y="16527"/>
                  </a:lnTo>
                  <a:lnTo>
                    <a:pt x="67235" y="14117"/>
                  </a:lnTo>
                  <a:lnTo>
                    <a:pt x="61917" y="11889"/>
                  </a:lnTo>
                  <a:lnTo>
                    <a:pt x="56525" y="9846"/>
                  </a:lnTo>
                  <a:lnTo>
                    <a:pt x="51066" y="7990"/>
                  </a:lnTo>
                  <a:lnTo>
                    <a:pt x="45546" y="6324"/>
                  </a:lnTo>
                  <a:lnTo>
                    <a:pt x="39972" y="4849"/>
                  </a:lnTo>
                  <a:lnTo>
                    <a:pt x="34351" y="3567"/>
                  </a:lnTo>
                  <a:lnTo>
                    <a:pt x="28688" y="2480"/>
                  </a:lnTo>
                  <a:lnTo>
                    <a:pt x="22991" y="1588"/>
                  </a:lnTo>
                  <a:lnTo>
                    <a:pt x="17267" y="894"/>
                  </a:lnTo>
                  <a:lnTo>
                    <a:pt x="11523" y="397"/>
                  </a:lnTo>
                  <a:lnTo>
                    <a:pt x="5765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853890" y="1322571"/>
              <a:ext cx="334302" cy="334334"/>
            </a:xfrm>
            <a:custGeom>
              <a:avLst/>
              <a:pathLst>
                <a:path w="334302" h="334334">
                  <a:moveTo>
                    <a:pt x="167148" y="0"/>
                  </a:moveTo>
                  <a:lnTo>
                    <a:pt x="161841" y="84"/>
                  </a:lnTo>
                  <a:lnTo>
                    <a:pt x="156539" y="336"/>
                  </a:lnTo>
                  <a:lnTo>
                    <a:pt x="151248" y="757"/>
                  </a:lnTo>
                  <a:lnTo>
                    <a:pt x="145973" y="1346"/>
                  </a:lnTo>
                  <a:lnTo>
                    <a:pt x="140720" y="2102"/>
                  </a:lnTo>
                  <a:lnTo>
                    <a:pt x="135493" y="3024"/>
                  </a:lnTo>
                  <a:lnTo>
                    <a:pt x="130298" y="4112"/>
                  </a:lnTo>
                  <a:lnTo>
                    <a:pt x="125140" y="5364"/>
                  </a:lnTo>
                  <a:lnTo>
                    <a:pt x="120024" y="6779"/>
                  </a:lnTo>
                  <a:lnTo>
                    <a:pt x="114956" y="8356"/>
                  </a:lnTo>
                  <a:lnTo>
                    <a:pt x="109940" y="10093"/>
                  </a:lnTo>
                  <a:lnTo>
                    <a:pt x="104983" y="11988"/>
                  </a:lnTo>
                  <a:lnTo>
                    <a:pt x="100087" y="14040"/>
                  </a:lnTo>
                  <a:lnTo>
                    <a:pt x="95260" y="16246"/>
                  </a:lnTo>
                  <a:lnTo>
                    <a:pt x="90505" y="18605"/>
                  </a:lnTo>
                  <a:lnTo>
                    <a:pt x="85827" y="21113"/>
                  </a:lnTo>
                  <a:lnTo>
                    <a:pt x="81231" y="23768"/>
                  </a:lnTo>
                  <a:lnTo>
                    <a:pt x="76722" y="26568"/>
                  </a:lnTo>
                  <a:lnTo>
                    <a:pt x="72304" y="29510"/>
                  </a:lnTo>
                  <a:lnTo>
                    <a:pt x="67982" y="32590"/>
                  </a:lnTo>
                  <a:lnTo>
                    <a:pt x="63759" y="35806"/>
                  </a:lnTo>
                  <a:lnTo>
                    <a:pt x="59641" y="39155"/>
                  </a:lnTo>
                  <a:lnTo>
                    <a:pt x="55631" y="42632"/>
                  </a:lnTo>
                  <a:lnTo>
                    <a:pt x="51734" y="46235"/>
                  </a:lnTo>
                  <a:lnTo>
                    <a:pt x="47953" y="49961"/>
                  </a:lnTo>
                  <a:lnTo>
                    <a:pt x="44292" y="53804"/>
                  </a:lnTo>
                  <a:lnTo>
                    <a:pt x="40755" y="57761"/>
                  </a:lnTo>
                  <a:lnTo>
                    <a:pt x="37345" y="61829"/>
                  </a:lnTo>
                  <a:lnTo>
                    <a:pt x="34066" y="66003"/>
                  </a:lnTo>
                  <a:lnTo>
                    <a:pt x="30922" y="70279"/>
                  </a:lnTo>
                  <a:lnTo>
                    <a:pt x="27915" y="74653"/>
                  </a:lnTo>
                  <a:lnTo>
                    <a:pt x="25048" y="79120"/>
                  </a:lnTo>
                  <a:lnTo>
                    <a:pt x="22324" y="83675"/>
                  </a:lnTo>
                  <a:lnTo>
                    <a:pt x="19746" y="88315"/>
                  </a:lnTo>
                  <a:lnTo>
                    <a:pt x="17317" y="93034"/>
                  </a:lnTo>
                  <a:lnTo>
                    <a:pt x="15039" y="97828"/>
                  </a:lnTo>
                  <a:lnTo>
                    <a:pt x="12915" y="102692"/>
                  </a:lnTo>
                  <a:lnTo>
                    <a:pt x="10946" y="107621"/>
                  </a:lnTo>
                  <a:lnTo>
                    <a:pt x="9134" y="112610"/>
                  </a:lnTo>
                  <a:lnTo>
                    <a:pt x="7482" y="117654"/>
                  </a:lnTo>
                  <a:lnTo>
                    <a:pt x="5990" y="122748"/>
                  </a:lnTo>
                  <a:lnTo>
                    <a:pt x="4661" y="127887"/>
                  </a:lnTo>
                  <a:lnTo>
                    <a:pt x="3496" y="133065"/>
                  </a:lnTo>
                  <a:lnTo>
                    <a:pt x="2496" y="138278"/>
                  </a:lnTo>
                  <a:lnTo>
                    <a:pt x="1662" y="143520"/>
                  </a:lnTo>
                  <a:lnTo>
                    <a:pt x="995" y="148786"/>
                  </a:lnTo>
                  <a:lnTo>
                    <a:pt x="495" y="154070"/>
                  </a:lnTo>
                  <a:lnTo>
                    <a:pt x="163" y="159367"/>
                  </a:lnTo>
                  <a:lnTo>
                    <a:pt x="0" y="164672"/>
                  </a:lnTo>
                  <a:lnTo>
                    <a:pt x="5" y="169980"/>
                  </a:lnTo>
                  <a:lnTo>
                    <a:pt x="178" y="175285"/>
                  </a:lnTo>
                  <a:lnTo>
                    <a:pt x="520" y="180582"/>
                  </a:lnTo>
                  <a:lnTo>
                    <a:pt x="1030" y="185865"/>
                  </a:lnTo>
                  <a:lnTo>
                    <a:pt x="1707" y="191129"/>
                  </a:lnTo>
                  <a:lnTo>
                    <a:pt x="2551" y="196370"/>
                  </a:lnTo>
                  <a:lnTo>
                    <a:pt x="3561" y="201580"/>
                  </a:lnTo>
                  <a:lnTo>
                    <a:pt x="4736" y="206756"/>
                  </a:lnTo>
                  <a:lnTo>
                    <a:pt x="6075" y="211893"/>
                  </a:lnTo>
                  <a:lnTo>
                    <a:pt x="7576" y="216984"/>
                  </a:lnTo>
                  <a:lnTo>
                    <a:pt x="9238" y="222024"/>
                  </a:lnTo>
                  <a:lnTo>
                    <a:pt x="11059" y="227010"/>
                  </a:lnTo>
                  <a:lnTo>
                    <a:pt x="13038" y="231935"/>
                  </a:lnTo>
                  <a:lnTo>
                    <a:pt x="15172" y="236795"/>
                  </a:lnTo>
                  <a:lnTo>
                    <a:pt x="17459" y="241585"/>
                  </a:lnTo>
                  <a:lnTo>
                    <a:pt x="19897" y="246300"/>
                  </a:lnTo>
                  <a:lnTo>
                    <a:pt x="22483" y="250935"/>
                  </a:lnTo>
                  <a:lnTo>
                    <a:pt x="25216" y="255485"/>
                  </a:lnTo>
                  <a:lnTo>
                    <a:pt x="28091" y="259946"/>
                  </a:lnTo>
                  <a:lnTo>
                    <a:pt x="31107" y="264314"/>
                  </a:lnTo>
                  <a:lnTo>
                    <a:pt x="34259" y="268584"/>
                  </a:lnTo>
                  <a:lnTo>
                    <a:pt x="37546" y="272752"/>
                  </a:lnTo>
                  <a:lnTo>
                    <a:pt x="40963" y="276813"/>
                  </a:lnTo>
                  <a:lnTo>
                    <a:pt x="44508" y="280764"/>
                  </a:lnTo>
                  <a:lnTo>
                    <a:pt x="48176" y="284600"/>
                  </a:lnTo>
                  <a:lnTo>
                    <a:pt x="51964" y="288318"/>
                  </a:lnTo>
                  <a:lnTo>
                    <a:pt x="55869" y="291914"/>
                  </a:lnTo>
                  <a:lnTo>
                    <a:pt x="59885" y="295384"/>
                  </a:lnTo>
                  <a:lnTo>
                    <a:pt x="64010" y="298724"/>
                  </a:lnTo>
                  <a:lnTo>
                    <a:pt x="68238" y="301932"/>
                  </a:lnTo>
                  <a:lnTo>
                    <a:pt x="72567" y="305005"/>
                  </a:lnTo>
                  <a:lnTo>
                    <a:pt x="76990" y="307938"/>
                  </a:lnTo>
                  <a:lnTo>
                    <a:pt x="81505" y="310729"/>
                  </a:lnTo>
                  <a:lnTo>
                    <a:pt x="86106" y="313376"/>
                  </a:lnTo>
                  <a:lnTo>
                    <a:pt x="90788" y="315875"/>
                  </a:lnTo>
                  <a:lnTo>
                    <a:pt x="95548" y="318224"/>
                  </a:lnTo>
                  <a:lnTo>
                    <a:pt x="100379" y="320421"/>
                  </a:lnTo>
                  <a:lnTo>
                    <a:pt x="105278" y="322464"/>
                  </a:lnTo>
                  <a:lnTo>
                    <a:pt x="110240" y="324350"/>
                  </a:lnTo>
                  <a:lnTo>
                    <a:pt x="115259" y="326077"/>
                  </a:lnTo>
                  <a:lnTo>
                    <a:pt x="120330" y="327644"/>
                  </a:lnTo>
                  <a:lnTo>
                    <a:pt x="125448" y="329050"/>
                  </a:lnTo>
                  <a:lnTo>
                    <a:pt x="130608" y="330292"/>
                  </a:lnTo>
                  <a:lnTo>
                    <a:pt x="135806" y="331370"/>
                  </a:lnTo>
                  <a:lnTo>
                    <a:pt x="141034" y="332282"/>
                  </a:lnTo>
                  <a:lnTo>
                    <a:pt x="146289" y="333028"/>
                  </a:lnTo>
                  <a:lnTo>
                    <a:pt x="151566" y="333607"/>
                  </a:lnTo>
                  <a:lnTo>
                    <a:pt x="156857" y="334017"/>
                  </a:lnTo>
                  <a:lnTo>
                    <a:pt x="162160" y="334260"/>
                  </a:lnTo>
                  <a:lnTo>
                    <a:pt x="167467" y="334334"/>
                  </a:lnTo>
                  <a:lnTo>
                    <a:pt x="172774" y="334240"/>
                  </a:lnTo>
                  <a:lnTo>
                    <a:pt x="178075" y="333977"/>
                  </a:lnTo>
                  <a:lnTo>
                    <a:pt x="183365" y="333546"/>
                  </a:lnTo>
                  <a:lnTo>
                    <a:pt x="188639" y="332947"/>
                  </a:lnTo>
                  <a:lnTo>
                    <a:pt x="193891" y="332181"/>
                  </a:lnTo>
                  <a:lnTo>
                    <a:pt x="199117" y="331249"/>
                  </a:lnTo>
                  <a:lnTo>
                    <a:pt x="204310" y="330152"/>
                  </a:lnTo>
                  <a:lnTo>
                    <a:pt x="209465" y="328890"/>
                  </a:lnTo>
                  <a:lnTo>
                    <a:pt x="214578" y="327465"/>
                  </a:lnTo>
                  <a:lnTo>
                    <a:pt x="219643" y="325878"/>
                  </a:lnTo>
                  <a:lnTo>
                    <a:pt x="224655" y="324132"/>
                  </a:lnTo>
                  <a:lnTo>
                    <a:pt x="229610" y="322227"/>
                  </a:lnTo>
                  <a:lnTo>
                    <a:pt x="234501" y="320166"/>
                  </a:lnTo>
                  <a:lnTo>
                    <a:pt x="239324" y="317950"/>
                  </a:lnTo>
                  <a:lnTo>
                    <a:pt x="244075" y="315583"/>
                  </a:lnTo>
                  <a:lnTo>
                    <a:pt x="248748" y="313066"/>
                  </a:lnTo>
                  <a:lnTo>
                    <a:pt x="253339" y="310402"/>
                  </a:lnTo>
                  <a:lnTo>
                    <a:pt x="257842" y="307593"/>
                  </a:lnTo>
                  <a:lnTo>
                    <a:pt x="262255" y="304643"/>
                  </a:lnTo>
                  <a:lnTo>
                    <a:pt x="266571" y="301555"/>
                  </a:lnTo>
                  <a:lnTo>
                    <a:pt x="270788" y="298330"/>
                  </a:lnTo>
                  <a:lnTo>
                    <a:pt x="274899" y="294974"/>
                  </a:lnTo>
                  <a:lnTo>
                    <a:pt x="278903" y="291489"/>
                  </a:lnTo>
                  <a:lnTo>
                    <a:pt x="282793" y="287878"/>
                  </a:lnTo>
                  <a:lnTo>
                    <a:pt x="286567" y="284146"/>
                  </a:lnTo>
                  <a:lnTo>
                    <a:pt x="290221" y="280296"/>
                  </a:lnTo>
                  <a:lnTo>
                    <a:pt x="293750" y="276332"/>
                  </a:lnTo>
                  <a:lnTo>
                    <a:pt x="297152" y="272257"/>
                  </a:lnTo>
                  <a:lnTo>
                    <a:pt x="300423" y="268077"/>
                  </a:lnTo>
                  <a:lnTo>
                    <a:pt x="303559" y="263795"/>
                  </a:lnTo>
                  <a:lnTo>
                    <a:pt x="306558" y="259416"/>
                  </a:lnTo>
                  <a:lnTo>
                    <a:pt x="309417" y="254943"/>
                  </a:lnTo>
                  <a:lnTo>
                    <a:pt x="312131" y="250383"/>
                  </a:lnTo>
                  <a:lnTo>
                    <a:pt x="314700" y="245738"/>
                  </a:lnTo>
                  <a:lnTo>
                    <a:pt x="317120" y="241014"/>
                  </a:lnTo>
                  <a:lnTo>
                    <a:pt x="319389" y="236215"/>
                  </a:lnTo>
                  <a:lnTo>
                    <a:pt x="321504" y="231347"/>
                  </a:lnTo>
                  <a:lnTo>
                    <a:pt x="323464" y="226415"/>
                  </a:lnTo>
                  <a:lnTo>
                    <a:pt x="325266" y="221422"/>
                  </a:lnTo>
                  <a:lnTo>
                    <a:pt x="326909" y="216375"/>
                  </a:lnTo>
                  <a:lnTo>
                    <a:pt x="328391" y="211278"/>
                  </a:lnTo>
                  <a:lnTo>
                    <a:pt x="329710" y="206137"/>
                  </a:lnTo>
                  <a:lnTo>
                    <a:pt x="330865" y="200957"/>
                  </a:lnTo>
                  <a:lnTo>
                    <a:pt x="331855" y="195742"/>
                  </a:lnTo>
                  <a:lnTo>
                    <a:pt x="332680" y="190499"/>
                  </a:lnTo>
                  <a:lnTo>
                    <a:pt x="333337" y="185232"/>
                  </a:lnTo>
                  <a:lnTo>
                    <a:pt x="333827" y="179947"/>
                  </a:lnTo>
                  <a:lnTo>
                    <a:pt x="334148" y="174649"/>
                  </a:lnTo>
                  <a:lnTo>
                    <a:pt x="334302" y="169343"/>
                  </a:lnTo>
                  <a:lnTo>
                    <a:pt x="334286" y="164035"/>
                  </a:lnTo>
                  <a:lnTo>
                    <a:pt x="334103" y="158731"/>
                  </a:lnTo>
                  <a:lnTo>
                    <a:pt x="333751" y="153435"/>
                  </a:lnTo>
                  <a:lnTo>
                    <a:pt x="333231" y="148152"/>
                  </a:lnTo>
                  <a:lnTo>
                    <a:pt x="332543" y="142889"/>
                  </a:lnTo>
                  <a:lnTo>
                    <a:pt x="331689" y="137651"/>
                  </a:lnTo>
                  <a:lnTo>
                    <a:pt x="330669" y="132442"/>
                  </a:lnTo>
                  <a:lnTo>
                    <a:pt x="329484" y="127268"/>
                  </a:lnTo>
                  <a:lnTo>
                    <a:pt x="328136" y="122134"/>
                  </a:lnTo>
                  <a:lnTo>
                    <a:pt x="326625" y="117046"/>
                  </a:lnTo>
                  <a:lnTo>
                    <a:pt x="324954" y="112009"/>
                  </a:lnTo>
                  <a:lnTo>
                    <a:pt x="323123" y="107027"/>
                  </a:lnTo>
                  <a:lnTo>
                    <a:pt x="321135" y="102105"/>
                  </a:lnTo>
                  <a:lnTo>
                    <a:pt x="318992" y="97249"/>
                  </a:lnTo>
                  <a:lnTo>
                    <a:pt x="316696" y="92464"/>
                  </a:lnTo>
                  <a:lnTo>
                    <a:pt x="314249" y="87754"/>
                  </a:lnTo>
                  <a:lnTo>
                    <a:pt x="311653" y="83124"/>
                  </a:lnTo>
                  <a:lnTo>
                    <a:pt x="308912" y="78579"/>
                  </a:lnTo>
                  <a:lnTo>
                    <a:pt x="306029" y="74123"/>
                  </a:lnTo>
                  <a:lnTo>
                    <a:pt x="303005" y="69760"/>
                  </a:lnTo>
                  <a:lnTo>
                    <a:pt x="299844" y="65496"/>
                  </a:lnTo>
                  <a:lnTo>
                    <a:pt x="296549" y="61335"/>
                  </a:lnTo>
                  <a:lnTo>
                    <a:pt x="293124" y="57280"/>
                  </a:lnTo>
                  <a:lnTo>
                    <a:pt x="289572" y="53336"/>
                  </a:lnTo>
                  <a:lnTo>
                    <a:pt x="285896" y="49507"/>
                  </a:lnTo>
                  <a:lnTo>
                    <a:pt x="282101" y="45796"/>
                  </a:lnTo>
                  <a:lnTo>
                    <a:pt x="278190" y="42208"/>
                  </a:lnTo>
                  <a:lnTo>
                    <a:pt x="274167" y="38746"/>
                  </a:lnTo>
                  <a:lnTo>
                    <a:pt x="270036" y="35413"/>
                  </a:lnTo>
                  <a:lnTo>
                    <a:pt x="265801" y="32213"/>
                  </a:lnTo>
                  <a:lnTo>
                    <a:pt x="261467" y="29149"/>
                  </a:lnTo>
                  <a:lnTo>
                    <a:pt x="257038" y="26224"/>
                  </a:lnTo>
                  <a:lnTo>
                    <a:pt x="252518" y="23442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6013"/>
              <a:ext cx="85369" cy="143725"/>
            </a:xfrm>
            <a:custGeom>
              <a:avLst/>
              <a:pathLst>
                <a:path w="85369" h="143725">
                  <a:moveTo>
                    <a:pt x="85369" y="0"/>
                  </a:moveTo>
                  <a:lnTo>
                    <a:pt x="0" y="1437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71"/>
              <a:ext cx="85369" cy="167167"/>
            </a:xfrm>
            <a:custGeom>
              <a:avLst/>
              <a:pathLst>
                <a:path w="85369" h="167167">
                  <a:moveTo>
                    <a:pt x="85369" y="23442"/>
                  </a:moveTo>
                  <a:lnTo>
                    <a:pt x="80508" y="20663"/>
                  </a:lnTo>
                  <a:lnTo>
                    <a:pt x="75556" y="18049"/>
                  </a:lnTo>
                  <a:lnTo>
                    <a:pt x="70519" y="15602"/>
                  </a:lnTo>
                  <a:lnTo>
                    <a:pt x="65403" y="13325"/>
                  </a:lnTo>
                  <a:lnTo>
                    <a:pt x="60214" y="11221"/>
                  </a:lnTo>
                  <a:lnTo>
                    <a:pt x="54957" y="9292"/>
                  </a:lnTo>
                  <a:lnTo>
                    <a:pt x="49639" y="7540"/>
                  </a:lnTo>
                  <a:lnTo>
                    <a:pt x="44264" y="5967"/>
                  </a:lnTo>
                  <a:lnTo>
                    <a:pt x="38841" y="4574"/>
                  </a:lnTo>
                  <a:lnTo>
                    <a:pt x="33373" y="3365"/>
                  </a:lnTo>
                  <a:lnTo>
                    <a:pt x="27868" y="2339"/>
                  </a:lnTo>
                  <a:lnTo>
                    <a:pt x="22332" y="1498"/>
                  </a:lnTo>
                  <a:lnTo>
                    <a:pt x="16771" y="843"/>
                  </a:lnTo>
                  <a:lnTo>
                    <a:pt x="11191" y="375"/>
                  </a:lnTo>
                  <a:lnTo>
                    <a:pt x="5598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378105" y="1071028"/>
              <a:ext cx="334316" cy="334332"/>
            </a:xfrm>
            <a:custGeom>
              <a:avLst/>
              <a:pathLst>
                <a:path w="334316" h="334332">
                  <a:moveTo>
                    <a:pt x="167153" y="0"/>
                  </a:moveTo>
                  <a:lnTo>
                    <a:pt x="161858" y="83"/>
                  </a:lnTo>
                  <a:lnTo>
                    <a:pt x="156569" y="335"/>
                  </a:lnTo>
                  <a:lnTo>
                    <a:pt x="151291" y="754"/>
                  </a:lnTo>
                  <a:lnTo>
                    <a:pt x="146028" y="1340"/>
                  </a:lnTo>
                  <a:lnTo>
                    <a:pt x="140787" y="2092"/>
                  </a:lnTo>
                  <a:lnTo>
                    <a:pt x="135572" y="3010"/>
                  </a:lnTo>
                  <a:lnTo>
                    <a:pt x="130389" y="4092"/>
                  </a:lnTo>
                  <a:lnTo>
                    <a:pt x="125242" y="5338"/>
                  </a:lnTo>
                  <a:lnTo>
                    <a:pt x="120138" y="6747"/>
                  </a:lnTo>
                  <a:lnTo>
                    <a:pt x="115081" y="8316"/>
                  </a:lnTo>
                  <a:lnTo>
                    <a:pt x="110076" y="10045"/>
                  </a:lnTo>
                  <a:lnTo>
                    <a:pt x="105128" y="11932"/>
                  </a:lnTo>
                  <a:lnTo>
                    <a:pt x="100243" y="13974"/>
                  </a:lnTo>
                  <a:lnTo>
                    <a:pt x="95425" y="16170"/>
                  </a:lnTo>
                  <a:lnTo>
                    <a:pt x="90678" y="18518"/>
                  </a:lnTo>
                  <a:lnTo>
                    <a:pt x="86009" y="21014"/>
                  </a:lnTo>
                  <a:lnTo>
                    <a:pt x="81421" y="23658"/>
                  </a:lnTo>
                  <a:lnTo>
                    <a:pt x="76918" y="26445"/>
                  </a:lnTo>
                  <a:lnTo>
                    <a:pt x="72507" y="29373"/>
                  </a:lnTo>
                  <a:lnTo>
                    <a:pt x="68190" y="32440"/>
                  </a:lnTo>
                  <a:lnTo>
                    <a:pt x="63973" y="35642"/>
                  </a:lnTo>
                  <a:lnTo>
                    <a:pt x="59859" y="38976"/>
                  </a:lnTo>
                  <a:lnTo>
                    <a:pt x="55853" y="42438"/>
                  </a:lnTo>
                  <a:lnTo>
                    <a:pt x="51958" y="46026"/>
                  </a:lnTo>
                  <a:lnTo>
                    <a:pt x="48179" y="49735"/>
                  </a:lnTo>
                  <a:lnTo>
                    <a:pt x="44520" y="53562"/>
                  </a:lnTo>
                  <a:lnTo>
                    <a:pt x="40983" y="57503"/>
                  </a:lnTo>
                  <a:lnTo>
                    <a:pt x="37573" y="61554"/>
                  </a:lnTo>
                  <a:lnTo>
                    <a:pt x="34294" y="65711"/>
                  </a:lnTo>
                  <a:lnTo>
                    <a:pt x="31147" y="69969"/>
                  </a:lnTo>
                  <a:lnTo>
                    <a:pt x="28137" y="74326"/>
                  </a:lnTo>
                  <a:lnTo>
                    <a:pt x="25266" y="78775"/>
                  </a:lnTo>
                  <a:lnTo>
                    <a:pt x="22538" y="83313"/>
                  </a:lnTo>
                  <a:lnTo>
                    <a:pt x="19955" y="87935"/>
                  </a:lnTo>
                  <a:lnTo>
                    <a:pt x="17519" y="92637"/>
                  </a:lnTo>
                  <a:lnTo>
                    <a:pt x="15234" y="97413"/>
                  </a:lnTo>
                  <a:lnTo>
                    <a:pt x="13101" y="102260"/>
                  </a:lnTo>
                  <a:lnTo>
                    <a:pt x="11122" y="107172"/>
                  </a:lnTo>
                  <a:lnTo>
                    <a:pt x="9300" y="112143"/>
                  </a:lnTo>
                  <a:lnTo>
                    <a:pt x="7637" y="117170"/>
                  </a:lnTo>
                  <a:lnTo>
                    <a:pt x="6133" y="122248"/>
                  </a:lnTo>
                  <a:lnTo>
                    <a:pt x="4792" y="127370"/>
                  </a:lnTo>
                  <a:lnTo>
                    <a:pt x="3613" y="132532"/>
                  </a:lnTo>
                  <a:lnTo>
                    <a:pt x="2598" y="137729"/>
                  </a:lnTo>
                  <a:lnTo>
                    <a:pt x="1748" y="142955"/>
                  </a:lnTo>
                  <a:lnTo>
                    <a:pt x="1064" y="148206"/>
                  </a:lnTo>
                  <a:lnTo>
                    <a:pt x="547" y="153476"/>
                  </a:lnTo>
                  <a:lnTo>
                    <a:pt x="197" y="158759"/>
                  </a:lnTo>
                  <a:lnTo>
                    <a:pt x="14" y="164051"/>
                  </a:lnTo>
                  <a:lnTo>
                    <a:pt x="0" y="169346"/>
                  </a:lnTo>
                  <a:lnTo>
                    <a:pt x="152" y="174639"/>
                  </a:lnTo>
                  <a:lnTo>
                    <a:pt x="473" y="179925"/>
                  </a:lnTo>
                  <a:lnTo>
                    <a:pt x="960" y="185197"/>
                  </a:lnTo>
                  <a:lnTo>
                    <a:pt x="1615" y="190452"/>
                  </a:lnTo>
                  <a:lnTo>
                    <a:pt x="2435" y="195683"/>
                  </a:lnTo>
                  <a:lnTo>
                    <a:pt x="3421" y="200885"/>
                  </a:lnTo>
                  <a:lnTo>
                    <a:pt x="4571" y="206054"/>
                  </a:lnTo>
                  <a:lnTo>
                    <a:pt x="5884" y="211184"/>
                  </a:lnTo>
                  <a:lnTo>
                    <a:pt x="7359" y="216269"/>
                  </a:lnTo>
                  <a:lnTo>
                    <a:pt x="8995" y="221305"/>
                  </a:lnTo>
                  <a:lnTo>
                    <a:pt x="10789" y="226287"/>
                  </a:lnTo>
                  <a:lnTo>
                    <a:pt x="12740" y="231210"/>
                  </a:lnTo>
                  <a:lnTo>
                    <a:pt x="14845" y="236068"/>
                  </a:lnTo>
                  <a:lnTo>
                    <a:pt x="17104" y="240858"/>
                  </a:lnTo>
                  <a:lnTo>
                    <a:pt x="19513" y="245573"/>
                  </a:lnTo>
                  <a:lnTo>
                    <a:pt x="22070" y="250209"/>
                  </a:lnTo>
                  <a:lnTo>
                    <a:pt x="24773" y="254763"/>
                  </a:lnTo>
                  <a:lnTo>
                    <a:pt x="27619" y="259228"/>
                  </a:lnTo>
                  <a:lnTo>
                    <a:pt x="30605" y="263601"/>
                  </a:lnTo>
                  <a:lnTo>
                    <a:pt x="33727" y="267877"/>
                  </a:lnTo>
                  <a:lnTo>
                    <a:pt x="36984" y="272053"/>
                  </a:lnTo>
                  <a:lnTo>
                    <a:pt x="40371" y="276123"/>
                  </a:lnTo>
                  <a:lnTo>
                    <a:pt x="43885" y="280083"/>
                  </a:lnTo>
                  <a:lnTo>
                    <a:pt x="47524" y="283931"/>
                  </a:lnTo>
                  <a:lnTo>
                    <a:pt x="51282" y="287661"/>
                  </a:lnTo>
                  <a:lnTo>
                    <a:pt x="55156" y="291270"/>
                  </a:lnTo>
                  <a:lnTo>
                    <a:pt x="59143" y="294755"/>
                  </a:lnTo>
                  <a:lnTo>
                    <a:pt x="63238" y="298112"/>
                  </a:lnTo>
                  <a:lnTo>
                    <a:pt x="67437" y="301338"/>
                  </a:lnTo>
                  <a:lnTo>
                    <a:pt x="71736" y="304428"/>
                  </a:lnTo>
                  <a:lnTo>
                    <a:pt x="76132" y="307381"/>
                  </a:lnTo>
                  <a:lnTo>
                    <a:pt x="80618" y="310194"/>
                  </a:lnTo>
                  <a:lnTo>
                    <a:pt x="85191" y="312863"/>
                  </a:lnTo>
                  <a:lnTo>
                    <a:pt x="89847" y="315386"/>
                  </a:lnTo>
                  <a:lnTo>
                    <a:pt x="94580" y="317760"/>
                  </a:lnTo>
                  <a:lnTo>
                    <a:pt x="99386" y="319983"/>
                  </a:lnTo>
                  <a:lnTo>
                    <a:pt x="104260" y="322052"/>
                  </a:lnTo>
                  <a:lnTo>
                    <a:pt x="109197" y="323966"/>
                  </a:lnTo>
                  <a:lnTo>
                    <a:pt x="114192" y="325723"/>
                  </a:lnTo>
                  <a:lnTo>
                    <a:pt x="119240" y="327321"/>
                  </a:lnTo>
                  <a:lnTo>
                    <a:pt x="124336" y="328758"/>
                  </a:lnTo>
                  <a:lnTo>
                    <a:pt x="129476" y="330033"/>
                  </a:lnTo>
                  <a:lnTo>
                    <a:pt x="134653" y="331145"/>
                  </a:lnTo>
                  <a:lnTo>
                    <a:pt x="139862" y="332092"/>
                  </a:lnTo>
                  <a:lnTo>
                    <a:pt x="145100" y="332873"/>
                  </a:lnTo>
                  <a:lnTo>
                    <a:pt x="150359" y="333489"/>
                  </a:lnTo>
                  <a:lnTo>
                    <a:pt x="155635" y="333937"/>
                  </a:lnTo>
                  <a:lnTo>
                    <a:pt x="160922" y="334218"/>
                  </a:lnTo>
                  <a:lnTo>
                    <a:pt x="166216" y="334332"/>
                  </a:lnTo>
                  <a:lnTo>
                    <a:pt x="171511" y="334278"/>
                  </a:lnTo>
                  <a:lnTo>
                    <a:pt x="176802" y="334056"/>
                  </a:lnTo>
                  <a:lnTo>
                    <a:pt x="182082" y="333666"/>
                  </a:lnTo>
                  <a:lnTo>
                    <a:pt x="187348" y="333110"/>
                  </a:lnTo>
                  <a:lnTo>
                    <a:pt x="192594" y="332387"/>
                  </a:lnTo>
                  <a:lnTo>
                    <a:pt x="197814" y="331499"/>
                  </a:lnTo>
                  <a:lnTo>
                    <a:pt x="203003" y="330445"/>
                  </a:lnTo>
                  <a:lnTo>
                    <a:pt x="208156" y="329228"/>
                  </a:lnTo>
                  <a:lnTo>
                    <a:pt x="213268" y="327848"/>
                  </a:lnTo>
                  <a:lnTo>
                    <a:pt x="218334" y="326307"/>
                  </a:lnTo>
                  <a:lnTo>
                    <a:pt x="223349" y="324606"/>
                  </a:lnTo>
                  <a:lnTo>
                    <a:pt x="228307" y="322747"/>
                  </a:lnTo>
                  <a:lnTo>
                    <a:pt x="233203" y="320732"/>
                  </a:lnTo>
                  <a:lnTo>
                    <a:pt x="238034" y="318563"/>
                  </a:lnTo>
                  <a:lnTo>
                    <a:pt x="242793" y="316242"/>
                  </a:lnTo>
                  <a:lnTo>
                    <a:pt x="247477" y="313772"/>
                  </a:lnTo>
                  <a:lnTo>
                    <a:pt x="252080" y="311154"/>
                  </a:lnTo>
                  <a:lnTo>
                    <a:pt x="256597" y="308392"/>
                  </a:lnTo>
                  <a:lnTo>
                    <a:pt x="261025" y="305489"/>
                  </a:lnTo>
                  <a:lnTo>
                    <a:pt x="265359" y="302446"/>
                  </a:lnTo>
                  <a:lnTo>
                    <a:pt x="269594" y="299268"/>
                  </a:lnTo>
                  <a:lnTo>
                    <a:pt x="273727" y="295957"/>
                  </a:lnTo>
                  <a:lnTo>
                    <a:pt x="277752" y="292517"/>
                  </a:lnTo>
                  <a:lnTo>
                    <a:pt x="281667" y="288952"/>
                  </a:lnTo>
                  <a:lnTo>
                    <a:pt x="285466" y="285264"/>
                  </a:lnTo>
                  <a:lnTo>
                    <a:pt x="289147" y="281457"/>
                  </a:lnTo>
                  <a:lnTo>
                    <a:pt x="292706" y="277536"/>
                  </a:lnTo>
                  <a:lnTo>
                    <a:pt x="296138" y="273504"/>
                  </a:lnTo>
                  <a:lnTo>
                    <a:pt x="299442" y="269366"/>
                  </a:lnTo>
                  <a:lnTo>
                    <a:pt x="302612" y="265125"/>
                  </a:lnTo>
                  <a:lnTo>
                    <a:pt x="305646" y="260786"/>
                  </a:lnTo>
                  <a:lnTo>
                    <a:pt x="308542" y="256352"/>
                  </a:lnTo>
                  <a:lnTo>
                    <a:pt x="311296" y="251830"/>
                  </a:lnTo>
                  <a:lnTo>
                    <a:pt x="313905" y="247222"/>
                  </a:lnTo>
                  <a:lnTo>
                    <a:pt x="316367" y="242534"/>
                  </a:lnTo>
                  <a:lnTo>
                    <a:pt x="318679" y="237770"/>
                  </a:lnTo>
                  <a:lnTo>
                    <a:pt x="320839" y="232936"/>
                  </a:lnTo>
                  <a:lnTo>
                    <a:pt x="322845" y="228035"/>
                  </a:lnTo>
                  <a:lnTo>
                    <a:pt x="324694" y="223074"/>
                  </a:lnTo>
                  <a:lnTo>
                    <a:pt x="326386" y="218056"/>
                  </a:lnTo>
                  <a:lnTo>
                    <a:pt x="327918" y="212988"/>
                  </a:lnTo>
                  <a:lnTo>
                    <a:pt x="329288" y="207873"/>
                  </a:lnTo>
                  <a:lnTo>
                    <a:pt x="330496" y="202717"/>
                  </a:lnTo>
                  <a:lnTo>
                    <a:pt x="331540" y="197526"/>
                  </a:lnTo>
                  <a:lnTo>
                    <a:pt x="332419" y="192305"/>
                  </a:lnTo>
                  <a:lnTo>
                    <a:pt x="333133" y="187058"/>
                  </a:lnTo>
                  <a:lnTo>
                    <a:pt x="333679" y="181791"/>
                  </a:lnTo>
                  <a:lnTo>
                    <a:pt x="334059" y="176510"/>
                  </a:lnTo>
                  <a:lnTo>
                    <a:pt x="334271" y="171219"/>
                  </a:lnTo>
                  <a:lnTo>
                    <a:pt x="334316" y="165924"/>
                  </a:lnTo>
                  <a:lnTo>
                    <a:pt x="334192" y="160630"/>
                  </a:lnTo>
                  <a:lnTo>
                    <a:pt x="333902" y="155343"/>
                  </a:lnTo>
                  <a:lnTo>
                    <a:pt x="333443" y="150068"/>
                  </a:lnTo>
                  <a:lnTo>
                    <a:pt x="332818" y="144810"/>
                  </a:lnTo>
                  <a:lnTo>
                    <a:pt x="332027" y="139574"/>
                  </a:lnTo>
                  <a:lnTo>
                    <a:pt x="331071" y="134366"/>
                  </a:lnTo>
                  <a:lnTo>
                    <a:pt x="329950" y="129191"/>
                  </a:lnTo>
                  <a:lnTo>
                    <a:pt x="328665" y="124054"/>
                  </a:lnTo>
                  <a:lnTo>
                    <a:pt x="327219" y="118961"/>
                  </a:lnTo>
                  <a:lnTo>
                    <a:pt x="325612" y="113915"/>
                  </a:lnTo>
                  <a:lnTo>
                    <a:pt x="323846" y="108923"/>
                  </a:lnTo>
                  <a:lnTo>
                    <a:pt x="321922" y="103990"/>
                  </a:lnTo>
                  <a:lnTo>
                    <a:pt x="319844" y="9912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70149"/>
              <a:ext cx="152690" cy="68047"/>
            </a:xfrm>
            <a:custGeom>
              <a:avLst/>
              <a:pathLst>
                <a:path w="152690" h="68047">
                  <a:moveTo>
                    <a:pt x="152690" y="0"/>
                  </a:moveTo>
                  <a:lnTo>
                    <a:pt x="0" y="680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69339"/>
              <a:ext cx="152690" cy="68856"/>
            </a:xfrm>
            <a:custGeom>
              <a:avLst/>
              <a:pathLst>
                <a:path w="152690" h="68856">
                  <a:moveTo>
                    <a:pt x="152690" y="809"/>
                  </a:moveTo>
                  <a:lnTo>
                    <a:pt x="152327" y="0"/>
                  </a:lnTo>
                  <a:lnTo>
                    <a:pt x="0" y="688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071028"/>
              <a:ext cx="152327" cy="167167"/>
            </a:xfrm>
            <a:custGeom>
              <a:avLst/>
              <a:pathLst>
                <a:path w="152327" h="167167">
                  <a:moveTo>
                    <a:pt x="152327" y="98310"/>
                  </a:moveTo>
                  <a:lnTo>
                    <a:pt x="149991" y="93360"/>
                  </a:lnTo>
                  <a:lnTo>
                    <a:pt x="147494" y="88488"/>
                  </a:lnTo>
                  <a:lnTo>
                    <a:pt x="144838" y="83700"/>
                  </a:lnTo>
                  <a:lnTo>
                    <a:pt x="142028" y="79002"/>
                  </a:lnTo>
                  <a:lnTo>
                    <a:pt x="139065" y="74399"/>
                  </a:lnTo>
                  <a:lnTo>
                    <a:pt x="135952" y="69895"/>
                  </a:lnTo>
                  <a:lnTo>
                    <a:pt x="132694" y="65496"/>
                  </a:lnTo>
                  <a:lnTo>
                    <a:pt x="129294" y="61205"/>
                  </a:lnTo>
                  <a:lnTo>
                    <a:pt x="125755" y="57028"/>
                  </a:lnTo>
                  <a:lnTo>
                    <a:pt x="122081" y="52970"/>
                  </a:lnTo>
                  <a:lnTo>
                    <a:pt x="118276" y="49033"/>
                  </a:lnTo>
                  <a:lnTo>
                    <a:pt x="114345" y="45224"/>
                  </a:lnTo>
                  <a:lnTo>
                    <a:pt x="110291" y="41545"/>
                  </a:lnTo>
                  <a:lnTo>
                    <a:pt x="106118" y="38001"/>
                  </a:lnTo>
                  <a:lnTo>
                    <a:pt x="101832" y="34596"/>
                  </a:lnTo>
                  <a:lnTo>
                    <a:pt x="97436" y="31332"/>
                  </a:lnTo>
                  <a:lnTo>
                    <a:pt x="92936" y="28215"/>
                  </a:lnTo>
                  <a:lnTo>
                    <a:pt x="88336" y="25246"/>
                  </a:lnTo>
                  <a:lnTo>
                    <a:pt x="83642" y="22429"/>
                  </a:lnTo>
                  <a:lnTo>
                    <a:pt x="78858" y="19768"/>
                  </a:lnTo>
                  <a:lnTo>
                    <a:pt x="73989" y="17265"/>
                  </a:lnTo>
                  <a:lnTo>
                    <a:pt x="69041" y="14923"/>
                  </a:lnTo>
                  <a:lnTo>
                    <a:pt x="64019" y="12744"/>
                  </a:lnTo>
                  <a:lnTo>
                    <a:pt x="58928" y="10730"/>
                  </a:lnTo>
                  <a:lnTo>
                    <a:pt x="53774" y="8885"/>
                  </a:lnTo>
                  <a:lnTo>
                    <a:pt x="48562" y="7209"/>
                  </a:lnTo>
                  <a:lnTo>
                    <a:pt x="43298" y="5704"/>
                  </a:lnTo>
                  <a:lnTo>
                    <a:pt x="37988" y="4373"/>
                  </a:lnTo>
                  <a:lnTo>
                    <a:pt x="32637" y="3217"/>
                  </a:lnTo>
                  <a:lnTo>
                    <a:pt x="27251" y="2236"/>
                  </a:lnTo>
                  <a:lnTo>
                    <a:pt x="21836" y="1432"/>
                  </a:lnTo>
                  <a:lnTo>
                    <a:pt x="16397" y="806"/>
                  </a:lnTo>
                  <a:lnTo>
                    <a:pt x="10941" y="358"/>
                  </a:lnTo>
                  <a:lnTo>
                    <a:pt x="547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58753" y="941493"/>
              <a:ext cx="64790" cy="167167"/>
            </a:xfrm>
            <a:custGeom>
              <a:avLst/>
              <a:pathLst>
                <a:path w="64790" h="167167">
                  <a:moveTo>
                    <a:pt x="64790" y="0"/>
                  </a:moveTo>
                  <a:lnTo>
                    <a:pt x="58743" y="109"/>
                  </a:lnTo>
                  <a:lnTo>
                    <a:pt x="52704" y="437"/>
                  </a:lnTo>
                  <a:lnTo>
                    <a:pt x="46680" y="983"/>
                  </a:lnTo>
                  <a:lnTo>
                    <a:pt x="40681" y="1747"/>
                  </a:lnTo>
                  <a:lnTo>
                    <a:pt x="34713" y="2728"/>
                  </a:lnTo>
                  <a:lnTo>
                    <a:pt x="28784" y="3923"/>
                  </a:lnTo>
                  <a:lnTo>
                    <a:pt x="22902" y="5333"/>
                  </a:lnTo>
                  <a:lnTo>
                    <a:pt x="17075" y="6954"/>
                  </a:lnTo>
                  <a:lnTo>
                    <a:pt x="11311" y="8785"/>
                  </a:lnTo>
                  <a:lnTo>
                    <a:pt x="5616" y="10823"/>
                  </a:lnTo>
                  <a:lnTo>
                    <a:pt x="0" y="13066"/>
                  </a:lnTo>
                  <a:lnTo>
                    <a:pt x="6479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58753" y="954559"/>
              <a:ext cx="64790" cy="154100"/>
            </a:xfrm>
            <a:custGeom>
              <a:avLst/>
              <a:pathLst>
                <a:path w="64790" h="154100">
                  <a:moveTo>
                    <a:pt x="0" y="0"/>
                  </a:moveTo>
                  <a:lnTo>
                    <a:pt x="64790" y="1541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56377" y="954559"/>
              <a:ext cx="334319" cy="321263"/>
            </a:xfrm>
            <a:custGeom>
              <a:avLst/>
              <a:pathLst>
                <a:path w="334319" h="321263">
                  <a:moveTo>
                    <a:pt x="102375" y="0"/>
                  </a:moveTo>
                  <a:lnTo>
                    <a:pt x="97535" y="2125"/>
                  </a:lnTo>
                  <a:lnTo>
                    <a:pt x="92764" y="4403"/>
                  </a:lnTo>
                  <a:lnTo>
                    <a:pt x="88068" y="6831"/>
                  </a:lnTo>
                  <a:lnTo>
                    <a:pt x="83450" y="9406"/>
                  </a:lnTo>
                  <a:lnTo>
                    <a:pt x="78917" y="12125"/>
                  </a:lnTo>
                  <a:lnTo>
                    <a:pt x="74471" y="14987"/>
                  </a:lnTo>
                  <a:lnTo>
                    <a:pt x="70119" y="17988"/>
                  </a:lnTo>
                  <a:lnTo>
                    <a:pt x="65863" y="21124"/>
                  </a:lnTo>
                  <a:lnTo>
                    <a:pt x="61709" y="24394"/>
                  </a:lnTo>
                  <a:lnTo>
                    <a:pt x="57660" y="27794"/>
                  </a:lnTo>
                  <a:lnTo>
                    <a:pt x="53721" y="31320"/>
                  </a:lnTo>
                  <a:lnTo>
                    <a:pt x="49895" y="34968"/>
                  </a:lnTo>
                  <a:lnTo>
                    <a:pt x="46187" y="38736"/>
                  </a:lnTo>
                  <a:lnTo>
                    <a:pt x="42599" y="42620"/>
                  </a:lnTo>
                  <a:lnTo>
                    <a:pt x="39136" y="46614"/>
                  </a:lnTo>
                  <a:lnTo>
                    <a:pt x="35801" y="50717"/>
                  </a:lnTo>
                  <a:lnTo>
                    <a:pt x="32598" y="54922"/>
                  </a:lnTo>
                  <a:lnTo>
                    <a:pt x="29529" y="59227"/>
                  </a:lnTo>
                  <a:lnTo>
                    <a:pt x="26598" y="63627"/>
                  </a:lnTo>
                  <a:lnTo>
                    <a:pt x="23807" y="68117"/>
                  </a:lnTo>
                  <a:lnTo>
                    <a:pt x="21160" y="72693"/>
                  </a:lnTo>
                  <a:lnTo>
                    <a:pt x="18659" y="77351"/>
                  </a:lnTo>
                  <a:lnTo>
                    <a:pt x="16306" y="82085"/>
                  </a:lnTo>
                  <a:lnTo>
                    <a:pt x="14104" y="86892"/>
                  </a:lnTo>
                  <a:lnTo>
                    <a:pt x="12056" y="91765"/>
                  </a:lnTo>
                  <a:lnTo>
                    <a:pt x="10162" y="96701"/>
                  </a:lnTo>
                  <a:lnTo>
                    <a:pt x="8426" y="101695"/>
                  </a:lnTo>
                  <a:lnTo>
                    <a:pt x="6848" y="106741"/>
                  </a:lnTo>
                  <a:lnTo>
                    <a:pt x="5431" y="111834"/>
                  </a:lnTo>
                  <a:lnTo>
                    <a:pt x="4175" y="116969"/>
                  </a:lnTo>
                  <a:lnTo>
                    <a:pt x="3082" y="122142"/>
                  </a:lnTo>
                  <a:lnTo>
                    <a:pt x="2154" y="127347"/>
                  </a:lnTo>
                  <a:lnTo>
                    <a:pt x="1390" y="132578"/>
                  </a:lnTo>
                  <a:lnTo>
                    <a:pt x="793" y="137831"/>
                  </a:lnTo>
                  <a:lnTo>
                    <a:pt x="361" y="143100"/>
                  </a:lnTo>
                  <a:lnTo>
                    <a:pt x="97" y="148380"/>
                  </a:lnTo>
                  <a:lnTo>
                    <a:pt x="0" y="153666"/>
                  </a:lnTo>
                  <a:lnTo>
                    <a:pt x="69" y="158952"/>
                  </a:lnTo>
                  <a:lnTo>
                    <a:pt x="306" y="164234"/>
                  </a:lnTo>
                  <a:lnTo>
                    <a:pt x="710" y="169505"/>
                  </a:lnTo>
                  <a:lnTo>
                    <a:pt x="1281" y="174761"/>
                  </a:lnTo>
                  <a:lnTo>
                    <a:pt x="2017" y="179996"/>
                  </a:lnTo>
                  <a:lnTo>
                    <a:pt x="2918" y="185205"/>
                  </a:lnTo>
                  <a:lnTo>
                    <a:pt x="3984" y="190383"/>
                  </a:lnTo>
                  <a:lnTo>
                    <a:pt x="5213" y="195525"/>
                  </a:lnTo>
                  <a:lnTo>
                    <a:pt x="6604" y="200626"/>
                  </a:lnTo>
                  <a:lnTo>
                    <a:pt x="8155" y="205680"/>
                  </a:lnTo>
                  <a:lnTo>
                    <a:pt x="9866" y="210682"/>
                  </a:lnTo>
                  <a:lnTo>
                    <a:pt x="11734" y="215628"/>
                  </a:lnTo>
                  <a:lnTo>
                    <a:pt x="13757" y="220512"/>
                  </a:lnTo>
                  <a:lnTo>
                    <a:pt x="15934" y="225330"/>
                  </a:lnTo>
                  <a:lnTo>
                    <a:pt x="18262" y="230077"/>
                  </a:lnTo>
                  <a:lnTo>
                    <a:pt x="20739" y="234747"/>
                  </a:lnTo>
                  <a:lnTo>
                    <a:pt x="23362" y="239337"/>
                  </a:lnTo>
                  <a:lnTo>
                    <a:pt x="26129" y="243842"/>
                  </a:lnTo>
                  <a:lnTo>
                    <a:pt x="29038" y="248257"/>
                  </a:lnTo>
                  <a:lnTo>
                    <a:pt x="32084" y="252578"/>
                  </a:lnTo>
                  <a:lnTo>
                    <a:pt x="35266" y="256800"/>
                  </a:lnTo>
                  <a:lnTo>
                    <a:pt x="38579" y="260919"/>
                  </a:lnTo>
                  <a:lnTo>
                    <a:pt x="42021" y="264932"/>
                  </a:lnTo>
                  <a:lnTo>
                    <a:pt x="45588" y="268834"/>
                  </a:lnTo>
                  <a:lnTo>
                    <a:pt x="49277" y="272621"/>
                  </a:lnTo>
                  <a:lnTo>
                    <a:pt x="53084" y="276290"/>
                  </a:lnTo>
                  <a:lnTo>
                    <a:pt x="57005" y="279836"/>
                  </a:lnTo>
                  <a:lnTo>
                    <a:pt x="61036" y="283256"/>
                  </a:lnTo>
                  <a:lnTo>
                    <a:pt x="65173" y="286548"/>
                  </a:lnTo>
                  <a:lnTo>
                    <a:pt x="69412" y="289707"/>
                  </a:lnTo>
                  <a:lnTo>
                    <a:pt x="73749" y="292730"/>
                  </a:lnTo>
                  <a:lnTo>
                    <a:pt x="78180" y="295615"/>
                  </a:lnTo>
                  <a:lnTo>
                    <a:pt x="82699" y="298358"/>
                  </a:lnTo>
                  <a:lnTo>
                    <a:pt x="87303" y="300957"/>
                  </a:lnTo>
                  <a:lnTo>
                    <a:pt x="91987" y="303409"/>
                  </a:lnTo>
                  <a:lnTo>
                    <a:pt x="96746" y="305711"/>
                  </a:lnTo>
                  <a:lnTo>
                    <a:pt x="101575" y="307862"/>
                  </a:lnTo>
                  <a:lnTo>
                    <a:pt x="106470" y="309860"/>
                  </a:lnTo>
                  <a:lnTo>
                    <a:pt x="111426" y="311701"/>
                  </a:lnTo>
                  <a:lnTo>
                    <a:pt x="116437" y="313385"/>
                  </a:lnTo>
                  <a:lnTo>
                    <a:pt x="121499" y="314909"/>
                  </a:lnTo>
                  <a:lnTo>
                    <a:pt x="126607" y="316273"/>
                  </a:lnTo>
                  <a:lnTo>
                    <a:pt x="131756" y="317474"/>
                  </a:lnTo>
                  <a:lnTo>
                    <a:pt x="136939" y="318512"/>
                  </a:lnTo>
                  <a:lnTo>
                    <a:pt x="142154" y="319386"/>
                  </a:lnTo>
                  <a:lnTo>
                    <a:pt x="147393" y="320094"/>
                  </a:lnTo>
                  <a:lnTo>
                    <a:pt x="152651" y="320637"/>
                  </a:lnTo>
                  <a:lnTo>
                    <a:pt x="157925" y="321012"/>
                  </a:lnTo>
                  <a:lnTo>
                    <a:pt x="163207" y="321221"/>
                  </a:lnTo>
                  <a:lnTo>
                    <a:pt x="168494" y="321263"/>
                  </a:lnTo>
                  <a:lnTo>
                    <a:pt x="173779" y="321137"/>
                  </a:lnTo>
                  <a:lnTo>
                    <a:pt x="179058" y="320844"/>
                  </a:lnTo>
                  <a:lnTo>
                    <a:pt x="184325" y="320385"/>
                  </a:lnTo>
                  <a:lnTo>
                    <a:pt x="189574" y="319759"/>
                  </a:lnTo>
                  <a:lnTo>
                    <a:pt x="194801" y="318968"/>
                  </a:lnTo>
                  <a:lnTo>
                    <a:pt x="200001" y="318011"/>
                  </a:lnTo>
                  <a:lnTo>
                    <a:pt x="205168" y="316891"/>
                  </a:lnTo>
                  <a:lnTo>
                    <a:pt x="210296" y="315608"/>
                  </a:lnTo>
                  <a:lnTo>
                    <a:pt x="215382" y="314164"/>
                  </a:lnTo>
                  <a:lnTo>
                    <a:pt x="220419" y="312559"/>
                  </a:lnTo>
                  <a:lnTo>
                    <a:pt x="225403" y="310796"/>
                  </a:lnTo>
                  <a:lnTo>
                    <a:pt x="230329" y="308876"/>
                  </a:lnTo>
                  <a:lnTo>
                    <a:pt x="235192" y="306801"/>
                  </a:lnTo>
                  <a:lnTo>
                    <a:pt x="239986" y="304574"/>
                  </a:lnTo>
                  <a:lnTo>
                    <a:pt x="244708" y="302196"/>
                  </a:lnTo>
                  <a:lnTo>
                    <a:pt x="249352" y="299670"/>
                  </a:lnTo>
                  <a:lnTo>
                    <a:pt x="253914" y="296998"/>
                  </a:lnTo>
                  <a:lnTo>
                    <a:pt x="258390" y="294183"/>
                  </a:lnTo>
                  <a:lnTo>
                    <a:pt x="262774" y="291229"/>
                  </a:lnTo>
                  <a:lnTo>
                    <a:pt x="267062" y="288137"/>
                  </a:lnTo>
                  <a:lnTo>
                    <a:pt x="271251" y="284911"/>
                  </a:lnTo>
                  <a:lnTo>
                    <a:pt x="275335" y="281554"/>
                  </a:lnTo>
                  <a:lnTo>
                    <a:pt x="279311" y="278070"/>
                  </a:lnTo>
                  <a:lnTo>
                    <a:pt x="283175" y="274462"/>
                  </a:lnTo>
                  <a:lnTo>
                    <a:pt x="286923" y="270733"/>
                  </a:lnTo>
                  <a:lnTo>
                    <a:pt x="290551" y="266888"/>
                  </a:lnTo>
                  <a:lnTo>
                    <a:pt x="294056" y="262930"/>
                  </a:lnTo>
                  <a:lnTo>
                    <a:pt x="297434" y="258863"/>
                  </a:lnTo>
                  <a:lnTo>
                    <a:pt x="300682" y="254692"/>
                  </a:lnTo>
                  <a:lnTo>
                    <a:pt x="303796" y="250419"/>
                  </a:lnTo>
                  <a:lnTo>
                    <a:pt x="306773" y="246051"/>
                  </a:lnTo>
                  <a:lnTo>
                    <a:pt x="309611" y="241590"/>
                  </a:lnTo>
                  <a:lnTo>
                    <a:pt x="312306" y="237042"/>
                  </a:lnTo>
                  <a:lnTo>
                    <a:pt x="314856" y="232411"/>
                  </a:lnTo>
                  <a:lnTo>
                    <a:pt x="317259" y="227702"/>
                  </a:lnTo>
                  <a:lnTo>
                    <a:pt x="319511" y="222919"/>
                  </a:lnTo>
                  <a:lnTo>
                    <a:pt x="321611" y="218067"/>
                  </a:lnTo>
                  <a:lnTo>
                    <a:pt x="323557" y="213151"/>
                  </a:lnTo>
                  <a:lnTo>
                    <a:pt x="325346" y="208177"/>
                  </a:lnTo>
                  <a:lnTo>
                    <a:pt x="326977" y="203148"/>
                  </a:lnTo>
                  <a:lnTo>
                    <a:pt x="328448" y="198070"/>
                  </a:lnTo>
                  <a:lnTo>
                    <a:pt x="329757" y="192948"/>
                  </a:lnTo>
                  <a:lnTo>
                    <a:pt x="330905" y="187787"/>
                  </a:lnTo>
                  <a:lnTo>
                    <a:pt x="331888" y="182592"/>
                  </a:lnTo>
                  <a:lnTo>
                    <a:pt x="332706" y="177369"/>
                  </a:lnTo>
                  <a:lnTo>
                    <a:pt x="333359" y="172123"/>
                  </a:lnTo>
                  <a:lnTo>
                    <a:pt x="333846" y="166859"/>
                  </a:lnTo>
                  <a:lnTo>
                    <a:pt x="334166" y="161582"/>
                  </a:lnTo>
                  <a:lnTo>
                    <a:pt x="334319" y="156297"/>
                  </a:lnTo>
                  <a:lnTo>
                    <a:pt x="334305" y="151011"/>
                  </a:lnTo>
                  <a:lnTo>
                    <a:pt x="334124" y="145727"/>
                  </a:lnTo>
                  <a:lnTo>
                    <a:pt x="333776" y="140452"/>
                  </a:lnTo>
                  <a:lnTo>
                    <a:pt x="333261" y="135190"/>
                  </a:lnTo>
                  <a:lnTo>
                    <a:pt x="332580" y="129947"/>
                  </a:lnTo>
                  <a:lnTo>
                    <a:pt x="331733" y="124729"/>
                  </a:lnTo>
                  <a:lnTo>
                    <a:pt x="330722" y="119540"/>
                  </a:lnTo>
                  <a:lnTo>
                    <a:pt x="329548" y="114385"/>
                  </a:lnTo>
                  <a:lnTo>
                    <a:pt x="328210" y="109270"/>
                  </a:lnTo>
                  <a:lnTo>
                    <a:pt x="326712" y="104200"/>
                  </a:lnTo>
                  <a:lnTo>
                    <a:pt x="325055" y="99180"/>
                  </a:lnTo>
                  <a:lnTo>
                    <a:pt x="323239" y="94215"/>
                  </a:lnTo>
                  <a:lnTo>
                    <a:pt x="321267" y="89310"/>
                  </a:lnTo>
                  <a:lnTo>
                    <a:pt x="167166" y="1541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5023544" y="941493"/>
              <a:ext cx="154100" cy="167167"/>
            </a:xfrm>
            <a:custGeom>
              <a:avLst/>
              <a:pathLst>
                <a:path w="154100" h="167167">
                  <a:moveTo>
                    <a:pt x="154100" y="102376"/>
                  </a:moveTo>
                  <a:lnTo>
                    <a:pt x="151908" y="97391"/>
                  </a:lnTo>
                  <a:lnTo>
                    <a:pt x="149555" y="92480"/>
                  </a:lnTo>
                  <a:lnTo>
                    <a:pt x="147043" y="87649"/>
                  </a:lnTo>
                  <a:lnTo>
                    <a:pt x="144375" y="82901"/>
                  </a:lnTo>
                  <a:lnTo>
                    <a:pt x="141554" y="78243"/>
                  </a:lnTo>
                  <a:lnTo>
                    <a:pt x="138582" y="73680"/>
                  </a:lnTo>
                  <a:lnTo>
                    <a:pt x="135464" y="69216"/>
                  </a:lnTo>
                  <a:lnTo>
                    <a:pt x="132201" y="64855"/>
                  </a:lnTo>
                  <a:lnTo>
                    <a:pt x="128799" y="60604"/>
                  </a:lnTo>
                  <a:lnTo>
                    <a:pt x="125259" y="56465"/>
                  </a:lnTo>
                  <a:lnTo>
                    <a:pt x="121587" y="52444"/>
                  </a:lnTo>
                  <a:lnTo>
                    <a:pt x="117786" y="48544"/>
                  </a:lnTo>
                  <a:lnTo>
                    <a:pt x="113860" y="44771"/>
                  </a:lnTo>
                  <a:lnTo>
                    <a:pt x="109812" y="41127"/>
                  </a:lnTo>
                  <a:lnTo>
                    <a:pt x="105649" y="37617"/>
                  </a:lnTo>
                  <a:lnTo>
                    <a:pt x="101373" y="34245"/>
                  </a:lnTo>
                  <a:lnTo>
                    <a:pt x="96990" y="31013"/>
                  </a:lnTo>
                  <a:lnTo>
                    <a:pt x="92504" y="27926"/>
                  </a:lnTo>
                  <a:lnTo>
                    <a:pt x="87919" y="24987"/>
                  </a:lnTo>
                  <a:lnTo>
                    <a:pt x="83242" y="22199"/>
                  </a:lnTo>
                  <a:lnTo>
                    <a:pt x="78476" y="19565"/>
                  </a:lnTo>
                  <a:lnTo>
                    <a:pt x="73626" y="17087"/>
                  </a:lnTo>
                  <a:lnTo>
                    <a:pt x="68699" y="14768"/>
                  </a:lnTo>
                  <a:lnTo>
                    <a:pt x="63698" y="12611"/>
                  </a:lnTo>
                  <a:lnTo>
                    <a:pt x="58630" y="10619"/>
                  </a:lnTo>
                  <a:lnTo>
                    <a:pt x="53500" y="8792"/>
                  </a:lnTo>
                  <a:lnTo>
                    <a:pt x="48313" y="7133"/>
                  </a:lnTo>
                  <a:lnTo>
                    <a:pt x="43075" y="5645"/>
                  </a:lnTo>
                  <a:lnTo>
                    <a:pt x="37791" y="4327"/>
                  </a:lnTo>
                  <a:lnTo>
                    <a:pt x="32467" y="3183"/>
                  </a:lnTo>
                  <a:lnTo>
                    <a:pt x="27109" y="2212"/>
                  </a:lnTo>
                  <a:lnTo>
                    <a:pt x="21722" y="1417"/>
                  </a:lnTo>
                  <a:lnTo>
                    <a:pt x="16311" y="797"/>
                  </a:lnTo>
                  <a:lnTo>
                    <a:pt x="10884" y="354"/>
                  </a:lnTo>
                  <a:lnTo>
                    <a:pt x="5444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96313" y="941493"/>
              <a:ext cx="89902" cy="167167"/>
            </a:xfrm>
            <a:custGeom>
              <a:avLst/>
              <a:pathLst>
                <a:path w="89902" h="167167">
                  <a:moveTo>
                    <a:pt x="89902" y="0"/>
                  </a:moveTo>
                  <a:lnTo>
                    <a:pt x="84319" y="93"/>
                  </a:lnTo>
                  <a:lnTo>
                    <a:pt x="78743" y="372"/>
                  </a:lnTo>
                  <a:lnTo>
                    <a:pt x="73179" y="838"/>
                  </a:lnTo>
                  <a:lnTo>
                    <a:pt x="67634" y="1489"/>
                  </a:lnTo>
                  <a:lnTo>
                    <a:pt x="62113" y="2325"/>
                  </a:lnTo>
                  <a:lnTo>
                    <a:pt x="56624" y="3345"/>
                  </a:lnTo>
                  <a:lnTo>
                    <a:pt x="51172" y="4548"/>
                  </a:lnTo>
                  <a:lnTo>
                    <a:pt x="45762" y="5932"/>
                  </a:lnTo>
                  <a:lnTo>
                    <a:pt x="40403" y="7496"/>
                  </a:lnTo>
                  <a:lnTo>
                    <a:pt x="35098" y="9238"/>
                  </a:lnTo>
                  <a:lnTo>
                    <a:pt x="29855" y="11156"/>
                  </a:lnTo>
                  <a:lnTo>
                    <a:pt x="24678" y="13249"/>
                  </a:lnTo>
                  <a:lnTo>
                    <a:pt x="19574" y="15513"/>
                  </a:lnTo>
                  <a:lnTo>
                    <a:pt x="14549" y="17946"/>
                  </a:lnTo>
                  <a:lnTo>
                    <a:pt x="9608" y="20545"/>
                  </a:lnTo>
                  <a:lnTo>
                    <a:pt x="4756" y="23309"/>
                  </a:lnTo>
                  <a:lnTo>
                    <a:pt x="0" y="26232"/>
                  </a:lnTo>
                  <a:lnTo>
                    <a:pt x="8990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6313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19056" y="967726"/>
              <a:ext cx="167159" cy="252042"/>
            </a:xfrm>
            <a:custGeom>
              <a:avLst/>
              <a:pathLst>
                <a:path w="167159" h="252042">
                  <a:moveTo>
                    <a:pt x="77257" y="0"/>
                  </a:moveTo>
                  <a:lnTo>
                    <a:pt x="72789" y="2952"/>
                  </a:lnTo>
                  <a:lnTo>
                    <a:pt x="68417" y="6045"/>
                  </a:lnTo>
                  <a:lnTo>
                    <a:pt x="64147" y="9277"/>
                  </a:lnTo>
                  <a:lnTo>
                    <a:pt x="59983" y="12644"/>
                  </a:lnTo>
                  <a:lnTo>
                    <a:pt x="55929" y="16143"/>
                  </a:lnTo>
                  <a:lnTo>
                    <a:pt x="51988" y="19770"/>
                  </a:lnTo>
                  <a:lnTo>
                    <a:pt x="48166" y="23521"/>
                  </a:lnTo>
                  <a:lnTo>
                    <a:pt x="44467" y="27393"/>
                  </a:lnTo>
                  <a:lnTo>
                    <a:pt x="40893" y="31381"/>
                  </a:lnTo>
                  <a:lnTo>
                    <a:pt x="37448" y="35482"/>
                  </a:lnTo>
                  <a:lnTo>
                    <a:pt x="34137" y="39691"/>
                  </a:lnTo>
                  <a:lnTo>
                    <a:pt x="30962" y="44004"/>
                  </a:lnTo>
                  <a:lnTo>
                    <a:pt x="27927" y="48416"/>
                  </a:lnTo>
                  <a:lnTo>
                    <a:pt x="25035" y="52924"/>
                  </a:lnTo>
                  <a:lnTo>
                    <a:pt x="22289" y="57521"/>
                  </a:lnTo>
                  <a:lnTo>
                    <a:pt x="19692" y="62204"/>
                  </a:lnTo>
                  <a:lnTo>
                    <a:pt x="17245" y="66968"/>
                  </a:lnTo>
                  <a:lnTo>
                    <a:pt x="14953" y="71808"/>
                  </a:lnTo>
                  <a:lnTo>
                    <a:pt x="12817" y="76719"/>
                  </a:lnTo>
                  <a:lnTo>
                    <a:pt x="10839" y="81696"/>
                  </a:lnTo>
                  <a:lnTo>
                    <a:pt x="9022" y="86733"/>
                  </a:lnTo>
                  <a:lnTo>
                    <a:pt x="7367" y="91827"/>
                  </a:lnTo>
                  <a:lnTo>
                    <a:pt x="5876" y="96970"/>
                  </a:lnTo>
                  <a:lnTo>
                    <a:pt x="4551" y="102159"/>
                  </a:lnTo>
                  <a:lnTo>
                    <a:pt x="3392" y="107387"/>
                  </a:lnTo>
                  <a:lnTo>
                    <a:pt x="2402" y="112650"/>
                  </a:lnTo>
                  <a:lnTo>
                    <a:pt x="1580" y="117942"/>
                  </a:lnTo>
                  <a:lnTo>
                    <a:pt x="929" y="123258"/>
                  </a:lnTo>
                  <a:lnTo>
                    <a:pt x="448" y="128591"/>
                  </a:lnTo>
                  <a:lnTo>
                    <a:pt x="138" y="133938"/>
                  </a:lnTo>
                  <a:lnTo>
                    <a:pt x="0" y="139291"/>
                  </a:lnTo>
                  <a:lnTo>
                    <a:pt x="33" y="144647"/>
                  </a:lnTo>
                  <a:lnTo>
                    <a:pt x="237" y="149998"/>
                  </a:lnTo>
                  <a:lnTo>
                    <a:pt x="613" y="155340"/>
                  </a:lnTo>
                  <a:lnTo>
                    <a:pt x="1160" y="160667"/>
                  </a:lnTo>
                  <a:lnTo>
                    <a:pt x="1877" y="165974"/>
                  </a:lnTo>
                  <a:lnTo>
                    <a:pt x="2764" y="171256"/>
                  </a:lnTo>
                  <a:lnTo>
                    <a:pt x="3820" y="176506"/>
                  </a:lnTo>
                  <a:lnTo>
                    <a:pt x="5043" y="181720"/>
                  </a:lnTo>
                  <a:lnTo>
                    <a:pt x="6433" y="186892"/>
                  </a:lnTo>
                  <a:lnTo>
                    <a:pt x="7987" y="192016"/>
                  </a:lnTo>
                  <a:lnTo>
                    <a:pt x="9705" y="197089"/>
                  </a:lnTo>
                  <a:lnTo>
                    <a:pt x="11585" y="202103"/>
                  </a:lnTo>
                  <a:lnTo>
                    <a:pt x="13624" y="207055"/>
                  </a:lnTo>
                  <a:lnTo>
                    <a:pt x="15821" y="211939"/>
                  </a:lnTo>
                  <a:lnTo>
                    <a:pt x="18173" y="216750"/>
                  </a:lnTo>
                  <a:lnTo>
                    <a:pt x="20678" y="221484"/>
                  </a:lnTo>
                  <a:lnTo>
                    <a:pt x="23333" y="226134"/>
                  </a:lnTo>
                  <a:lnTo>
                    <a:pt x="26136" y="230698"/>
                  </a:lnTo>
                  <a:lnTo>
                    <a:pt x="29084" y="235169"/>
                  </a:lnTo>
                  <a:lnTo>
                    <a:pt x="32173" y="239543"/>
                  </a:lnTo>
                  <a:lnTo>
                    <a:pt x="35401" y="243816"/>
                  </a:lnTo>
                  <a:lnTo>
                    <a:pt x="38764" y="247984"/>
                  </a:lnTo>
                  <a:lnTo>
                    <a:pt x="42259" y="252042"/>
                  </a:lnTo>
                  <a:lnTo>
                    <a:pt x="167159" y="1409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61315" y="941493"/>
              <a:ext cx="292061" cy="334316"/>
            </a:xfrm>
            <a:custGeom>
              <a:avLst/>
              <a:pathLst>
                <a:path w="292061" h="334316">
                  <a:moveTo>
                    <a:pt x="0" y="278275"/>
                  </a:moveTo>
                  <a:lnTo>
                    <a:pt x="3605" y="282200"/>
                  </a:lnTo>
                  <a:lnTo>
                    <a:pt x="7333" y="286008"/>
                  </a:lnTo>
                  <a:lnTo>
                    <a:pt x="11182" y="289695"/>
                  </a:lnTo>
                  <a:lnTo>
                    <a:pt x="15145" y="293258"/>
                  </a:lnTo>
                  <a:lnTo>
                    <a:pt x="19220" y="296692"/>
                  </a:lnTo>
                  <a:lnTo>
                    <a:pt x="23403" y="299995"/>
                  </a:lnTo>
                  <a:lnTo>
                    <a:pt x="27689" y="303163"/>
                  </a:lnTo>
                  <a:lnTo>
                    <a:pt x="32074" y="306193"/>
                  </a:lnTo>
                  <a:lnTo>
                    <a:pt x="36553" y="309082"/>
                  </a:lnTo>
                  <a:lnTo>
                    <a:pt x="41121" y="311826"/>
                  </a:lnTo>
                  <a:lnTo>
                    <a:pt x="45775" y="314423"/>
                  </a:lnTo>
                  <a:lnTo>
                    <a:pt x="50510" y="316870"/>
                  </a:lnTo>
                  <a:lnTo>
                    <a:pt x="55320" y="319166"/>
                  </a:lnTo>
                  <a:lnTo>
                    <a:pt x="60200" y="321306"/>
                  </a:lnTo>
                  <a:lnTo>
                    <a:pt x="65147" y="323290"/>
                  </a:lnTo>
                  <a:lnTo>
                    <a:pt x="70154" y="325116"/>
                  </a:lnTo>
                  <a:lnTo>
                    <a:pt x="75217" y="326781"/>
                  </a:lnTo>
                  <a:lnTo>
                    <a:pt x="80330" y="328283"/>
                  </a:lnTo>
                  <a:lnTo>
                    <a:pt x="85489" y="329622"/>
                  </a:lnTo>
                  <a:lnTo>
                    <a:pt x="90688" y="330796"/>
                  </a:lnTo>
                  <a:lnTo>
                    <a:pt x="95921" y="331803"/>
                  </a:lnTo>
                  <a:lnTo>
                    <a:pt x="101184" y="332644"/>
                  </a:lnTo>
                  <a:lnTo>
                    <a:pt x="106471" y="333315"/>
                  </a:lnTo>
                  <a:lnTo>
                    <a:pt x="111777" y="333819"/>
                  </a:lnTo>
                  <a:lnTo>
                    <a:pt x="117096" y="334152"/>
                  </a:lnTo>
                  <a:lnTo>
                    <a:pt x="122423" y="334316"/>
                  </a:lnTo>
                  <a:lnTo>
                    <a:pt x="127752" y="334310"/>
                  </a:lnTo>
                  <a:lnTo>
                    <a:pt x="133079" y="334134"/>
                  </a:lnTo>
                  <a:lnTo>
                    <a:pt x="138397" y="333789"/>
                  </a:lnTo>
                  <a:lnTo>
                    <a:pt x="143702" y="333274"/>
                  </a:lnTo>
                  <a:lnTo>
                    <a:pt x="148988" y="332590"/>
                  </a:lnTo>
                  <a:lnTo>
                    <a:pt x="154249" y="331738"/>
                  </a:lnTo>
                  <a:lnTo>
                    <a:pt x="159480" y="330719"/>
                  </a:lnTo>
                  <a:lnTo>
                    <a:pt x="164676" y="329533"/>
                  </a:lnTo>
                  <a:lnTo>
                    <a:pt x="169831" y="328183"/>
                  </a:lnTo>
                  <a:lnTo>
                    <a:pt x="174941" y="326669"/>
                  </a:lnTo>
                  <a:lnTo>
                    <a:pt x="180000" y="324992"/>
                  </a:lnTo>
                  <a:lnTo>
                    <a:pt x="185004" y="323156"/>
                  </a:lnTo>
                  <a:lnTo>
                    <a:pt x="189946" y="321160"/>
                  </a:lnTo>
                  <a:lnTo>
                    <a:pt x="194821" y="319009"/>
                  </a:lnTo>
                  <a:lnTo>
                    <a:pt x="199626" y="316703"/>
                  </a:lnTo>
                  <a:lnTo>
                    <a:pt x="204355" y="314244"/>
                  </a:lnTo>
                  <a:lnTo>
                    <a:pt x="209003" y="311637"/>
                  </a:lnTo>
                  <a:lnTo>
                    <a:pt x="213566" y="308882"/>
                  </a:lnTo>
                  <a:lnTo>
                    <a:pt x="218038" y="305984"/>
                  </a:lnTo>
                  <a:lnTo>
                    <a:pt x="222416" y="302944"/>
                  </a:lnTo>
                  <a:lnTo>
                    <a:pt x="226695" y="299767"/>
                  </a:lnTo>
                  <a:lnTo>
                    <a:pt x="230870" y="296454"/>
                  </a:lnTo>
                  <a:lnTo>
                    <a:pt x="234937" y="293011"/>
                  </a:lnTo>
                  <a:lnTo>
                    <a:pt x="238893" y="289439"/>
                  </a:lnTo>
                  <a:lnTo>
                    <a:pt x="242733" y="285743"/>
                  </a:lnTo>
                  <a:lnTo>
                    <a:pt x="246453" y="281926"/>
                  </a:lnTo>
                  <a:lnTo>
                    <a:pt x="250049" y="277993"/>
                  </a:lnTo>
                  <a:lnTo>
                    <a:pt x="253519" y="273948"/>
                  </a:lnTo>
                  <a:lnTo>
                    <a:pt x="256857" y="269793"/>
                  </a:lnTo>
                  <a:lnTo>
                    <a:pt x="260062" y="265535"/>
                  </a:lnTo>
                  <a:lnTo>
                    <a:pt x="263129" y="261176"/>
                  </a:lnTo>
                  <a:lnTo>
                    <a:pt x="266055" y="256722"/>
                  </a:lnTo>
                  <a:lnTo>
                    <a:pt x="268838" y="252177"/>
                  </a:lnTo>
                  <a:lnTo>
                    <a:pt x="271475" y="247545"/>
                  </a:lnTo>
                  <a:lnTo>
                    <a:pt x="273963" y="242832"/>
                  </a:lnTo>
                  <a:lnTo>
                    <a:pt x="276299" y="238041"/>
                  </a:lnTo>
                  <a:lnTo>
                    <a:pt x="278481" y="233179"/>
                  </a:lnTo>
                  <a:lnTo>
                    <a:pt x="280508" y="228250"/>
                  </a:lnTo>
                  <a:lnTo>
                    <a:pt x="282376" y="223258"/>
                  </a:lnTo>
                  <a:lnTo>
                    <a:pt x="284084" y="218210"/>
                  </a:lnTo>
                  <a:lnTo>
                    <a:pt x="285630" y="213110"/>
                  </a:lnTo>
                  <a:lnTo>
                    <a:pt x="287013" y="207963"/>
                  </a:lnTo>
                  <a:lnTo>
                    <a:pt x="288231" y="202774"/>
                  </a:lnTo>
                  <a:lnTo>
                    <a:pt x="289283" y="197549"/>
                  </a:lnTo>
                  <a:lnTo>
                    <a:pt x="290168" y="192294"/>
                  </a:lnTo>
                  <a:lnTo>
                    <a:pt x="290885" y="187013"/>
                  </a:lnTo>
                  <a:lnTo>
                    <a:pt x="291433" y="181711"/>
                  </a:lnTo>
                  <a:lnTo>
                    <a:pt x="291812" y="176395"/>
                  </a:lnTo>
                  <a:lnTo>
                    <a:pt x="292021" y="171070"/>
                  </a:lnTo>
                  <a:lnTo>
                    <a:pt x="292061" y="165740"/>
                  </a:lnTo>
                  <a:lnTo>
                    <a:pt x="291931" y="160413"/>
                  </a:lnTo>
                  <a:lnTo>
                    <a:pt x="291630" y="155091"/>
                  </a:lnTo>
                  <a:lnTo>
                    <a:pt x="291161" y="149783"/>
                  </a:lnTo>
                  <a:lnTo>
                    <a:pt x="290522" y="144491"/>
                  </a:lnTo>
                  <a:lnTo>
                    <a:pt x="289715" y="139223"/>
                  </a:lnTo>
                  <a:lnTo>
                    <a:pt x="288740" y="133984"/>
                  </a:lnTo>
                  <a:lnTo>
                    <a:pt x="287599" y="128778"/>
                  </a:lnTo>
                  <a:lnTo>
                    <a:pt x="286293" y="123611"/>
                  </a:lnTo>
                  <a:lnTo>
                    <a:pt x="284822" y="118488"/>
                  </a:lnTo>
                  <a:lnTo>
                    <a:pt x="283189" y="113415"/>
                  </a:lnTo>
                  <a:lnTo>
                    <a:pt x="281395" y="108396"/>
                  </a:lnTo>
                  <a:lnTo>
                    <a:pt x="279442" y="103437"/>
                  </a:lnTo>
                  <a:lnTo>
                    <a:pt x="277332" y="98543"/>
                  </a:lnTo>
                  <a:lnTo>
                    <a:pt x="275067" y="93719"/>
                  </a:lnTo>
                  <a:lnTo>
                    <a:pt x="272650" y="88969"/>
                  </a:lnTo>
                  <a:lnTo>
                    <a:pt x="270082" y="84299"/>
                  </a:lnTo>
                  <a:lnTo>
                    <a:pt x="267366" y="79713"/>
                  </a:lnTo>
                  <a:lnTo>
                    <a:pt x="264506" y="75216"/>
                  </a:lnTo>
                  <a:lnTo>
                    <a:pt x="261504" y="70813"/>
                  </a:lnTo>
                  <a:lnTo>
                    <a:pt x="258363" y="66507"/>
                  </a:lnTo>
                  <a:lnTo>
                    <a:pt x="255087" y="62304"/>
                  </a:lnTo>
                  <a:lnTo>
                    <a:pt x="251678" y="58207"/>
                  </a:lnTo>
                  <a:lnTo>
                    <a:pt x="248140" y="54221"/>
                  </a:lnTo>
                  <a:lnTo>
                    <a:pt x="244477" y="50350"/>
                  </a:lnTo>
                  <a:lnTo>
                    <a:pt x="240692" y="46597"/>
                  </a:lnTo>
                  <a:lnTo>
                    <a:pt x="236790" y="42967"/>
                  </a:lnTo>
                  <a:lnTo>
                    <a:pt x="232774" y="39464"/>
                  </a:lnTo>
                  <a:lnTo>
                    <a:pt x="228648" y="36090"/>
                  </a:lnTo>
                  <a:lnTo>
                    <a:pt x="224417" y="32849"/>
                  </a:lnTo>
                  <a:lnTo>
                    <a:pt x="220085" y="29745"/>
                  </a:lnTo>
                  <a:lnTo>
                    <a:pt x="215656" y="26781"/>
                  </a:lnTo>
                  <a:lnTo>
                    <a:pt x="211134" y="23959"/>
                  </a:lnTo>
                  <a:lnTo>
                    <a:pt x="206525" y="21283"/>
                  </a:lnTo>
                  <a:lnTo>
                    <a:pt x="201834" y="18755"/>
                  </a:lnTo>
                  <a:lnTo>
                    <a:pt x="197063" y="16378"/>
                  </a:lnTo>
                  <a:lnTo>
                    <a:pt x="192220" y="14154"/>
                  </a:lnTo>
                  <a:lnTo>
                    <a:pt x="187308" y="12086"/>
                  </a:lnTo>
                  <a:lnTo>
                    <a:pt x="182333" y="10175"/>
                  </a:lnTo>
                  <a:lnTo>
                    <a:pt x="177299" y="8424"/>
                  </a:lnTo>
                  <a:lnTo>
                    <a:pt x="172212" y="6835"/>
                  </a:lnTo>
                  <a:lnTo>
                    <a:pt x="167077" y="5408"/>
                  </a:lnTo>
                  <a:lnTo>
                    <a:pt x="161899" y="4146"/>
                  </a:lnTo>
                  <a:lnTo>
                    <a:pt x="156684" y="3049"/>
                  </a:lnTo>
                  <a:lnTo>
                    <a:pt x="151436" y="2119"/>
                  </a:lnTo>
                  <a:lnTo>
                    <a:pt x="146161" y="1357"/>
                  </a:lnTo>
                  <a:lnTo>
                    <a:pt x="140865" y="764"/>
                  </a:lnTo>
                  <a:lnTo>
                    <a:pt x="135552" y="339"/>
                  </a:lnTo>
                  <a:lnTo>
                    <a:pt x="130228" y="84"/>
                  </a:lnTo>
                  <a:lnTo>
                    <a:pt x="124900" y="0"/>
                  </a:lnTo>
                  <a:lnTo>
                    <a:pt x="12490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797348" y="1071028"/>
              <a:ext cx="178676" cy="334332"/>
            </a:xfrm>
            <a:custGeom>
              <a:avLst/>
              <a:pathLst>
                <a:path w="178676" h="334332">
                  <a:moveTo>
                    <a:pt x="167152" y="0"/>
                  </a:moveTo>
                  <a:lnTo>
                    <a:pt x="161839" y="84"/>
                  </a:lnTo>
                  <a:lnTo>
                    <a:pt x="156532" y="337"/>
                  </a:lnTo>
                  <a:lnTo>
                    <a:pt x="151235" y="759"/>
                  </a:lnTo>
                  <a:lnTo>
                    <a:pt x="145954" y="1349"/>
                  </a:lnTo>
                  <a:lnTo>
                    <a:pt x="140695" y="2107"/>
                  </a:lnTo>
                  <a:lnTo>
                    <a:pt x="135462" y="3031"/>
                  </a:lnTo>
                  <a:lnTo>
                    <a:pt x="130261" y="4121"/>
                  </a:lnTo>
                  <a:lnTo>
                    <a:pt x="125098" y="5376"/>
                  </a:lnTo>
                  <a:lnTo>
                    <a:pt x="119977" y="6794"/>
                  </a:lnTo>
                  <a:lnTo>
                    <a:pt x="114904" y="8375"/>
                  </a:lnTo>
                  <a:lnTo>
                    <a:pt x="109883" y="10115"/>
                  </a:lnTo>
                  <a:lnTo>
                    <a:pt x="104921" y="12015"/>
                  </a:lnTo>
                  <a:lnTo>
                    <a:pt x="100021" y="14071"/>
                  </a:lnTo>
                  <a:lnTo>
                    <a:pt x="95189" y="16282"/>
                  </a:lnTo>
                  <a:lnTo>
                    <a:pt x="90430" y="18645"/>
                  </a:lnTo>
                  <a:lnTo>
                    <a:pt x="85748" y="21159"/>
                  </a:lnTo>
                  <a:lnTo>
                    <a:pt x="81149" y="23820"/>
                  </a:lnTo>
                  <a:lnTo>
                    <a:pt x="76637" y="26626"/>
                  </a:lnTo>
                  <a:lnTo>
                    <a:pt x="72215" y="29574"/>
                  </a:lnTo>
                  <a:lnTo>
                    <a:pt x="67890" y="32660"/>
                  </a:lnTo>
                  <a:lnTo>
                    <a:pt x="63666" y="35883"/>
                  </a:lnTo>
                  <a:lnTo>
                    <a:pt x="59545" y="39239"/>
                  </a:lnTo>
                  <a:lnTo>
                    <a:pt x="55534" y="42723"/>
                  </a:lnTo>
                  <a:lnTo>
                    <a:pt x="51635" y="46334"/>
                  </a:lnTo>
                  <a:lnTo>
                    <a:pt x="47853" y="50066"/>
                  </a:lnTo>
                  <a:lnTo>
                    <a:pt x="44192" y="53917"/>
                  </a:lnTo>
                  <a:lnTo>
                    <a:pt x="40654" y="57882"/>
                  </a:lnTo>
                  <a:lnTo>
                    <a:pt x="37245" y="61958"/>
                  </a:lnTo>
                  <a:lnTo>
                    <a:pt x="33967" y="66140"/>
                  </a:lnTo>
                  <a:lnTo>
                    <a:pt x="30823" y="70424"/>
                  </a:lnTo>
                  <a:lnTo>
                    <a:pt x="27817" y="74806"/>
                  </a:lnTo>
                  <a:lnTo>
                    <a:pt x="24952" y="79281"/>
                  </a:lnTo>
                  <a:lnTo>
                    <a:pt x="22231" y="83845"/>
                  </a:lnTo>
                  <a:lnTo>
                    <a:pt x="19656" y="88493"/>
                  </a:lnTo>
                  <a:lnTo>
                    <a:pt x="17230" y="93220"/>
                  </a:lnTo>
                  <a:lnTo>
                    <a:pt x="14955" y="98022"/>
                  </a:lnTo>
                  <a:lnTo>
                    <a:pt x="12834" y="102895"/>
                  </a:lnTo>
                  <a:lnTo>
                    <a:pt x="10870" y="107832"/>
                  </a:lnTo>
                  <a:lnTo>
                    <a:pt x="9063" y="112829"/>
                  </a:lnTo>
                  <a:lnTo>
                    <a:pt x="7416" y="117881"/>
                  </a:lnTo>
                  <a:lnTo>
                    <a:pt x="5930" y="122982"/>
                  </a:lnTo>
                  <a:lnTo>
                    <a:pt x="4607" y="128129"/>
                  </a:lnTo>
                  <a:lnTo>
                    <a:pt x="3448" y="133315"/>
                  </a:lnTo>
                  <a:lnTo>
                    <a:pt x="2455" y="138535"/>
                  </a:lnTo>
                  <a:lnTo>
                    <a:pt x="1628" y="143784"/>
                  </a:lnTo>
                  <a:lnTo>
                    <a:pt x="969" y="149056"/>
                  </a:lnTo>
                  <a:lnTo>
                    <a:pt x="477" y="154347"/>
                  </a:lnTo>
                  <a:lnTo>
                    <a:pt x="154" y="159651"/>
                  </a:lnTo>
                  <a:lnTo>
                    <a:pt x="0" y="164962"/>
                  </a:lnTo>
                  <a:lnTo>
                    <a:pt x="14" y="170276"/>
                  </a:lnTo>
                  <a:lnTo>
                    <a:pt x="197" y="175587"/>
                  </a:lnTo>
                  <a:lnTo>
                    <a:pt x="549" y="180889"/>
                  </a:lnTo>
                  <a:lnTo>
                    <a:pt x="1069" y="186177"/>
                  </a:lnTo>
                  <a:lnTo>
                    <a:pt x="1757" y="191446"/>
                  </a:lnTo>
                  <a:lnTo>
                    <a:pt x="2613" y="196690"/>
                  </a:lnTo>
                  <a:lnTo>
                    <a:pt x="3634" y="201905"/>
                  </a:lnTo>
                  <a:lnTo>
                    <a:pt x="4821" y="207084"/>
                  </a:lnTo>
                  <a:lnTo>
                    <a:pt x="6171" y="212223"/>
                  </a:lnTo>
                  <a:lnTo>
                    <a:pt x="7685" y="217317"/>
                  </a:lnTo>
                  <a:lnTo>
                    <a:pt x="9359" y="222360"/>
                  </a:lnTo>
                  <a:lnTo>
                    <a:pt x="11193" y="227347"/>
                  </a:lnTo>
                  <a:lnTo>
                    <a:pt x="13185" y="232273"/>
                  </a:lnTo>
                  <a:lnTo>
                    <a:pt x="15332" y="237134"/>
                  </a:lnTo>
                  <a:lnTo>
                    <a:pt x="17632" y="241924"/>
                  </a:lnTo>
                  <a:lnTo>
                    <a:pt x="20084" y="246638"/>
                  </a:lnTo>
                  <a:lnTo>
                    <a:pt x="22684" y="251272"/>
                  </a:lnTo>
                  <a:lnTo>
                    <a:pt x="25430" y="255822"/>
                  </a:lnTo>
                  <a:lnTo>
                    <a:pt x="28319" y="260281"/>
                  </a:lnTo>
                  <a:lnTo>
                    <a:pt x="31349" y="264646"/>
                  </a:lnTo>
                  <a:lnTo>
                    <a:pt x="34515" y="268913"/>
                  </a:lnTo>
                  <a:lnTo>
                    <a:pt x="37816" y="273078"/>
                  </a:lnTo>
                  <a:lnTo>
                    <a:pt x="41248" y="277135"/>
                  </a:lnTo>
                  <a:lnTo>
                    <a:pt x="44806" y="281081"/>
                  </a:lnTo>
                  <a:lnTo>
                    <a:pt x="48488" y="284912"/>
                  </a:lnTo>
                  <a:lnTo>
                    <a:pt x="52291" y="288624"/>
                  </a:lnTo>
                  <a:lnTo>
                    <a:pt x="56209" y="292213"/>
                  </a:lnTo>
                  <a:lnTo>
                    <a:pt x="60239" y="295676"/>
                  </a:lnTo>
                  <a:lnTo>
                    <a:pt x="64378" y="299009"/>
                  </a:lnTo>
                  <a:lnTo>
                    <a:pt x="68620" y="302209"/>
                  </a:lnTo>
                  <a:lnTo>
                    <a:pt x="72962" y="305272"/>
                  </a:lnTo>
                  <a:lnTo>
                    <a:pt x="77398" y="308196"/>
                  </a:lnTo>
                  <a:lnTo>
                    <a:pt x="81926" y="310977"/>
                  </a:lnTo>
                  <a:lnTo>
                    <a:pt x="86540" y="313613"/>
                  </a:lnTo>
                  <a:lnTo>
                    <a:pt x="91235" y="316101"/>
                  </a:lnTo>
                  <a:lnTo>
                    <a:pt x="96007" y="318439"/>
                  </a:lnTo>
                  <a:lnTo>
                    <a:pt x="100851" y="320624"/>
                  </a:lnTo>
                  <a:lnTo>
                    <a:pt x="105761" y="322654"/>
                  </a:lnTo>
                  <a:lnTo>
                    <a:pt x="110734" y="324526"/>
                  </a:lnTo>
                  <a:lnTo>
                    <a:pt x="115764" y="326240"/>
                  </a:lnTo>
                  <a:lnTo>
                    <a:pt x="120846" y="327793"/>
                  </a:lnTo>
                  <a:lnTo>
                    <a:pt x="125974" y="329183"/>
                  </a:lnTo>
                  <a:lnTo>
                    <a:pt x="131144" y="330410"/>
                  </a:lnTo>
                  <a:lnTo>
                    <a:pt x="136351" y="331472"/>
                  </a:lnTo>
                  <a:lnTo>
                    <a:pt x="141588" y="332368"/>
                  </a:lnTo>
                  <a:lnTo>
                    <a:pt x="146852" y="333097"/>
                  </a:lnTo>
                  <a:lnTo>
                    <a:pt x="152136" y="333659"/>
                  </a:lnTo>
                  <a:lnTo>
                    <a:pt x="157435" y="334052"/>
                  </a:lnTo>
                  <a:lnTo>
                    <a:pt x="162744" y="334276"/>
                  </a:lnTo>
                  <a:lnTo>
                    <a:pt x="168057" y="334332"/>
                  </a:lnTo>
                  <a:lnTo>
                    <a:pt x="173370" y="334219"/>
                  </a:lnTo>
                  <a:lnTo>
                    <a:pt x="178676" y="333937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073433"/>
              <a:ext cx="167166" cy="331532"/>
            </a:xfrm>
            <a:custGeom>
              <a:avLst/>
              <a:pathLst>
                <a:path w="167166" h="331532">
                  <a:moveTo>
                    <a:pt x="11523" y="331532"/>
                  </a:moveTo>
                  <a:lnTo>
                    <a:pt x="16836" y="331080"/>
                  </a:lnTo>
                  <a:lnTo>
                    <a:pt x="22132" y="330458"/>
                  </a:lnTo>
                  <a:lnTo>
                    <a:pt x="27405" y="329668"/>
                  </a:lnTo>
                  <a:lnTo>
                    <a:pt x="32650" y="328710"/>
                  </a:lnTo>
                  <a:lnTo>
                    <a:pt x="37863" y="327585"/>
                  </a:lnTo>
                  <a:lnTo>
                    <a:pt x="43036" y="326295"/>
                  </a:lnTo>
                  <a:lnTo>
                    <a:pt x="48166" y="324840"/>
                  </a:lnTo>
                  <a:lnTo>
                    <a:pt x="53247" y="323223"/>
                  </a:lnTo>
                  <a:lnTo>
                    <a:pt x="58274" y="321444"/>
                  </a:lnTo>
                  <a:lnTo>
                    <a:pt x="63241" y="319505"/>
                  </a:lnTo>
                  <a:lnTo>
                    <a:pt x="68145" y="317410"/>
                  </a:lnTo>
                  <a:lnTo>
                    <a:pt x="72978" y="315159"/>
                  </a:lnTo>
                  <a:lnTo>
                    <a:pt x="77738" y="312755"/>
                  </a:lnTo>
                  <a:lnTo>
                    <a:pt x="82418" y="310200"/>
                  </a:lnTo>
                  <a:lnTo>
                    <a:pt x="87015" y="307497"/>
                  </a:lnTo>
                  <a:lnTo>
                    <a:pt x="91523" y="304650"/>
                  </a:lnTo>
                  <a:lnTo>
                    <a:pt x="95938" y="301659"/>
                  </a:lnTo>
                  <a:lnTo>
                    <a:pt x="100255" y="298530"/>
                  </a:lnTo>
                  <a:lnTo>
                    <a:pt x="104470" y="295264"/>
                  </a:lnTo>
                  <a:lnTo>
                    <a:pt x="108579" y="291866"/>
                  </a:lnTo>
                  <a:lnTo>
                    <a:pt x="112578" y="288338"/>
                  </a:lnTo>
                  <a:lnTo>
                    <a:pt x="116462" y="284685"/>
                  </a:lnTo>
                  <a:lnTo>
                    <a:pt x="120227" y="280910"/>
                  </a:lnTo>
                  <a:lnTo>
                    <a:pt x="123871" y="277016"/>
                  </a:lnTo>
                  <a:lnTo>
                    <a:pt x="127388" y="273008"/>
                  </a:lnTo>
                  <a:lnTo>
                    <a:pt x="130775" y="268890"/>
                  </a:lnTo>
                  <a:lnTo>
                    <a:pt x="134030" y="264667"/>
                  </a:lnTo>
                  <a:lnTo>
                    <a:pt x="137148" y="260341"/>
                  </a:lnTo>
                  <a:lnTo>
                    <a:pt x="140126" y="255918"/>
                  </a:lnTo>
                  <a:lnTo>
                    <a:pt x="142962" y="251403"/>
                  </a:lnTo>
                  <a:lnTo>
                    <a:pt x="145653" y="246799"/>
                  </a:lnTo>
                  <a:lnTo>
                    <a:pt x="148195" y="242112"/>
                  </a:lnTo>
                  <a:lnTo>
                    <a:pt x="150587" y="237346"/>
                  </a:lnTo>
                  <a:lnTo>
                    <a:pt x="152825" y="232507"/>
                  </a:lnTo>
                  <a:lnTo>
                    <a:pt x="154908" y="227598"/>
                  </a:lnTo>
                  <a:lnTo>
                    <a:pt x="156833" y="222626"/>
                  </a:lnTo>
                  <a:lnTo>
                    <a:pt x="158599" y="217594"/>
                  </a:lnTo>
                  <a:lnTo>
                    <a:pt x="160203" y="212509"/>
                  </a:lnTo>
                  <a:lnTo>
                    <a:pt x="161644" y="207375"/>
                  </a:lnTo>
                  <a:lnTo>
                    <a:pt x="162921" y="202198"/>
                  </a:lnTo>
                  <a:lnTo>
                    <a:pt x="164032" y="196983"/>
                  </a:lnTo>
                  <a:lnTo>
                    <a:pt x="164977" y="191735"/>
                  </a:lnTo>
                  <a:lnTo>
                    <a:pt x="165753" y="186460"/>
                  </a:lnTo>
                  <a:lnTo>
                    <a:pt x="166361" y="181162"/>
                  </a:lnTo>
                  <a:lnTo>
                    <a:pt x="166799" y="175848"/>
                  </a:lnTo>
                  <a:lnTo>
                    <a:pt x="167068" y="170523"/>
                  </a:lnTo>
                  <a:lnTo>
                    <a:pt x="167166" y="165191"/>
                  </a:lnTo>
                  <a:lnTo>
                    <a:pt x="167095" y="159860"/>
                  </a:lnTo>
                  <a:lnTo>
                    <a:pt x="166854" y="154533"/>
                  </a:lnTo>
                  <a:lnTo>
                    <a:pt x="166443" y="149217"/>
                  </a:lnTo>
                  <a:lnTo>
                    <a:pt x="165862" y="143916"/>
                  </a:lnTo>
                  <a:lnTo>
                    <a:pt x="165113" y="138637"/>
                  </a:lnTo>
                  <a:lnTo>
                    <a:pt x="164196" y="133384"/>
                  </a:lnTo>
                  <a:lnTo>
                    <a:pt x="163111" y="128163"/>
                  </a:lnTo>
                  <a:lnTo>
                    <a:pt x="161861" y="122980"/>
                  </a:lnTo>
                  <a:lnTo>
                    <a:pt x="160446" y="117839"/>
                  </a:lnTo>
                  <a:lnTo>
                    <a:pt x="158868" y="112745"/>
                  </a:lnTo>
                  <a:lnTo>
                    <a:pt x="157128" y="107705"/>
                  </a:lnTo>
                  <a:lnTo>
                    <a:pt x="155228" y="102722"/>
                  </a:lnTo>
                  <a:lnTo>
                    <a:pt x="153171" y="97803"/>
                  </a:lnTo>
                  <a:lnTo>
                    <a:pt x="150957" y="92952"/>
                  </a:lnTo>
                  <a:lnTo>
                    <a:pt x="148590" y="88174"/>
                  </a:lnTo>
                  <a:lnTo>
                    <a:pt x="146072" y="83474"/>
                  </a:lnTo>
                  <a:lnTo>
                    <a:pt x="143405" y="78857"/>
                  </a:lnTo>
                  <a:lnTo>
                    <a:pt x="140592" y="74327"/>
                  </a:lnTo>
                  <a:lnTo>
                    <a:pt x="137636" y="69889"/>
                  </a:lnTo>
                  <a:lnTo>
                    <a:pt x="134541" y="65547"/>
                  </a:lnTo>
                  <a:lnTo>
                    <a:pt x="131308" y="61307"/>
                  </a:lnTo>
                  <a:lnTo>
                    <a:pt x="127942" y="57172"/>
                  </a:lnTo>
                  <a:lnTo>
                    <a:pt x="124445" y="53146"/>
                  </a:lnTo>
                  <a:lnTo>
                    <a:pt x="120822" y="49234"/>
                  </a:lnTo>
                  <a:lnTo>
                    <a:pt x="117076" y="45439"/>
                  </a:lnTo>
                  <a:lnTo>
                    <a:pt x="113211" y="41766"/>
                  </a:lnTo>
                  <a:lnTo>
                    <a:pt x="109230" y="38218"/>
                  </a:lnTo>
                  <a:lnTo>
                    <a:pt x="105139" y="34798"/>
                  </a:lnTo>
                  <a:lnTo>
                    <a:pt x="100940" y="31511"/>
                  </a:lnTo>
                  <a:lnTo>
                    <a:pt x="96639" y="28360"/>
                  </a:lnTo>
                  <a:lnTo>
                    <a:pt x="92240" y="25347"/>
                  </a:lnTo>
                  <a:lnTo>
                    <a:pt x="87746" y="22476"/>
                  </a:lnTo>
                  <a:lnTo>
                    <a:pt x="83164" y="19750"/>
                  </a:lnTo>
                  <a:lnTo>
                    <a:pt x="78496" y="17171"/>
                  </a:lnTo>
                  <a:lnTo>
                    <a:pt x="73749" y="14743"/>
                  </a:lnTo>
                  <a:lnTo>
                    <a:pt x="68927" y="12467"/>
                  </a:lnTo>
                  <a:lnTo>
                    <a:pt x="64035" y="10346"/>
                  </a:lnTo>
                  <a:lnTo>
                    <a:pt x="59077" y="8382"/>
                  </a:lnTo>
                  <a:lnTo>
                    <a:pt x="54060" y="6578"/>
                  </a:lnTo>
                  <a:lnTo>
                    <a:pt x="48987" y="4934"/>
                  </a:lnTo>
                  <a:lnTo>
                    <a:pt x="43865" y="3453"/>
                  </a:lnTo>
                  <a:lnTo>
                    <a:pt x="38698" y="2136"/>
                  </a:lnTo>
                  <a:lnTo>
                    <a:pt x="33491" y="984"/>
                  </a:lnTo>
                  <a:lnTo>
                    <a:pt x="28251" y="0"/>
                  </a:lnTo>
                  <a:lnTo>
                    <a:pt x="0" y="1647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071028"/>
              <a:ext cx="28251" cy="167167"/>
            </a:xfrm>
            <a:custGeom>
              <a:avLst/>
              <a:pathLst>
                <a:path w="28251" h="167167">
                  <a:moveTo>
                    <a:pt x="28251" y="2404"/>
                  </a:moveTo>
                  <a:lnTo>
                    <a:pt x="21233" y="1353"/>
                  </a:lnTo>
                  <a:lnTo>
                    <a:pt x="14176" y="602"/>
                  </a:lnTo>
                  <a:lnTo>
                    <a:pt x="7094" y="15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57551" y="1322571"/>
              <a:ext cx="131169" cy="167167"/>
            </a:xfrm>
            <a:custGeom>
              <a:avLst/>
              <a:pathLst>
                <a:path w="131169" h="167167">
                  <a:moveTo>
                    <a:pt x="131169" y="0"/>
                  </a:moveTo>
                  <a:lnTo>
                    <a:pt x="125585" y="93"/>
                  </a:lnTo>
                  <a:lnTo>
                    <a:pt x="120006" y="373"/>
                  </a:lnTo>
                  <a:lnTo>
                    <a:pt x="114440" y="839"/>
                  </a:lnTo>
                  <a:lnTo>
                    <a:pt x="108893" y="1490"/>
                  </a:lnTo>
                  <a:lnTo>
                    <a:pt x="103371" y="2327"/>
                  </a:lnTo>
                  <a:lnTo>
                    <a:pt x="97880" y="3348"/>
                  </a:lnTo>
                  <a:lnTo>
                    <a:pt x="92426" y="4551"/>
                  </a:lnTo>
                  <a:lnTo>
                    <a:pt x="87015" y="5936"/>
                  </a:lnTo>
                  <a:lnTo>
                    <a:pt x="81653" y="7501"/>
                  </a:lnTo>
                  <a:lnTo>
                    <a:pt x="76347" y="9244"/>
                  </a:lnTo>
                  <a:lnTo>
                    <a:pt x="71102" y="11164"/>
                  </a:lnTo>
                  <a:lnTo>
                    <a:pt x="65924" y="13258"/>
                  </a:lnTo>
                  <a:lnTo>
                    <a:pt x="60819" y="15523"/>
                  </a:lnTo>
                  <a:lnTo>
                    <a:pt x="55792" y="17958"/>
                  </a:lnTo>
                  <a:lnTo>
                    <a:pt x="50850" y="20559"/>
                  </a:lnTo>
                  <a:lnTo>
                    <a:pt x="45997" y="23324"/>
                  </a:lnTo>
                  <a:lnTo>
                    <a:pt x="41239" y="26250"/>
                  </a:lnTo>
                  <a:lnTo>
                    <a:pt x="36582" y="29333"/>
                  </a:lnTo>
                  <a:lnTo>
                    <a:pt x="32030" y="32570"/>
                  </a:lnTo>
                  <a:lnTo>
                    <a:pt x="27589" y="35957"/>
                  </a:lnTo>
                  <a:lnTo>
                    <a:pt x="23263" y="39490"/>
                  </a:lnTo>
                  <a:lnTo>
                    <a:pt x="19058" y="43166"/>
                  </a:lnTo>
                  <a:lnTo>
                    <a:pt x="14979" y="46981"/>
                  </a:lnTo>
                  <a:lnTo>
                    <a:pt x="11028" y="50929"/>
                  </a:lnTo>
                  <a:lnTo>
                    <a:pt x="7212" y="55008"/>
                  </a:lnTo>
                  <a:lnTo>
                    <a:pt x="3535" y="59211"/>
                  </a:lnTo>
                  <a:lnTo>
                    <a:pt x="0" y="63535"/>
                  </a:lnTo>
                  <a:lnTo>
                    <a:pt x="13116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57551" y="1386107"/>
              <a:ext cx="131169" cy="103631"/>
            </a:xfrm>
            <a:custGeom>
              <a:avLst/>
              <a:pathLst>
                <a:path w="131169" h="103631">
                  <a:moveTo>
                    <a:pt x="0" y="0"/>
                  </a:moveTo>
                  <a:lnTo>
                    <a:pt x="131169" y="1036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21555" y="1338907"/>
              <a:ext cx="334317" cy="317995"/>
            </a:xfrm>
            <a:custGeom>
              <a:avLst/>
              <a:pathLst>
                <a:path w="334317" h="317995">
                  <a:moveTo>
                    <a:pt x="35996" y="47200"/>
                  </a:moveTo>
                  <a:lnTo>
                    <a:pt x="32784" y="51401"/>
                  </a:lnTo>
                  <a:lnTo>
                    <a:pt x="29706" y="55701"/>
                  </a:lnTo>
                  <a:lnTo>
                    <a:pt x="26765" y="60097"/>
                  </a:lnTo>
                  <a:lnTo>
                    <a:pt x="23966" y="64583"/>
                  </a:lnTo>
                  <a:lnTo>
                    <a:pt x="21309" y="69156"/>
                  </a:lnTo>
                  <a:lnTo>
                    <a:pt x="18799" y="73810"/>
                  </a:lnTo>
                  <a:lnTo>
                    <a:pt x="16437" y="78542"/>
                  </a:lnTo>
                  <a:lnTo>
                    <a:pt x="14225" y="83346"/>
                  </a:lnTo>
                  <a:lnTo>
                    <a:pt x="12167" y="88217"/>
                  </a:lnTo>
                  <a:lnTo>
                    <a:pt x="10264" y="93151"/>
                  </a:lnTo>
                  <a:lnTo>
                    <a:pt x="8518" y="98143"/>
                  </a:lnTo>
                  <a:lnTo>
                    <a:pt x="6931" y="103188"/>
                  </a:lnTo>
                  <a:lnTo>
                    <a:pt x="5504" y="108280"/>
                  </a:lnTo>
                  <a:lnTo>
                    <a:pt x="4239" y="113415"/>
                  </a:lnTo>
                  <a:lnTo>
                    <a:pt x="3137" y="118587"/>
                  </a:lnTo>
                  <a:lnTo>
                    <a:pt x="2199" y="123791"/>
                  </a:lnTo>
                  <a:lnTo>
                    <a:pt x="1427" y="129023"/>
                  </a:lnTo>
                  <a:lnTo>
                    <a:pt x="820" y="134276"/>
                  </a:lnTo>
                  <a:lnTo>
                    <a:pt x="379" y="139546"/>
                  </a:lnTo>
                  <a:lnTo>
                    <a:pt x="106" y="144828"/>
                  </a:lnTo>
                  <a:lnTo>
                    <a:pt x="0" y="150115"/>
                  </a:lnTo>
                  <a:lnTo>
                    <a:pt x="60" y="155403"/>
                  </a:lnTo>
                  <a:lnTo>
                    <a:pt x="289" y="160686"/>
                  </a:lnTo>
                  <a:lnTo>
                    <a:pt x="684" y="165960"/>
                  </a:lnTo>
                  <a:lnTo>
                    <a:pt x="1246" y="171218"/>
                  </a:lnTo>
                  <a:lnTo>
                    <a:pt x="1974" y="176456"/>
                  </a:lnTo>
                  <a:lnTo>
                    <a:pt x="2867" y="181669"/>
                  </a:lnTo>
                  <a:lnTo>
                    <a:pt x="3924" y="186850"/>
                  </a:lnTo>
                  <a:lnTo>
                    <a:pt x="5145" y="191996"/>
                  </a:lnTo>
                  <a:lnTo>
                    <a:pt x="6529" y="197100"/>
                  </a:lnTo>
                  <a:lnTo>
                    <a:pt x="8073" y="202158"/>
                  </a:lnTo>
                  <a:lnTo>
                    <a:pt x="9776" y="207164"/>
                  </a:lnTo>
                  <a:lnTo>
                    <a:pt x="11636" y="212115"/>
                  </a:lnTo>
                  <a:lnTo>
                    <a:pt x="13653" y="217004"/>
                  </a:lnTo>
                  <a:lnTo>
                    <a:pt x="15822" y="221826"/>
                  </a:lnTo>
                  <a:lnTo>
                    <a:pt x="18144" y="226578"/>
                  </a:lnTo>
                  <a:lnTo>
                    <a:pt x="20614" y="231254"/>
                  </a:lnTo>
                  <a:lnTo>
                    <a:pt x="23232" y="235849"/>
                  </a:lnTo>
                  <a:lnTo>
                    <a:pt x="25993" y="240359"/>
                  </a:lnTo>
                  <a:lnTo>
                    <a:pt x="28895" y="244780"/>
                  </a:lnTo>
                  <a:lnTo>
                    <a:pt x="31936" y="249107"/>
                  </a:lnTo>
                  <a:lnTo>
                    <a:pt x="35112" y="253335"/>
                  </a:lnTo>
                  <a:lnTo>
                    <a:pt x="38421" y="257460"/>
                  </a:lnTo>
                  <a:lnTo>
                    <a:pt x="41858" y="261479"/>
                  </a:lnTo>
                  <a:lnTo>
                    <a:pt x="45421" y="265388"/>
                  </a:lnTo>
                  <a:lnTo>
                    <a:pt x="49105" y="269181"/>
                  </a:lnTo>
                  <a:lnTo>
                    <a:pt x="52908" y="272856"/>
                  </a:lnTo>
                  <a:lnTo>
                    <a:pt x="56825" y="276410"/>
                  </a:lnTo>
                  <a:lnTo>
                    <a:pt x="60852" y="279837"/>
                  </a:lnTo>
                  <a:lnTo>
                    <a:pt x="64986" y="283135"/>
                  </a:lnTo>
                  <a:lnTo>
                    <a:pt x="69222" y="286301"/>
                  </a:lnTo>
                  <a:lnTo>
                    <a:pt x="73556" y="289331"/>
                  </a:lnTo>
                  <a:lnTo>
                    <a:pt x="77984" y="292223"/>
                  </a:lnTo>
                  <a:lnTo>
                    <a:pt x="82501" y="294973"/>
                  </a:lnTo>
                  <a:lnTo>
                    <a:pt x="87102" y="297579"/>
                  </a:lnTo>
                  <a:lnTo>
                    <a:pt x="91784" y="300038"/>
                  </a:lnTo>
                  <a:lnTo>
                    <a:pt x="96541" y="302348"/>
                  </a:lnTo>
                  <a:lnTo>
                    <a:pt x="101369" y="304506"/>
                  </a:lnTo>
                  <a:lnTo>
                    <a:pt x="106263" y="306510"/>
                  </a:lnTo>
                  <a:lnTo>
                    <a:pt x="111218" y="308359"/>
                  </a:lnTo>
                  <a:lnTo>
                    <a:pt x="116229" y="310050"/>
                  </a:lnTo>
                  <a:lnTo>
                    <a:pt x="121290" y="311581"/>
                  </a:lnTo>
                  <a:lnTo>
                    <a:pt x="126398" y="312952"/>
                  </a:lnTo>
                  <a:lnTo>
                    <a:pt x="131547" y="314160"/>
                  </a:lnTo>
                  <a:lnTo>
                    <a:pt x="136731" y="315205"/>
                  </a:lnTo>
                  <a:lnTo>
                    <a:pt x="141945" y="316085"/>
                  </a:lnTo>
                  <a:lnTo>
                    <a:pt x="147185" y="316800"/>
                  </a:lnTo>
                  <a:lnTo>
                    <a:pt x="152445" y="317349"/>
                  </a:lnTo>
                  <a:lnTo>
                    <a:pt x="157719" y="317732"/>
                  </a:lnTo>
                  <a:lnTo>
                    <a:pt x="163003" y="317947"/>
                  </a:lnTo>
                  <a:lnTo>
                    <a:pt x="168291" y="317995"/>
                  </a:lnTo>
                  <a:lnTo>
                    <a:pt x="173578" y="317876"/>
                  </a:lnTo>
                  <a:lnTo>
                    <a:pt x="178859" y="317589"/>
                  </a:lnTo>
                  <a:lnTo>
                    <a:pt x="184128" y="317136"/>
                  </a:lnTo>
                  <a:lnTo>
                    <a:pt x="189380" y="316516"/>
                  </a:lnTo>
                  <a:lnTo>
                    <a:pt x="194609" y="315731"/>
                  </a:lnTo>
                  <a:lnTo>
                    <a:pt x="199812" y="314780"/>
                  </a:lnTo>
                  <a:lnTo>
                    <a:pt x="204981" y="313665"/>
                  </a:lnTo>
                  <a:lnTo>
                    <a:pt x="210113" y="312388"/>
                  </a:lnTo>
                  <a:lnTo>
                    <a:pt x="215202" y="310948"/>
                  </a:lnTo>
                  <a:lnTo>
                    <a:pt x="220242" y="309349"/>
                  </a:lnTo>
                  <a:lnTo>
                    <a:pt x="225230" y="307591"/>
                  </a:lnTo>
                  <a:lnTo>
                    <a:pt x="230159" y="305676"/>
                  </a:lnTo>
                  <a:lnTo>
                    <a:pt x="235026" y="303606"/>
                  </a:lnTo>
                  <a:lnTo>
                    <a:pt x="239824" y="301383"/>
                  </a:lnTo>
                  <a:lnTo>
                    <a:pt x="244550" y="299009"/>
                  </a:lnTo>
                  <a:lnTo>
                    <a:pt x="249198" y="296487"/>
                  </a:lnTo>
                  <a:lnTo>
                    <a:pt x="253764" y="293820"/>
                  </a:lnTo>
                  <a:lnTo>
                    <a:pt x="258244" y="291009"/>
                  </a:lnTo>
                  <a:lnTo>
                    <a:pt x="262632" y="288058"/>
                  </a:lnTo>
                  <a:lnTo>
                    <a:pt x="266925" y="284969"/>
                  </a:lnTo>
                  <a:lnTo>
                    <a:pt x="271118" y="281747"/>
                  </a:lnTo>
                  <a:lnTo>
                    <a:pt x="275207" y="278393"/>
                  </a:lnTo>
                  <a:lnTo>
                    <a:pt x="279188" y="274912"/>
                  </a:lnTo>
                  <a:lnTo>
                    <a:pt x="283057" y="271306"/>
                  </a:lnTo>
                  <a:lnTo>
                    <a:pt x="286809" y="267580"/>
                  </a:lnTo>
                  <a:lnTo>
                    <a:pt x="290442" y="263737"/>
                  </a:lnTo>
                  <a:lnTo>
                    <a:pt x="293952" y="259781"/>
                  </a:lnTo>
                  <a:lnTo>
                    <a:pt x="297335" y="255717"/>
                  </a:lnTo>
                  <a:lnTo>
                    <a:pt x="300587" y="251547"/>
                  </a:lnTo>
                  <a:lnTo>
                    <a:pt x="303706" y="247276"/>
                  </a:lnTo>
                  <a:lnTo>
                    <a:pt x="306689" y="242909"/>
                  </a:lnTo>
                  <a:lnTo>
                    <a:pt x="309531" y="238449"/>
                  </a:lnTo>
                  <a:lnTo>
                    <a:pt x="312231" y="233902"/>
                  </a:lnTo>
                  <a:lnTo>
                    <a:pt x="314786" y="229272"/>
                  </a:lnTo>
                  <a:lnTo>
                    <a:pt x="317194" y="224564"/>
                  </a:lnTo>
                  <a:lnTo>
                    <a:pt x="319451" y="219781"/>
                  </a:lnTo>
                  <a:lnTo>
                    <a:pt x="321556" y="214930"/>
                  </a:lnTo>
                  <a:lnTo>
                    <a:pt x="323506" y="210014"/>
                  </a:lnTo>
                  <a:lnTo>
                    <a:pt x="325300" y="205039"/>
                  </a:lnTo>
                  <a:lnTo>
                    <a:pt x="326935" y="200010"/>
                  </a:lnTo>
                  <a:lnTo>
                    <a:pt x="328411" y="194932"/>
                  </a:lnTo>
                  <a:lnTo>
                    <a:pt x="329725" y="189809"/>
                  </a:lnTo>
                  <a:lnTo>
                    <a:pt x="330877" y="184648"/>
                  </a:lnTo>
                  <a:lnTo>
                    <a:pt x="331864" y="179453"/>
                  </a:lnTo>
                  <a:lnTo>
                    <a:pt x="332687" y="174229"/>
                  </a:lnTo>
                  <a:lnTo>
                    <a:pt x="333345" y="168981"/>
                  </a:lnTo>
                  <a:lnTo>
                    <a:pt x="333836" y="163716"/>
                  </a:lnTo>
                  <a:lnTo>
                    <a:pt x="334160" y="158438"/>
                  </a:lnTo>
                  <a:lnTo>
                    <a:pt x="334317" y="153151"/>
                  </a:lnTo>
                  <a:lnTo>
                    <a:pt x="334306" y="147863"/>
                  </a:lnTo>
                  <a:lnTo>
                    <a:pt x="334129" y="142578"/>
                  </a:lnTo>
                  <a:lnTo>
                    <a:pt x="333784" y="137301"/>
                  </a:lnTo>
                  <a:lnTo>
                    <a:pt x="333273" y="132037"/>
                  </a:lnTo>
                  <a:lnTo>
                    <a:pt x="332595" y="126792"/>
                  </a:lnTo>
                  <a:lnTo>
                    <a:pt x="331752" y="121572"/>
                  </a:lnTo>
                  <a:lnTo>
                    <a:pt x="330744" y="116380"/>
                  </a:lnTo>
                  <a:lnTo>
                    <a:pt x="329573" y="111223"/>
                  </a:lnTo>
                  <a:lnTo>
                    <a:pt x="328239" y="106106"/>
                  </a:lnTo>
                  <a:lnTo>
                    <a:pt x="326743" y="101033"/>
                  </a:lnTo>
                  <a:lnTo>
                    <a:pt x="325088" y="96011"/>
                  </a:lnTo>
                  <a:lnTo>
                    <a:pt x="323275" y="91043"/>
                  </a:lnTo>
                  <a:lnTo>
                    <a:pt x="321306" y="86135"/>
                  </a:lnTo>
                  <a:lnTo>
                    <a:pt x="319182" y="81292"/>
                  </a:lnTo>
                  <a:lnTo>
                    <a:pt x="316907" y="76518"/>
                  </a:lnTo>
                  <a:lnTo>
                    <a:pt x="314481" y="71819"/>
                  </a:lnTo>
                  <a:lnTo>
                    <a:pt x="311908" y="67198"/>
                  </a:lnTo>
                  <a:lnTo>
                    <a:pt x="309190" y="62662"/>
                  </a:lnTo>
                  <a:lnTo>
                    <a:pt x="306330" y="58214"/>
                  </a:lnTo>
                  <a:lnTo>
                    <a:pt x="303331" y="53858"/>
                  </a:lnTo>
                  <a:lnTo>
                    <a:pt x="300196" y="49599"/>
                  </a:lnTo>
                  <a:lnTo>
                    <a:pt x="296927" y="45442"/>
                  </a:lnTo>
                  <a:lnTo>
                    <a:pt x="293529" y="41390"/>
                  </a:lnTo>
                  <a:lnTo>
                    <a:pt x="290004" y="37448"/>
                  </a:lnTo>
                  <a:lnTo>
                    <a:pt x="286356" y="33619"/>
                  </a:lnTo>
                  <a:lnTo>
                    <a:pt x="282588" y="29908"/>
                  </a:lnTo>
                  <a:lnTo>
                    <a:pt x="278706" y="26318"/>
                  </a:lnTo>
                  <a:lnTo>
                    <a:pt x="274711" y="22852"/>
                  </a:lnTo>
                  <a:lnTo>
                    <a:pt x="270610" y="19514"/>
                  </a:lnTo>
                  <a:lnTo>
                    <a:pt x="266404" y="16308"/>
                  </a:lnTo>
                  <a:lnTo>
                    <a:pt x="262099" y="13236"/>
                  </a:lnTo>
                  <a:lnTo>
                    <a:pt x="257699" y="10302"/>
                  </a:lnTo>
                  <a:lnTo>
                    <a:pt x="253209" y="7509"/>
                  </a:lnTo>
                  <a:lnTo>
                    <a:pt x="248633" y="4859"/>
                  </a:lnTo>
                  <a:lnTo>
                    <a:pt x="243974" y="2355"/>
                  </a:lnTo>
                  <a:lnTo>
                    <a:pt x="239240" y="0"/>
                  </a:lnTo>
                  <a:lnTo>
                    <a:pt x="167165" y="1508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488720" y="1322571"/>
              <a:ext cx="72074" cy="167167"/>
            </a:xfrm>
            <a:custGeom>
              <a:avLst/>
              <a:pathLst>
                <a:path w="72074" h="167167">
                  <a:moveTo>
                    <a:pt x="72074" y="16335"/>
                  </a:moveTo>
                  <a:lnTo>
                    <a:pt x="66860" y="13953"/>
                  </a:lnTo>
                  <a:lnTo>
                    <a:pt x="61568" y="11751"/>
                  </a:lnTo>
                  <a:lnTo>
                    <a:pt x="56204" y="9731"/>
                  </a:lnTo>
                  <a:lnTo>
                    <a:pt x="50774" y="7897"/>
                  </a:lnTo>
                  <a:lnTo>
                    <a:pt x="45284" y="6250"/>
                  </a:lnTo>
                  <a:lnTo>
                    <a:pt x="39740" y="4792"/>
                  </a:lnTo>
                  <a:lnTo>
                    <a:pt x="34150" y="3525"/>
                  </a:lnTo>
                  <a:lnTo>
                    <a:pt x="28520" y="2450"/>
                  </a:lnTo>
                  <a:lnTo>
                    <a:pt x="22856" y="1569"/>
                  </a:lnTo>
                  <a:lnTo>
                    <a:pt x="17166" y="883"/>
                  </a:lnTo>
                  <a:lnTo>
                    <a:pt x="11455" y="392"/>
                  </a:lnTo>
                  <a:lnTo>
                    <a:pt x="5731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03453" y="1681503"/>
              <a:ext cx="83071" cy="167167"/>
            </a:xfrm>
            <a:custGeom>
              <a:avLst/>
              <a:pathLst>
                <a:path w="83071" h="167167">
                  <a:moveTo>
                    <a:pt x="83071" y="0"/>
                  </a:moveTo>
                  <a:lnTo>
                    <a:pt x="77276" y="100"/>
                  </a:lnTo>
                  <a:lnTo>
                    <a:pt x="71488" y="401"/>
                  </a:lnTo>
                  <a:lnTo>
                    <a:pt x="65714" y="903"/>
                  </a:lnTo>
                  <a:lnTo>
                    <a:pt x="59961" y="1604"/>
                  </a:lnTo>
                  <a:lnTo>
                    <a:pt x="54236" y="2505"/>
                  </a:lnTo>
                  <a:lnTo>
                    <a:pt x="48546" y="3603"/>
                  </a:lnTo>
                  <a:lnTo>
                    <a:pt x="42897" y="4899"/>
                  </a:lnTo>
                  <a:lnTo>
                    <a:pt x="37296" y="6389"/>
                  </a:lnTo>
                  <a:lnTo>
                    <a:pt x="31751" y="8072"/>
                  </a:lnTo>
                  <a:lnTo>
                    <a:pt x="26267" y="9947"/>
                  </a:lnTo>
                  <a:lnTo>
                    <a:pt x="20851" y="12010"/>
                  </a:lnTo>
                  <a:lnTo>
                    <a:pt x="15510" y="14260"/>
                  </a:lnTo>
                  <a:lnTo>
                    <a:pt x="10250" y="16694"/>
                  </a:lnTo>
                  <a:lnTo>
                    <a:pt x="5078" y="19309"/>
                  </a:lnTo>
                  <a:lnTo>
                    <a:pt x="0" y="22101"/>
                  </a:lnTo>
                  <a:lnTo>
                    <a:pt x="8307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03453" y="1703604"/>
              <a:ext cx="83071" cy="145066"/>
            </a:xfrm>
            <a:custGeom>
              <a:avLst/>
              <a:pathLst>
                <a:path w="83071" h="145066">
                  <a:moveTo>
                    <a:pt x="0" y="0"/>
                  </a:moveTo>
                  <a:lnTo>
                    <a:pt x="83071" y="1450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19360" y="1681503"/>
              <a:ext cx="334319" cy="334331"/>
            </a:xfrm>
            <a:custGeom>
              <a:avLst/>
              <a:pathLst>
                <a:path w="334319" h="334331">
                  <a:moveTo>
                    <a:pt x="84093" y="22101"/>
                  </a:moveTo>
                  <a:lnTo>
                    <a:pt x="79542" y="24804"/>
                  </a:lnTo>
                  <a:lnTo>
                    <a:pt x="75079" y="27649"/>
                  </a:lnTo>
                  <a:lnTo>
                    <a:pt x="70708" y="30635"/>
                  </a:lnTo>
                  <a:lnTo>
                    <a:pt x="66433" y="33757"/>
                  </a:lnTo>
                  <a:lnTo>
                    <a:pt x="62260" y="37013"/>
                  </a:lnTo>
                  <a:lnTo>
                    <a:pt x="58192" y="40399"/>
                  </a:lnTo>
                  <a:lnTo>
                    <a:pt x="54233" y="43913"/>
                  </a:lnTo>
                  <a:lnTo>
                    <a:pt x="50387" y="47550"/>
                  </a:lnTo>
                  <a:lnTo>
                    <a:pt x="46659" y="51307"/>
                  </a:lnTo>
                  <a:lnTo>
                    <a:pt x="43051" y="55181"/>
                  </a:lnTo>
                  <a:lnTo>
                    <a:pt x="39568" y="59166"/>
                  </a:lnTo>
                  <a:lnTo>
                    <a:pt x="36212" y="63260"/>
                  </a:lnTo>
                  <a:lnTo>
                    <a:pt x="32988" y="67458"/>
                  </a:lnTo>
                  <a:lnTo>
                    <a:pt x="29899" y="71756"/>
                  </a:lnTo>
                  <a:lnTo>
                    <a:pt x="26947" y="76150"/>
                  </a:lnTo>
                  <a:lnTo>
                    <a:pt x="24136" y="80635"/>
                  </a:lnTo>
                  <a:lnTo>
                    <a:pt x="21468" y="85207"/>
                  </a:lnTo>
                  <a:lnTo>
                    <a:pt x="18946" y="89860"/>
                  </a:lnTo>
                  <a:lnTo>
                    <a:pt x="16573" y="94592"/>
                  </a:lnTo>
                  <a:lnTo>
                    <a:pt x="14350" y="99396"/>
                  </a:lnTo>
                  <a:lnTo>
                    <a:pt x="12281" y="104268"/>
                  </a:lnTo>
                  <a:lnTo>
                    <a:pt x="10368" y="109203"/>
                  </a:lnTo>
                  <a:lnTo>
                    <a:pt x="8611" y="114196"/>
                  </a:lnTo>
                  <a:lnTo>
                    <a:pt x="7013" y="119243"/>
                  </a:lnTo>
                  <a:lnTo>
                    <a:pt x="5576" y="124337"/>
                  </a:lnTo>
                  <a:lnTo>
                    <a:pt x="4302" y="129475"/>
                  </a:lnTo>
                  <a:lnTo>
                    <a:pt x="3190" y="134650"/>
                  </a:lnTo>
                  <a:lnTo>
                    <a:pt x="2243" y="139858"/>
                  </a:lnTo>
                  <a:lnTo>
                    <a:pt x="1461" y="145093"/>
                  </a:lnTo>
                  <a:lnTo>
                    <a:pt x="845" y="150350"/>
                  </a:lnTo>
                  <a:lnTo>
                    <a:pt x="396" y="155624"/>
                  </a:lnTo>
                  <a:lnTo>
                    <a:pt x="114" y="160910"/>
                  </a:lnTo>
                  <a:lnTo>
                    <a:pt x="0" y="166202"/>
                  </a:lnTo>
                  <a:lnTo>
                    <a:pt x="53" y="171495"/>
                  </a:lnTo>
                  <a:lnTo>
                    <a:pt x="274" y="176783"/>
                  </a:lnTo>
                  <a:lnTo>
                    <a:pt x="662" y="182062"/>
                  </a:lnTo>
                  <a:lnTo>
                    <a:pt x="1217" y="187326"/>
                  </a:lnTo>
                  <a:lnTo>
                    <a:pt x="1938" y="192570"/>
                  </a:lnTo>
                  <a:lnTo>
                    <a:pt x="2825" y="197789"/>
                  </a:lnTo>
                  <a:lnTo>
                    <a:pt x="3877" y="202976"/>
                  </a:lnTo>
                  <a:lnTo>
                    <a:pt x="5093" y="208128"/>
                  </a:lnTo>
                  <a:lnTo>
                    <a:pt x="6471" y="213239"/>
                  </a:lnTo>
                  <a:lnTo>
                    <a:pt x="8010" y="218303"/>
                  </a:lnTo>
                  <a:lnTo>
                    <a:pt x="9709" y="223316"/>
                  </a:lnTo>
                  <a:lnTo>
                    <a:pt x="11565" y="228273"/>
                  </a:lnTo>
                  <a:lnTo>
                    <a:pt x="13578" y="233169"/>
                  </a:lnTo>
                  <a:lnTo>
                    <a:pt x="15745" y="237998"/>
                  </a:lnTo>
                  <a:lnTo>
                    <a:pt x="18063" y="242757"/>
                  </a:lnTo>
                  <a:lnTo>
                    <a:pt x="20531" y="247440"/>
                  </a:lnTo>
                  <a:lnTo>
                    <a:pt x="23146" y="252042"/>
                  </a:lnTo>
                  <a:lnTo>
                    <a:pt x="25905" y="256559"/>
                  </a:lnTo>
                  <a:lnTo>
                    <a:pt x="28806" y="260986"/>
                  </a:lnTo>
                  <a:lnTo>
                    <a:pt x="31846" y="265320"/>
                  </a:lnTo>
                  <a:lnTo>
                    <a:pt x="35021" y="269555"/>
                  </a:lnTo>
                  <a:lnTo>
                    <a:pt x="38329" y="273687"/>
                  </a:lnTo>
                  <a:lnTo>
                    <a:pt x="41766" y="277713"/>
                  </a:lnTo>
                  <a:lnTo>
                    <a:pt x="45329" y="281627"/>
                  </a:lnTo>
                  <a:lnTo>
                    <a:pt x="49014" y="285427"/>
                  </a:lnTo>
                  <a:lnTo>
                    <a:pt x="52817" y="289109"/>
                  </a:lnTo>
                  <a:lnTo>
                    <a:pt x="56735" y="292668"/>
                  </a:lnTo>
                  <a:lnTo>
                    <a:pt x="60764" y="296101"/>
                  </a:lnTo>
                  <a:lnTo>
                    <a:pt x="64900" y="299405"/>
                  </a:lnTo>
                  <a:lnTo>
                    <a:pt x="69138" y="302577"/>
                  </a:lnTo>
                  <a:lnTo>
                    <a:pt x="73474" y="305612"/>
                  </a:lnTo>
                  <a:lnTo>
                    <a:pt x="77904" y="308509"/>
                  </a:lnTo>
                  <a:lnTo>
                    <a:pt x="82424" y="311264"/>
                  </a:lnTo>
                  <a:lnTo>
                    <a:pt x="87028" y="313875"/>
                  </a:lnTo>
                  <a:lnTo>
                    <a:pt x="91713" y="316338"/>
                  </a:lnTo>
                  <a:lnTo>
                    <a:pt x="96474" y="318652"/>
                  </a:lnTo>
                  <a:lnTo>
                    <a:pt x="101305" y="320815"/>
                  </a:lnTo>
                  <a:lnTo>
                    <a:pt x="106203" y="322823"/>
                  </a:lnTo>
                  <a:lnTo>
                    <a:pt x="111162" y="324675"/>
                  </a:lnTo>
                  <a:lnTo>
                    <a:pt x="116176" y="326369"/>
                  </a:lnTo>
                  <a:lnTo>
                    <a:pt x="121242" y="327903"/>
                  </a:lnTo>
                  <a:lnTo>
                    <a:pt x="126354" y="329277"/>
                  </a:lnTo>
                  <a:lnTo>
                    <a:pt x="131507" y="330487"/>
                  </a:lnTo>
                  <a:lnTo>
                    <a:pt x="136696" y="331534"/>
                  </a:lnTo>
                  <a:lnTo>
                    <a:pt x="141915" y="332417"/>
                  </a:lnTo>
                  <a:lnTo>
                    <a:pt x="147160" y="333133"/>
                  </a:lnTo>
                  <a:lnTo>
                    <a:pt x="152424" y="333683"/>
                  </a:lnTo>
                  <a:lnTo>
                    <a:pt x="157703" y="334066"/>
                  </a:lnTo>
                  <a:lnTo>
                    <a:pt x="162992" y="334282"/>
                  </a:lnTo>
                  <a:lnTo>
                    <a:pt x="168285" y="334331"/>
                  </a:lnTo>
                  <a:lnTo>
                    <a:pt x="173577" y="334211"/>
                  </a:lnTo>
                  <a:lnTo>
                    <a:pt x="178863" y="333925"/>
                  </a:lnTo>
                  <a:lnTo>
                    <a:pt x="184136" y="333471"/>
                  </a:lnTo>
                  <a:lnTo>
                    <a:pt x="189393" y="332850"/>
                  </a:lnTo>
                  <a:lnTo>
                    <a:pt x="194627" y="332063"/>
                  </a:lnTo>
                  <a:lnTo>
                    <a:pt x="199834" y="331111"/>
                  </a:lnTo>
                  <a:lnTo>
                    <a:pt x="205008" y="329994"/>
                  </a:lnTo>
                  <a:lnTo>
                    <a:pt x="210145" y="328715"/>
                  </a:lnTo>
                  <a:lnTo>
                    <a:pt x="215238" y="327273"/>
                  </a:lnTo>
                  <a:lnTo>
                    <a:pt x="220283" y="325671"/>
                  </a:lnTo>
                  <a:lnTo>
                    <a:pt x="225274" y="323909"/>
                  </a:lnTo>
                  <a:lnTo>
                    <a:pt x="230208" y="321991"/>
                  </a:lnTo>
                  <a:lnTo>
                    <a:pt x="235078" y="319917"/>
                  </a:lnTo>
                  <a:lnTo>
                    <a:pt x="239880" y="317691"/>
                  </a:lnTo>
                  <a:lnTo>
                    <a:pt x="244609" y="315313"/>
                  </a:lnTo>
                  <a:lnTo>
                    <a:pt x="249260" y="312787"/>
                  </a:lnTo>
                  <a:lnTo>
                    <a:pt x="253830" y="310115"/>
                  </a:lnTo>
                  <a:lnTo>
                    <a:pt x="258312" y="307299"/>
                  </a:lnTo>
                  <a:lnTo>
                    <a:pt x="262703" y="304343"/>
                  </a:lnTo>
                  <a:lnTo>
                    <a:pt x="266998" y="301250"/>
                  </a:lnTo>
                  <a:lnTo>
                    <a:pt x="271193" y="298022"/>
                  </a:lnTo>
                  <a:lnTo>
                    <a:pt x="275284" y="294662"/>
                  </a:lnTo>
                  <a:lnTo>
                    <a:pt x="279266" y="291175"/>
                  </a:lnTo>
                  <a:lnTo>
                    <a:pt x="283136" y="287564"/>
                  </a:lnTo>
                  <a:lnTo>
                    <a:pt x="286890" y="283832"/>
                  </a:lnTo>
                  <a:lnTo>
                    <a:pt x="290523" y="279983"/>
                  </a:lnTo>
                  <a:lnTo>
                    <a:pt x="294033" y="276021"/>
                  </a:lnTo>
                  <a:lnTo>
                    <a:pt x="297416" y="271950"/>
                  </a:lnTo>
                  <a:lnTo>
                    <a:pt x="300668" y="267773"/>
                  </a:lnTo>
                  <a:lnTo>
                    <a:pt x="303786" y="263496"/>
                  </a:lnTo>
                  <a:lnTo>
                    <a:pt x="306768" y="259122"/>
                  </a:lnTo>
                  <a:lnTo>
                    <a:pt x="309609" y="254656"/>
                  </a:lnTo>
                  <a:lnTo>
                    <a:pt x="312308" y="250103"/>
                  </a:lnTo>
                  <a:lnTo>
                    <a:pt x="314861" y="245466"/>
                  </a:lnTo>
                  <a:lnTo>
                    <a:pt x="317266" y="240750"/>
                  </a:lnTo>
                  <a:lnTo>
                    <a:pt x="319520" y="235961"/>
                  </a:lnTo>
                  <a:lnTo>
                    <a:pt x="321622" y="231103"/>
                  </a:lnTo>
                  <a:lnTo>
                    <a:pt x="323568" y="226181"/>
                  </a:lnTo>
                  <a:lnTo>
                    <a:pt x="325358" y="221200"/>
                  </a:lnTo>
                  <a:lnTo>
                    <a:pt x="326990" y="216164"/>
                  </a:lnTo>
                  <a:lnTo>
                    <a:pt x="328461" y="211079"/>
                  </a:lnTo>
                  <a:lnTo>
                    <a:pt x="329770" y="205951"/>
                  </a:lnTo>
                  <a:lnTo>
                    <a:pt x="330917" y="200783"/>
                  </a:lnTo>
                  <a:lnTo>
                    <a:pt x="331899" y="195582"/>
                  </a:lnTo>
                  <a:lnTo>
                    <a:pt x="332716" y="190352"/>
                  </a:lnTo>
                  <a:lnTo>
                    <a:pt x="333367" y="185099"/>
                  </a:lnTo>
                  <a:lnTo>
                    <a:pt x="333851" y="179828"/>
                  </a:lnTo>
                  <a:lnTo>
                    <a:pt x="334169" y="174544"/>
                  </a:lnTo>
                  <a:lnTo>
                    <a:pt x="334319" y="169253"/>
                  </a:lnTo>
                  <a:lnTo>
                    <a:pt x="334301" y="163960"/>
                  </a:lnTo>
                  <a:lnTo>
                    <a:pt x="334116" y="158670"/>
                  </a:lnTo>
                  <a:lnTo>
                    <a:pt x="333763" y="153388"/>
                  </a:lnTo>
                  <a:lnTo>
                    <a:pt x="333243" y="148121"/>
                  </a:lnTo>
                  <a:lnTo>
                    <a:pt x="332557" y="142872"/>
                  </a:lnTo>
                  <a:lnTo>
                    <a:pt x="331705" y="137648"/>
                  </a:lnTo>
                  <a:lnTo>
                    <a:pt x="330688" y="132453"/>
                  </a:lnTo>
                  <a:lnTo>
                    <a:pt x="329507" y="127294"/>
                  </a:lnTo>
                  <a:lnTo>
                    <a:pt x="328163" y="122174"/>
                  </a:lnTo>
                  <a:lnTo>
                    <a:pt x="326658" y="117099"/>
                  </a:lnTo>
                  <a:lnTo>
                    <a:pt x="324993" y="112075"/>
                  </a:lnTo>
                  <a:lnTo>
                    <a:pt x="323169" y="107105"/>
                  </a:lnTo>
                  <a:lnTo>
                    <a:pt x="321189" y="102196"/>
                  </a:lnTo>
                  <a:lnTo>
                    <a:pt x="319055" y="97352"/>
                  </a:lnTo>
                  <a:lnTo>
                    <a:pt x="316769" y="92579"/>
                  </a:lnTo>
                  <a:lnTo>
                    <a:pt x="314332" y="87879"/>
                  </a:lnTo>
                  <a:lnTo>
                    <a:pt x="311748" y="83260"/>
                  </a:lnTo>
                  <a:lnTo>
                    <a:pt x="309019" y="78724"/>
                  </a:lnTo>
                  <a:lnTo>
                    <a:pt x="306148" y="74277"/>
                  </a:lnTo>
                  <a:lnTo>
                    <a:pt x="303137" y="69924"/>
                  </a:lnTo>
                  <a:lnTo>
                    <a:pt x="299990" y="65668"/>
                  </a:lnTo>
                  <a:lnTo>
                    <a:pt x="296710" y="61513"/>
                  </a:lnTo>
                  <a:lnTo>
                    <a:pt x="293300" y="57465"/>
                  </a:lnTo>
                  <a:lnTo>
                    <a:pt x="289764" y="53526"/>
                  </a:lnTo>
                  <a:lnTo>
                    <a:pt x="286105" y="49702"/>
                  </a:lnTo>
                  <a:lnTo>
                    <a:pt x="282326" y="45995"/>
                  </a:lnTo>
                  <a:lnTo>
                    <a:pt x="278432" y="42409"/>
                  </a:lnTo>
                  <a:lnTo>
                    <a:pt x="274426" y="38949"/>
                  </a:lnTo>
                  <a:lnTo>
                    <a:pt x="270313" y="35618"/>
                  </a:lnTo>
                  <a:lnTo>
                    <a:pt x="266097" y="32418"/>
                  </a:lnTo>
                  <a:lnTo>
                    <a:pt x="261781" y="29353"/>
                  </a:lnTo>
                  <a:lnTo>
                    <a:pt x="257370" y="26427"/>
                  </a:lnTo>
                  <a:lnTo>
                    <a:pt x="252869" y="23641"/>
                  </a:lnTo>
                  <a:lnTo>
                    <a:pt x="248282" y="21000"/>
                  </a:lnTo>
                  <a:lnTo>
                    <a:pt x="243614" y="18505"/>
                  </a:lnTo>
                  <a:lnTo>
                    <a:pt x="238869" y="16159"/>
                  </a:lnTo>
                  <a:lnTo>
                    <a:pt x="234052" y="13964"/>
                  </a:lnTo>
                  <a:lnTo>
                    <a:pt x="229168" y="11924"/>
                  </a:lnTo>
                  <a:lnTo>
                    <a:pt x="224222" y="10038"/>
                  </a:lnTo>
                  <a:lnTo>
                    <a:pt x="219218" y="8311"/>
                  </a:lnTo>
                  <a:lnTo>
                    <a:pt x="214163" y="6742"/>
                  </a:lnTo>
                  <a:lnTo>
                    <a:pt x="209060" y="5335"/>
                  </a:lnTo>
                  <a:lnTo>
                    <a:pt x="203916" y="4089"/>
                  </a:lnTo>
                  <a:lnTo>
                    <a:pt x="198734" y="3008"/>
                  </a:lnTo>
                  <a:lnTo>
                    <a:pt x="193521" y="2090"/>
                  </a:lnTo>
                  <a:lnTo>
                    <a:pt x="188281" y="1339"/>
                  </a:lnTo>
                  <a:lnTo>
                    <a:pt x="183021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73532" y="2126963"/>
              <a:ext cx="107754" cy="167167"/>
            </a:xfrm>
            <a:custGeom>
              <a:avLst/>
              <a:pathLst>
                <a:path w="107754" h="167167">
                  <a:moveTo>
                    <a:pt x="107754" y="0"/>
                  </a:moveTo>
                  <a:lnTo>
                    <a:pt x="102179" y="92"/>
                  </a:lnTo>
                  <a:lnTo>
                    <a:pt x="96610" y="371"/>
                  </a:lnTo>
                  <a:lnTo>
                    <a:pt x="91054" y="836"/>
                  </a:lnTo>
                  <a:lnTo>
                    <a:pt x="85516" y="1485"/>
                  </a:lnTo>
                  <a:lnTo>
                    <a:pt x="80003" y="2319"/>
                  </a:lnTo>
                  <a:lnTo>
                    <a:pt x="74520" y="3336"/>
                  </a:lnTo>
                  <a:lnTo>
                    <a:pt x="69075" y="4536"/>
                  </a:lnTo>
                  <a:lnTo>
                    <a:pt x="63673" y="5916"/>
                  </a:lnTo>
                  <a:lnTo>
                    <a:pt x="58319" y="7476"/>
                  </a:lnTo>
                  <a:lnTo>
                    <a:pt x="53021" y="9214"/>
                  </a:lnTo>
                  <a:lnTo>
                    <a:pt x="47784" y="11127"/>
                  </a:lnTo>
                  <a:lnTo>
                    <a:pt x="42613" y="13214"/>
                  </a:lnTo>
                  <a:lnTo>
                    <a:pt x="37515" y="15472"/>
                  </a:lnTo>
                  <a:lnTo>
                    <a:pt x="32495" y="17899"/>
                  </a:lnTo>
                  <a:lnTo>
                    <a:pt x="27559" y="20492"/>
                  </a:lnTo>
                  <a:lnTo>
                    <a:pt x="22712" y="23248"/>
                  </a:lnTo>
                  <a:lnTo>
                    <a:pt x="17959" y="26164"/>
                  </a:lnTo>
                  <a:lnTo>
                    <a:pt x="13307" y="29237"/>
                  </a:lnTo>
                  <a:lnTo>
                    <a:pt x="8759" y="32464"/>
                  </a:lnTo>
                  <a:lnTo>
                    <a:pt x="4322" y="35840"/>
                  </a:lnTo>
                  <a:lnTo>
                    <a:pt x="0" y="39363"/>
                  </a:lnTo>
                  <a:lnTo>
                    <a:pt x="10775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73532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73532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73532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73532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73532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73532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3532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3532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3532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3532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3532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3532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3532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3532" y="2166327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14134" y="2127643"/>
              <a:ext cx="334309" cy="333654"/>
            </a:xfrm>
            <a:custGeom>
              <a:avLst/>
              <a:pathLst>
                <a:path w="334309" h="333654">
                  <a:moveTo>
                    <a:pt x="59398" y="38683"/>
                  </a:moveTo>
                  <a:lnTo>
                    <a:pt x="55395" y="42168"/>
                  </a:lnTo>
                  <a:lnTo>
                    <a:pt x="51505" y="45778"/>
                  </a:lnTo>
                  <a:lnTo>
                    <a:pt x="47732" y="49510"/>
                  </a:lnTo>
                  <a:lnTo>
                    <a:pt x="44079" y="53360"/>
                  </a:lnTo>
                  <a:lnTo>
                    <a:pt x="40550" y="57324"/>
                  </a:lnTo>
                  <a:lnTo>
                    <a:pt x="37148" y="61397"/>
                  </a:lnTo>
                  <a:lnTo>
                    <a:pt x="33878" y="65577"/>
                  </a:lnTo>
                  <a:lnTo>
                    <a:pt x="30742" y="69859"/>
                  </a:lnTo>
                  <a:lnTo>
                    <a:pt x="27743" y="74237"/>
                  </a:lnTo>
                  <a:lnTo>
                    <a:pt x="24885" y="78709"/>
                  </a:lnTo>
                  <a:lnTo>
                    <a:pt x="22171" y="83269"/>
                  </a:lnTo>
                  <a:lnTo>
                    <a:pt x="19602" y="87913"/>
                  </a:lnTo>
                  <a:lnTo>
                    <a:pt x="17182" y="92637"/>
                  </a:lnTo>
                  <a:lnTo>
                    <a:pt x="14914" y="97434"/>
                  </a:lnTo>
                  <a:lnTo>
                    <a:pt x="12798" y="102302"/>
                  </a:lnTo>
                  <a:lnTo>
                    <a:pt x="10839" y="107234"/>
                  </a:lnTo>
                  <a:lnTo>
                    <a:pt x="9037" y="112226"/>
                  </a:lnTo>
                  <a:lnTo>
                    <a:pt x="7394" y="117272"/>
                  </a:lnTo>
                  <a:lnTo>
                    <a:pt x="5912" y="122368"/>
                  </a:lnTo>
                  <a:lnTo>
                    <a:pt x="4593" y="127509"/>
                  </a:lnTo>
                  <a:lnTo>
                    <a:pt x="3438" y="132688"/>
                  </a:lnTo>
                  <a:lnTo>
                    <a:pt x="2447" y="137902"/>
                  </a:lnTo>
                  <a:lnTo>
                    <a:pt x="1623" y="143145"/>
                  </a:lnTo>
                  <a:lnTo>
                    <a:pt x="965" y="148411"/>
                  </a:lnTo>
                  <a:lnTo>
                    <a:pt x="475" y="153695"/>
                  </a:lnTo>
                  <a:lnTo>
                    <a:pt x="153" y="158993"/>
                  </a:lnTo>
                  <a:lnTo>
                    <a:pt x="0" y="164298"/>
                  </a:lnTo>
                  <a:lnTo>
                    <a:pt x="14" y="169605"/>
                  </a:lnTo>
                  <a:lnTo>
                    <a:pt x="197" y="174909"/>
                  </a:lnTo>
                  <a:lnTo>
                    <a:pt x="549" y="180204"/>
                  </a:lnTo>
                  <a:lnTo>
                    <a:pt x="1068" y="185486"/>
                  </a:lnTo>
                  <a:lnTo>
                    <a:pt x="1755" y="190748"/>
                  </a:lnTo>
                  <a:lnTo>
                    <a:pt x="2608" y="195986"/>
                  </a:lnTo>
                  <a:lnTo>
                    <a:pt x="3628" y="201194"/>
                  </a:lnTo>
                  <a:lnTo>
                    <a:pt x="4812" y="206368"/>
                  </a:lnTo>
                  <a:lnTo>
                    <a:pt x="6160" y="211501"/>
                  </a:lnTo>
                  <a:lnTo>
                    <a:pt x="7670" y="216589"/>
                  </a:lnTo>
                  <a:lnTo>
                    <a:pt x="9340" y="221626"/>
                  </a:lnTo>
                  <a:lnTo>
                    <a:pt x="11170" y="226607"/>
                  </a:lnTo>
                  <a:lnTo>
                    <a:pt x="13157" y="231528"/>
                  </a:lnTo>
                  <a:lnTo>
                    <a:pt x="15299" y="236384"/>
                  </a:lnTo>
                  <a:lnTo>
                    <a:pt x="17595" y="241169"/>
                  </a:lnTo>
                  <a:lnTo>
                    <a:pt x="20041" y="245879"/>
                  </a:lnTo>
                  <a:lnTo>
                    <a:pt x="22635" y="250509"/>
                  </a:lnTo>
                  <a:lnTo>
                    <a:pt x="25375" y="255054"/>
                  </a:lnTo>
                  <a:lnTo>
                    <a:pt x="28258" y="259510"/>
                  </a:lnTo>
                  <a:lnTo>
                    <a:pt x="31281" y="263872"/>
                  </a:lnTo>
                  <a:lnTo>
                    <a:pt x="34440" y="268136"/>
                  </a:lnTo>
                  <a:lnTo>
                    <a:pt x="37734" y="272297"/>
                  </a:lnTo>
                  <a:lnTo>
                    <a:pt x="41158" y="276352"/>
                  </a:lnTo>
                  <a:lnTo>
                    <a:pt x="44709" y="280296"/>
                  </a:lnTo>
                  <a:lnTo>
                    <a:pt x="48383" y="284125"/>
                  </a:lnTo>
                  <a:lnTo>
                    <a:pt x="52177" y="287836"/>
                  </a:lnTo>
                  <a:lnTo>
                    <a:pt x="56087" y="291425"/>
                  </a:lnTo>
                  <a:lnTo>
                    <a:pt x="60109" y="294887"/>
                  </a:lnTo>
                  <a:lnTo>
                    <a:pt x="64239" y="298221"/>
                  </a:lnTo>
                  <a:lnTo>
                    <a:pt x="68472" y="301421"/>
                  </a:lnTo>
                  <a:lnTo>
                    <a:pt x="72805" y="304485"/>
                  </a:lnTo>
                  <a:lnTo>
                    <a:pt x="77233" y="307411"/>
                  </a:lnTo>
                  <a:lnTo>
                    <a:pt x="81752" y="310194"/>
                  </a:lnTo>
                  <a:lnTo>
                    <a:pt x="86357" y="312832"/>
                  </a:lnTo>
                  <a:lnTo>
                    <a:pt x="91043" y="315323"/>
                  </a:lnTo>
                  <a:lnTo>
                    <a:pt x="95806" y="317664"/>
                  </a:lnTo>
                  <a:lnTo>
                    <a:pt x="100640" y="319853"/>
                  </a:lnTo>
                  <a:lnTo>
                    <a:pt x="105542" y="321887"/>
                  </a:lnTo>
                  <a:lnTo>
                    <a:pt x="110506" y="323764"/>
                  </a:lnTo>
                  <a:lnTo>
                    <a:pt x="115527" y="325483"/>
                  </a:lnTo>
                  <a:lnTo>
                    <a:pt x="120600" y="327042"/>
                  </a:lnTo>
                  <a:lnTo>
                    <a:pt x="125720" y="328439"/>
                  </a:lnTo>
                  <a:lnTo>
                    <a:pt x="130882" y="329672"/>
                  </a:lnTo>
                  <a:lnTo>
                    <a:pt x="136080" y="330741"/>
                  </a:lnTo>
                  <a:lnTo>
                    <a:pt x="141310" y="331645"/>
                  </a:lnTo>
                  <a:lnTo>
                    <a:pt x="146565" y="332382"/>
                  </a:lnTo>
                  <a:lnTo>
                    <a:pt x="151842" y="332952"/>
                  </a:lnTo>
                  <a:lnTo>
                    <a:pt x="157134" y="333354"/>
                  </a:lnTo>
                  <a:lnTo>
                    <a:pt x="162436" y="333588"/>
                  </a:lnTo>
                  <a:lnTo>
                    <a:pt x="167742" y="333654"/>
                  </a:lnTo>
                  <a:lnTo>
                    <a:pt x="173048" y="333551"/>
                  </a:lnTo>
                  <a:lnTo>
                    <a:pt x="178349" y="333279"/>
                  </a:lnTo>
                  <a:lnTo>
                    <a:pt x="183637" y="332840"/>
                  </a:lnTo>
                  <a:lnTo>
                    <a:pt x="188910" y="332233"/>
                  </a:lnTo>
                  <a:lnTo>
                    <a:pt x="194160" y="331459"/>
                  </a:lnTo>
                  <a:lnTo>
                    <a:pt x="199383" y="330518"/>
                  </a:lnTo>
                  <a:lnTo>
                    <a:pt x="204574" y="329412"/>
                  </a:lnTo>
                  <a:lnTo>
                    <a:pt x="209727" y="328142"/>
                  </a:lnTo>
                  <a:lnTo>
                    <a:pt x="214837" y="326709"/>
                  </a:lnTo>
                  <a:lnTo>
                    <a:pt x="219898" y="325115"/>
                  </a:lnTo>
                  <a:lnTo>
                    <a:pt x="224907" y="323361"/>
                  </a:lnTo>
                  <a:lnTo>
                    <a:pt x="229858" y="321448"/>
                  </a:lnTo>
                  <a:lnTo>
                    <a:pt x="234745" y="319380"/>
                  </a:lnTo>
                  <a:lnTo>
                    <a:pt x="239564" y="317157"/>
                  </a:lnTo>
                  <a:lnTo>
                    <a:pt x="244311" y="314783"/>
                  </a:lnTo>
                  <a:lnTo>
                    <a:pt x="248979" y="312259"/>
                  </a:lnTo>
                  <a:lnTo>
                    <a:pt x="253565" y="309588"/>
                  </a:lnTo>
                  <a:lnTo>
                    <a:pt x="258064" y="306773"/>
                  </a:lnTo>
                  <a:lnTo>
                    <a:pt x="262471" y="303816"/>
                  </a:lnTo>
                  <a:lnTo>
                    <a:pt x="266783" y="300721"/>
                  </a:lnTo>
                  <a:lnTo>
                    <a:pt x="270993" y="297491"/>
                  </a:lnTo>
                  <a:lnTo>
                    <a:pt x="275099" y="294129"/>
                  </a:lnTo>
                  <a:lnTo>
                    <a:pt x="279097" y="290638"/>
                  </a:lnTo>
                  <a:lnTo>
                    <a:pt x="282981" y="287022"/>
                  </a:lnTo>
                  <a:lnTo>
                    <a:pt x="286749" y="283285"/>
                  </a:lnTo>
                  <a:lnTo>
                    <a:pt x="290396" y="279429"/>
                  </a:lnTo>
                  <a:lnTo>
                    <a:pt x="293919" y="275460"/>
                  </a:lnTo>
                  <a:lnTo>
                    <a:pt x="297315" y="271381"/>
                  </a:lnTo>
                  <a:lnTo>
                    <a:pt x="300579" y="267197"/>
                  </a:lnTo>
                  <a:lnTo>
                    <a:pt x="303708" y="262911"/>
                  </a:lnTo>
                  <a:lnTo>
                    <a:pt x="306700" y="258527"/>
                  </a:lnTo>
                  <a:lnTo>
                    <a:pt x="309552" y="254051"/>
                  </a:lnTo>
                  <a:lnTo>
                    <a:pt x="312259" y="249487"/>
                  </a:lnTo>
                  <a:lnTo>
                    <a:pt x="314821" y="244839"/>
                  </a:lnTo>
                  <a:lnTo>
                    <a:pt x="317234" y="240112"/>
                  </a:lnTo>
                  <a:lnTo>
                    <a:pt x="319495" y="235311"/>
                  </a:lnTo>
                  <a:lnTo>
                    <a:pt x="321603" y="230440"/>
                  </a:lnTo>
                  <a:lnTo>
                    <a:pt x="323555" y="225505"/>
                  </a:lnTo>
                  <a:lnTo>
                    <a:pt x="325350" y="220511"/>
                  </a:lnTo>
                  <a:lnTo>
                    <a:pt x="326985" y="215462"/>
                  </a:lnTo>
                  <a:lnTo>
                    <a:pt x="328459" y="210364"/>
                  </a:lnTo>
                  <a:lnTo>
                    <a:pt x="329771" y="205221"/>
                  </a:lnTo>
                  <a:lnTo>
                    <a:pt x="330918" y="200040"/>
                  </a:lnTo>
                  <a:lnTo>
                    <a:pt x="331901" y="194824"/>
                  </a:lnTo>
                  <a:lnTo>
                    <a:pt x="332717" y="189581"/>
                  </a:lnTo>
                  <a:lnTo>
                    <a:pt x="333367" y="184313"/>
                  </a:lnTo>
                  <a:lnTo>
                    <a:pt x="333849" y="179028"/>
                  </a:lnTo>
                  <a:lnTo>
                    <a:pt x="334163" y="173730"/>
                  </a:lnTo>
                  <a:lnTo>
                    <a:pt x="334309" y="168425"/>
                  </a:lnTo>
                  <a:lnTo>
                    <a:pt x="334286" y="163118"/>
                  </a:lnTo>
                  <a:lnTo>
                    <a:pt x="334095" y="157815"/>
                  </a:lnTo>
                  <a:lnTo>
                    <a:pt x="333736" y="152520"/>
                  </a:lnTo>
                  <a:lnTo>
                    <a:pt x="333208" y="147239"/>
                  </a:lnTo>
                  <a:lnTo>
                    <a:pt x="332514" y="141978"/>
                  </a:lnTo>
                  <a:lnTo>
                    <a:pt x="331652" y="136741"/>
                  </a:lnTo>
                  <a:lnTo>
                    <a:pt x="330625" y="131534"/>
                  </a:lnTo>
                  <a:lnTo>
                    <a:pt x="329433" y="126363"/>
                  </a:lnTo>
                  <a:lnTo>
                    <a:pt x="328078" y="121232"/>
                  </a:lnTo>
                  <a:lnTo>
                    <a:pt x="326560" y="116146"/>
                  </a:lnTo>
                  <a:lnTo>
                    <a:pt x="324882" y="111111"/>
                  </a:lnTo>
                  <a:lnTo>
                    <a:pt x="323044" y="106132"/>
                  </a:lnTo>
                  <a:lnTo>
                    <a:pt x="321050" y="101214"/>
                  </a:lnTo>
                  <a:lnTo>
                    <a:pt x="318901" y="96362"/>
                  </a:lnTo>
                  <a:lnTo>
                    <a:pt x="316598" y="91581"/>
                  </a:lnTo>
                  <a:lnTo>
                    <a:pt x="314145" y="86874"/>
                  </a:lnTo>
                  <a:lnTo>
                    <a:pt x="311544" y="82249"/>
                  </a:lnTo>
                  <a:lnTo>
                    <a:pt x="308797" y="77708"/>
                  </a:lnTo>
                  <a:lnTo>
                    <a:pt x="305907" y="73256"/>
                  </a:lnTo>
                  <a:lnTo>
                    <a:pt x="302878" y="68899"/>
                  </a:lnTo>
                  <a:lnTo>
                    <a:pt x="299712" y="64639"/>
                  </a:lnTo>
                  <a:lnTo>
                    <a:pt x="296412" y="60483"/>
                  </a:lnTo>
                  <a:lnTo>
                    <a:pt x="292982" y="56433"/>
                  </a:lnTo>
                  <a:lnTo>
                    <a:pt x="289425" y="52494"/>
                  </a:lnTo>
                  <a:lnTo>
                    <a:pt x="285745" y="48671"/>
                  </a:lnTo>
                  <a:lnTo>
                    <a:pt x="281946" y="44965"/>
                  </a:lnTo>
                  <a:lnTo>
                    <a:pt x="278030" y="41383"/>
                  </a:lnTo>
                  <a:lnTo>
                    <a:pt x="274003" y="37926"/>
                  </a:lnTo>
                  <a:lnTo>
                    <a:pt x="269868" y="34599"/>
                  </a:lnTo>
                  <a:lnTo>
                    <a:pt x="265630" y="31405"/>
                  </a:lnTo>
                  <a:lnTo>
                    <a:pt x="261293" y="28347"/>
                  </a:lnTo>
                  <a:lnTo>
                    <a:pt x="256860" y="25429"/>
                  </a:lnTo>
                  <a:lnTo>
                    <a:pt x="252337" y="22652"/>
                  </a:lnTo>
                  <a:lnTo>
                    <a:pt x="247729" y="20021"/>
                  </a:lnTo>
                  <a:lnTo>
                    <a:pt x="243039" y="17537"/>
                  </a:lnTo>
                  <a:lnTo>
                    <a:pt x="238272" y="15203"/>
                  </a:lnTo>
                  <a:lnTo>
                    <a:pt x="233434" y="13021"/>
                  </a:lnTo>
                  <a:lnTo>
                    <a:pt x="228529" y="10995"/>
                  </a:lnTo>
                  <a:lnTo>
                    <a:pt x="223563" y="9125"/>
                  </a:lnTo>
                  <a:lnTo>
                    <a:pt x="218539" y="7414"/>
                  </a:lnTo>
                  <a:lnTo>
                    <a:pt x="213464" y="5863"/>
                  </a:lnTo>
                  <a:lnTo>
                    <a:pt x="208342" y="4473"/>
                  </a:lnTo>
                  <a:lnTo>
                    <a:pt x="203178" y="3248"/>
                  </a:lnTo>
                  <a:lnTo>
                    <a:pt x="197978" y="2186"/>
                  </a:lnTo>
                  <a:lnTo>
                    <a:pt x="192747" y="1291"/>
                  </a:lnTo>
                  <a:lnTo>
                    <a:pt x="187490" y="561"/>
                  </a:lnTo>
                  <a:lnTo>
                    <a:pt x="182213" y="0"/>
                  </a:lnTo>
                  <a:lnTo>
                    <a:pt x="167153" y="1664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81287" y="2126963"/>
              <a:ext cx="15060" cy="167167"/>
            </a:xfrm>
            <a:custGeom>
              <a:avLst/>
              <a:pathLst>
                <a:path w="15060" h="167167">
                  <a:moveTo>
                    <a:pt x="15060" y="67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23601" y="2633064"/>
              <a:ext cx="334296" cy="334334"/>
            </a:xfrm>
            <a:custGeom>
              <a:avLst/>
              <a:pathLst>
                <a:path w="334296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3" y="757"/>
                  </a:lnTo>
                  <a:lnTo>
                    <a:pt x="145980" y="1345"/>
                  </a:lnTo>
                  <a:lnTo>
                    <a:pt x="140728" y="2100"/>
                  </a:lnTo>
                  <a:lnTo>
                    <a:pt x="135503" y="3022"/>
                  </a:lnTo>
                  <a:lnTo>
                    <a:pt x="130309" y="4109"/>
                  </a:lnTo>
                  <a:lnTo>
                    <a:pt x="125153" y="5360"/>
                  </a:lnTo>
                  <a:lnTo>
                    <a:pt x="120039" y="6774"/>
                  </a:lnTo>
                  <a:lnTo>
                    <a:pt x="114973" y="8350"/>
                  </a:lnTo>
                  <a:lnTo>
                    <a:pt x="109959" y="10086"/>
                  </a:lnTo>
                  <a:lnTo>
                    <a:pt x="105003" y="11980"/>
                  </a:lnTo>
                  <a:lnTo>
                    <a:pt x="100109" y="14030"/>
                  </a:lnTo>
                  <a:lnTo>
                    <a:pt x="95283" y="16235"/>
                  </a:lnTo>
                  <a:lnTo>
                    <a:pt x="90529" y="18591"/>
                  </a:lnTo>
                  <a:lnTo>
                    <a:pt x="85853" y="21098"/>
                  </a:lnTo>
                  <a:lnTo>
                    <a:pt x="81258" y="23751"/>
                  </a:lnTo>
                  <a:lnTo>
                    <a:pt x="76750" y="26549"/>
                  </a:lnTo>
                  <a:lnTo>
                    <a:pt x="72333" y="29489"/>
                  </a:lnTo>
                  <a:lnTo>
                    <a:pt x="68011" y="32567"/>
                  </a:lnTo>
                  <a:lnTo>
                    <a:pt x="63790" y="35781"/>
                  </a:lnTo>
                  <a:lnTo>
                    <a:pt x="59672" y="39127"/>
                  </a:lnTo>
                  <a:lnTo>
                    <a:pt x="55663" y="42603"/>
                  </a:lnTo>
                  <a:lnTo>
                    <a:pt x="51766" y="46204"/>
                  </a:lnTo>
                  <a:lnTo>
                    <a:pt x="47985" y="49926"/>
                  </a:lnTo>
                  <a:lnTo>
                    <a:pt x="44324" y="53767"/>
                  </a:lnTo>
                  <a:lnTo>
                    <a:pt x="40787" y="57722"/>
                  </a:lnTo>
                  <a:lnTo>
                    <a:pt x="37378" y="61787"/>
                  </a:lnTo>
                  <a:lnTo>
                    <a:pt x="34099" y="65958"/>
                  </a:lnTo>
                  <a:lnTo>
                    <a:pt x="30954" y="70232"/>
                  </a:lnTo>
                  <a:lnTo>
                    <a:pt x="27946" y="74603"/>
                  </a:lnTo>
                  <a:lnTo>
                    <a:pt x="25079" y="79067"/>
                  </a:lnTo>
                  <a:lnTo>
                    <a:pt x="22354" y="83620"/>
                  </a:lnTo>
                  <a:lnTo>
                    <a:pt x="19776" y="88257"/>
                  </a:lnTo>
                  <a:lnTo>
                    <a:pt x="17346" y="92974"/>
                  </a:lnTo>
                  <a:lnTo>
                    <a:pt x="15067" y="97765"/>
                  </a:lnTo>
                  <a:lnTo>
                    <a:pt x="12941" y="102627"/>
                  </a:lnTo>
                  <a:lnTo>
                    <a:pt x="10970" y="107553"/>
                  </a:lnTo>
                  <a:lnTo>
                    <a:pt x="9157" y="112539"/>
                  </a:lnTo>
                  <a:lnTo>
                    <a:pt x="7503" y="117581"/>
                  </a:lnTo>
                  <a:lnTo>
                    <a:pt x="6010" y="122672"/>
                  </a:lnTo>
                  <a:lnTo>
                    <a:pt x="4679" y="127808"/>
                  </a:lnTo>
                  <a:lnTo>
                    <a:pt x="3512" y="132984"/>
                  </a:lnTo>
                  <a:lnTo>
                    <a:pt x="2509" y="138194"/>
                  </a:lnTo>
                  <a:lnTo>
                    <a:pt x="1673" y="143434"/>
                  </a:lnTo>
                  <a:lnTo>
                    <a:pt x="1003" y="148697"/>
                  </a:lnTo>
                  <a:lnTo>
                    <a:pt x="500" y="153979"/>
                  </a:lnTo>
                  <a:lnTo>
                    <a:pt x="166" y="159275"/>
                  </a:lnTo>
                  <a:lnTo>
                    <a:pt x="0" y="164578"/>
                  </a:lnTo>
                  <a:lnTo>
                    <a:pt x="2" y="169884"/>
                  </a:lnTo>
                  <a:lnTo>
                    <a:pt x="172" y="175187"/>
                  </a:lnTo>
                  <a:lnTo>
                    <a:pt x="511" y="180482"/>
                  </a:lnTo>
                  <a:lnTo>
                    <a:pt x="1017" y="185763"/>
                  </a:lnTo>
                  <a:lnTo>
                    <a:pt x="1691" y="191026"/>
                  </a:lnTo>
                  <a:lnTo>
                    <a:pt x="2531" y="196265"/>
                  </a:lnTo>
                  <a:lnTo>
                    <a:pt x="3538" y="201475"/>
                  </a:lnTo>
                  <a:lnTo>
                    <a:pt x="4709" y="206650"/>
                  </a:lnTo>
                  <a:lnTo>
                    <a:pt x="6044" y="211785"/>
                  </a:lnTo>
                  <a:lnTo>
                    <a:pt x="7541" y="216875"/>
                  </a:lnTo>
                  <a:lnTo>
                    <a:pt x="9199" y="221915"/>
                  </a:lnTo>
                  <a:lnTo>
                    <a:pt x="11016" y="226900"/>
                  </a:lnTo>
                  <a:lnTo>
                    <a:pt x="12990" y="231825"/>
                  </a:lnTo>
                  <a:lnTo>
                    <a:pt x="15120" y="236685"/>
                  </a:lnTo>
                  <a:lnTo>
                    <a:pt x="17403" y="241474"/>
                  </a:lnTo>
                  <a:lnTo>
                    <a:pt x="19836" y="246189"/>
                  </a:lnTo>
                  <a:lnTo>
                    <a:pt x="22418" y="250824"/>
                  </a:lnTo>
                  <a:lnTo>
                    <a:pt x="25146" y="255375"/>
                  </a:lnTo>
                  <a:lnTo>
                    <a:pt x="28017" y="259837"/>
                  </a:lnTo>
                  <a:lnTo>
                    <a:pt x="31028" y="264206"/>
                  </a:lnTo>
                  <a:lnTo>
                    <a:pt x="34176" y="268477"/>
                  </a:lnTo>
                  <a:lnTo>
                    <a:pt x="37458" y="272646"/>
                  </a:lnTo>
                  <a:lnTo>
                    <a:pt x="40871" y="276708"/>
                  </a:lnTo>
                  <a:lnTo>
                    <a:pt x="44411" y="280661"/>
                  </a:lnTo>
                  <a:lnTo>
                    <a:pt x="48075" y="284499"/>
                  </a:lnTo>
                  <a:lnTo>
                    <a:pt x="51858" y="288218"/>
                  </a:lnTo>
                  <a:lnTo>
                    <a:pt x="55758" y="291816"/>
                  </a:lnTo>
                  <a:lnTo>
                    <a:pt x="59770" y="295288"/>
                  </a:lnTo>
                  <a:lnTo>
                    <a:pt x="63890" y="298632"/>
                  </a:lnTo>
                  <a:lnTo>
                    <a:pt x="68114" y="301842"/>
                  </a:lnTo>
                  <a:lnTo>
                    <a:pt x="72438" y="304917"/>
                  </a:lnTo>
                  <a:lnTo>
                    <a:pt x="76857" y="307854"/>
                  </a:lnTo>
                  <a:lnTo>
                    <a:pt x="81367" y="310648"/>
                  </a:lnTo>
                  <a:lnTo>
                    <a:pt x="85964" y="313298"/>
                  </a:lnTo>
                  <a:lnTo>
                    <a:pt x="90643" y="315801"/>
                  </a:lnTo>
                  <a:lnTo>
                    <a:pt x="95398" y="318154"/>
                  </a:lnTo>
                  <a:lnTo>
                    <a:pt x="100226" y="320355"/>
                  </a:lnTo>
                  <a:lnTo>
                    <a:pt x="105121" y="322401"/>
                  </a:lnTo>
                  <a:lnTo>
                    <a:pt x="110079" y="324292"/>
                  </a:lnTo>
                  <a:lnTo>
                    <a:pt x="115094" y="326024"/>
                  </a:lnTo>
                  <a:lnTo>
                    <a:pt x="120162" y="327596"/>
                  </a:lnTo>
                  <a:lnTo>
                    <a:pt x="125277" y="329006"/>
                  </a:lnTo>
                  <a:lnTo>
                    <a:pt x="130434" y="330253"/>
                  </a:lnTo>
                  <a:lnTo>
                    <a:pt x="135628" y="331336"/>
                  </a:lnTo>
                  <a:lnTo>
                    <a:pt x="140854" y="332254"/>
                  </a:lnTo>
                  <a:lnTo>
                    <a:pt x="146106" y="333005"/>
                  </a:lnTo>
                  <a:lnTo>
                    <a:pt x="151380" y="333589"/>
                  </a:lnTo>
                  <a:lnTo>
                    <a:pt x="156669" y="334006"/>
                  </a:lnTo>
                  <a:lnTo>
                    <a:pt x="161969" y="334254"/>
                  </a:lnTo>
                  <a:lnTo>
                    <a:pt x="167274" y="334334"/>
                  </a:lnTo>
                  <a:lnTo>
                    <a:pt x="172580" y="334246"/>
                  </a:lnTo>
                  <a:lnTo>
                    <a:pt x="177879" y="333990"/>
                  </a:lnTo>
                  <a:lnTo>
                    <a:pt x="183168" y="333565"/>
                  </a:lnTo>
                  <a:lnTo>
                    <a:pt x="188441" y="332973"/>
                  </a:lnTo>
                  <a:lnTo>
                    <a:pt x="193692" y="332213"/>
                  </a:lnTo>
                  <a:lnTo>
                    <a:pt x="198916" y="331288"/>
                  </a:lnTo>
                  <a:lnTo>
                    <a:pt x="204109" y="330197"/>
                  </a:lnTo>
                  <a:lnTo>
                    <a:pt x="209264" y="328942"/>
                  </a:lnTo>
                  <a:lnTo>
                    <a:pt x="214377" y="327524"/>
                  </a:lnTo>
                  <a:lnTo>
                    <a:pt x="219442" y="325944"/>
                  </a:lnTo>
                  <a:lnTo>
                    <a:pt x="224455" y="324204"/>
                  </a:lnTo>
                  <a:lnTo>
                    <a:pt x="229409" y="322307"/>
                  </a:lnTo>
                  <a:lnTo>
                    <a:pt x="234302" y="320253"/>
                  </a:lnTo>
                  <a:lnTo>
                    <a:pt x="239126" y="318044"/>
                  </a:lnTo>
                  <a:lnTo>
                    <a:pt x="243878" y="315684"/>
                  </a:lnTo>
                  <a:lnTo>
                    <a:pt x="248553" y="313174"/>
                  </a:lnTo>
                  <a:lnTo>
                    <a:pt x="253145" y="310517"/>
                  </a:lnTo>
                  <a:lnTo>
                    <a:pt x="257651" y="307716"/>
                  </a:lnTo>
                  <a:lnTo>
                    <a:pt x="262066" y="304773"/>
                  </a:lnTo>
                  <a:lnTo>
                    <a:pt x="266385" y="301691"/>
                  </a:lnTo>
                  <a:lnTo>
                    <a:pt x="270604" y="298474"/>
                  </a:lnTo>
                  <a:lnTo>
                    <a:pt x="274719" y="295124"/>
                  </a:lnTo>
                  <a:lnTo>
                    <a:pt x="278726" y="291646"/>
                  </a:lnTo>
                  <a:lnTo>
                    <a:pt x="282620" y="288042"/>
                  </a:lnTo>
                  <a:lnTo>
                    <a:pt x="286398" y="284317"/>
                  </a:lnTo>
                  <a:lnTo>
                    <a:pt x="290056" y="280473"/>
                  </a:lnTo>
                  <a:lnTo>
                    <a:pt x="293590" y="276516"/>
                  </a:lnTo>
                  <a:lnTo>
                    <a:pt x="296996" y="272448"/>
                  </a:lnTo>
                  <a:lnTo>
                    <a:pt x="300272" y="268274"/>
                  </a:lnTo>
                  <a:lnTo>
                    <a:pt x="303414" y="263998"/>
                  </a:lnTo>
                  <a:lnTo>
                    <a:pt x="306418" y="259625"/>
                  </a:lnTo>
                  <a:lnTo>
                    <a:pt x="309282" y="255158"/>
                  </a:lnTo>
                  <a:lnTo>
                    <a:pt x="312003" y="250603"/>
                  </a:lnTo>
                  <a:lnTo>
                    <a:pt x="314578" y="245964"/>
                  </a:lnTo>
                  <a:lnTo>
                    <a:pt x="317004" y="241246"/>
                  </a:lnTo>
                  <a:lnTo>
                    <a:pt x="319280" y="236453"/>
                  </a:lnTo>
                  <a:lnTo>
                    <a:pt x="321402" y="231590"/>
                  </a:lnTo>
                  <a:lnTo>
                    <a:pt x="323369" y="226662"/>
                  </a:lnTo>
                  <a:lnTo>
                    <a:pt x="325178" y="221674"/>
                  </a:lnTo>
                  <a:lnTo>
                    <a:pt x="326829" y="216631"/>
                  </a:lnTo>
                  <a:lnTo>
                    <a:pt x="328318" y="211539"/>
                  </a:lnTo>
                  <a:lnTo>
                    <a:pt x="329645" y="206402"/>
                  </a:lnTo>
                  <a:lnTo>
                    <a:pt x="330808" y="201225"/>
                  </a:lnTo>
                  <a:lnTo>
                    <a:pt x="331807" y="196014"/>
                  </a:lnTo>
                  <a:lnTo>
                    <a:pt x="332639" y="190774"/>
                  </a:lnTo>
                  <a:lnTo>
                    <a:pt x="333305" y="185510"/>
                  </a:lnTo>
                  <a:lnTo>
                    <a:pt x="333803" y="180227"/>
                  </a:lnTo>
                  <a:lnTo>
                    <a:pt x="334134" y="174932"/>
                  </a:lnTo>
                  <a:lnTo>
                    <a:pt x="334296" y="169629"/>
                  </a:lnTo>
                  <a:lnTo>
                    <a:pt x="334290" y="164323"/>
                  </a:lnTo>
                  <a:lnTo>
                    <a:pt x="334116" y="159020"/>
                  </a:lnTo>
                  <a:lnTo>
                    <a:pt x="333773" y="153725"/>
                  </a:lnTo>
                  <a:lnTo>
                    <a:pt x="333263" y="148444"/>
                  </a:lnTo>
                  <a:lnTo>
                    <a:pt x="332585" y="143181"/>
                  </a:lnTo>
                  <a:lnTo>
                    <a:pt x="331740" y="137943"/>
                  </a:lnTo>
                  <a:lnTo>
                    <a:pt x="330730" y="132735"/>
                  </a:lnTo>
                  <a:lnTo>
                    <a:pt x="329555" y="127560"/>
                  </a:lnTo>
                  <a:lnTo>
                    <a:pt x="328216" y="122426"/>
                  </a:lnTo>
                  <a:lnTo>
                    <a:pt x="326715" y="117337"/>
                  </a:lnTo>
                  <a:lnTo>
                    <a:pt x="325053" y="112298"/>
                  </a:lnTo>
                  <a:lnTo>
                    <a:pt x="323232" y="107315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40379"/>
              <a:ext cx="156085" cy="59852"/>
            </a:xfrm>
            <a:custGeom>
              <a:avLst/>
              <a:pathLst>
                <a:path w="156085" h="59852">
                  <a:moveTo>
                    <a:pt x="156085" y="0"/>
                  </a:moveTo>
                  <a:lnTo>
                    <a:pt x="0" y="598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40379"/>
              <a:ext cx="156085" cy="59852"/>
            </a:xfrm>
            <a:custGeom>
              <a:avLst/>
              <a:pathLst>
                <a:path w="156085" h="59852">
                  <a:moveTo>
                    <a:pt x="156085" y="0"/>
                  </a:moveTo>
                  <a:lnTo>
                    <a:pt x="0" y="598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40379"/>
              <a:ext cx="156085" cy="59852"/>
            </a:xfrm>
            <a:custGeom>
              <a:avLst/>
              <a:pathLst>
                <a:path w="156085" h="59852">
                  <a:moveTo>
                    <a:pt x="156085" y="0"/>
                  </a:moveTo>
                  <a:lnTo>
                    <a:pt x="0" y="598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40379"/>
              <a:ext cx="156085" cy="59852"/>
            </a:xfrm>
            <a:custGeom>
              <a:avLst/>
              <a:pathLst>
                <a:path w="156085" h="59852">
                  <a:moveTo>
                    <a:pt x="156085" y="0"/>
                  </a:moveTo>
                  <a:lnTo>
                    <a:pt x="0" y="598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40379"/>
              <a:ext cx="156085" cy="59852"/>
            </a:xfrm>
            <a:custGeom>
              <a:avLst/>
              <a:pathLst>
                <a:path w="156085" h="59852">
                  <a:moveTo>
                    <a:pt x="156085" y="0"/>
                  </a:moveTo>
                  <a:lnTo>
                    <a:pt x="0" y="598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40379"/>
              <a:ext cx="156085" cy="59852"/>
            </a:xfrm>
            <a:custGeom>
              <a:avLst/>
              <a:pathLst>
                <a:path w="156085" h="59852">
                  <a:moveTo>
                    <a:pt x="156085" y="0"/>
                  </a:moveTo>
                  <a:lnTo>
                    <a:pt x="0" y="598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40379"/>
              <a:ext cx="156085" cy="59852"/>
            </a:xfrm>
            <a:custGeom>
              <a:avLst/>
              <a:pathLst>
                <a:path w="156085" h="59852">
                  <a:moveTo>
                    <a:pt x="156085" y="0"/>
                  </a:moveTo>
                  <a:lnTo>
                    <a:pt x="0" y="598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40379"/>
              <a:ext cx="156085" cy="59852"/>
            </a:xfrm>
            <a:custGeom>
              <a:avLst/>
              <a:pathLst>
                <a:path w="156085" h="59852">
                  <a:moveTo>
                    <a:pt x="156085" y="0"/>
                  </a:moveTo>
                  <a:lnTo>
                    <a:pt x="0" y="59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40379"/>
              <a:ext cx="156085" cy="59852"/>
            </a:xfrm>
            <a:custGeom>
              <a:avLst/>
              <a:pathLst>
                <a:path w="156085" h="59852">
                  <a:moveTo>
                    <a:pt x="156085" y="0"/>
                  </a:moveTo>
                  <a:lnTo>
                    <a:pt x="0" y="59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40379"/>
              <a:ext cx="156085" cy="59852"/>
            </a:xfrm>
            <a:custGeom>
              <a:avLst/>
              <a:pathLst>
                <a:path w="156085" h="59852">
                  <a:moveTo>
                    <a:pt x="156085" y="0"/>
                  </a:moveTo>
                  <a:lnTo>
                    <a:pt x="0" y="59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40379"/>
              <a:ext cx="156085" cy="59852"/>
            </a:xfrm>
            <a:custGeom>
              <a:avLst/>
              <a:pathLst>
                <a:path w="156085" h="59852">
                  <a:moveTo>
                    <a:pt x="156085" y="0"/>
                  </a:moveTo>
                  <a:lnTo>
                    <a:pt x="0" y="59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40379"/>
              <a:ext cx="156085" cy="59852"/>
            </a:xfrm>
            <a:custGeom>
              <a:avLst/>
              <a:pathLst>
                <a:path w="156085" h="59852">
                  <a:moveTo>
                    <a:pt x="156085" y="0"/>
                  </a:moveTo>
                  <a:lnTo>
                    <a:pt x="0" y="598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40379"/>
              <a:ext cx="156085" cy="59852"/>
            </a:xfrm>
            <a:custGeom>
              <a:avLst/>
              <a:pathLst>
                <a:path w="156085" h="59852">
                  <a:moveTo>
                    <a:pt x="156085" y="0"/>
                  </a:moveTo>
                  <a:lnTo>
                    <a:pt x="0" y="598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650173"/>
              <a:ext cx="156085" cy="150058"/>
            </a:xfrm>
            <a:custGeom>
              <a:avLst/>
              <a:pathLst>
                <a:path w="156085" h="150058">
                  <a:moveTo>
                    <a:pt x="156085" y="90206"/>
                  </a:moveTo>
                  <a:lnTo>
                    <a:pt x="153959" y="84933"/>
                  </a:lnTo>
                  <a:lnTo>
                    <a:pt x="151656" y="79735"/>
                  </a:lnTo>
                  <a:lnTo>
                    <a:pt x="149177" y="74619"/>
                  </a:lnTo>
                  <a:lnTo>
                    <a:pt x="146525" y="69589"/>
                  </a:lnTo>
                  <a:lnTo>
                    <a:pt x="143704" y="64653"/>
                  </a:lnTo>
                  <a:lnTo>
                    <a:pt x="140717" y="59816"/>
                  </a:lnTo>
                  <a:lnTo>
                    <a:pt x="137567" y="55083"/>
                  </a:lnTo>
                  <a:lnTo>
                    <a:pt x="134258" y="50460"/>
                  </a:lnTo>
                  <a:lnTo>
                    <a:pt x="130793" y="45952"/>
                  </a:lnTo>
                  <a:lnTo>
                    <a:pt x="127177" y="41565"/>
                  </a:lnTo>
                  <a:lnTo>
                    <a:pt x="123415" y="37303"/>
                  </a:lnTo>
                  <a:lnTo>
                    <a:pt x="119509" y="33172"/>
                  </a:lnTo>
                  <a:lnTo>
                    <a:pt x="115465" y="29175"/>
                  </a:lnTo>
                  <a:lnTo>
                    <a:pt x="111288" y="25319"/>
                  </a:lnTo>
                  <a:lnTo>
                    <a:pt x="106982" y="21607"/>
                  </a:lnTo>
                  <a:lnTo>
                    <a:pt x="102552" y="18043"/>
                  </a:lnTo>
                  <a:lnTo>
                    <a:pt x="98003" y="14632"/>
                  </a:lnTo>
                  <a:lnTo>
                    <a:pt x="93342" y="11378"/>
                  </a:lnTo>
                  <a:lnTo>
                    <a:pt x="88572" y="8284"/>
                  </a:lnTo>
                  <a:lnTo>
                    <a:pt x="83700" y="5354"/>
                  </a:lnTo>
                  <a:lnTo>
                    <a:pt x="78731" y="2591"/>
                  </a:lnTo>
                  <a:lnTo>
                    <a:pt x="73670" y="0"/>
                  </a:lnTo>
                  <a:lnTo>
                    <a:pt x="0" y="1500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633064"/>
              <a:ext cx="73670" cy="167167"/>
            </a:xfrm>
            <a:custGeom>
              <a:avLst/>
              <a:pathLst>
                <a:path w="73670" h="167167">
                  <a:moveTo>
                    <a:pt x="73670" y="17108"/>
                  </a:moveTo>
                  <a:lnTo>
                    <a:pt x="68358" y="14615"/>
                  </a:lnTo>
                  <a:lnTo>
                    <a:pt x="62962" y="12310"/>
                  </a:lnTo>
                  <a:lnTo>
                    <a:pt x="57488" y="10195"/>
                  </a:lnTo>
                  <a:lnTo>
                    <a:pt x="51943" y="8274"/>
                  </a:lnTo>
                  <a:lnTo>
                    <a:pt x="46334" y="6549"/>
                  </a:lnTo>
                  <a:lnTo>
                    <a:pt x="40668" y="5022"/>
                  </a:lnTo>
                  <a:lnTo>
                    <a:pt x="34951" y="3694"/>
                  </a:lnTo>
                  <a:lnTo>
                    <a:pt x="29192" y="2568"/>
                  </a:lnTo>
                  <a:lnTo>
                    <a:pt x="23397" y="1645"/>
                  </a:lnTo>
                  <a:lnTo>
                    <a:pt x="17573" y="926"/>
                  </a:lnTo>
                  <a:lnTo>
                    <a:pt x="11727" y="411"/>
                  </a:lnTo>
                  <a:lnTo>
                    <a:pt x="5867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358828" y="3170392"/>
              <a:ext cx="334312" cy="334333"/>
            </a:xfrm>
            <a:custGeom>
              <a:avLst/>
              <a:pathLst>
                <a:path w="334312" h="334333">
                  <a:moveTo>
                    <a:pt x="167151" y="0"/>
                  </a:moveTo>
                  <a:lnTo>
                    <a:pt x="161840" y="84"/>
                  </a:lnTo>
                  <a:lnTo>
                    <a:pt x="156534" y="337"/>
                  </a:lnTo>
                  <a:lnTo>
                    <a:pt x="151238" y="759"/>
                  </a:lnTo>
                  <a:lnTo>
                    <a:pt x="145959" y="1348"/>
                  </a:lnTo>
                  <a:lnTo>
                    <a:pt x="140701" y="2105"/>
                  </a:lnTo>
                  <a:lnTo>
                    <a:pt x="135470" y="3029"/>
                  </a:lnTo>
                  <a:lnTo>
                    <a:pt x="130271" y="4119"/>
                  </a:lnTo>
                  <a:lnTo>
                    <a:pt x="125109" y="5373"/>
                  </a:lnTo>
                  <a:lnTo>
                    <a:pt x="119989" y="6790"/>
                  </a:lnTo>
                  <a:lnTo>
                    <a:pt x="114917" y="8370"/>
                  </a:lnTo>
                  <a:lnTo>
                    <a:pt x="109898" y="10110"/>
                  </a:lnTo>
                  <a:lnTo>
                    <a:pt x="104937" y="12008"/>
                  </a:lnTo>
                  <a:lnTo>
                    <a:pt x="100038" y="14063"/>
                  </a:lnTo>
                  <a:lnTo>
                    <a:pt x="95208" y="16273"/>
                  </a:lnTo>
                  <a:lnTo>
                    <a:pt x="90449" y="18635"/>
                  </a:lnTo>
                  <a:lnTo>
                    <a:pt x="85769" y="21147"/>
                  </a:lnTo>
                  <a:lnTo>
                    <a:pt x="81170" y="23807"/>
                  </a:lnTo>
                  <a:lnTo>
                    <a:pt x="76659" y="26611"/>
                  </a:lnTo>
                  <a:lnTo>
                    <a:pt x="72238" y="29557"/>
                  </a:lnTo>
                  <a:lnTo>
                    <a:pt x="67914" y="32642"/>
                  </a:lnTo>
                  <a:lnTo>
                    <a:pt x="63690" y="35863"/>
                  </a:lnTo>
                  <a:lnTo>
                    <a:pt x="59570" y="39217"/>
                  </a:lnTo>
                  <a:lnTo>
                    <a:pt x="55559" y="42700"/>
                  </a:lnTo>
                  <a:lnTo>
                    <a:pt x="51661" y="46308"/>
                  </a:lnTo>
                  <a:lnTo>
                    <a:pt x="47879" y="50039"/>
                  </a:lnTo>
                  <a:lnTo>
                    <a:pt x="44217" y="53888"/>
                  </a:lnTo>
                  <a:lnTo>
                    <a:pt x="40680" y="57851"/>
                  </a:lnTo>
                  <a:lnTo>
                    <a:pt x="37271" y="61924"/>
                  </a:lnTo>
                  <a:lnTo>
                    <a:pt x="33992" y="66104"/>
                  </a:lnTo>
                  <a:lnTo>
                    <a:pt x="30849" y="70386"/>
                  </a:lnTo>
                  <a:lnTo>
                    <a:pt x="27842" y="74766"/>
                  </a:lnTo>
                  <a:lnTo>
                    <a:pt x="24977" y="79239"/>
                  </a:lnTo>
                  <a:lnTo>
                    <a:pt x="22255" y="83801"/>
                  </a:lnTo>
                  <a:lnTo>
                    <a:pt x="19679" y="88447"/>
                  </a:lnTo>
                  <a:lnTo>
                    <a:pt x="17252" y="93172"/>
                  </a:lnTo>
                  <a:lnTo>
                    <a:pt x="14977" y="97972"/>
                  </a:lnTo>
                  <a:lnTo>
                    <a:pt x="12855" y="102842"/>
                  </a:lnTo>
                  <a:lnTo>
                    <a:pt x="10889" y="107777"/>
                  </a:lnTo>
                  <a:lnTo>
                    <a:pt x="9081" y="112772"/>
                  </a:lnTo>
                  <a:lnTo>
                    <a:pt x="7433" y="117822"/>
                  </a:lnTo>
                  <a:lnTo>
                    <a:pt x="5946" y="122922"/>
                  </a:lnTo>
                  <a:lnTo>
                    <a:pt x="4621" y="128066"/>
                  </a:lnTo>
                  <a:lnTo>
                    <a:pt x="3461" y="133250"/>
                  </a:lnTo>
                  <a:lnTo>
                    <a:pt x="2466" y="138468"/>
                  </a:lnTo>
                  <a:lnTo>
                    <a:pt x="1637" y="143715"/>
                  </a:lnTo>
                  <a:lnTo>
                    <a:pt x="976" y="148986"/>
                  </a:lnTo>
                  <a:lnTo>
                    <a:pt x="482" y="154275"/>
                  </a:lnTo>
                  <a:lnTo>
                    <a:pt x="156" y="159577"/>
                  </a:lnTo>
                  <a:lnTo>
                    <a:pt x="0" y="164887"/>
                  </a:lnTo>
                  <a:lnTo>
                    <a:pt x="11" y="170199"/>
                  </a:lnTo>
                  <a:lnTo>
                    <a:pt x="192" y="175509"/>
                  </a:lnTo>
                  <a:lnTo>
                    <a:pt x="542" y="180809"/>
                  </a:lnTo>
                  <a:lnTo>
                    <a:pt x="1059" y="186096"/>
                  </a:lnTo>
                  <a:lnTo>
                    <a:pt x="1744" y="191364"/>
                  </a:lnTo>
                  <a:lnTo>
                    <a:pt x="2597" y="196607"/>
                  </a:lnTo>
                  <a:lnTo>
                    <a:pt x="3615" y="201821"/>
                  </a:lnTo>
                  <a:lnTo>
                    <a:pt x="4799" y="206999"/>
                  </a:lnTo>
                  <a:lnTo>
                    <a:pt x="6146" y="212138"/>
                  </a:lnTo>
                  <a:lnTo>
                    <a:pt x="7657" y="217231"/>
                  </a:lnTo>
                  <a:lnTo>
                    <a:pt x="9328" y="222273"/>
                  </a:lnTo>
                  <a:lnTo>
                    <a:pt x="11158" y="227260"/>
                  </a:lnTo>
                  <a:lnTo>
                    <a:pt x="13147" y="232186"/>
                  </a:lnTo>
                  <a:lnTo>
                    <a:pt x="15290" y="237046"/>
                  </a:lnTo>
                  <a:lnTo>
                    <a:pt x="17587" y="241836"/>
                  </a:lnTo>
                  <a:lnTo>
                    <a:pt x="20035" y="246551"/>
                  </a:lnTo>
                  <a:lnTo>
                    <a:pt x="22632" y="251185"/>
                  </a:lnTo>
                  <a:lnTo>
                    <a:pt x="25374" y="255734"/>
                  </a:lnTo>
                  <a:lnTo>
                    <a:pt x="28260" y="260195"/>
                  </a:lnTo>
                  <a:lnTo>
                    <a:pt x="31286" y="264561"/>
                  </a:lnTo>
                  <a:lnTo>
                    <a:pt x="34449" y="268828"/>
                  </a:lnTo>
                  <a:lnTo>
                    <a:pt x="37746" y="272993"/>
                  </a:lnTo>
                  <a:lnTo>
                    <a:pt x="41174" y="277052"/>
                  </a:lnTo>
                  <a:lnTo>
                    <a:pt x="44729" y="280999"/>
                  </a:lnTo>
                  <a:lnTo>
                    <a:pt x="48408" y="284831"/>
                  </a:lnTo>
                  <a:lnTo>
                    <a:pt x="52206" y="288545"/>
                  </a:lnTo>
                  <a:lnTo>
                    <a:pt x="56121" y="292136"/>
                  </a:lnTo>
                  <a:lnTo>
                    <a:pt x="60148" y="295600"/>
                  </a:lnTo>
                  <a:lnTo>
                    <a:pt x="64282" y="298935"/>
                  </a:lnTo>
                  <a:lnTo>
                    <a:pt x="68521" y="302137"/>
                  </a:lnTo>
                  <a:lnTo>
                    <a:pt x="72859" y="305203"/>
                  </a:lnTo>
                  <a:lnTo>
                    <a:pt x="77293" y="308129"/>
                  </a:lnTo>
                  <a:lnTo>
                    <a:pt x="81817" y="310913"/>
                  </a:lnTo>
                  <a:lnTo>
                    <a:pt x="86427" y="313552"/>
                  </a:lnTo>
                  <a:lnTo>
                    <a:pt x="91119" y="316043"/>
                  </a:lnTo>
                  <a:lnTo>
                    <a:pt x="95888" y="318384"/>
                  </a:lnTo>
                  <a:lnTo>
                    <a:pt x="100729" y="320572"/>
                  </a:lnTo>
                  <a:lnTo>
                    <a:pt x="105636" y="322605"/>
                  </a:lnTo>
                  <a:lnTo>
                    <a:pt x="110606" y="324481"/>
                  </a:lnTo>
                  <a:lnTo>
                    <a:pt x="115633" y="326198"/>
                  </a:lnTo>
                  <a:lnTo>
                    <a:pt x="120712" y="327754"/>
                  </a:lnTo>
                  <a:lnTo>
                    <a:pt x="125838" y="329149"/>
                  </a:lnTo>
                  <a:lnTo>
                    <a:pt x="131006" y="330380"/>
                  </a:lnTo>
                  <a:lnTo>
                    <a:pt x="136210" y="331446"/>
                  </a:lnTo>
                  <a:lnTo>
                    <a:pt x="141445" y="332346"/>
                  </a:lnTo>
                  <a:lnTo>
                    <a:pt x="146706" y="333079"/>
                  </a:lnTo>
                  <a:lnTo>
                    <a:pt x="151988" y="333645"/>
                  </a:lnTo>
                  <a:lnTo>
                    <a:pt x="157285" y="334043"/>
                  </a:lnTo>
                  <a:lnTo>
                    <a:pt x="162593" y="334272"/>
                  </a:lnTo>
                  <a:lnTo>
                    <a:pt x="167904" y="334333"/>
                  </a:lnTo>
                  <a:lnTo>
                    <a:pt x="173215" y="334224"/>
                  </a:lnTo>
                  <a:lnTo>
                    <a:pt x="178520" y="333947"/>
                  </a:lnTo>
                  <a:lnTo>
                    <a:pt x="183814" y="333502"/>
                  </a:lnTo>
                  <a:lnTo>
                    <a:pt x="189090" y="332888"/>
                  </a:lnTo>
                  <a:lnTo>
                    <a:pt x="194345" y="332108"/>
                  </a:lnTo>
                  <a:lnTo>
                    <a:pt x="199572" y="331160"/>
                  </a:lnTo>
                  <a:lnTo>
                    <a:pt x="204766" y="330048"/>
                  </a:lnTo>
                  <a:lnTo>
                    <a:pt x="209922" y="328770"/>
                  </a:lnTo>
                  <a:lnTo>
                    <a:pt x="215036" y="327330"/>
                  </a:lnTo>
                  <a:lnTo>
                    <a:pt x="220100" y="325727"/>
                  </a:lnTo>
                  <a:lnTo>
                    <a:pt x="225112" y="323965"/>
                  </a:lnTo>
                  <a:lnTo>
                    <a:pt x="230064" y="322044"/>
                  </a:lnTo>
                  <a:lnTo>
                    <a:pt x="234953" y="319967"/>
                  </a:lnTo>
                  <a:lnTo>
                    <a:pt x="239774" y="317735"/>
                  </a:lnTo>
                  <a:lnTo>
                    <a:pt x="244522" y="315352"/>
                  </a:lnTo>
                  <a:lnTo>
                    <a:pt x="249191" y="312819"/>
                  </a:lnTo>
                  <a:lnTo>
                    <a:pt x="253777" y="310139"/>
                  </a:lnTo>
                  <a:lnTo>
                    <a:pt x="258276" y="307314"/>
                  </a:lnTo>
                  <a:lnTo>
                    <a:pt x="262683" y="304348"/>
                  </a:lnTo>
                  <a:lnTo>
                    <a:pt x="266994" y="301243"/>
                  </a:lnTo>
                  <a:lnTo>
                    <a:pt x="271203" y="298003"/>
                  </a:lnTo>
                  <a:lnTo>
                    <a:pt x="275308" y="294631"/>
                  </a:lnTo>
                  <a:lnTo>
                    <a:pt x="279303" y="291130"/>
                  </a:lnTo>
                  <a:lnTo>
                    <a:pt x="283185" y="287504"/>
                  </a:lnTo>
                  <a:lnTo>
                    <a:pt x="286950" y="283757"/>
                  </a:lnTo>
                  <a:lnTo>
                    <a:pt x="290594" y="279891"/>
                  </a:lnTo>
                  <a:lnTo>
                    <a:pt x="294114" y="275912"/>
                  </a:lnTo>
                  <a:lnTo>
                    <a:pt x="297505" y="271823"/>
                  </a:lnTo>
                  <a:lnTo>
                    <a:pt x="300764" y="267629"/>
                  </a:lnTo>
                  <a:lnTo>
                    <a:pt x="303889" y="263333"/>
                  </a:lnTo>
                  <a:lnTo>
                    <a:pt x="306875" y="258939"/>
                  </a:lnTo>
                  <a:lnTo>
                    <a:pt x="309721" y="254454"/>
                  </a:lnTo>
                  <a:lnTo>
                    <a:pt x="312422" y="249880"/>
                  </a:lnTo>
                  <a:lnTo>
                    <a:pt x="314977" y="245222"/>
                  </a:lnTo>
                  <a:lnTo>
                    <a:pt x="317382" y="240486"/>
                  </a:lnTo>
                  <a:lnTo>
                    <a:pt x="319636" y="235675"/>
                  </a:lnTo>
                  <a:lnTo>
                    <a:pt x="321736" y="230796"/>
                  </a:lnTo>
                  <a:lnTo>
                    <a:pt x="323679" y="225852"/>
                  </a:lnTo>
                  <a:lnTo>
                    <a:pt x="325465" y="220849"/>
                  </a:lnTo>
                  <a:lnTo>
                    <a:pt x="327091" y="215792"/>
                  </a:lnTo>
                  <a:lnTo>
                    <a:pt x="328555" y="210685"/>
                  </a:lnTo>
                  <a:lnTo>
                    <a:pt x="329856" y="205535"/>
                  </a:lnTo>
                  <a:lnTo>
                    <a:pt x="330993" y="200346"/>
                  </a:lnTo>
                  <a:lnTo>
                    <a:pt x="331965" y="195123"/>
                  </a:lnTo>
                  <a:lnTo>
                    <a:pt x="332770" y="189873"/>
                  </a:lnTo>
                  <a:lnTo>
                    <a:pt x="333407" y="184599"/>
                  </a:lnTo>
                  <a:lnTo>
                    <a:pt x="333877" y="179308"/>
                  </a:lnTo>
                  <a:lnTo>
                    <a:pt x="334179" y="174004"/>
                  </a:lnTo>
                  <a:lnTo>
                    <a:pt x="334312" y="168694"/>
                  </a:lnTo>
                  <a:lnTo>
                    <a:pt x="334276" y="163382"/>
                  </a:lnTo>
                  <a:lnTo>
                    <a:pt x="334071" y="158073"/>
                  </a:lnTo>
                  <a:lnTo>
                    <a:pt x="333698" y="152774"/>
                  </a:lnTo>
                  <a:lnTo>
                    <a:pt x="333157" y="147490"/>
                  </a:lnTo>
                  <a:lnTo>
                    <a:pt x="332448" y="142225"/>
                  </a:lnTo>
                  <a:lnTo>
                    <a:pt x="331572" y="136986"/>
                  </a:lnTo>
                  <a:lnTo>
                    <a:pt x="330530" y="131777"/>
                  </a:lnTo>
                  <a:lnTo>
                    <a:pt x="329323" y="126604"/>
                  </a:lnTo>
                  <a:lnTo>
                    <a:pt x="327952" y="121471"/>
                  </a:lnTo>
                  <a:lnTo>
                    <a:pt x="326419" y="116385"/>
                  </a:lnTo>
                  <a:lnTo>
                    <a:pt x="324725" y="111350"/>
                  </a:lnTo>
                  <a:lnTo>
                    <a:pt x="322872" y="106372"/>
                  </a:lnTo>
                  <a:lnTo>
                    <a:pt x="320862" y="101455"/>
                  </a:lnTo>
                  <a:lnTo>
                    <a:pt x="318696" y="96604"/>
                  </a:lnTo>
                  <a:lnTo>
                    <a:pt x="316378" y="91825"/>
                  </a:lnTo>
                  <a:lnTo>
                    <a:pt x="313908" y="87121"/>
                  </a:lnTo>
                  <a:lnTo>
                    <a:pt x="311291" y="82499"/>
                  </a:lnTo>
                  <a:lnTo>
                    <a:pt x="308528" y="77962"/>
                  </a:lnTo>
                  <a:lnTo>
                    <a:pt x="305622" y="73515"/>
                  </a:lnTo>
                  <a:lnTo>
                    <a:pt x="302577" y="69162"/>
                  </a:lnTo>
                  <a:lnTo>
                    <a:pt x="299394" y="64909"/>
                  </a:lnTo>
                  <a:lnTo>
                    <a:pt x="296079" y="60759"/>
                  </a:lnTo>
                  <a:lnTo>
                    <a:pt x="292633" y="56716"/>
                  </a:lnTo>
                  <a:lnTo>
                    <a:pt x="289060" y="52785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223177"/>
              <a:ext cx="121908" cy="114382"/>
            </a:xfrm>
            <a:custGeom>
              <a:avLst/>
              <a:pathLst>
                <a:path w="121908" h="114382">
                  <a:moveTo>
                    <a:pt x="121908" y="0"/>
                  </a:moveTo>
                  <a:lnTo>
                    <a:pt x="0" y="114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223177"/>
              <a:ext cx="121908" cy="114382"/>
            </a:xfrm>
            <a:custGeom>
              <a:avLst/>
              <a:pathLst>
                <a:path w="121908" h="114382">
                  <a:moveTo>
                    <a:pt x="121908" y="0"/>
                  </a:moveTo>
                  <a:lnTo>
                    <a:pt x="0" y="114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223177"/>
              <a:ext cx="121908" cy="114382"/>
            </a:xfrm>
            <a:custGeom>
              <a:avLst/>
              <a:pathLst>
                <a:path w="121908" h="114382">
                  <a:moveTo>
                    <a:pt x="121908" y="0"/>
                  </a:moveTo>
                  <a:lnTo>
                    <a:pt x="0" y="1143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223177"/>
              <a:ext cx="121908" cy="114382"/>
            </a:xfrm>
            <a:custGeom>
              <a:avLst/>
              <a:pathLst>
                <a:path w="121908" h="114382">
                  <a:moveTo>
                    <a:pt x="121908" y="0"/>
                  </a:moveTo>
                  <a:lnTo>
                    <a:pt x="0" y="1143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223177"/>
              <a:ext cx="121908" cy="114382"/>
            </a:xfrm>
            <a:custGeom>
              <a:avLst/>
              <a:pathLst>
                <a:path w="121908" h="114382">
                  <a:moveTo>
                    <a:pt x="121908" y="0"/>
                  </a:moveTo>
                  <a:lnTo>
                    <a:pt x="0" y="1143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23177"/>
              <a:ext cx="121908" cy="114382"/>
            </a:xfrm>
            <a:custGeom>
              <a:avLst/>
              <a:pathLst>
                <a:path w="121908" h="114382">
                  <a:moveTo>
                    <a:pt x="121908" y="0"/>
                  </a:moveTo>
                  <a:lnTo>
                    <a:pt x="0" y="1143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23177"/>
              <a:ext cx="121908" cy="114382"/>
            </a:xfrm>
            <a:custGeom>
              <a:avLst/>
              <a:pathLst>
                <a:path w="121908" h="114382">
                  <a:moveTo>
                    <a:pt x="121908" y="0"/>
                  </a:moveTo>
                  <a:lnTo>
                    <a:pt x="0" y="114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23177"/>
              <a:ext cx="121908" cy="114382"/>
            </a:xfrm>
            <a:custGeom>
              <a:avLst/>
              <a:pathLst>
                <a:path w="121908" h="114382">
                  <a:moveTo>
                    <a:pt x="121908" y="0"/>
                  </a:moveTo>
                  <a:lnTo>
                    <a:pt x="0" y="114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23177"/>
              <a:ext cx="121908" cy="114382"/>
            </a:xfrm>
            <a:custGeom>
              <a:avLst/>
              <a:pathLst>
                <a:path w="121908" h="114382">
                  <a:moveTo>
                    <a:pt x="121908" y="0"/>
                  </a:moveTo>
                  <a:lnTo>
                    <a:pt x="0" y="114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23177"/>
              <a:ext cx="121908" cy="114382"/>
            </a:xfrm>
            <a:custGeom>
              <a:avLst/>
              <a:pathLst>
                <a:path w="121908" h="114382">
                  <a:moveTo>
                    <a:pt x="121908" y="0"/>
                  </a:moveTo>
                  <a:lnTo>
                    <a:pt x="0" y="114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23177"/>
              <a:ext cx="121908" cy="114382"/>
            </a:xfrm>
            <a:custGeom>
              <a:avLst/>
              <a:pathLst>
                <a:path w="121908" h="114382">
                  <a:moveTo>
                    <a:pt x="121908" y="0"/>
                  </a:moveTo>
                  <a:lnTo>
                    <a:pt x="0" y="1143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23177"/>
              <a:ext cx="121908" cy="114382"/>
            </a:xfrm>
            <a:custGeom>
              <a:avLst/>
              <a:pathLst>
                <a:path w="121908" h="114382">
                  <a:moveTo>
                    <a:pt x="121908" y="0"/>
                  </a:moveTo>
                  <a:lnTo>
                    <a:pt x="0" y="1143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5651"/>
              <a:ext cx="121908" cy="121908"/>
            </a:xfrm>
            <a:custGeom>
              <a:avLst/>
              <a:pathLst>
                <a:path w="121908" h="121908">
                  <a:moveTo>
                    <a:pt x="121908" y="7526"/>
                  </a:moveTo>
                  <a:lnTo>
                    <a:pt x="114382" y="0"/>
                  </a:lnTo>
                  <a:lnTo>
                    <a:pt x="0" y="1219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70392"/>
              <a:ext cx="114382" cy="167167"/>
            </a:xfrm>
            <a:custGeom>
              <a:avLst/>
              <a:pathLst>
                <a:path w="114382" h="167167">
                  <a:moveTo>
                    <a:pt x="114382" y="45259"/>
                  </a:moveTo>
                  <a:lnTo>
                    <a:pt x="110140" y="41413"/>
                  </a:lnTo>
                  <a:lnTo>
                    <a:pt x="105769" y="37715"/>
                  </a:lnTo>
                  <a:lnTo>
                    <a:pt x="101273" y="34169"/>
                  </a:lnTo>
                  <a:lnTo>
                    <a:pt x="96659" y="30778"/>
                  </a:lnTo>
                  <a:lnTo>
                    <a:pt x="91932" y="27548"/>
                  </a:lnTo>
                  <a:lnTo>
                    <a:pt x="87097" y="24482"/>
                  </a:lnTo>
                  <a:lnTo>
                    <a:pt x="82159" y="21583"/>
                  </a:lnTo>
                  <a:lnTo>
                    <a:pt x="77125" y="18855"/>
                  </a:lnTo>
                  <a:lnTo>
                    <a:pt x="72001" y="16300"/>
                  </a:lnTo>
                  <a:lnTo>
                    <a:pt x="66792" y="13923"/>
                  </a:lnTo>
                  <a:lnTo>
                    <a:pt x="61505" y="11726"/>
                  </a:lnTo>
                  <a:lnTo>
                    <a:pt x="56146" y="9710"/>
                  </a:lnTo>
                  <a:lnTo>
                    <a:pt x="50720" y="7880"/>
                  </a:lnTo>
                  <a:lnTo>
                    <a:pt x="45236" y="6236"/>
                  </a:lnTo>
                  <a:lnTo>
                    <a:pt x="39698" y="4782"/>
                  </a:lnTo>
                  <a:lnTo>
                    <a:pt x="34114" y="3517"/>
                  </a:lnTo>
                  <a:lnTo>
                    <a:pt x="28489" y="2445"/>
                  </a:lnTo>
                  <a:lnTo>
                    <a:pt x="22832" y="1566"/>
                  </a:lnTo>
                  <a:lnTo>
                    <a:pt x="17147" y="881"/>
                  </a:lnTo>
                  <a:lnTo>
                    <a:pt x="11442" y="392"/>
                  </a:lnTo>
                  <a:lnTo>
                    <a:pt x="5724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423594" y="3707720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1" y="335"/>
                  </a:lnTo>
                  <a:lnTo>
                    <a:pt x="151294" y="754"/>
                  </a:lnTo>
                  <a:lnTo>
                    <a:pt x="146032" y="1339"/>
                  </a:lnTo>
                  <a:lnTo>
                    <a:pt x="140791" y="2091"/>
                  </a:lnTo>
                  <a:lnTo>
                    <a:pt x="135577" y="3009"/>
                  </a:lnTo>
                  <a:lnTo>
                    <a:pt x="130394" y="4091"/>
                  </a:lnTo>
                  <a:lnTo>
                    <a:pt x="125249" y="5337"/>
                  </a:lnTo>
                  <a:lnTo>
                    <a:pt x="120145" y="6745"/>
                  </a:lnTo>
                  <a:lnTo>
                    <a:pt x="115089" y="8314"/>
                  </a:lnTo>
                  <a:lnTo>
                    <a:pt x="110084" y="10042"/>
                  </a:lnTo>
                  <a:lnTo>
                    <a:pt x="105137" y="11928"/>
                  </a:lnTo>
                  <a:lnTo>
                    <a:pt x="100253" y="13970"/>
                  </a:lnTo>
                  <a:lnTo>
                    <a:pt x="95435" y="16165"/>
                  </a:lnTo>
                  <a:lnTo>
                    <a:pt x="90689" y="18512"/>
                  </a:lnTo>
                  <a:lnTo>
                    <a:pt x="86020" y="21008"/>
                  </a:lnTo>
                  <a:lnTo>
                    <a:pt x="81433" y="23651"/>
                  </a:lnTo>
                  <a:lnTo>
                    <a:pt x="76931" y="26437"/>
                  </a:lnTo>
                  <a:lnTo>
                    <a:pt x="72520" y="29365"/>
                  </a:lnTo>
                  <a:lnTo>
                    <a:pt x="68203" y="32431"/>
                  </a:lnTo>
                  <a:lnTo>
                    <a:pt x="63986" y="35632"/>
                  </a:lnTo>
                  <a:lnTo>
                    <a:pt x="59873" y="38965"/>
                  </a:lnTo>
                  <a:lnTo>
                    <a:pt x="55867" y="42426"/>
                  </a:lnTo>
                  <a:lnTo>
                    <a:pt x="51973" y="46013"/>
                  </a:lnTo>
                  <a:lnTo>
                    <a:pt x="48194" y="49721"/>
                  </a:lnTo>
                  <a:lnTo>
                    <a:pt x="44534" y="53547"/>
                  </a:lnTo>
                  <a:lnTo>
                    <a:pt x="40998" y="57487"/>
                  </a:lnTo>
                  <a:lnTo>
                    <a:pt x="37588" y="61537"/>
                  </a:lnTo>
                  <a:lnTo>
                    <a:pt x="34308" y="65693"/>
                  </a:lnTo>
                  <a:lnTo>
                    <a:pt x="31161" y="69950"/>
                  </a:lnTo>
                  <a:lnTo>
                    <a:pt x="28151" y="74305"/>
                  </a:lnTo>
                  <a:lnTo>
                    <a:pt x="25280" y="78754"/>
                  </a:lnTo>
                  <a:lnTo>
                    <a:pt x="22551" y="83291"/>
                  </a:lnTo>
                  <a:lnTo>
                    <a:pt x="19968" y="87912"/>
                  </a:lnTo>
                  <a:lnTo>
                    <a:pt x="17532" y="92612"/>
                  </a:lnTo>
                  <a:lnTo>
                    <a:pt x="15246" y="97388"/>
                  </a:lnTo>
                  <a:lnTo>
                    <a:pt x="13112" y="102233"/>
                  </a:lnTo>
                  <a:lnTo>
                    <a:pt x="11133" y="107144"/>
                  </a:lnTo>
                  <a:lnTo>
                    <a:pt x="9311" y="112115"/>
                  </a:lnTo>
                  <a:lnTo>
                    <a:pt x="7647" y="117141"/>
                  </a:lnTo>
                  <a:lnTo>
                    <a:pt x="6143" y="122217"/>
                  </a:lnTo>
                  <a:lnTo>
                    <a:pt x="4800" y="127338"/>
                  </a:lnTo>
                  <a:lnTo>
                    <a:pt x="3620" y="132499"/>
                  </a:lnTo>
                  <a:lnTo>
                    <a:pt x="2604" y="137695"/>
                  </a:lnTo>
                  <a:lnTo>
                    <a:pt x="1754" y="142920"/>
                  </a:lnTo>
                  <a:lnTo>
                    <a:pt x="1069" y="148170"/>
                  </a:lnTo>
                  <a:lnTo>
                    <a:pt x="550" y="153439"/>
                  </a:lnTo>
                  <a:lnTo>
                    <a:pt x="199" y="158722"/>
                  </a:lnTo>
                  <a:lnTo>
                    <a:pt x="16" y="164013"/>
                  </a:lnTo>
                  <a:lnTo>
                    <a:pt x="0" y="169307"/>
                  </a:lnTo>
                  <a:lnTo>
                    <a:pt x="151" y="174599"/>
                  </a:lnTo>
                  <a:lnTo>
                    <a:pt x="470" y="179884"/>
                  </a:lnTo>
                  <a:lnTo>
                    <a:pt x="957" y="185156"/>
                  </a:lnTo>
                  <a:lnTo>
                    <a:pt x="1610" y="190410"/>
                  </a:lnTo>
                  <a:lnTo>
                    <a:pt x="2429" y="195640"/>
                  </a:lnTo>
                  <a:lnTo>
                    <a:pt x="3413" y="200842"/>
                  </a:lnTo>
                  <a:lnTo>
                    <a:pt x="4561" y="206011"/>
                  </a:lnTo>
                  <a:lnTo>
                    <a:pt x="5873" y="211140"/>
                  </a:lnTo>
                  <a:lnTo>
                    <a:pt x="7346" y="216225"/>
                  </a:lnTo>
                  <a:lnTo>
                    <a:pt x="8980" y="221261"/>
                  </a:lnTo>
                  <a:lnTo>
                    <a:pt x="10772" y="226243"/>
                  </a:lnTo>
                  <a:lnTo>
                    <a:pt x="12721" y="231165"/>
                  </a:lnTo>
                  <a:lnTo>
                    <a:pt x="14826" y="236023"/>
                  </a:lnTo>
                  <a:lnTo>
                    <a:pt x="17082" y="240813"/>
                  </a:lnTo>
                  <a:lnTo>
                    <a:pt x="19490" y="245528"/>
                  </a:lnTo>
                  <a:lnTo>
                    <a:pt x="22045" y="250165"/>
                  </a:lnTo>
                  <a:lnTo>
                    <a:pt x="24746" y="254718"/>
                  </a:lnTo>
                  <a:lnTo>
                    <a:pt x="27590" y="259184"/>
                  </a:lnTo>
                  <a:lnTo>
                    <a:pt x="30574" y="263557"/>
                  </a:lnTo>
                  <a:lnTo>
                    <a:pt x="33695" y="267834"/>
                  </a:lnTo>
                  <a:lnTo>
                    <a:pt x="36950" y="272009"/>
                  </a:lnTo>
                  <a:lnTo>
                    <a:pt x="40335" y="276080"/>
                  </a:lnTo>
                  <a:lnTo>
                    <a:pt x="43847" y="280041"/>
                  </a:lnTo>
                  <a:lnTo>
                    <a:pt x="47484" y="283889"/>
                  </a:lnTo>
                  <a:lnTo>
                    <a:pt x="51240" y="287620"/>
                  </a:lnTo>
                  <a:lnTo>
                    <a:pt x="55112" y="291231"/>
                  </a:lnTo>
                  <a:lnTo>
                    <a:pt x="59097" y="294716"/>
                  </a:lnTo>
                  <a:lnTo>
                    <a:pt x="63190" y="298074"/>
                  </a:lnTo>
                  <a:lnTo>
                    <a:pt x="67388" y="301301"/>
                  </a:lnTo>
                  <a:lnTo>
                    <a:pt x="71686" y="304393"/>
                  </a:lnTo>
                  <a:lnTo>
                    <a:pt x="76079" y="307347"/>
                  </a:lnTo>
                  <a:lnTo>
                    <a:pt x="80564" y="310161"/>
                  </a:lnTo>
                  <a:lnTo>
                    <a:pt x="85135" y="312831"/>
                  </a:lnTo>
                  <a:lnTo>
                    <a:pt x="89789" y="315355"/>
                  </a:lnTo>
                  <a:lnTo>
                    <a:pt x="94521" y="317731"/>
                  </a:lnTo>
                  <a:lnTo>
                    <a:pt x="99325" y="319955"/>
                  </a:lnTo>
                  <a:lnTo>
                    <a:pt x="104197" y="322026"/>
                  </a:lnTo>
                  <a:lnTo>
                    <a:pt x="109133" y="323942"/>
                  </a:lnTo>
                  <a:lnTo>
                    <a:pt x="114126" y="325701"/>
                  </a:lnTo>
                  <a:lnTo>
                    <a:pt x="119173" y="327301"/>
                  </a:lnTo>
                  <a:lnTo>
                    <a:pt x="124268" y="328740"/>
                  </a:lnTo>
                  <a:lnTo>
                    <a:pt x="129406" y="330017"/>
                  </a:lnTo>
                  <a:lnTo>
                    <a:pt x="134582" y="331131"/>
                  </a:lnTo>
                  <a:lnTo>
                    <a:pt x="139790" y="332080"/>
                  </a:lnTo>
                  <a:lnTo>
                    <a:pt x="145026" y="332864"/>
                  </a:lnTo>
                  <a:lnTo>
                    <a:pt x="150285" y="333481"/>
                  </a:lnTo>
                  <a:lnTo>
                    <a:pt x="155560" y="333932"/>
                  </a:lnTo>
                  <a:lnTo>
                    <a:pt x="160846" y="334215"/>
                  </a:lnTo>
                  <a:lnTo>
                    <a:pt x="166139" y="334331"/>
                  </a:lnTo>
                  <a:lnTo>
                    <a:pt x="171433" y="334280"/>
                  </a:lnTo>
                  <a:lnTo>
                    <a:pt x="176723" y="334060"/>
                  </a:lnTo>
                  <a:lnTo>
                    <a:pt x="182003" y="333673"/>
                  </a:lnTo>
                  <a:lnTo>
                    <a:pt x="187269" y="333120"/>
                  </a:lnTo>
                  <a:lnTo>
                    <a:pt x="192514" y="332400"/>
                  </a:lnTo>
                  <a:lnTo>
                    <a:pt x="197733" y="331514"/>
                  </a:lnTo>
                  <a:lnTo>
                    <a:pt x="202922" y="330463"/>
                  </a:lnTo>
                  <a:lnTo>
                    <a:pt x="208075" y="329248"/>
                  </a:lnTo>
                  <a:lnTo>
                    <a:pt x="213188" y="327871"/>
                  </a:lnTo>
                  <a:lnTo>
                    <a:pt x="218253" y="326333"/>
                  </a:lnTo>
                  <a:lnTo>
                    <a:pt x="223268" y="324635"/>
                  </a:lnTo>
                  <a:lnTo>
                    <a:pt x="228226" y="322779"/>
                  </a:lnTo>
                  <a:lnTo>
                    <a:pt x="233123" y="320767"/>
                  </a:lnTo>
                  <a:lnTo>
                    <a:pt x="237954" y="318601"/>
                  </a:lnTo>
                  <a:lnTo>
                    <a:pt x="242714" y="316283"/>
                  </a:lnTo>
                  <a:lnTo>
                    <a:pt x="247398" y="313815"/>
                  </a:lnTo>
                  <a:lnTo>
                    <a:pt x="252002" y="311200"/>
                  </a:lnTo>
                  <a:lnTo>
                    <a:pt x="256520" y="308441"/>
                  </a:lnTo>
                  <a:lnTo>
                    <a:pt x="260949" y="305540"/>
                  </a:lnTo>
                  <a:lnTo>
                    <a:pt x="265284" y="302501"/>
                  </a:lnTo>
                  <a:lnTo>
                    <a:pt x="269521" y="299326"/>
                  </a:lnTo>
                  <a:lnTo>
                    <a:pt x="273654" y="296018"/>
                  </a:lnTo>
                  <a:lnTo>
                    <a:pt x="277681" y="292580"/>
                  </a:lnTo>
                  <a:lnTo>
                    <a:pt x="281597" y="289018"/>
                  </a:lnTo>
                  <a:lnTo>
                    <a:pt x="285398" y="285332"/>
                  </a:lnTo>
                  <a:lnTo>
                    <a:pt x="289081" y="281529"/>
                  </a:lnTo>
                  <a:lnTo>
                    <a:pt x="292641" y="277610"/>
                  </a:lnTo>
                  <a:lnTo>
                    <a:pt x="296076" y="273581"/>
                  </a:lnTo>
                  <a:lnTo>
                    <a:pt x="299381" y="269445"/>
                  </a:lnTo>
                  <a:lnTo>
                    <a:pt x="302553" y="265207"/>
                  </a:lnTo>
                  <a:lnTo>
                    <a:pt x="305590" y="260870"/>
                  </a:lnTo>
                  <a:lnTo>
                    <a:pt x="308488" y="256439"/>
                  </a:lnTo>
                  <a:lnTo>
                    <a:pt x="311244" y="251919"/>
                  </a:lnTo>
                  <a:lnTo>
                    <a:pt x="313855" y="247313"/>
                  </a:lnTo>
                  <a:lnTo>
                    <a:pt x="316320" y="242627"/>
                  </a:lnTo>
                  <a:lnTo>
                    <a:pt x="318635" y="237866"/>
                  </a:lnTo>
                  <a:lnTo>
                    <a:pt x="320797" y="233034"/>
                  </a:lnTo>
                  <a:lnTo>
                    <a:pt x="322806" y="228135"/>
                  </a:lnTo>
                  <a:lnTo>
                    <a:pt x="324659" y="223176"/>
                  </a:lnTo>
                  <a:lnTo>
                    <a:pt x="326353" y="218160"/>
                  </a:lnTo>
                  <a:lnTo>
                    <a:pt x="327888" y="213093"/>
                  </a:lnTo>
                  <a:lnTo>
                    <a:pt x="329262" y="207980"/>
                  </a:lnTo>
                  <a:lnTo>
                    <a:pt x="330473" y="202826"/>
                  </a:lnTo>
                  <a:lnTo>
                    <a:pt x="331520" y="197636"/>
                  </a:lnTo>
                  <a:lnTo>
                    <a:pt x="332403" y="192416"/>
                  </a:lnTo>
                  <a:lnTo>
                    <a:pt x="333120" y="187171"/>
                  </a:lnTo>
                  <a:lnTo>
                    <a:pt x="333670" y="181905"/>
                  </a:lnTo>
                  <a:lnTo>
                    <a:pt x="334053" y="176624"/>
                  </a:lnTo>
                  <a:lnTo>
                    <a:pt x="334269" y="171335"/>
                  </a:lnTo>
                  <a:lnTo>
                    <a:pt x="334317" y="166040"/>
                  </a:lnTo>
                  <a:lnTo>
                    <a:pt x="334197" y="160747"/>
                  </a:lnTo>
                  <a:lnTo>
                    <a:pt x="333910" y="155461"/>
                  </a:lnTo>
                  <a:lnTo>
                    <a:pt x="333456" y="150186"/>
                  </a:lnTo>
                  <a:lnTo>
                    <a:pt x="332835" y="144928"/>
                  </a:lnTo>
                  <a:lnTo>
                    <a:pt x="332048" y="139693"/>
                  </a:lnTo>
                  <a:lnTo>
                    <a:pt x="331095" y="134485"/>
                  </a:lnTo>
                  <a:lnTo>
                    <a:pt x="329978" y="129310"/>
                  </a:lnTo>
                  <a:lnTo>
                    <a:pt x="328697" y="124173"/>
                  </a:lnTo>
                  <a:lnTo>
                    <a:pt x="327255" y="119079"/>
                  </a:lnTo>
                  <a:lnTo>
                    <a:pt x="325652" y="114033"/>
                  </a:lnTo>
                  <a:lnTo>
                    <a:pt x="323890" y="109041"/>
                  </a:lnTo>
                  <a:lnTo>
                    <a:pt x="321970" y="104106"/>
                  </a:lnTo>
                  <a:lnTo>
                    <a:pt x="319896" y="99236"/>
                  </a:lnTo>
                  <a:lnTo>
                    <a:pt x="317668" y="94433"/>
                  </a:lnTo>
                  <a:lnTo>
                    <a:pt x="315289" y="89703"/>
                  </a:lnTo>
                  <a:lnTo>
                    <a:pt x="312762" y="85051"/>
                  </a:lnTo>
                  <a:lnTo>
                    <a:pt x="310089" y="80481"/>
                  </a:lnTo>
                  <a:lnTo>
                    <a:pt x="307272" y="75998"/>
                  </a:lnTo>
                  <a:lnTo>
                    <a:pt x="304315" y="71607"/>
                  </a:lnTo>
                  <a:lnTo>
                    <a:pt x="301220" y="67311"/>
                  </a:lnTo>
                  <a:lnTo>
                    <a:pt x="297990" y="63116"/>
                  </a:lnTo>
                  <a:lnTo>
                    <a:pt x="294630" y="59025"/>
                  </a:lnTo>
                  <a:lnTo>
                    <a:pt x="291141" y="55042"/>
                  </a:lnTo>
                  <a:lnTo>
                    <a:pt x="287529" y="51172"/>
                  </a:lnTo>
                  <a:lnTo>
                    <a:pt x="283795" y="47419"/>
                  </a:lnTo>
                  <a:lnTo>
                    <a:pt x="279945" y="43785"/>
                  </a:lnTo>
                  <a:lnTo>
                    <a:pt x="275981" y="40275"/>
                  </a:lnTo>
                  <a:lnTo>
                    <a:pt x="271908" y="36893"/>
                  </a:lnTo>
                  <a:lnTo>
                    <a:pt x="267730" y="33641"/>
                  </a:lnTo>
                  <a:lnTo>
                    <a:pt x="263451" y="30523"/>
                  </a:lnTo>
                  <a:lnTo>
                    <a:pt x="259076" y="27542"/>
                  </a:lnTo>
                  <a:lnTo>
                    <a:pt x="254608" y="24701"/>
                  </a:lnTo>
                  <a:lnTo>
                    <a:pt x="250053" y="22003"/>
                  </a:lnTo>
                  <a:lnTo>
                    <a:pt x="245415" y="19451"/>
                  </a:lnTo>
                  <a:lnTo>
                    <a:pt x="240698" y="17046"/>
                  </a:lnTo>
                  <a:lnTo>
                    <a:pt x="235907" y="14793"/>
                  </a:lnTo>
                  <a:lnTo>
                    <a:pt x="231047" y="12692"/>
                  </a:lnTo>
                  <a:lnTo>
                    <a:pt x="226124" y="10746"/>
                  </a:lnTo>
                  <a:lnTo>
                    <a:pt x="221141" y="8957"/>
                  </a:lnTo>
                  <a:lnTo>
                    <a:pt x="216104" y="7327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150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150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150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150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150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150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150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150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150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150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150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15048"/>
              <a:ext cx="48950" cy="159839"/>
            </a:xfrm>
            <a:custGeom>
              <a:avLst/>
              <a:pathLst>
                <a:path w="48950" h="159839">
                  <a:moveTo>
                    <a:pt x="48950" y="0"/>
                  </a:moveTo>
                  <a:lnTo>
                    <a:pt x="0" y="1598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48950" cy="167167"/>
            </a:xfrm>
            <a:custGeom>
              <a:avLst/>
              <a:pathLst>
                <a:path w="48950" h="167167">
                  <a:moveTo>
                    <a:pt x="48950" y="7327"/>
                  </a:moveTo>
                  <a:lnTo>
                    <a:pt x="42980" y="5619"/>
                  </a:lnTo>
                  <a:lnTo>
                    <a:pt x="36951" y="4135"/>
                  </a:lnTo>
                  <a:lnTo>
                    <a:pt x="30870" y="2875"/>
                  </a:lnTo>
                  <a:lnTo>
                    <a:pt x="24747" y="1842"/>
                  </a:lnTo>
                  <a:lnTo>
                    <a:pt x="18590" y="1036"/>
                  </a:lnTo>
                  <a:lnTo>
                    <a:pt x="12408" y="461"/>
                  </a:lnTo>
                  <a:lnTo>
                    <a:pt x="6208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614137" y="4213821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6" y="755"/>
                  </a:lnTo>
                  <a:lnTo>
                    <a:pt x="146010" y="1342"/>
                  </a:lnTo>
                  <a:lnTo>
                    <a:pt x="140765" y="2095"/>
                  </a:lnTo>
                  <a:lnTo>
                    <a:pt x="135546" y="3014"/>
                  </a:lnTo>
                  <a:lnTo>
                    <a:pt x="130359" y="4098"/>
                  </a:lnTo>
                  <a:lnTo>
                    <a:pt x="125209" y="5346"/>
                  </a:lnTo>
                  <a:lnTo>
                    <a:pt x="120101" y="6757"/>
                  </a:lnTo>
                  <a:lnTo>
                    <a:pt x="115041" y="8329"/>
                  </a:lnTo>
                  <a:lnTo>
                    <a:pt x="110033" y="10060"/>
                  </a:lnTo>
                  <a:lnTo>
                    <a:pt x="105082" y="11949"/>
                  </a:lnTo>
                  <a:lnTo>
                    <a:pt x="100194" y="13995"/>
                  </a:lnTo>
                  <a:lnTo>
                    <a:pt x="95372" y="16194"/>
                  </a:lnTo>
                  <a:lnTo>
                    <a:pt x="90623" y="18544"/>
                  </a:lnTo>
                  <a:lnTo>
                    <a:pt x="85951" y="21045"/>
                  </a:lnTo>
                  <a:lnTo>
                    <a:pt x="81361" y="23692"/>
                  </a:lnTo>
                  <a:lnTo>
                    <a:pt x="76857" y="26483"/>
                  </a:lnTo>
                  <a:lnTo>
                    <a:pt x="72443" y="29415"/>
                  </a:lnTo>
                  <a:lnTo>
                    <a:pt x="68125" y="32486"/>
                  </a:lnTo>
                  <a:lnTo>
                    <a:pt x="63906" y="35692"/>
                  </a:lnTo>
                  <a:lnTo>
                    <a:pt x="59790" y="39031"/>
                  </a:lnTo>
                  <a:lnTo>
                    <a:pt x="55783" y="42498"/>
                  </a:lnTo>
                  <a:lnTo>
                    <a:pt x="51888" y="46090"/>
                  </a:lnTo>
                  <a:lnTo>
                    <a:pt x="48108" y="49804"/>
                  </a:lnTo>
                  <a:lnTo>
                    <a:pt x="44448" y="53636"/>
                  </a:lnTo>
                  <a:lnTo>
                    <a:pt x="40911" y="57582"/>
                  </a:lnTo>
                  <a:lnTo>
                    <a:pt x="37502" y="61639"/>
                  </a:lnTo>
                  <a:lnTo>
                    <a:pt x="34222" y="65801"/>
                  </a:lnTo>
                  <a:lnTo>
                    <a:pt x="31076" y="70065"/>
                  </a:lnTo>
                  <a:lnTo>
                    <a:pt x="28067" y="74426"/>
                  </a:lnTo>
                  <a:lnTo>
                    <a:pt x="25197" y="78881"/>
                  </a:lnTo>
                  <a:lnTo>
                    <a:pt x="22470" y="83425"/>
                  </a:lnTo>
                  <a:lnTo>
                    <a:pt x="19889" y="88052"/>
                  </a:lnTo>
                  <a:lnTo>
                    <a:pt x="17455" y="92760"/>
                  </a:lnTo>
                  <a:lnTo>
                    <a:pt x="15172" y="97541"/>
                  </a:lnTo>
                  <a:lnTo>
                    <a:pt x="13042" y="102393"/>
                  </a:lnTo>
                  <a:lnTo>
                    <a:pt x="11066" y="107310"/>
                  </a:lnTo>
                  <a:lnTo>
                    <a:pt x="9248" y="112287"/>
                  </a:lnTo>
                  <a:lnTo>
                    <a:pt x="7588" y="117320"/>
                  </a:lnTo>
                  <a:lnTo>
                    <a:pt x="6088" y="122402"/>
                  </a:lnTo>
                  <a:lnTo>
                    <a:pt x="4750" y="127529"/>
                  </a:lnTo>
                  <a:lnTo>
                    <a:pt x="3575" y="132696"/>
                  </a:lnTo>
                  <a:lnTo>
                    <a:pt x="2565" y="137898"/>
                  </a:lnTo>
                  <a:lnTo>
                    <a:pt x="1720" y="143129"/>
                  </a:lnTo>
                  <a:lnTo>
                    <a:pt x="1041" y="148385"/>
                  </a:lnTo>
                  <a:lnTo>
                    <a:pt x="529" y="153659"/>
                  </a:lnTo>
                  <a:lnTo>
                    <a:pt x="185" y="158947"/>
                  </a:lnTo>
                  <a:lnTo>
                    <a:pt x="8" y="164243"/>
                  </a:lnTo>
                  <a:lnTo>
                    <a:pt x="0" y="169542"/>
                  </a:lnTo>
                  <a:lnTo>
                    <a:pt x="159" y="174838"/>
                  </a:lnTo>
                  <a:lnTo>
                    <a:pt x="486" y="180127"/>
                  </a:lnTo>
                  <a:lnTo>
                    <a:pt x="980" y="185403"/>
                  </a:lnTo>
                  <a:lnTo>
                    <a:pt x="1642" y="190661"/>
                  </a:lnTo>
                  <a:lnTo>
                    <a:pt x="2470" y="195895"/>
                  </a:lnTo>
                  <a:lnTo>
                    <a:pt x="3463" y="201100"/>
                  </a:lnTo>
                  <a:lnTo>
                    <a:pt x="4621" y="206271"/>
                  </a:lnTo>
                  <a:lnTo>
                    <a:pt x="5942" y="211403"/>
                  </a:lnTo>
                  <a:lnTo>
                    <a:pt x="7425" y="216490"/>
                  </a:lnTo>
                  <a:lnTo>
                    <a:pt x="9068" y="221527"/>
                  </a:lnTo>
                  <a:lnTo>
                    <a:pt x="10871" y="226510"/>
                  </a:lnTo>
                  <a:lnTo>
                    <a:pt x="12830" y="231434"/>
                  </a:lnTo>
                  <a:lnTo>
                    <a:pt x="14944" y="236293"/>
                  </a:lnTo>
                  <a:lnTo>
                    <a:pt x="17212" y="241082"/>
                  </a:lnTo>
                  <a:lnTo>
                    <a:pt x="19630" y="245797"/>
                  </a:lnTo>
                  <a:lnTo>
                    <a:pt x="22196" y="250433"/>
                  </a:lnTo>
                  <a:lnTo>
                    <a:pt x="24908" y="254986"/>
                  </a:lnTo>
                  <a:lnTo>
                    <a:pt x="27763" y="259450"/>
                  </a:lnTo>
                  <a:lnTo>
                    <a:pt x="30758" y="263822"/>
                  </a:lnTo>
                  <a:lnTo>
                    <a:pt x="33890" y="268096"/>
                  </a:lnTo>
                  <a:lnTo>
                    <a:pt x="37156" y="272269"/>
                  </a:lnTo>
                  <a:lnTo>
                    <a:pt x="40552" y="276336"/>
                  </a:lnTo>
                  <a:lnTo>
                    <a:pt x="44076" y="280294"/>
                  </a:lnTo>
                  <a:lnTo>
                    <a:pt x="47723" y="284138"/>
                  </a:lnTo>
                  <a:lnTo>
                    <a:pt x="51491" y="287864"/>
                  </a:lnTo>
                  <a:lnTo>
                    <a:pt x="55374" y="291469"/>
                  </a:lnTo>
                  <a:lnTo>
                    <a:pt x="59370" y="294950"/>
                  </a:lnTo>
                  <a:lnTo>
                    <a:pt x="63474" y="298302"/>
                  </a:lnTo>
                  <a:lnTo>
                    <a:pt x="67683" y="301522"/>
                  </a:lnTo>
                  <a:lnTo>
                    <a:pt x="71991" y="304607"/>
                  </a:lnTo>
                  <a:lnTo>
                    <a:pt x="76395" y="307554"/>
                  </a:lnTo>
                  <a:lnTo>
                    <a:pt x="80890" y="310360"/>
                  </a:lnTo>
                  <a:lnTo>
                    <a:pt x="85472" y="313022"/>
                  </a:lnTo>
                  <a:lnTo>
                    <a:pt x="90136" y="315537"/>
                  </a:lnTo>
                  <a:lnTo>
                    <a:pt x="94877" y="317904"/>
                  </a:lnTo>
                  <a:lnTo>
                    <a:pt x="99691" y="320119"/>
                  </a:lnTo>
                  <a:lnTo>
                    <a:pt x="104572" y="322180"/>
                  </a:lnTo>
                  <a:lnTo>
                    <a:pt x="109517" y="324085"/>
                  </a:lnTo>
                  <a:lnTo>
                    <a:pt x="114519" y="325833"/>
                  </a:lnTo>
                  <a:lnTo>
                    <a:pt x="119575" y="327422"/>
                  </a:lnTo>
                  <a:lnTo>
                    <a:pt x="124678" y="328849"/>
                  </a:lnTo>
                  <a:lnTo>
                    <a:pt x="129824" y="330114"/>
                  </a:lnTo>
                  <a:lnTo>
                    <a:pt x="135007" y="331215"/>
                  </a:lnTo>
                  <a:lnTo>
                    <a:pt x="140223" y="332151"/>
                  </a:lnTo>
                  <a:lnTo>
                    <a:pt x="145465" y="332922"/>
                  </a:lnTo>
                  <a:lnTo>
                    <a:pt x="150730" y="333526"/>
                  </a:lnTo>
                  <a:lnTo>
                    <a:pt x="156011" y="333963"/>
                  </a:lnTo>
                  <a:lnTo>
                    <a:pt x="161303" y="334232"/>
                  </a:lnTo>
                  <a:lnTo>
                    <a:pt x="166601" y="334333"/>
                  </a:lnTo>
                  <a:lnTo>
                    <a:pt x="171899" y="334267"/>
                  </a:lnTo>
                  <a:lnTo>
                    <a:pt x="177193" y="334032"/>
                  </a:lnTo>
                  <a:lnTo>
                    <a:pt x="182477" y="333630"/>
                  </a:lnTo>
                  <a:lnTo>
                    <a:pt x="187745" y="333061"/>
                  </a:lnTo>
                  <a:lnTo>
                    <a:pt x="192993" y="332325"/>
                  </a:lnTo>
                  <a:lnTo>
                    <a:pt x="198215" y="331423"/>
                  </a:lnTo>
                  <a:lnTo>
                    <a:pt x="203405" y="330356"/>
                  </a:lnTo>
                  <a:lnTo>
                    <a:pt x="208559" y="329124"/>
                  </a:lnTo>
                  <a:lnTo>
                    <a:pt x="213671" y="327731"/>
                  </a:lnTo>
                  <a:lnTo>
                    <a:pt x="218737" y="326176"/>
                  </a:lnTo>
                  <a:lnTo>
                    <a:pt x="223751" y="324461"/>
                  </a:lnTo>
                  <a:lnTo>
                    <a:pt x="228708" y="322588"/>
                  </a:lnTo>
                  <a:lnTo>
                    <a:pt x="233603" y="320558"/>
                  </a:lnTo>
                  <a:lnTo>
                    <a:pt x="238431" y="318375"/>
                  </a:lnTo>
                  <a:lnTo>
                    <a:pt x="243188" y="316040"/>
                  </a:lnTo>
                  <a:lnTo>
                    <a:pt x="247868" y="313555"/>
                  </a:lnTo>
                  <a:lnTo>
                    <a:pt x="252467" y="310923"/>
                  </a:lnTo>
                  <a:lnTo>
                    <a:pt x="256981" y="308147"/>
                  </a:lnTo>
                  <a:lnTo>
                    <a:pt x="261404" y="305229"/>
                  </a:lnTo>
                  <a:lnTo>
                    <a:pt x="265733" y="302172"/>
                  </a:lnTo>
                  <a:lnTo>
                    <a:pt x="269962" y="298980"/>
                  </a:lnTo>
                  <a:lnTo>
                    <a:pt x="274088" y="295655"/>
                  </a:lnTo>
                  <a:lnTo>
                    <a:pt x="278107" y="292201"/>
                  </a:lnTo>
                  <a:lnTo>
                    <a:pt x="282014" y="288622"/>
                  </a:lnTo>
                  <a:lnTo>
                    <a:pt x="285806" y="284920"/>
                  </a:lnTo>
                  <a:lnTo>
                    <a:pt x="289478" y="281100"/>
                  </a:lnTo>
                  <a:lnTo>
                    <a:pt x="293028" y="277166"/>
                  </a:lnTo>
                  <a:lnTo>
                    <a:pt x="296451" y="273121"/>
                  </a:lnTo>
                  <a:lnTo>
                    <a:pt x="299744" y="268969"/>
                  </a:lnTo>
                  <a:lnTo>
                    <a:pt x="302904" y="264716"/>
                  </a:lnTo>
                  <a:lnTo>
                    <a:pt x="305928" y="260364"/>
                  </a:lnTo>
                  <a:lnTo>
                    <a:pt x="308812" y="255919"/>
                  </a:lnTo>
                  <a:lnTo>
                    <a:pt x="311554" y="251384"/>
                  </a:lnTo>
                  <a:lnTo>
                    <a:pt x="314151" y="246765"/>
                  </a:lnTo>
                  <a:lnTo>
                    <a:pt x="316599" y="242066"/>
                  </a:lnTo>
                  <a:lnTo>
                    <a:pt x="318898" y="237291"/>
                  </a:lnTo>
                  <a:lnTo>
                    <a:pt x="321045" y="232446"/>
                  </a:lnTo>
                  <a:lnTo>
                    <a:pt x="323036" y="227536"/>
                  </a:lnTo>
                  <a:lnTo>
                    <a:pt x="324871" y="222565"/>
                  </a:lnTo>
                  <a:lnTo>
                    <a:pt x="326548" y="217538"/>
                  </a:lnTo>
                  <a:lnTo>
                    <a:pt x="328064" y="212461"/>
                  </a:lnTo>
                  <a:lnTo>
                    <a:pt x="329419" y="207338"/>
                  </a:lnTo>
                  <a:lnTo>
                    <a:pt x="330611" y="202175"/>
                  </a:lnTo>
                  <a:lnTo>
                    <a:pt x="331638" y="196976"/>
                  </a:lnTo>
                  <a:lnTo>
                    <a:pt x="332500" y="191748"/>
                  </a:lnTo>
                  <a:lnTo>
                    <a:pt x="333196" y="186495"/>
                  </a:lnTo>
                  <a:lnTo>
                    <a:pt x="333726" y="181222"/>
                  </a:lnTo>
                  <a:lnTo>
                    <a:pt x="334087" y="175935"/>
                  </a:lnTo>
                  <a:lnTo>
                    <a:pt x="334281" y="170640"/>
                  </a:lnTo>
                  <a:lnTo>
                    <a:pt x="334308" y="165341"/>
                  </a:lnTo>
                  <a:lnTo>
                    <a:pt x="334166" y="160044"/>
                  </a:lnTo>
                  <a:lnTo>
                    <a:pt x="333856" y="154754"/>
                  </a:lnTo>
                  <a:lnTo>
                    <a:pt x="333379" y="149477"/>
                  </a:lnTo>
                  <a:lnTo>
                    <a:pt x="332735" y="144217"/>
                  </a:lnTo>
                  <a:lnTo>
                    <a:pt x="331924" y="138980"/>
                  </a:lnTo>
                  <a:lnTo>
                    <a:pt x="330948" y="133772"/>
                  </a:lnTo>
                  <a:lnTo>
                    <a:pt x="329807" y="128597"/>
                  </a:lnTo>
                  <a:lnTo>
                    <a:pt x="328503" y="123461"/>
                  </a:lnTo>
                  <a:lnTo>
                    <a:pt x="327037" y="118369"/>
                  </a:lnTo>
                  <a:lnTo>
                    <a:pt x="325410" y="113326"/>
                  </a:lnTo>
                  <a:lnTo>
                    <a:pt x="323624" y="108337"/>
                  </a:lnTo>
                  <a:lnTo>
                    <a:pt x="321681" y="103407"/>
                  </a:lnTo>
                  <a:lnTo>
                    <a:pt x="319582" y="98542"/>
                  </a:lnTo>
                  <a:lnTo>
                    <a:pt x="317330" y="93745"/>
                  </a:lnTo>
                  <a:lnTo>
                    <a:pt x="314928" y="89022"/>
                  </a:lnTo>
                  <a:lnTo>
                    <a:pt x="312377" y="84377"/>
                  </a:lnTo>
                  <a:lnTo>
                    <a:pt x="309680" y="79816"/>
                  </a:lnTo>
                  <a:lnTo>
                    <a:pt x="306840" y="75342"/>
                  </a:lnTo>
                  <a:lnTo>
                    <a:pt x="303859" y="70961"/>
                  </a:lnTo>
                  <a:lnTo>
                    <a:pt x="300741" y="66676"/>
                  </a:lnTo>
                  <a:lnTo>
                    <a:pt x="297489" y="62493"/>
                  </a:lnTo>
                  <a:lnTo>
                    <a:pt x="294106" y="58414"/>
                  </a:lnTo>
                  <a:lnTo>
                    <a:pt x="290595" y="54445"/>
                  </a:lnTo>
                  <a:lnTo>
                    <a:pt x="286961" y="50589"/>
                  </a:lnTo>
                  <a:lnTo>
                    <a:pt x="283205" y="46850"/>
                  </a:lnTo>
                  <a:lnTo>
                    <a:pt x="279334" y="43232"/>
                  </a:lnTo>
                  <a:lnTo>
                    <a:pt x="275349" y="39739"/>
                  </a:lnTo>
                  <a:lnTo>
                    <a:pt x="271256" y="36374"/>
                  </a:lnTo>
                  <a:lnTo>
                    <a:pt x="267058" y="33140"/>
                  </a:lnTo>
                  <a:lnTo>
                    <a:pt x="262760" y="30041"/>
                  </a:lnTo>
                  <a:lnTo>
                    <a:pt x="258366" y="27079"/>
                  </a:lnTo>
                  <a:lnTo>
                    <a:pt x="253880" y="24258"/>
                  </a:lnTo>
                  <a:lnTo>
                    <a:pt x="249307" y="21581"/>
                  </a:lnTo>
                  <a:lnTo>
                    <a:pt x="244651" y="19050"/>
                  </a:lnTo>
                  <a:lnTo>
                    <a:pt x="239918" y="16669"/>
                  </a:lnTo>
                  <a:lnTo>
                    <a:pt x="235111" y="14438"/>
                  </a:lnTo>
                  <a:lnTo>
                    <a:pt x="230237" y="12360"/>
                  </a:lnTo>
                  <a:lnTo>
                    <a:pt x="225298" y="10439"/>
                  </a:lnTo>
                  <a:lnTo>
                    <a:pt x="220302" y="8674"/>
                  </a:lnTo>
                  <a:lnTo>
                    <a:pt x="215252" y="7069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20891"/>
              <a:ext cx="48101" cy="160097"/>
            </a:xfrm>
            <a:custGeom>
              <a:avLst/>
              <a:pathLst>
                <a:path w="48101" h="160097">
                  <a:moveTo>
                    <a:pt x="48101" y="0"/>
                  </a:moveTo>
                  <a:lnTo>
                    <a:pt x="0" y="1600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20891"/>
              <a:ext cx="48101" cy="160097"/>
            </a:xfrm>
            <a:custGeom>
              <a:avLst/>
              <a:pathLst>
                <a:path w="48101" h="160097">
                  <a:moveTo>
                    <a:pt x="48101" y="0"/>
                  </a:moveTo>
                  <a:lnTo>
                    <a:pt x="0" y="160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20891"/>
              <a:ext cx="48101" cy="160097"/>
            </a:xfrm>
            <a:custGeom>
              <a:avLst/>
              <a:pathLst>
                <a:path w="48101" h="160097">
                  <a:moveTo>
                    <a:pt x="48101" y="0"/>
                  </a:moveTo>
                  <a:lnTo>
                    <a:pt x="0" y="160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20891"/>
              <a:ext cx="48101" cy="160097"/>
            </a:xfrm>
            <a:custGeom>
              <a:avLst/>
              <a:pathLst>
                <a:path w="48101" h="160097">
                  <a:moveTo>
                    <a:pt x="48101" y="0"/>
                  </a:moveTo>
                  <a:lnTo>
                    <a:pt x="0" y="1600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20891"/>
              <a:ext cx="48101" cy="160097"/>
            </a:xfrm>
            <a:custGeom>
              <a:avLst/>
              <a:pathLst>
                <a:path w="48101" h="160097">
                  <a:moveTo>
                    <a:pt x="48101" y="0"/>
                  </a:moveTo>
                  <a:lnTo>
                    <a:pt x="0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20891"/>
              <a:ext cx="48101" cy="160097"/>
            </a:xfrm>
            <a:custGeom>
              <a:avLst/>
              <a:pathLst>
                <a:path w="48101" h="160097">
                  <a:moveTo>
                    <a:pt x="48101" y="0"/>
                  </a:moveTo>
                  <a:lnTo>
                    <a:pt x="0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20891"/>
              <a:ext cx="48101" cy="160097"/>
            </a:xfrm>
            <a:custGeom>
              <a:avLst/>
              <a:pathLst>
                <a:path w="48101" h="160097">
                  <a:moveTo>
                    <a:pt x="48101" y="0"/>
                  </a:moveTo>
                  <a:lnTo>
                    <a:pt x="0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20891"/>
              <a:ext cx="48101" cy="160097"/>
            </a:xfrm>
            <a:custGeom>
              <a:avLst/>
              <a:pathLst>
                <a:path w="48101" h="160097">
                  <a:moveTo>
                    <a:pt x="48101" y="0"/>
                  </a:moveTo>
                  <a:lnTo>
                    <a:pt x="0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20891"/>
              <a:ext cx="48101" cy="160097"/>
            </a:xfrm>
            <a:custGeom>
              <a:avLst/>
              <a:pathLst>
                <a:path w="48101" h="160097">
                  <a:moveTo>
                    <a:pt x="48101" y="0"/>
                  </a:moveTo>
                  <a:lnTo>
                    <a:pt x="0" y="1600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20891"/>
              <a:ext cx="48101" cy="160097"/>
            </a:xfrm>
            <a:custGeom>
              <a:avLst/>
              <a:pathLst>
                <a:path w="48101" h="160097">
                  <a:moveTo>
                    <a:pt x="48101" y="0"/>
                  </a:moveTo>
                  <a:lnTo>
                    <a:pt x="0" y="1600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20891"/>
              <a:ext cx="48101" cy="160097"/>
            </a:xfrm>
            <a:custGeom>
              <a:avLst/>
              <a:pathLst>
                <a:path w="48101" h="160097">
                  <a:moveTo>
                    <a:pt x="48101" y="0"/>
                  </a:moveTo>
                  <a:lnTo>
                    <a:pt x="0" y="1600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48101" cy="167167"/>
            </a:xfrm>
            <a:custGeom>
              <a:avLst/>
              <a:pathLst>
                <a:path w="48101" h="167167">
                  <a:moveTo>
                    <a:pt x="48101" y="7069"/>
                  </a:moveTo>
                  <a:lnTo>
                    <a:pt x="42229" y="5421"/>
                  </a:lnTo>
                  <a:lnTo>
                    <a:pt x="36301" y="3989"/>
                  </a:lnTo>
                  <a:lnTo>
                    <a:pt x="30325" y="2773"/>
                  </a:lnTo>
                  <a:lnTo>
                    <a:pt x="24309" y="1776"/>
                  </a:lnTo>
                  <a:lnTo>
                    <a:pt x="18260" y="1000"/>
                  </a:lnTo>
                  <a:lnTo>
                    <a:pt x="12187" y="444"/>
                  </a:lnTo>
                  <a:lnTo>
                    <a:pt x="6097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19357" y="4659281"/>
              <a:ext cx="167167" cy="249467"/>
            </a:xfrm>
            <a:custGeom>
              <a:avLst/>
              <a:pathLst>
                <a:path w="167167" h="249467">
                  <a:moveTo>
                    <a:pt x="167167" y="0"/>
                  </a:moveTo>
                  <a:lnTo>
                    <a:pt x="161804" y="86"/>
                  </a:lnTo>
                  <a:lnTo>
                    <a:pt x="156447" y="344"/>
                  </a:lnTo>
                  <a:lnTo>
                    <a:pt x="151101" y="773"/>
                  </a:lnTo>
                  <a:lnTo>
                    <a:pt x="145771" y="1374"/>
                  </a:lnTo>
                  <a:lnTo>
                    <a:pt x="140464" y="2146"/>
                  </a:lnTo>
                  <a:lnTo>
                    <a:pt x="135183" y="3088"/>
                  </a:lnTo>
                  <a:lnTo>
                    <a:pt x="129936" y="4198"/>
                  </a:lnTo>
                  <a:lnTo>
                    <a:pt x="124727" y="5476"/>
                  </a:lnTo>
                  <a:lnTo>
                    <a:pt x="119562" y="6921"/>
                  </a:lnTo>
                  <a:lnTo>
                    <a:pt x="114446" y="8531"/>
                  </a:lnTo>
                  <a:lnTo>
                    <a:pt x="109384" y="10304"/>
                  </a:lnTo>
                  <a:lnTo>
                    <a:pt x="104382" y="12238"/>
                  </a:lnTo>
                  <a:lnTo>
                    <a:pt x="99444" y="14332"/>
                  </a:lnTo>
                  <a:lnTo>
                    <a:pt x="94576" y="16583"/>
                  </a:lnTo>
                  <a:lnTo>
                    <a:pt x="89782" y="18989"/>
                  </a:lnTo>
                  <a:lnTo>
                    <a:pt x="85069" y="21548"/>
                  </a:lnTo>
                  <a:lnTo>
                    <a:pt x="80440" y="24257"/>
                  </a:lnTo>
                  <a:lnTo>
                    <a:pt x="75900" y="27112"/>
                  </a:lnTo>
                  <a:lnTo>
                    <a:pt x="71454" y="30112"/>
                  </a:lnTo>
                  <a:lnTo>
                    <a:pt x="67106" y="33253"/>
                  </a:lnTo>
                  <a:lnTo>
                    <a:pt x="62862" y="36532"/>
                  </a:lnTo>
                  <a:lnTo>
                    <a:pt x="58725" y="39946"/>
                  </a:lnTo>
                  <a:lnTo>
                    <a:pt x="54699" y="43490"/>
                  </a:lnTo>
                  <a:lnTo>
                    <a:pt x="50790" y="47161"/>
                  </a:lnTo>
                  <a:lnTo>
                    <a:pt x="47000" y="50957"/>
                  </a:lnTo>
                  <a:lnTo>
                    <a:pt x="43334" y="54871"/>
                  </a:lnTo>
                  <a:lnTo>
                    <a:pt x="39795" y="58902"/>
                  </a:lnTo>
                  <a:lnTo>
                    <a:pt x="36387" y="63043"/>
                  </a:lnTo>
                  <a:lnTo>
                    <a:pt x="33114" y="67292"/>
                  </a:lnTo>
                  <a:lnTo>
                    <a:pt x="29979" y="71644"/>
                  </a:lnTo>
                  <a:lnTo>
                    <a:pt x="26986" y="76094"/>
                  </a:lnTo>
                  <a:lnTo>
                    <a:pt x="24136" y="80638"/>
                  </a:lnTo>
                  <a:lnTo>
                    <a:pt x="21434" y="85271"/>
                  </a:lnTo>
                  <a:lnTo>
                    <a:pt x="18882" y="89988"/>
                  </a:lnTo>
                  <a:lnTo>
                    <a:pt x="16482" y="94785"/>
                  </a:lnTo>
                  <a:lnTo>
                    <a:pt x="14238" y="99656"/>
                  </a:lnTo>
                  <a:lnTo>
                    <a:pt x="12151" y="104597"/>
                  </a:lnTo>
                  <a:lnTo>
                    <a:pt x="10223" y="109602"/>
                  </a:lnTo>
                  <a:lnTo>
                    <a:pt x="8457" y="114666"/>
                  </a:lnTo>
                  <a:lnTo>
                    <a:pt x="6855" y="119785"/>
                  </a:lnTo>
                  <a:lnTo>
                    <a:pt x="5417" y="124952"/>
                  </a:lnTo>
                  <a:lnTo>
                    <a:pt x="4146" y="130163"/>
                  </a:lnTo>
                  <a:lnTo>
                    <a:pt x="3043" y="135411"/>
                  </a:lnTo>
                  <a:lnTo>
                    <a:pt x="2109" y="140693"/>
                  </a:lnTo>
                  <a:lnTo>
                    <a:pt x="1345" y="146001"/>
                  </a:lnTo>
                  <a:lnTo>
                    <a:pt x="751" y="151332"/>
                  </a:lnTo>
                  <a:lnTo>
                    <a:pt x="329" y="156679"/>
                  </a:lnTo>
                  <a:lnTo>
                    <a:pt x="78" y="162036"/>
                  </a:lnTo>
                  <a:lnTo>
                    <a:pt x="0" y="167399"/>
                  </a:lnTo>
                  <a:lnTo>
                    <a:pt x="93" y="172762"/>
                  </a:lnTo>
                  <a:lnTo>
                    <a:pt x="358" y="178118"/>
                  </a:lnTo>
                  <a:lnTo>
                    <a:pt x="796" y="183464"/>
                  </a:lnTo>
                  <a:lnTo>
                    <a:pt x="1404" y="188793"/>
                  </a:lnTo>
                  <a:lnTo>
                    <a:pt x="2183" y="194099"/>
                  </a:lnTo>
                  <a:lnTo>
                    <a:pt x="3132" y="199378"/>
                  </a:lnTo>
                  <a:lnTo>
                    <a:pt x="4250" y="204624"/>
                  </a:lnTo>
                  <a:lnTo>
                    <a:pt x="5535" y="209831"/>
                  </a:lnTo>
                  <a:lnTo>
                    <a:pt x="6987" y="214994"/>
                  </a:lnTo>
                  <a:lnTo>
                    <a:pt x="8604" y="220108"/>
                  </a:lnTo>
                  <a:lnTo>
                    <a:pt x="10384" y="225167"/>
                  </a:lnTo>
                  <a:lnTo>
                    <a:pt x="12325" y="230167"/>
                  </a:lnTo>
                  <a:lnTo>
                    <a:pt x="14426" y="235102"/>
                  </a:lnTo>
                  <a:lnTo>
                    <a:pt x="16684" y="239967"/>
                  </a:lnTo>
                  <a:lnTo>
                    <a:pt x="19097" y="244757"/>
                  </a:lnTo>
                  <a:lnTo>
                    <a:pt x="21662" y="24946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41020" y="4826449"/>
              <a:ext cx="145504" cy="82300"/>
            </a:xfrm>
            <a:custGeom>
              <a:avLst/>
              <a:pathLst>
                <a:path w="145504" h="82300">
                  <a:moveTo>
                    <a:pt x="0" y="82300"/>
                  </a:moveTo>
                  <a:lnTo>
                    <a:pt x="14550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41020" y="4826449"/>
              <a:ext cx="145504" cy="82300"/>
            </a:xfrm>
            <a:custGeom>
              <a:avLst/>
              <a:pathLst>
                <a:path w="145504" h="82300">
                  <a:moveTo>
                    <a:pt x="0" y="82300"/>
                  </a:moveTo>
                  <a:lnTo>
                    <a:pt x="14550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41020" y="4826449"/>
              <a:ext cx="145504" cy="82300"/>
            </a:xfrm>
            <a:custGeom>
              <a:avLst/>
              <a:pathLst>
                <a:path w="145504" h="82300">
                  <a:moveTo>
                    <a:pt x="0" y="82300"/>
                  </a:moveTo>
                  <a:lnTo>
                    <a:pt x="14550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41020" y="4826449"/>
              <a:ext cx="145504" cy="82300"/>
            </a:xfrm>
            <a:custGeom>
              <a:avLst/>
              <a:pathLst>
                <a:path w="145504" h="82300">
                  <a:moveTo>
                    <a:pt x="0" y="82300"/>
                  </a:moveTo>
                  <a:lnTo>
                    <a:pt x="1455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41020" y="4826449"/>
              <a:ext cx="145504" cy="82300"/>
            </a:xfrm>
            <a:custGeom>
              <a:avLst/>
              <a:pathLst>
                <a:path w="145504" h="82300">
                  <a:moveTo>
                    <a:pt x="0" y="82300"/>
                  </a:moveTo>
                  <a:lnTo>
                    <a:pt x="1455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41020" y="4826449"/>
              <a:ext cx="145504" cy="82300"/>
            </a:xfrm>
            <a:custGeom>
              <a:avLst/>
              <a:pathLst>
                <a:path w="145504" h="82300">
                  <a:moveTo>
                    <a:pt x="0" y="82300"/>
                  </a:moveTo>
                  <a:lnTo>
                    <a:pt x="1455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41020" y="4826449"/>
              <a:ext cx="145504" cy="82300"/>
            </a:xfrm>
            <a:custGeom>
              <a:avLst/>
              <a:pathLst>
                <a:path w="145504" h="82300">
                  <a:moveTo>
                    <a:pt x="0" y="82300"/>
                  </a:moveTo>
                  <a:lnTo>
                    <a:pt x="1455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41020" y="4826449"/>
              <a:ext cx="145504" cy="82300"/>
            </a:xfrm>
            <a:custGeom>
              <a:avLst/>
              <a:pathLst>
                <a:path w="145504" h="82300">
                  <a:moveTo>
                    <a:pt x="0" y="82300"/>
                  </a:moveTo>
                  <a:lnTo>
                    <a:pt x="14550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41020" y="4826449"/>
              <a:ext cx="145504" cy="82300"/>
            </a:xfrm>
            <a:custGeom>
              <a:avLst/>
              <a:pathLst>
                <a:path w="145504" h="82300">
                  <a:moveTo>
                    <a:pt x="0" y="82300"/>
                  </a:moveTo>
                  <a:lnTo>
                    <a:pt x="14550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41020" y="4826449"/>
              <a:ext cx="145504" cy="100115"/>
            </a:xfrm>
            <a:custGeom>
              <a:avLst/>
              <a:pathLst>
                <a:path w="145504" h="100115">
                  <a:moveTo>
                    <a:pt x="0" y="82300"/>
                  </a:moveTo>
                  <a:lnTo>
                    <a:pt x="3624" y="88401"/>
                  </a:lnTo>
                  <a:lnTo>
                    <a:pt x="7503" y="94343"/>
                  </a:lnTo>
                  <a:lnTo>
                    <a:pt x="11632" y="100115"/>
                  </a:lnTo>
                  <a:lnTo>
                    <a:pt x="14550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52652" y="4659281"/>
              <a:ext cx="301026" cy="334331"/>
            </a:xfrm>
            <a:custGeom>
              <a:avLst/>
              <a:pathLst>
                <a:path w="301026" h="334331">
                  <a:moveTo>
                    <a:pt x="0" y="267282"/>
                  </a:moveTo>
                  <a:lnTo>
                    <a:pt x="3250" y="271488"/>
                  </a:lnTo>
                  <a:lnTo>
                    <a:pt x="6633" y="275588"/>
                  </a:lnTo>
                  <a:lnTo>
                    <a:pt x="10144" y="279579"/>
                  </a:lnTo>
                  <a:lnTo>
                    <a:pt x="13781" y="283456"/>
                  </a:lnTo>
                  <a:lnTo>
                    <a:pt x="17539" y="287215"/>
                  </a:lnTo>
                  <a:lnTo>
                    <a:pt x="21414" y="290853"/>
                  </a:lnTo>
                  <a:lnTo>
                    <a:pt x="25404" y="294366"/>
                  </a:lnTo>
                  <a:lnTo>
                    <a:pt x="29503" y="297750"/>
                  </a:lnTo>
                  <a:lnTo>
                    <a:pt x="33707" y="301002"/>
                  </a:lnTo>
                  <a:lnTo>
                    <a:pt x="38013" y="304119"/>
                  </a:lnTo>
                  <a:lnTo>
                    <a:pt x="42416" y="307098"/>
                  </a:lnTo>
                  <a:lnTo>
                    <a:pt x="46911" y="309935"/>
                  </a:lnTo>
                  <a:lnTo>
                    <a:pt x="51494" y="312627"/>
                  </a:lnTo>
                  <a:lnTo>
                    <a:pt x="56160" y="315173"/>
                  </a:lnTo>
                  <a:lnTo>
                    <a:pt x="60905" y="317569"/>
                  </a:lnTo>
                  <a:lnTo>
                    <a:pt x="65724" y="319813"/>
                  </a:lnTo>
                  <a:lnTo>
                    <a:pt x="70611" y="321902"/>
                  </a:lnTo>
                  <a:lnTo>
                    <a:pt x="75563" y="323835"/>
                  </a:lnTo>
                  <a:lnTo>
                    <a:pt x="80574" y="325610"/>
                  </a:lnTo>
                  <a:lnTo>
                    <a:pt x="85638" y="327224"/>
                  </a:lnTo>
                  <a:lnTo>
                    <a:pt x="90751" y="328677"/>
                  </a:lnTo>
                  <a:lnTo>
                    <a:pt x="95908" y="329966"/>
                  </a:lnTo>
                  <a:lnTo>
                    <a:pt x="101103" y="331091"/>
                  </a:lnTo>
                  <a:lnTo>
                    <a:pt x="106331" y="332050"/>
                  </a:lnTo>
                  <a:lnTo>
                    <a:pt x="111588" y="332842"/>
                  </a:lnTo>
                  <a:lnTo>
                    <a:pt x="116866" y="333467"/>
                  </a:lnTo>
                  <a:lnTo>
                    <a:pt x="122162" y="333924"/>
                  </a:lnTo>
                  <a:lnTo>
                    <a:pt x="127470" y="334212"/>
                  </a:lnTo>
                  <a:lnTo>
                    <a:pt x="132784" y="334331"/>
                  </a:lnTo>
                  <a:lnTo>
                    <a:pt x="138099" y="334281"/>
                  </a:lnTo>
                  <a:lnTo>
                    <a:pt x="143410" y="334062"/>
                  </a:lnTo>
                  <a:lnTo>
                    <a:pt x="148712" y="333674"/>
                  </a:lnTo>
                  <a:lnTo>
                    <a:pt x="153998" y="333118"/>
                  </a:lnTo>
                  <a:lnTo>
                    <a:pt x="159264" y="332395"/>
                  </a:lnTo>
                  <a:lnTo>
                    <a:pt x="164505" y="331504"/>
                  </a:lnTo>
                  <a:lnTo>
                    <a:pt x="169714" y="330447"/>
                  </a:lnTo>
                  <a:lnTo>
                    <a:pt x="174887" y="329225"/>
                  </a:lnTo>
                  <a:lnTo>
                    <a:pt x="180019" y="327839"/>
                  </a:lnTo>
                  <a:lnTo>
                    <a:pt x="185104" y="326290"/>
                  </a:lnTo>
                  <a:lnTo>
                    <a:pt x="190137" y="324581"/>
                  </a:lnTo>
                  <a:lnTo>
                    <a:pt x="195113" y="322713"/>
                  </a:lnTo>
                  <a:lnTo>
                    <a:pt x="200028" y="320687"/>
                  </a:lnTo>
                  <a:lnTo>
                    <a:pt x="204875" y="318506"/>
                  </a:lnTo>
                  <a:lnTo>
                    <a:pt x="209651" y="316172"/>
                  </a:lnTo>
                  <a:lnTo>
                    <a:pt x="214350" y="313687"/>
                  </a:lnTo>
                  <a:lnTo>
                    <a:pt x="218968" y="311055"/>
                  </a:lnTo>
                  <a:lnTo>
                    <a:pt x="223500" y="308276"/>
                  </a:lnTo>
                  <a:lnTo>
                    <a:pt x="227941" y="305356"/>
                  </a:lnTo>
                  <a:lnTo>
                    <a:pt x="232287" y="302295"/>
                  </a:lnTo>
                  <a:lnTo>
                    <a:pt x="236533" y="299098"/>
                  </a:lnTo>
                  <a:lnTo>
                    <a:pt x="240676" y="295767"/>
                  </a:lnTo>
                  <a:lnTo>
                    <a:pt x="244710" y="292306"/>
                  </a:lnTo>
                  <a:lnTo>
                    <a:pt x="248633" y="288719"/>
                  </a:lnTo>
                  <a:lnTo>
                    <a:pt x="252440" y="285009"/>
                  </a:lnTo>
                  <a:lnTo>
                    <a:pt x="256126" y="281180"/>
                  </a:lnTo>
                  <a:lnTo>
                    <a:pt x="259689" y="277235"/>
                  </a:lnTo>
                  <a:lnTo>
                    <a:pt x="263125" y="273179"/>
                  </a:lnTo>
                  <a:lnTo>
                    <a:pt x="266430" y="269016"/>
                  </a:lnTo>
                  <a:lnTo>
                    <a:pt x="269602" y="264750"/>
                  </a:lnTo>
                  <a:lnTo>
                    <a:pt x="272635" y="260386"/>
                  </a:lnTo>
                  <a:lnTo>
                    <a:pt x="275529" y="255927"/>
                  </a:lnTo>
                  <a:lnTo>
                    <a:pt x="278279" y="251378"/>
                  </a:lnTo>
                  <a:lnTo>
                    <a:pt x="280884" y="246744"/>
                  </a:lnTo>
                  <a:lnTo>
                    <a:pt x="283340" y="242030"/>
                  </a:lnTo>
                  <a:lnTo>
                    <a:pt x="285644" y="237240"/>
                  </a:lnTo>
                  <a:lnTo>
                    <a:pt x="287795" y="232379"/>
                  </a:lnTo>
                  <a:lnTo>
                    <a:pt x="289791" y="227453"/>
                  </a:lnTo>
                  <a:lnTo>
                    <a:pt x="291629" y="222465"/>
                  </a:lnTo>
                  <a:lnTo>
                    <a:pt x="293307" y="217421"/>
                  </a:lnTo>
                  <a:lnTo>
                    <a:pt x="294824" y="212327"/>
                  </a:lnTo>
                  <a:lnTo>
                    <a:pt x="296179" y="207187"/>
                  </a:lnTo>
                  <a:lnTo>
                    <a:pt x="297369" y="202006"/>
                  </a:lnTo>
                  <a:lnTo>
                    <a:pt x="298394" y="196790"/>
                  </a:lnTo>
                  <a:lnTo>
                    <a:pt x="299253" y="191545"/>
                  </a:lnTo>
                  <a:lnTo>
                    <a:pt x="299944" y="186274"/>
                  </a:lnTo>
                  <a:lnTo>
                    <a:pt x="300468" y="180985"/>
                  </a:lnTo>
                  <a:lnTo>
                    <a:pt x="300823" y="175681"/>
                  </a:lnTo>
                  <a:lnTo>
                    <a:pt x="301009" y="170369"/>
                  </a:lnTo>
                  <a:lnTo>
                    <a:pt x="301026" y="165053"/>
                  </a:lnTo>
                  <a:lnTo>
                    <a:pt x="300875" y="159740"/>
                  </a:lnTo>
                  <a:lnTo>
                    <a:pt x="300554" y="154434"/>
                  </a:lnTo>
                  <a:lnTo>
                    <a:pt x="300065" y="149141"/>
                  </a:lnTo>
                  <a:lnTo>
                    <a:pt x="299408" y="143866"/>
                  </a:lnTo>
                  <a:lnTo>
                    <a:pt x="298583" y="138615"/>
                  </a:lnTo>
                  <a:lnTo>
                    <a:pt x="297592" y="133393"/>
                  </a:lnTo>
                  <a:lnTo>
                    <a:pt x="296436" y="128204"/>
                  </a:lnTo>
                  <a:lnTo>
                    <a:pt x="295115" y="123056"/>
                  </a:lnTo>
                  <a:lnTo>
                    <a:pt x="293631" y="117952"/>
                  </a:lnTo>
                  <a:lnTo>
                    <a:pt x="291985" y="112897"/>
                  </a:lnTo>
                  <a:lnTo>
                    <a:pt x="290180" y="107898"/>
                  </a:lnTo>
                  <a:lnTo>
                    <a:pt x="288217" y="102958"/>
                  </a:lnTo>
                  <a:lnTo>
                    <a:pt x="286097" y="98083"/>
                  </a:lnTo>
                  <a:lnTo>
                    <a:pt x="283824" y="93278"/>
                  </a:lnTo>
                  <a:lnTo>
                    <a:pt x="281399" y="88548"/>
                  </a:lnTo>
                  <a:lnTo>
                    <a:pt x="278825" y="83898"/>
                  </a:lnTo>
                  <a:lnTo>
                    <a:pt x="276104" y="79331"/>
                  </a:lnTo>
                  <a:lnTo>
                    <a:pt x="273239" y="74853"/>
                  </a:lnTo>
                  <a:lnTo>
                    <a:pt x="270234" y="70469"/>
                  </a:lnTo>
                  <a:lnTo>
                    <a:pt x="267091" y="66183"/>
                  </a:lnTo>
                  <a:lnTo>
                    <a:pt x="263812" y="61998"/>
                  </a:lnTo>
                  <a:lnTo>
                    <a:pt x="260403" y="57920"/>
                  </a:lnTo>
                  <a:lnTo>
                    <a:pt x="256866" y="53952"/>
                  </a:lnTo>
                  <a:lnTo>
                    <a:pt x="253204" y="50099"/>
                  </a:lnTo>
                  <a:lnTo>
                    <a:pt x="249422" y="46364"/>
                  </a:lnTo>
                  <a:lnTo>
                    <a:pt x="245523" y="42752"/>
                  </a:lnTo>
                  <a:lnTo>
                    <a:pt x="241511" y="39265"/>
                  </a:lnTo>
                  <a:lnTo>
                    <a:pt x="237390" y="35907"/>
                  </a:lnTo>
                  <a:lnTo>
                    <a:pt x="233164" y="32682"/>
                  </a:lnTo>
                  <a:lnTo>
                    <a:pt x="228838" y="29594"/>
                  </a:lnTo>
                  <a:lnTo>
                    <a:pt x="224416" y="26644"/>
                  </a:lnTo>
                  <a:lnTo>
                    <a:pt x="219903" y="23836"/>
                  </a:lnTo>
                  <a:lnTo>
                    <a:pt x="215302" y="21173"/>
                  </a:lnTo>
                  <a:lnTo>
                    <a:pt x="210619" y="18658"/>
                  </a:lnTo>
                  <a:lnTo>
                    <a:pt x="205859" y="16293"/>
                  </a:lnTo>
                  <a:lnTo>
                    <a:pt x="201026" y="14081"/>
                  </a:lnTo>
                  <a:lnTo>
                    <a:pt x="196125" y="12023"/>
                  </a:lnTo>
                  <a:lnTo>
                    <a:pt x="191160" y="10122"/>
                  </a:lnTo>
                  <a:lnTo>
                    <a:pt x="186138" y="8380"/>
                  </a:lnTo>
                  <a:lnTo>
                    <a:pt x="181064" y="6799"/>
                  </a:lnTo>
                  <a:lnTo>
                    <a:pt x="175941" y="5380"/>
                  </a:lnTo>
                  <a:lnTo>
                    <a:pt x="170776" y="4124"/>
                  </a:lnTo>
                  <a:lnTo>
                    <a:pt x="165574" y="3033"/>
                  </a:lnTo>
                  <a:lnTo>
                    <a:pt x="160339" y="2108"/>
                  </a:lnTo>
                  <a:lnTo>
                    <a:pt x="155078" y="1350"/>
                  </a:lnTo>
                  <a:lnTo>
                    <a:pt x="149795" y="760"/>
                  </a:lnTo>
                  <a:lnTo>
                    <a:pt x="144497" y="337"/>
                  </a:lnTo>
                  <a:lnTo>
                    <a:pt x="139187" y="84"/>
                  </a:lnTo>
                  <a:lnTo>
                    <a:pt x="133872" y="0"/>
                  </a:lnTo>
                  <a:lnTo>
                    <a:pt x="1338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321564" y="5018213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4" y="334"/>
                  </a:lnTo>
                  <a:lnTo>
                    <a:pt x="151311" y="752"/>
                  </a:lnTo>
                  <a:lnTo>
                    <a:pt x="146054" y="1337"/>
                  </a:lnTo>
                  <a:lnTo>
                    <a:pt x="140818" y="2087"/>
                  </a:lnTo>
                  <a:lnTo>
                    <a:pt x="135609" y="3003"/>
                  </a:lnTo>
                  <a:lnTo>
                    <a:pt x="130431" y="4084"/>
                  </a:lnTo>
                  <a:lnTo>
                    <a:pt x="125289" y="5327"/>
                  </a:lnTo>
                  <a:lnTo>
                    <a:pt x="120190" y="6733"/>
                  </a:lnTo>
                  <a:lnTo>
                    <a:pt x="115138" y="8299"/>
                  </a:lnTo>
                  <a:lnTo>
                    <a:pt x="110138" y="10024"/>
                  </a:lnTo>
                  <a:lnTo>
                    <a:pt x="105195" y="11907"/>
                  </a:lnTo>
                  <a:lnTo>
                    <a:pt x="100314" y="13945"/>
                  </a:lnTo>
                  <a:lnTo>
                    <a:pt x="95500" y="16136"/>
                  </a:lnTo>
                  <a:lnTo>
                    <a:pt x="90757" y="18479"/>
                  </a:lnTo>
                  <a:lnTo>
                    <a:pt x="86091" y="20970"/>
                  </a:lnTo>
                  <a:lnTo>
                    <a:pt x="81507" y="23608"/>
                  </a:lnTo>
                  <a:lnTo>
                    <a:pt x="77008" y="26390"/>
                  </a:lnTo>
                  <a:lnTo>
                    <a:pt x="72599" y="29312"/>
                  </a:lnTo>
                  <a:lnTo>
                    <a:pt x="68285" y="32373"/>
                  </a:lnTo>
                  <a:lnTo>
                    <a:pt x="64070" y="35569"/>
                  </a:lnTo>
                  <a:lnTo>
                    <a:pt x="59958" y="38896"/>
                  </a:lnTo>
                  <a:lnTo>
                    <a:pt x="55953" y="42352"/>
                  </a:lnTo>
                  <a:lnTo>
                    <a:pt x="52060" y="45932"/>
                  </a:lnTo>
                  <a:lnTo>
                    <a:pt x="48282" y="49634"/>
                  </a:lnTo>
                  <a:lnTo>
                    <a:pt x="44623" y="53454"/>
                  </a:lnTo>
                  <a:lnTo>
                    <a:pt x="41087" y="57388"/>
                  </a:lnTo>
                  <a:lnTo>
                    <a:pt x="37677" y="61431"/>
                  </a:lnTo>
                  <a:lnTo>
                    <a:pt x="34397" y="65580"/>
                  </a:lnTo>
                  <a:lnTo>
                    <a:pt x="31249" y="69831"/>
                  </a:lnTo>
                  <a:lnTo>
                    <a:pt x="28238" y="74180"/>
                  </a:lnTo>
                  <a:lnTo>
                    <a:pt x="25365" y="78622"/>
                  </a:lnTo>
                  <a:lnTo>
                    <a:pt x="22635" y="83152"/>
                  </a:lnTo>
                  <a:lnTo>
                    <a:pt x="20049" y="87766"/>
                  </a:lnTo>
                  <a:lnTo>
                    <a:pt x="17611" y="92460"/>
                  </a:lnTo>
                  <a:lnTo>
                    <a:pt x="15322" y="97229"/>
                  </a:lnTo>
                  <a:lnTo>
                    <a:pt x="13185" y="102067"/>
                  </a:lnTo>
                  <a:lnTo>
                    <a:pt x="11203" y="106971"/>
                  </a:lnTo>
                  <a:lnTo>
                    <a:pt x="9377" y="111935"/>
                  </a:lnTo>
                  <a:lnTo>
                    <a:pt x="7708" y="116955"/>
                  </a:lnTo>
                  <a:lnTo>
                    <a:pt x="6199" y="122024"/>
                  </a:lnTo>
                  <a:lnTo>
                    <a:pt x="4852" y="127139"/>
                  </a:lnTo>
                  <a:lnTo>
                    <a:pt x="3667" y="132294"/>
                  </a:lnTo>
                  <a:lnTo>
                    <a:pt x="2645" y="137484"/>
                  </a:lnTo>
                  <a:lnTo>
                    <a:pt x="1788" y="142704"/>
                  </a:lnTo>
                  <a:lnTo>
                    <a:pt x="1097" y="147948"/>
                  </a:lnTo>
                  <a:lnTo>
                    <a:pt x="572" y="153211"/>
                  </a:lnTo>
                  <a:lnTo>
                    <a:pt x="214" y="158488"/>
                  </a:lnTo>
                  <a:lnTo>
                    <a:pt x="23" y="163774"/>
                  </a:lnTo>
                  <a:lnTo>
                    <a:pt x="0" y="169064"/>
                  </a:lnTo>
                  <a:lnTo>
                    <a:pt x="143" y="174351"/>
                  </a:lnTo>
                  <a:lnTo>
                    <a:pt x="454" y="179632"/>
                  </a:lnTo>
                  <a:lnTo>
                    <a:pt x="932" y="184899"/>
                  </a:lnTo>
                  <a:lnTo>
                    <a:pt x="1576" y="190149"/>
                  </a:lnTo>
                  <a:lnTo>
                    <a:pt x="2386" y="195377"/>
                  </a:lnTo>
                  <a:lnTo>
                    <a:pt x="3361" y="200575"/>
                  </a:lnTo>
                  <a:lnTo>
                    <a:pt x="4500" y="205741"/>
                  </a:lnTo>
                  <a:lnTo>
                    <a:pt x="5802" y="210867"/>
                  </a:lnTo>
                  <a:lnTo>
                    <a:pt x="7265" y="215950"/>
                  </a:lnTo>
                  <a:lnTo>
                    <a:pt x="8889" y="220985"/>
                  </a:lnTo>
                  <a:lnTo>
                    <a:pt x="10671" y="225965"/>
                  </a:lnTo>
                  <a:lnTo>
                    <a:pt x="12609" y="230886"/>
                  </a:lnTo>
                  <a:lnTo>
                    <a:pt x="14702" y="235744"/>
                  </a:lnTo>
                  <a:lnTo>
                    <a:pt x="16948" y="240533"/>
                  </a:lnTo>
                  <a:lnTo>
                    <a:pt x="19345" y="245248"/>
                  </a:lnTo>
                  <a:lnTo>
                    <a:pt x="21889" y="249886"/>
                  </a:lnTo>
                  <a:lnTo>
                    <a:pt x="24579" y="254440"/>
                  </a:lnTo>
                  <a:lnTo>
                    <a:pt x="27411" y="258907"/>
                  </a:lnTo>
                  <a:lnTo>
                    <a:pt x="30384" y="263282"/>
                  </a:lnTo>
                  <a:lnTo>
                    <a:pt x="33493" y="267562"/>
                  </a:lnTo>
                  <a:lnTo>
                    <a:pt x="36736" y="271740"/>
                  </a:lnTo>
                  <a:lnTo>
                    <a:pt x="40110" y="275814"/>
                  </a:lnTo>
                  <a:lnTo>
                    <a:pt x="43611" y="279779"/>
                  </a:lnTo>
                  <a:lnTo>
                    <a:pt x="47235" y="283631"/>
                  </a:lnTo>
                  <a:lnTo>
                    <a:pt x="50980" y="287367"/>
                  </a:lnTo>
                  <a:lnTo>
                    <a:pt x="54841" y="290982"/>
                  </a:lnTo>
                  <a:lnTo>
                    <a:pt x="58814" y="294474"/>
                  </a:lnTo>
                  <a:lnTo>
                    <a:pt x="62896" y="297838"/>
                  </a:lnTo>
                  <a:lnTo>
                    <a:pt x="67083" y="301071"/>
                  </a:lnTo>
                  <a:lnTo>
                    <a:pt x="71369" y="304170"/>
                  </a:lnTo>
                  <a:lnTo>
                    <a:pt x="75751" y="307132"/>
                  </a:lnTo>
                  <a:lnTo>
                    <a:pt x="80225" y="309953"/>
                  </a:lnTo>
                  <a:lnTo>
                    <a:pt x="84786" y="312632"/>
                  </a:lnTo>
                  <a:lnTo>
                    <a:pt x="89430" y="315165"/>
                  </a:lnTo>
                  <a:lnTo>
                    <a:pt x="94151" y="317550"/>
                  </a:lnTo>
                  <a:lnTo>
                    <a:pt x="98945" y="319785"/>
                  </a:lnTo>
                  <a:lnTo>
                    <a:pt x="103808" y="321866"/>
                  </a:lnTo>
                  <a:lnTo>
                    <a:pt x="108734" y="323793"/>
                  </a:lnTo>
                  <a:lnTo>
                    <a:pt x="113718" y="325563"/>
                  </a:lnTo>
                  <a:lnTo>
                    <a:pt x="118756" y="327175"/>
                  </a:lnTo>
                  <a:lnTo>
                    <a:pt x="123843" y="328626"/>
                  </a:lnTo>
                  <a:lnTo>
                    <a:pt x="128973" y="329915"/>
                  </a:lnTo>
                  <a:lnTo>
                    <a:pt x="134141" y="331042"/>
                  </a:lnTo>
                  <a:lnTo>
                    <a:pt x="139342" y="332004"/>
                  </a:lnTo>
                  <a:lnTo>
                    <a:pt x="144571" y="332802"/>
                  </a:lnTo>
                  <a:lnTo>
                    <a:pt x="149823" y="333433"/>
                  </a:lnTo>
                  <a:lnTo>
                    <a:pt x="155092" y="333898"/>
                  </a:lnTo>
                  <a:lnTo>
                    <a:pt x="160373" y="334197"/>
                  </a:lnTo>
                  <a:lnTo>
                    <a:pt x="165660" y="334328"/>
                  </a:lnTo>
                  <a:lnTo>
                    <a:pt x="170950" y="334291"/>
                  </a:lnTo>
                  <a:lnTo>
                    <a:pt x="176235" y="334088"/>
                  </a:lnTo>
                  <a:lnTo>
                    <a:pt x="181512" y="333717"/>
                  </a:lnTo>
                  <a:lnTo>
                    <a:pt x="186774" y="333179"/>
                  </a:lnTo>
                  <a:lnTo>
                    <a:pt x="192016" y="332476"/>
                  </a:lnTo>
                  <a:lnTo>
                    <a:pt x="197234" y="331606"/>
                  </a:lnTo>
                  <a:lnTo>
                    <a:pt x="202421" y="330572"/>
                  </a:lnTo>
                  <a:lnTo>
                    <a:pt x="207573" y="329375"/>
                  </a:lnTo>
                  <a:lnTo>
                    <a:pt x="212685" y="328015"/>
                  </a:lnTo>
                  <a:lnTo>
                    <a:pt x="217751" y="326494"/>
                  </a:lnTo>
                  <a:lnTo>
                    <a:pt x="222766" y="324814"/>
                  </a:lnTo>
                  <a:lnTo>
                    <a:pt x="227726" y="322975"/>
                  </a:lnTo>
                  <a:lnTo>
                    <a:pt x="232625" y="320981"/>
                  </a:lnTo>
                  <a:lnTo>
                    <a:pt x="237459" y="318833"/>
                  </a:lnTo>
                  <a:lnTo>
                    <a:pt x="242222" y="316533"/>
                  </a:lnTo>
                  <a:lnTo>
                    <a:pt x="246910" y="314083"/>
                  </a:lnTo>
                  <a:lnTo>
                    <a:pt x="251518" y="311486"/>
                  </a:lnTo>
                  <a:lnTo>
                    <a:pt x="256042" y="308745"/>
                  </a:lnTo>
                  <a:lnTo>
                    <a:pt x="260476" y="305862"/>
                  </a:lnTo>
                  <a:lnTo>
                    <a:pt x="264817" y="302840"/>
                  </a:lnTo>
                  <a:lnTo>
                    <a:pt x="269061" y="299682"/>
                  </a:lnTo>
                  <a:lnTo>
                    <a:pt x="273202" y="296392"/>
                  </a:lnTo>
                  <a:lnTo>
                    <a:pt x="277238" y="292972"/>
                  </a:lnTo>
                  <a:lnTo>
                    <a:pt x="281163" y="289427"/>
                  </a:lnTo>
                  <a:lnTo>
                    <a:pt x="284974" y="285759"/>
                  </a:lnTo>
                  <a:lnTo>
                    <a:pt x="288667" y="281972"/>
                  </a:lnTo>
                  <a:lnTo>
                    <a:pt x="292238" y="278070"/>
                  </a:lnTo>
                  <a:lnTo>
                    <a:pt x="295684" y="274057"/>
                  </a:lnTo>
                  <a:lnTo>
                    <a:pt x="299002" y="269937"/>
                  </a:lnTo>
                  <a:lnTo>
                    <a:pt x="302187" y="265715"/>
                  </a:lnTo>
                  <a:lnTo>
                    <a:pt x="305237" y="261393"/>
                  </a:lnTo>
                  <a:lnTo>
                    <a:pt x="308149" y="256978"/>
                  </a:lnTo>
                  <a:lnTo>
                    <a:pt x="310920" y="252472"/>
                  </a:lnTo>
                  <a:lnTo>
                    <a:pt x="313547" y="247881"/>
                  </a:lnTo>
                  <a:lnTo>
                    <a:pt x="316027" y="243209"/>
                  </a:lnTo>
                  <a:lnTo>
                    <a:pt x="318358" y="238461"/>
                  </a:lnTo>
                  <a:lnTo>
                    <a:pt x="320538" y="233642"/>
                  </a:lnTo>
                  <a:lnTo>
                    <a:pt x="322565" y="228756"/>
                  </a:lnTo>
                  <a:lnTo>
                    <a:pt x="324435" y="223808"/>
                  </a:lnTo>
                  <a:lnTo>
                    <a:pt x="326149" y="218804"/>
                  </a:lnTo>
                  <a:lnTo>
                    <a:pt x="327703" y="213748"/>
                  </a:lnTo>
                  <a:lnTo>
                    <a:pt x="329096" y="208645"/>
                  </a:lnTo>
                  <a:lnTo>
                    <a:pt x="330327" y="203501"/>
                  </a:lnTo>
                  <a:lnTo>
                    <a:pt x="331395" y="198321"/>
                  </a:lnTo>
                  <a:lnTo>
                    <a:pt x="332298" y="193109"/>
                  </a:lnTo>
                  <a:lnTo>
                    <a:pt x="333037" y="187871"/>
                  </a:lnTo>
                  <a:lnTo>
                    <a:pt x="333609" y="182613"/>
                  </a:lnTo>
                  <a:lnTo>
                    <a:pt x="334014" y="177339"/>
                  </a:lnTo>
                  <a:lnTo>
                    <a:pt x="334252" y="172055"/>
                  </a:lnTo>
                  <a:lnTo>
                    <a:pt x="334323" y="166766"/>
                  </a:lnTo>
                  <a:lnTo>
                    <a:pt x="334227" y="161477"/>
                  </a:lnTo>
                  <a:lnTo>
                    <a:pt x="333963" y="156194"/>
                  </a:lnTo>
                  <a:lnTo>
                    <a:pt x="333532" y="150923"/>
                  </a:lnTo>
                  <a:lnTo>
                    <a:pt x="332935" y="145667"/>
                  </a:lnTo>
                  <a:lnTo>
                    <a:pt x="332172" y="140433"/>
                  </a:lnTo>
                  <a:lnTo>
                    <a:pt x="331244" y="135226"/>
                  </a:lnTo>
                  <a:lnTo>
                    <a:pt x="330151" y="130050"/>
                  </a:lnTo>
                  <a:lnTo>
                    <a:pt x="328895" y="124912"/>
                  </a:lnTo>
                  <a:lnTo>
                    <a:pt x="327477" y="119816"/>
                  </a:lnTo>
                  <a:lnTo>
                    <a:pt x="325899" y="114768"/>
                  </a:lnTo>
                  <a:lnTo>
                    <a:pt x="324162" y="109772"/>
                  </a:lnTo>
                  <a:lnTo>
                    <a:pt x="322267" y="104833"/>
                  </a:lnTo>
                  <a:lnTo>
                    <a:pt x="320218" y="99957"/>
                  </a:lnTo>
                  <a:lnTo>
                    <a:pt x="318015" y="95148"/>
                  </a:lnTo>
                  <a:lnTo>
                    <a:pt x="315661" y="90411"/>
                  </a:lnTo>
                  <a:lnTo>
                    <a:pt x="313158" y="85751"/>
                  </a:lnTo>
                  <a:lnTo>
                    <a:pt x="310509" y="81173"/>
                  </a:lnTo>
                  <a:lnTo>
                    <a:pt x="307717" y="76681"/>
                  </a:lnTo>
                  <a:lnTo>
                    <a:pt x="304783" y="72279"/>
                  </a:lnTo>
                  <a:lnTo>
                    <a:pt x="301712" y="67972"/>
                  </a:lnTo>
                  <a:lnTo>
                    <a:pt x="298507" y="63765"/>
                  </a:lnTo>
                  <a:lnTo>
                    <a:pt x="295170" y="59661"/>
                  </a:lnTo>
                  <a:lnTo>
                    <a:pt x="291704" y="55665"/>
                  </a:lnTo>
                  <a:lnTo>
                    <a:pt x="288114" y="51780"/>
                  </a:lnTo>
                  <a:lnTo>
                    <a:pt x="284403" y="48011"/>
                  </a:lnTo>
                  <a:lnTo>
                    <a:pt x="280575" y="44362"/>
                  </a:lnTo>
                  <a:lnTo>
                    <a:pt x="276633" y="40835"/>
                  </a:lnTo>
                  <a:lnTo>
                    <a:pt x="272581" y="37434"/>
                  </a:lnTo>
                  <a:lnTo>
                    <a:pt x="268424" y="34164"/>
                  </a:lnTo>
                  <a:lnTo>
                    <a:pt x="264165" y="31027"/>
                  </a:lnTo>
                  <a:lnTo>
                    <a:pt x="259810" y="28026"/>
                  </a:lnTo>
                  <a:lnTo>
                    <a:pt x="255361" y="25164"/>
                  </a:lnTo>
                  <a:lnTo>
                    <a:pt x="250824" y="22444"/>
                  </a:lnTo>
                  <a:lnTo>
                    <a:pt x="246204" y="19870"/>
                  </a:lnTo>
                  <a:lnTo>
                    <a:pt x="241504" y="17443"/>
                  </a:lnTo>
                  <a:lnTo>
                    <a:pt x="236730" y="15165"/>
                  </a:lnTo>
                  <a:lnTo>
                    <a:pt x="231886" y="13040"/>
                  </a:lnTo>
                  <a:lnTo>
                    <a:pt x="226978" y="11070"/>
                  </a:lnTo>
                  <a:lnTo>
                    <a:pt x="222009" y="925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54852" cy="167167"/>
            </a:xfrm>
            <a:custGeom>
              <a:avLst/>
              <a:pathLst>
                <a:path w="54852" h="167167">
                  <a:moveTo>
                    <a:pt x="54852" y="9255"/>
                  </a:moveTo>
                  <a:lnTo>
                    <a:pt x="48950" y="7327"/>
                  </a:lnTo>
                  <a:lnTo>
                    <a:pt x="42980" y="5619"/>
                  </a:lnTo>
                  <a:lnTo>
                    <a:pt x="36951" y="4135"/>
                  </a:lnTo>
                  <a:lnTo>
                    <a:pt x="30870" y="2875"/>
                  </a:lnTo>
                  <a:lnTo>
                    <a:pt x="24747" y="1842"/>
                  </a:lnTo>
                  <a:lnTo>
                    <a:pt x="18590" y="1036"/>
                  </a:lnTo>
                  <a:lnTo>
                    <a:pt x="12408" y="461"/>
                  </a:lnTo>
                  <a:lnTo>
                    <a:pt x="6208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797346" y="5269756"/>
              <a:ext cx="167154" cy="265138"/>
            </a:xfrm>
            <a:custGeom>
              <a:avLst/>
              <a:pathLst>
                <a:path w="167154" h="265138">
                  <a:moveTo>
                    <a:pt x="167154" y="0"/>
                  </a:moveTo>
                  <a:lnTo>
                    <a:pt x="161754" y="87"/>
                  </a:lnTo>
                  <a:lnTo>
                    <a:pt x="156360" y="348"/>
                  </a:lnTo>
                  <a:lnTo>
                    <a:pt x="150977" y="784"/>
                  </a:lnTo>
                  <a:lnTo>
                    <a:pt x="145610" y="1394"/>
                  </a:lnTo>
                  <a:lnTo>
                    <a:pt x="140267" y="2176"/>
                  </a:lnTo>
                  <a:lnTo>
                    <a:pt x="134951" y="3131"/>
                  </a:lnTo>
                  <a:lnTo>
                    <a:pt x="129669" y="4257"/>
                  </a:lnTo>
                  <a:lnTo>
                    <a:pt x="124426" y="5552"/>
                  </a:lnTo>
                  <a:lnTo>
                    <a:pt x="119228" y="7017"/>
                  </a:lnTo>
                  <a:lnTo>
                    <a:pt x="114079" y="8649"/>
                  </a:lnTo>
                  <a:lnTo>
                    <a:pt x="108986" y="10446"/>
                  </a:lnTo>
                  <a:lnTo>
                    <a:pt x="103954" y="12407"/>
                  </a:lnTo>
                  <a:lnTo>
                    <a:pt x="98988" y="14529"/>
                  </a:lnTo>
                  <a:lnTo>
                    <a:pt x="94093" y="16811"/>
                  </a:lnTo>
                  <a:lnTo>
                    <a:pt x="89274" y="19249"/>
                  </a:lnTo>
                  <a:lnTo>
                    <a:pt x="84536" y="21842"/>
                  </a:lnTo>
                  <a:lnTo>
                    <a:pt x="79885" y="24587"/>
                  </a:lnTo>
                  <a:lnTo>
                    <a:pt x="75325" y="27480"/>
                  </a:lnTo>
                  <a:lnTo>
                    <a:pt x="70861" y="30520"/>
                  </a:lnTo>
                  <a:lnTo>
                    <a:pt x="66497" y="33702"/>
                  </a:lnTo>
                  <a:lnTo>
                    <a:pt x="62238" y="37023"/>
                  </a:lnTo>
                  <a:lnTo>
                    <a:pt x="58089" y="40480"/>
                  </a:lnTo>
                  <a:lnTo>
                    <a:pt x="54053" y="44069"/>
                  </a:lnTo>
                  <a:lnTo>
                    <a:pt x="50136" y="47787"/>
                  </a:lnTo>
                  <a:lnTo>
                    <a:pt x="46340" y="51629"/>
                  </a:lnTo>
                  <a:lnTo>
                    <a:pt x="42671" y="55592"/>
                  </a:lnTo>
                  <a:lnTo>
                    <a:pt x="39132" y="59672"/>
                  </a:lnTo>
                  <a:lnTo>
                    <a:pt x="35726" y="63863"/>
                  </a:lnTo>
                  <a:lnTo>
                    <a:pt x="32458" y="68163"/>
                  </a:lnTo>
                  <a:lnTo>
                    <a:pt x="29330" y="72565"/>
                  </a:lnTo>
                  <a:lnTo>
                    <a:pt x="26346" y="77067"/>
                  </a:lnTo>
                  <a:lnTo>
                    <a:pt x="23509" y="81662"/>
                  </a:lnTo>
                  <a:lnTo>
                    <a:pt x="20822" y="86347"/>
                  </a:lnTo>
                  <a:lnTo>
                    <a:pt x="18288" y="91116"/>
                  </a:lnTo>
                  <a:lnTo>
                    <a:pt x="15909" y="95965"/>
                  </a:lnTo>
                  <a:lnTo>
                    <a:pt x="13688" y="100888"/>
                  </a:lnTo>
                  <a:lnTo>
                    <a:pt x="11627" y="105880"/>
                  </a:lnTo>
                  <a:lnTo>
                    <a:pt x="9728" y="110936"/>
                  </a:lnTo>
                  <a:lnTo>
                    <a:pt x="7994" y="116051"/>
                  </a:lnTo>
                  <a:lnTo>
                    <a:pt x="6426" y="121219"/>
                  </a:lnTo>
                  <a:lnTo>
                    <a:pt x="5025" y="126435"/>
                  </a:lnTo>
                  <a:lnTo>
                    <a:pt x="3794" y="131693"/>
                  </a:lnTo>
                  <a:lnTo>
                    <a:pt x="2733" y="136989"/>
                  </a:lnTo>
                  <a:lnTo>
                    <a:pt x="1844" y="142316"/>
                  </a:lnTo>
                  <a:lnTo>
                    <a:pt x="1128" y="147669"/>
                  </a:lnTo>
                  <a:lnTo>
                    <a:pt x="585" y="153042"/>
                  </a:lnTo>
                  <a:lnTo>
                    <a:pt x="215" y="158430"/>
                  </a:lnTo>
                  <a:lnTo>
                    <a:pt x="20" y="163827"/>
                  </a:lnTo>
                  <a:lnTo>
                    <a:pt x="0" y="169228"/>
                  </a:lnTo>
                  <a:lnTo>
                    <a:pt x="153" y="174627"/>
                  </a:lnTo>
                  <a:lnTo>
                    <a:pt x="481" y="180017"/>
                  </a:lnTo>
                  <a:lnTo>
                    <a:pt x="984" y="185395"/>
                  </a:lnTo>
                  <a:lnTo>
                    <a:pt x="1659" y="190753"/>
                  </a:lnTo>
                  <a:lnTo>
                    <a:pt x="2507" y="196087"/>
                  </a:lnTo>
                  <a:lnTo>
                    <a:pt x="3527" y="201390"/>
                  </a:lnTo>
                  <a:lnTo>
                    <a:pt x="4718" y="206658"/>
                  </a:lnTo>
                  <a:lnTo>
                    <a:pt x="6079" y="211885"/>
                  </a:lnTo>
                  <a:lnTo>
                    <a:pt x="7607" y="217065"/>
                  </a:lnTo>
                  <a:lnTo>
                    <a:pt x="9303" y="222192"/>
                  </a:lnTo>
                  <a:lnTo>
                    <a:pt x="11162" y="227263"/>
                  </a:lnTo>
                  <a:lnTo>
                    <a:pt x="13185" y="232270"/>
                  </a:lnTo>
                  <a:lnTo>
                    <a:pt x="15368" y="237210"/>
                  </a:lnTo>
                  <a:lnTo>
                    <a:pt x="17710" y="242077"/>
                  </a:lnTo>
                  <a:lnTo>
                    <a:pt x="20208" y="246865"/>
                  </a:lnTo>
                  <a:lnTo>
                    <a:pt x="22859" y="251570"/>
                  </a:lnTo>
                  <a:lnTo>
                    <a:pt x="25661" y="256187"/>
                  </a:lnTo>
                  <a:lnTo>
                    <a:pt x="28611" y="260712"/>
                  </a:lnTo>
                  <a:lnTo>
                    <a:pt x="31705" y="265138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829051" y="5269756"/>
              <a:ext cx="302602" cy="334332"/>
            </a:xfrm>
            <a:custGeom>
              <a:avLst/>
              <a:pathLst>
                <a:path w="302602" h="334332">
                  <a:moveTo>
                    <a:pt x="0" y="265138"/>
                  </a:moveTo>
                  <a:lnTo>
                    <a:pt x="3170" y="269379"/>
                  </a:lnTo>
                  <a:lnTo>
                    <a:pt x="6474" y="273517"/>
                  </a:lnTo>
                  <a:lnTo>
                    <a:pt x="9907" y="277548"/>
                  </a:lnTo>
                  <a:lnTo>
                    <a:pt x="13465" y="281469"/>
                  </a:lnTo>
                  <a:lnTo>
                    <a:pt x="17147" y="285275"/>
                  </a:lnTo>
                  <a:lnTo>
                    <a:pt x="20947" y="288962"/>
                  </a:lnTo>
                  <a:lnTo>
                    <a:pt x="24861" y="292528"/>
                  </a:lnTo>
                  <a:lnTo>
                    <a:pt x="28887" y="295967"/>
                  </a:lnTo>
                  <a:lnTo>
                    <a:pt x="33020" y="299277"/>
                  </a:lnTo>
                  <a:lnTo>
                    <a:pt x="37255" y="302455"/>
                  </a:lnTo>
                  <a:lnTo>
                    <a:pt x="41589" y="305497"/>
                  </a:lnTo>
                  <a:lnTo>
                    <a:pt x="46017" y="308400"/>
                  </a:lnTo>
                  <a:lnTo>
                    <a:pt x="50535" y="311162"/>
                  </a:lnTo>
                  <a:lnTo>
                    <a:pt x="55138" y="313779"/>
                  </a:lnTo>
                  <a:lnTo>
                    <a:pt x="59821" y="316249"/>
                  </a:lnTo>
                  <a:lnTo>
                    <a:pt x="64581" y="318569"/>
                  </a:lnTo>
                  <a:lnTo>
                    <a:pt x="69411" y="320738"/>
                  </a:lnTo>
                  <a:lnTo>
                    <a:pt x="74308" y="322752"/>
                  </a:lnTo>
                  <a:lnTo>
                    <a:pt x="79266" y="324610"/>
                  </a:lnTo>
                  <a:lnTo>
                    <a:pt x="84281" y="326311"/>
                  </a:lnTo>
                  <a:lnTo>
                    <a:pt x="89347" y="327852"/>
                  </a:lnTo>
                  <a:lnTo>
                    <a:pt x="94459" y="329231"/>
                  </a:lnTo>
                  <a:lnTo>
                    <a:pt x="99612" y="330448"/>
                  </a:lnTo>
                  <a:lnTo>
                    <a:pt x="104801" y="331501"/>
                  </a:lnTo>
                  <a:lnTo>
                    <a:pt x="110021" y="332389"/>
                  </a:lnTo>
                  <a:lnTo>
                    <a:pt x="115267" y="333112"/>
                  </a:lnTo>
                  <a:lnTo>
                    <a:pt x="120532" y="333668"/>
                  </a:lnTo>
                  <a:lnTo>
                    <a:pt x="125813" y="334056"/>
                  </a:lnTo>
                  <a:lnTo>
                    <a:pt x="131103" y="334278"/>
                  </a:lnTo>
                  <a:lnTo>
                    <a:pt x="136398" y="334332"/>
                  </a:lnTo>
                  <a:lnTo>
                    <a:pt x="141692" y="334218"/>
                  </a:lnTo>
                  <a:lnTo>
                    <a:pt x="146979" y="333936"/>
                  </a:lnTo>
                  <a:lnTo>
                    <a:pt x="152255" y="333487"/>
                  </a:lnTo>
                  <a:lnTo>
                    <a:pt x="157514" y="332872"/>
                  </a:lnTo>
                  <a:lnTo>
                    <a:pt x="162751" y="332090"/>
                  </a:lnTo>
                  <a:lnTo>
                    <a:pt x="167961" y="331142"/>
                  </a:lnTo>
                  <a:lnTo>
                    <a:pt x="173138" y="330030"/>
                  </a:lnTo>
                  <a:lnTo>
                    <a:pt x="178277" y="328755"/>
                  </a:lnTo>
                  <a:lnTo>
                    <a:pt x="183373" y="327318"/>
                  </a:lnTo>
                  <a:lnTo>
                    <a:pt x="188421" y="325720"/>
                  </a:lnTo>
                  <a:lnTo>
                    <a:pt x="193416" y="323962"/>
                  </a:lnTo>
                  <a:lnTo>
                    <a:pt x="198352" y="322048"/>
                  </a:lnTo>
                  <a:lnTo>
                    <a:pt x="203226" y="319978"/>
                  </a:lnTo>
                  <a:lnTo>
                    <a:pt x="208032" y="317755"/>
                  </a:lnTo>
                  <a:lnTo>
                    <a:pt x="212764" y="315381"/>
                  </a:lnTo>
                  <a:lnTo>
                    <a:pt x="217420" y="312858"/>
                  </a:lnTo>
                  <a:lnTo>
                    <a:pt x="221993" y="310188"/>
                  </a:lnTo>
                  <a:lnTo>
                    <a:pt x="226479" y="307376"/>
                  </a:lnTo>
                  <a:lnTo>
                    <a:pt x="230874" y="304423"/>
                  </a:lnTo>
                  <a:lnTo>
                    <a:pt x="235173" y="301332"/>
                  </a:lnTo>
                  <a:lnTo>
                    <a:pt x="239372" y="298106"/>
                  </a:lnTo>
                  <a:lnTo>
                    <a:pt x="243467" y="294749"/>
                  </a:lnTo>
                  <a:lnTo>
                    <a:pt x="247453" y="291264"/>
                  </a:lnTo>
                  <a:lnTo>
                    <a:pt x="251327" y="287654"/>
                  </a:lnTo>
                  <a:lnTo>
                    <a:pt x="255085" y="283924"/>
                  </a:lnTo>
                  <a:lnTo>
                    <a:pt x="258723" y="280077"/>
                  </a:lnTo>
                  <a:lnTo>
                    <a:pt x="262237" y="276116"/>
                  </a:lnTo>
                  <a:lnTo>
                    <a:pt x="265624" y="272046"/>
                  </a:lnTo>
                  <a:lnTo>
                    <a:pt x="268880" y="267870"/>
                  </a:lnTo>
                  <a:lnTo>
                    <a:pt x="272002" y="263594"/>
                  </a:lnTo>
                  <a:lnTo>
                    <a:pt x="274988" y="259221"/>
                  </a:lnTo>
                  <a:lnTo>
                    <a:pt x="277833" y="254755"/>
                  </a:lnTo>
                  <a:lnTo>
                    <a:pt x="280536" y="250202"/>
                  </a:lnTo>
                  <a:lnTo>
                    <a:pt x="283093" y="245566"/>
                  </a:lnTo>
                  <a:lnTo>
                    <a:pt x="285501" y="240850"/>
                  </a:lnTo>
                  <a:lnTo>
                    <a:pt x="287760" y="236061"/>
                  </a:lnTo>
                  <a:lnTo>
                    <a:pt x="289865" y="231203"/>
                  </a:lnTo>
                  <a:lnTo>
                    <a:pt x="291816" y="226280"/>
                  </a:lnTo>
                  <a:lnTo>
                    <a:pt x="293610" y="221298"/>
                  </a:lnTo>
                  <a:lnTo>
                    <a:pt x="295245" y="216262"/>
                  </a:lnTo>
                  <a:lnTo>
                    <a:pt x="296719" y="211177"/>
                  </a:lnTo>
                  <a:lnTo>
                    <a:pt x="298032" y="206047"/>
                  </a:lnTo>
                  <a:lnTo>
                    <a:pt x="299182" y="200878"/>
                  </a:lnTo>
                  <a:lnTo>
                    <a:pt x="300168" y="195676"/>
                  </a:lnTo>
                  <a:lnTo>
                    <a:pt x="300988" y="190445"/>
                  </a:lnTo>
                  <a:lnTo>
                    <a:pt x="301642" y="185190"/>
                  </a:lnTo>
                  <a:lnTo>
                    <a:pt x="302129" y="179918"/>
                  </a:lnTo>
                  <a:lnTo>
                    <a:pt x="302450" y="174633"/>
                  </a:lnTo>
                  <a:lnTo>
                    <a:pt x="302602" y="169340"/>
                  </a:lnTo>
                  <a:lnTo>
                    <a:pt x="302587" y="164045"/>
                  </a:lnTo>
                  <a:lnTo>
                    <a:pt x="302405" y="158753"/>
                  </a:lnTo>
                  <a:lnTo>
                    <a:pt x="302054" y="153470"/>
                  </a:lnTo>
                  <a:lnTo>
                    <a:pt x="301537" y="148200"/>
                  </a:lnTo>
                  <a:lnTo>
                    <a:pt x="300853" y="142950"/>
                  </a:lnTo>
                  <a:lnTo>
                    <a:pt x="300003" y="137723"/>
                  </a:lnTo>
                  <a:lnTo>
                    <a:pt x="298988" y="132527"/>
                  </a:lnTo>
                  <a:lnTo>
                    <a:pt x="297809" y="127365"/>
                  </a:lnTo>
                  <a:lnTo>
                    <a:pt x="296467" y="122243"/>
                  </a:lnTo>
                  <a:lnTo>
                    <a:pt x="294963" y="117166"/>
                  </a:lnTo>
                  <a:lnTo>
                    <a:pt x="293300" y="112139"/>
                  </a:lnTo>
                  <a:lnTo>
                    <a:pt x="291478" y="107167"/>
                  </a:lnTo>
                  <a:lnTo>
                    <a:pt x="289499" y="102256"/>
                  </a:lnTo>
                  <a:lnTo>
                    <a:pt x="287366" y="97409"/>
                  </a:lnTo>
                  <a:lnTo>
                    <a:pt x="285081" y="92633"/>
                  </a:lnTo>
                  <a:lnTo>
                    <a:pt x="282645" y="87931"/>
                  </a:lnTo>
                  <a:lnTo>
                    <a:pt x="280062" y="83309"/>
                  </a:lnTo>
                  <a:lnTo>
                    <a:pt x="277334" y="78772"/>
                  </a:lnTo>
                  <a:lnTo>
                    <a:pt x="274463" y="74322"/>
                  </a:lnTo>
                  <a:lnTo>
                    <a:pt x="271453" y="69966"/>
                  </a:lnTo>
                  <a:lnTo>
                    <a:pt x="268306" y="65708"/>
                  </a:lnTo>
                  <a:lnTo>
                    <a:pt x="265026" y="61551"/>
                  </a:lnTo>
                  <a:lnTo>
                    <a:pt x="261616" y="57500"/>
                  </a:lnTo>
                  <a:lnTo>
                    <a:pt x="258080" y="53559"/>
                  </a:lnTo>
                  <a:lnTo>
                    <a:pt x="254420" y="49733"/>
                  </a:lnTo>
                  <a:lnTo>
                    <a:pt x="250641" y="46024"/>
                  </a:lnTo>
                  <a:lnTo>
                    <a:pt x="246747" y="42436"/>
                  </a:lnTo>
                  <a:lnTo>
                    <a:pt x="242741" y="38974"/>
                  </a:lnTo>
                  <a:lnTo>
                    <a:pt x="238627" y="35640"/>
                  </a:lnTo>
                  <a:lnTo>
                    <a:pt x="234410" y="32438"/>
                  </a:lnTo>
                  <a:lnTo>
                    <a:pt x="230093" y="29372"/>
                  </a:lnTo>
                  <a:lnTo>
                    <a:pt x="225681" y="26444"/>
                  </a:lnTo>
                  <a:lnTo>
                    <a:pt x="221179" y="23656"/>
                  </a:lnTo>
                  <a:lnTo>
                    <a:pt x="216591" y="21013"/>
                  </a:lnTo>
                  <a:lnTo>
                    <a:pt x="211922" y="18517"/>
                  </a:lnTo>
                  <a:lnTo>
                    <a:pt x="207176" y="16169"/>
                  </a:lnTo>
                  <a:lnTo>
                    <a:pt x="202357" y="13974"/>
                  </a:lnTo>
                  <a:lnTo>
                    <a:pt x="197472" y="11931"/>
                  </a:lnTo>
                  <a:lnTo>
                    <a:pt x="192525" y="10045"/>
                  </a:lnTo>
                  <a:lnTo>
                    <a:pt x="187520" y="8316"/>
                  </a:lnTo>
                  <a:lnTo>
                    <a:pt x="182463" y="6747"/>
                  </a:lnTo>
                  <a:lnTo>
                    <a:pt x="177359" y="5338"/>
                  </a:lnTo>
                  <a:lnTo>
                    <a:pt x="172212" y="4092"/>
                  </a:lnTo>
                  <a:lnTo>
                    <a:pt x="167029" y="3010"/>
                  </a:lnTo>
                  <a:lnTo>
                    <a:pt x="161814" y="2092"/>
                  </a:lnTo>
                  <a:lnTo>
                    <a:pt x="156573" y="1340"/>
                  </a:lnTo>
                  <a:lnTo>
                    <a:pt x="151311" y="754"/>
                  </a:lnTo>
                  <a:lnTo>
                    <a:pt x="146032" y="335"/>
                  </a:lnTo>
                  <a:lnTo>
                    <a:pt x="140743" y="83"/>
                  </a:lnTo>
                  <a:lnTo>
                    <a:pt x="135449" y="0"/>
                  </a:lnTo>
                  <a:lnTo>
                    <a:pt x="1354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49264" y="5399291"/>
              <a:ext cx="36951" cy="167167"/>
            </a:xfrm>
            <a:custGeom>
              <a:avLst/>
              <a:pathLst>
                <a:path w="36951" h="167167">
                  <a:moveTo>
                    <a:pt x="36951" y="0"/>
                  </a:moveTo>
                  <a:lnTo>
                    <a:pt x="30742" y="115"/>
                  </a:lnTo>
                  <a:lnTo>
                    <a:pt x="24542" y="461"/>
                  </a:lnTo>
                  <a:lnTo>
                    <a:pt x="18360" y="1036"/>
                  </a:lnTo>
                  <a:lnTo>
                    <a:pt x="12203" y="1842"/>
                  </a:lnTo>
                  <a:lnTo>
                    <a:pt x="6080" y="2875"/>
                  </a:lnTo>
                  <a:lnTo>
                    <a:pt x="0" y="4135"/>
                  </a:lnTo>
                  <a:lnTo>
                    <a:pt x="3695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49264" y="5403426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49264" y="5403426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49264" y="5403426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49264" y="5403426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49264" y="5403426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49264" y="5403426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319059" y="5400429"/>
              <a:ext cx="334323" cy="333188"/>
            </a:xfrm>
            <a:custGeom>
              <a:avLst/>
              <a:pathLst>
                <a:path w="334323" h="333188">
                  <a:moveTo>
                    <a:pt x="130205" y="2997"/>
                  </a:moveTo>
                  <a:lnTo>
                    <a:pt x="125070" y="4246"/>
                  </a:lnTo>
                  <a:lnTo>
                    <a:pt x="119977" y="5657"/>
                  </a:lnTo>
                  <a:lnTo>
                    <a:pt x="114931" y="7229"/>
                  </a:lnTo>
                  <a:lnTo>
                    <a:pt x="109938" y="8959"/>
                  </a:lnTo>
                  <a:lnTo>
                    <a:pt x="105002" y="10846"/>
                  </a:lnTo>
                  <a:lnTo>
                    <a:pt x="100127" y="12888"/>
                  </a:lnTo>
                  <a:lnTo>
                    <a:pt x="95320" y="15083"/>
                  </a:lnTo>
                  <a:lnTo>
                    <a:pt x="90585" y="17429"/>
                  </a:lnTo>
                  <a:lnTo>
                    <a:pt x="85926" y="19924"/>
                  </a:lnTo>
                  <a:lnTo>
                    <a:pt x="81348" y="22565"/>
                  </a:lnTo>
                  <a:lnTo>
                    <a:pt x="76856" y="25349"/>
                  </a:lnTo>
                  <a:lnTo>
                    <a:pt x="72455" y="28273"/>
                  </a:lnTo>
                  <a:lnTo>
                    <a:pt x="68148" y="31336"/>
                  </a:lnTo>
                  <a:lnTo>
                    <a:pt x="63939" y="34532"/>
                  </a:lnTo>
                  <a:lnTo>
                    <a:pt x="59834" y="37861"/>
                  </a:lnTo>
                  <a:lnTo>
                    <a:pt x="55837" y="41317"/>
                  </a:lnTo>
                  <a:lnTo>
                    <a:pt x="51950" y="44898"/>
                  </a:lnTo>
                  <a:lnTo>
                    <a:pt x="48179" y="48600"/>
                  </a:lnTo>
                  <a:lnTo>
                    <a:pt x="44527" y="52420"/>
                  </a:lnTo>
                  <a:lnTo>
                    <a:pt x="40997" y="56353"/>
                  </a:lnTo>
                  <a:lnTo>
                    <a:pt x="37593" y="60395"/>
                  </a:lnTo>
                  <a:lnTo>
                    <a:pt x="34319" y="64544"/>
                  </a:lnTo>
                  <a:lnTo>
                    <a:pt x="31177" y="68793"/>
                  </a:lnTo>
                  <a:lnTo>
                    <a:pt x="28172" y="73140"/>
                  </a:lnTo>
                  <a:lnTo>
                    <a:pt x="25305" y="77580"/>
                  </a:lnTo>
                  <a:lnTo>
                    <a:pt x="22580" y="82108"/>
                  </a:lnTo>
                  <a:lnTo>
                    <a:pt x="20000" y="86720"/>
                  </a:lnTo>
                  <a:lnTo>
                    <a:pt x="17566" y="91411"/>
                  </a:lnTo>
                  <a:lnTo>
                    <a:pt x="15282" y="96176"/>
                  </a:lnTo>
                  <a:lnTo>
                    <a:pt x="13150" y="101012"/>
                  </a:lnTo>
                  <a:lnTo>
                    <a:pt x="11172" y="105912"/>
                  </a:lnTo>
                  <a:lnTo>
                    <a:pt x="9350" y="110873"/>
                  </a:lnTo>
                  <a:lnTo>
                    <a:pt x="7685" y="115889"/>
                  </a:lnTo>
                  <a:lnTo>
                    <a:pt x="6180" y="120955"/>
                  </a:lnTo>
                  <a:lnTo>
                    <a:pt x="4836" y="126065"/>
                  </a:lnTo>
                  <a:lnTo>
                    <a:pt x="3653" y="131216"/>
                  </a:lnTo>
                  <a:lnTo>
                    <a:pt x="2635" y="136402"/>
                  </a:lnTo>
                  <a:lnTo>
                    <a:pt x="1780" y="141617"/>
                  </a:lnTo>
                  <a:lnTo>
                    <a:pt x="1091" y="146857"/>
                  </a:lnTo>
                  <a:lnTo>
                    <a:pt x="568" y="152115"/>
                  </a:lnTo>
                  <a:lnTo>
                    <a:pt x="212" y="157388"/>
                  </a:lnTo>
                  <a:lnTo>
                    <a:pt x="22" y="162669"/>
                  </a:lnTo>
                  <a:lnTo>
                    <a:pt x="0" y="167954"/>
                  </a:lnTo>
                  <a:lnTo>
                    <a:pt x="144" y="173237"/>
                  </a:lnTo>
                  <a:lnTo>
                    <a:pt x="455" y="178512"/>
                  </a:lnTo>
                  <a:lnTo>
                    <a:pt x="933" y="183776"/>
                  </a:lnTo>
                  <a:lnTo>
                    <a:pt x="1577" y="189021"/>
                  </a:lnTo>
                  <a:lnTo>
                    <a:pt x="2387" y="194243"/>
                  </a:lnTo>
                  <a:lnTo>
                    <a:pt x="3361" y="199437"/>
                  </a:lnTo>
                  <a:lnTo>
                    <a:pt x="4499" y="204598"/>
                  </a:lnTo>
                  <a:lnTo>
                    <a:pt x="5799" y="209720"/>
                  </a:lnTo>
                  <a:lnTo>
                    <a:pt x="7261" y="214799"/>
                  </a:lnTo>
                  <a:lnTo>
                    <a:pt x="8882" y="219829"/>
                  </a:lnTo>
                  <a:lnTo>
                    <a:pt x="10662" y="224805"/>
                  </a:lnTo>
                  <a:lnTo>
                    <a:pt x="12598" y="229722"/>
                  </a:lnTo>
                  <a:lnTo>
                    <a:pt x="14688" y="234576"/>
                  </a:lnTo>
                  <a:lnTo>
                    <a:pt x="16931" y="239361"/>
                  </a:lnTo>
                  <a:lnTo>
                    <a:pt x="19324" y="244073"/>
                  </a:lnTo>
                  <a:lnTo>
                    <a:pt x="21865" y="248707"/>
                  </a:lnTo>
                  <a:lnTo>
                    <a:pt x="24551" y="253258"/>
                  </a:lnTo>
                  <a:lnTo>
                    <a:pt x="27380" y="257722"/>
                  </a:lnTo>
                  <a:lnTo>
                    <a:pt x="30348" y="262094"/>
                  </a:lnTo>
                  <a:lnTo>
                    <a:pt x="33453" y="266371"/>
                  </a:lnTo>
                  <a:lnTo>
                    <a:pt x="36691" y="270547"/>
                  </a:lnTo>
                  <a:lnTo>
                    <a:pt x="40060" y="274619"/>
                  </a:lnTo>
                  <a:lnTo>
                    <a:pt x="43556" y="278582"/>
                  </a:lnTo>
                  <a:lnTo>
                    <a:pt x="47176" y="282432"/>
                  </a:lnTo>
                  <a:lnTo>
                    <a:pt x="50915" y="286167"/>
                  </a:lnTo>
                  <a:lnTo>
                    <a:pt x="54771" y="289781"/>
                  </a:lnTo>
                  <a:lnTo>
                    <a:pt x="58739" y="293271"/>
                  </a:lnTo>
                  <a:lnTo>
                    <a:pt x="62815" y="296635"/>
                  </a:lnTo>
                  <a:lnTo>
                    <a:pt x="66995" y="299868"/>
                  </a:lnTo>
                  <a:lnTo>
                    <a:pt x="71276" y="302967"/>
                  </a:lnTo>
                  <a:lnTo>
                    <a:pt x="75652" y="305929"/>
                  </a:lnTo>
                  <a:lnTo>
                    <a:pt x="80120" y="308752"/>
                  </a:lnTo>
                  <a:lnTo>
                    <a:pt x="84675" y="311431"/>
                  </a:lnTo>
                  <a:lnTo>
                    <a:pt x="89312" y="313966"/>
                  </a:lnTo>
                  <a:lnTo>
                    <a:pt x="94028" y="316353"/>
                  </a:lnTo>
                  <a:lnTo>
                    <a:pt x="98816" y="318589"/>
                  </a:lnTo>
                  <a:lnTo>
                    <a:pt x="103672" y="320673"/>
                  </a:lnTo>
                  <a:lnTo>
                    <a:pt x="108592" y="322602"/>
                  </a:lnTo>
                  <a:lnTo>
                    <a:pt x="113571" y="324375"/>
                  </a:lnTo>
                  <a:lnTo>
                    <a:pt x="118603" y="325990"/>
                  </a:lnTo>
                  <a:lnTo>
                    <a:pt x="123683" y="327445"/>
                  </a:lnTo>
                  <a:lnTo>
                    <a:pt x="128807" y="328738"/>
                  </a:lnTo>
                  <a:lnTo>
                    <a:pt x="133969" y="329869"/>
                  </a:lnTo>
                  <a:lnTo>
                    <a:pt x="139165" y="330836"/>
                  </a:lnTo>
                  <a:lnTo>
                    <a:pt x="144388" y="331639"/>
                  </a:lnTo>
                  <a:lnTo>
                    <a:pt x="149635" y="332276"/>
                  </a:lnTo>
                  <a:lnTo>
                    <a:pt x="154898" y="332746"/>
                  </a:lnTo>
                  <a:lnTo>
                    <a:pt x="160174" y="333051"/>
                  </a:lnTo>
                  <a:lnTo>
                    <a:pt x="165457" y="333188"/>
                  </a:lnTo>
                  <a:lnTo>
                    <a:pt x="170742" y="333158"/>
                  </a:lnTo>
                  <a:lnTo>
                    <a:pt x="176023" y="332961"/>
                  </a:lnTo>
                  <a:lnTo>
                    <a:pt x="181295" y="332597"/>
                  </a:lnTo>
                  <a:lnTo>
                    <a:pt x="186553" y="332067"/>
                  </a:lnTo>
                  <a:lnTo>
                    <a:pt x="191792" y="331371"/>
                  </a:lnTo>
                  <a:lnTo>
                    <a:pt x="197006" y="330510"/>
                  </a:lnTo>
                  <a:lnTo>
                    <a:pt x="202190" y="329484"/>
                  </a:lnTo>
                  <a:lnTo>
                    <a:pt x="207339" y="328295"/>
                  </a:lnTo>
                  <a:lnTo>
                    <a:pt x="212448" y="326944"/>
                  </a:lnTo>
                  <a:lnTo>
                    <a:pt x="217512" y="325432"/>
                  </a:lnTo>
                  <a:lnTo>
                    <a:pt x="222526" y="323760"/>
                  </a:lnTo>
                  <a:lnTo>
                    <a:pt x="227484" y="321931"/>
                  </a:lnTo>
                  <a:lnTo>
                    <a:pt x="232381" y="319946"/>
                  </a:lnTo>
                  <a:lnTo>
                    <a:pt x="237214" y="317808"/>
                  </a:lnTo>
                  <a:lnTo>
                    <a:pt x="241977" y="315517"/>
                  </a:lnTo>
                  <a:lnTo>
                    <a:pt x="246665" y="313078"/>
                  </a:lnTo>
                  <a:lnTo>
                    <a:pt x="251273" y="310491"/>
                  </a:lnTo>
                  <a:lnTo>
                    <a:pt x="255797" y="307760"/>
                  </a:lnTo>
                  <a:lnTo>
                    <a:pt x="260233" y="304887"/>
                  </a:lnTo>
                  <a:lnTo>
                    <a:pt x="264576" y="301876"/>
                  </a:lnTo>
                  <a:lnTo>
                    <a:pt x="268821" y="298728"/>
                  </a:lnTo>
                  <a:lnTo>
                    <a:pt x="272965" y="295449"/>
                  </a:lnTo>
                  <a:lnTo>
                    <a:pt x="277003" y="292039"/>
                  </a:lnTo>
                  <a:lnTo>
                    <a:pt x="280931" y="288504"/>
                  </a:lnTo>
                  <a:lnTo>
                    <a:pt x="284746" y="284847"/>
                  </a:lnTo>
                  <a:lnTo>
                    <a:pt x="288443" y="281070"/>
                  </a:lnTo>
                  <a:lnTo>
                    <a:pt x="292018" y="277179"/>
                  </a:lnTo>
                  <a:lnTo>
                    <a:pt x="295469" y="273177"/>
                  </a:lnTo>
                  <a:lnTo>
                    <a:pt x="298792" y="269067"/>
                  </a:lnTo>
                  <a:lnTo>
                    <a:pt x="301983" y="264855"/>
                  </a:lnTo>
                  <a:lnTo>
                    <a:pt x="305040" y="260544"/>
                  </a:lnTo>
                  <a:lnTo>
                    <a:pt x="307958" y="256138"/>
                  </a:lnTo>
                  <a:lnTo>
                    <a:pt x="310736" y="251642"/>
                  </a:lnTo>
                  <a:lnTo>
                    <a:pt x="313371" y="247061"/>
                  </a:lnTo>
                  <a:lnTo>
                    <a:pt x="315859" y="242399"/>
                  </a:lnTo>
                  <a:lnTo>
                    <a:pt x="318199" y="237660"/>
                  </a:lnTo>
                  <a:lnTo>
                    <a:pt x="320387" y="232850"/>
                  </a:lnTo>
                  <a:lnTo>
                    <a:pt x="322423" y="227973"/>
                  </a:lnTo>
                  <a:lnTo>
                    <a:pt x="324303" y="223034"/>
                  </a:lnTo>
                  <a:lnTo>
                    <a:pt x="326027" y="218038"/>
                  </a:lnTo>
                  <a:lnTo>
                    <a:pt x="327591" y="212990"/>
                  </a:lnTo>
                  <a:lnTo>
                    <a:pt x="328996" y="207896"/>
                  </a:lnTo>
                  <a:lnTo>
                    <a:pt x="330238" y="202759"/>
                  </a:lnTo>
                  <a:lnTo>
                    <a:pt x="331318" y="197586"/>
                  </a:lnTo>
                  <a:lnTo>
                    <a:pt x="332233" y="192381"/>
                  </a:lnTo>
                  <a:lnTo>
                    <a:pt x="332984" y="187150"/>
                  </a:lnTo>
                  <a:lnTo>
                    <a:pt x="333568" y="181898"/>
                  </a:lnTo>
                  <a:lnTo>
                    <a:pt x="333987" y="176629"/>
                  </a:lnTo>
                  <a:lnTo>
                    <a:pt x="334239" y="171351"/>
                  </a:lnTo>
                  <a:lnTo>
                    <a:pt x="334323" y="166067"/>
                  </a:lnTo>
                  <a:lnTo>
                    <a:pt x="334241" y="160783"/>
                  </a:lnTo>
                  <a:lnTo>
                    <a:pt x="333992" y="155504"/>
                  </a:lnTo>
                  <a:lnTo>
                    <a:pt x="333576" y="150235"/>
                  </a:lnTo>
                  <a:lnTo>
                    <a:pt x="332993" y="144983"/>
                  </a:lnTo>
                  <a:lnTo>
                    <a:pt x="332245" y="139751"/>
                  </a:lnTo>
                  <a:lnTo>
                    <a:pt x="331332" y="134546"/>
                  </a:lnTo>
                  <a:lnTo>
                    <a:pt x="330255" y="129372"/>
                  </a:lnTo>
                  <a:lnTo>
                    <a:pt x="329015" y="124235"/>
                  </a:lnTo>
                  <a:lnTo>
                    <a:pt x="327613" y="119140"/>
                  </a:lnTo>
                  <a:lnTo>
                    <a:pt x="326050" y="114091"/>
                  </a:lnTo>
                  <a:lnTo>
                    <a:pt x="324329" y="109095"/>
                  </a:lnTo>
                  <a:lnTo>
                    <a:pt x="322451" y="104155"/>
                  </a:lnTo>
                  <a:lnTo>
                    <a:pt x="320418" y="99277"/>
                  </a:lnTo>
                  <a:lnTo>
                    <a:pt x="318231" y="94466"/>
                  </a:lnTo>
                  <a:lnTo>
                    <a:pt x="315893" y="89726"/>
                  </a:lnTo>
                  <a:lnTo>
                    <a:pt x="313407" y="85063"/>
                  </a:lnTo>
                  <a:lnTo>
                    <a:pt x="310775" y="80481"/>
                  </a:lnTo>
                  <a:lnTo>
                    <a:pt x="307999" y="75984"/>
                  </a:lnTo>
                  <a:lnTo>
                    <a:pt x="305082" y="71577"/>
                  </a:lnTo>
                  <a:lnTo>
                    <a:pt x="302028" y="67264"/>
                  </a:lnTo>
                  <a:lnTo>
                    <a:pt x="298839" y="63050"/>
                  </a:lnTo>
                  <a:lnTo>
                    <a:pt x="295518" y="58939"/>
                  </a:lnTo>
                  <a:lnTo>
                    <a:pt x="292069" y="54935"/>
                  </a:lnTo>
                  <a:lnTo>
                    <a:pt x="288494" y="51043"/>
                  </a:lnTo>
                  <a:lnTo>
                    <a:pt x="284799" y="47265"/>
                  </a:lnTo>
                  <a:lnTo>
                    <a:pt x="280986" y="43605"/>
                  </a:lnTo>
                  <a:lnTo>
                    <a:pt x="277060" y="40068"/>
                  </a:lnTo>
                  <a:lnTo>
                    <a:pt x="273023" y="36657"/>
                  </a:lnTo>
                  <a:lnTo>
                    <a:pt x="268881" y="33375"/>
                  </a:lnTo>
                  <a:lnTo>
                    <a:pt x="264637" y="30226"/>
                  </a:lnTo>
                  <a:lnTo>
                    <a:pt x="260296" y="27213"/>
                  </a:lnTo>
                  <a:lnTo>
                    <a:pt x="255861" y="24338"/>
                  </a:lnTo>
                  <a:lnTo>
                    <a:pt x="251338" y="21605"/>
                  </a:lnTo>
                  <a:lnTo>
                    <a:pt x="246731" y="19016"/>
                  </a:lnTo>
                  <a:lnTo>
                    <a:pt x="242044" y="16574"/>
                  </a:lnTo>
                  <a:lnTo>
                    <a:pt x="237283" y="14282"/>
                  </a:lnTo>
                  <a:lnTo>
                    <a:pt x="232451" y="12141"/>
                  </a:lnTo>
                  <a:lnTo>
                    <a:pt x="227554" y="10154"/>
                  </a:lnTo>
                  <a:lnTo>
                    <a:pt x="222597" y="8323"/>
                  </a:lnTo>
                  <a:lnTo>
                    <a:pt x="217584" y="6649"/>
                  </a:lnTo>
                  <a:lnTo>
                    <a:pt x="212521" y="5135"/>
                  </a:lnTo>
                  <a:lnTo>
                    <a:pt x="207413" y="3781"/>
                  </a:lnTo>
                  <a:lnTo>
                    <a:pt x="202264" y="2590"/>
                  </a:lnTo>
                  <a:lnTo>
                    <a:pt x="197080" y="1562"/>
                  </a:lnTo>
                  <a:lnTo>
                    <a:pt x="191866" y="698"/>
                  </a:lnTo>
                  <a:lnTo>
                    <a:pt x="186628" y="0"/>
                  </a:lnTo>
                  <a:lnTo>
                    <a:pt x="167156" y="1660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19472" cy="167167"/>
            </a:xfrm>
            <a:custGeom>
              <a:avLst/>
              <a:pathLst>
                <a:path w="19472" h="167167">
                  <a:moveTo>
                    <a:pt x="19472" y="1137"/>
                  </a:moveTo>
                  <a:lnTo>
                    <a:pt x="9752" y="2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856376" y="5399291"/>
              <a:ext cx="167167" cy="322280"/>
            </a:xfrm>
            <a:custGeom>
              <a:avLst/>
              <a:pathLst>
                <a:path w="167167" h="322280">
                  <a:moveTo>
                    <a:pt x="167167" y="0"/>
                  </a:moveTo>
                  <a:lnTo>
                    <a:pt x="161804" y="86"/>
                  </a:lnTo>
                  <a:lnTo>
                    <a:pt x="156446" y="344"/>
                  </a:lnTo>
                  <a:lnTo>
                    <a:pt x="151100" y="773"/>
                  </a:lnTo>
                  <a:lnTo>
                    <a:pt x="145770" y="1375"/>
                  </a:lnTo>
                  <a:lnTo>
                    <a:pt x="140462" y="2146"/>
                  </a:lnTo>
                  <a:lnTo>
                    <a:pt x="135182" y="3088"/>
                  </a:lnTo>
                  <a:lnTo>
                    <a:pt x="129934" y="4199"/>
                  </a:lnTo>
                  <a:lnTo>
                    <a:pt x="124725" y="5477"/>
                  </a:lnTo>
                  <a:lnTo>
                    <a:pt x="119559" y="6922"/>
                  </a:lnTo>
                  <a:lnTo>
                    <a:pt x="114443" y="8532"/>
                  </a:lnTo>
                  <a:lnTo>
                    <a:pt x="109381" y="10305"/>
                  </a:lnTo>
                  <a:lnTo>
                    <a:pt x="104378" y="12239"/>
                  </a:lnTo>
                  <a:lnTo>
                    <a:pt x="99440" y="14334"/>
                  </a:lnTo>
                  <a:lnTo>
                    <a:pt x="94572" y="16585"/>
                  </a:lnTo>
                  <a:lnTo>
                    <a:pt x="89778" y="18991"/>
                  </a:lnTo>
                  <a:lnTo>
                    <a:pt x="85064" y="21551"/>
                  </a:lnTo>
                  <a:lnTo>
                    <a:pt x="80435" y="24259"/>
                  </a:lnTo>
                  <a:lnTo>
                    <a:pt x="75895" y="27116"/>
                  </a:lnTo>
                  <a:lnTo>
                    <a:pt x="71449" y="30116"/>
                  </a:lnTo>
                  <a:lnTo>
                    <a:pt x="67101" y="33257"/>
                  </a:lnTo>
                  <a:lnTo>
                    <a:pt x="62857" y="36536"/>
                  </a:lnTo>
                  <a:lnTo>
                    <a:pt x="58719" y="39950"/>
                  </a:lnTo>
                  <a:lnTo>
                    <a:pt x="54694" y="43495"/>
                  </a:lnTo>
                  <a:lnTo>
                    <a:pt x="50784" y="47167"/>
                  </a:lnTo>
                  <a:lnTo>
                    <a:pt x="46994" y="50962"/>
                  </a:lnTo>
                  <a:lnTo>
                    <a:pt x="43328" y="54877"/>
                  </a:lnTo>
                  <a:lnTo>
                    <a:pt x="39789" y="58908"/>
                  </a:lnTo>
                  <a:lnTo>
                    <a:pt x="36382" y="63050"/>
                  </a:lnTo>
                  <a:lnTo>
                    <a:pt x="33109" y="67300"/>
                  </a:lnTo>
                  <a:lnTo>
                    <a:pt x="29974" y="71652"/>
                  </a:lnTo>
                  <a:lnTo>
                    <a:pt x="26980" y="76103"/>
                  </a:lnTo>
                  <a:lnTo>
                    <a:pt x="24131" y="80647"/>
                  </a:lnTo>
                  <a:lnTo>
                    <a:pt x="21429" y="85280"/>
                  </a:lnTo>
                  <a:lnTo>
                    <a:pt x="18877" y="89998"/>
                  </a:lnTo>
                  <a:lnTo>
                    <a:pt x="16477" y="94795"/>
                  </a:lnTo>
                  <a:lnTo>
                    <a:pt x="14233" y="99667"/>
                  </a:lnTo>
                  <a:lnTo>
                    <a:pt x="12146" y="104608"/>
                  </a:lnTo>
                  <a:lnTo>
                    <a:pt x="10219" y="109613"/>
                  </a:lnTo>
                  <a:lnTo>
                    <a:pt x="8454" y="114678"/>
                  </a:lnTo>
                  <a:lnTo>
                    <a:pt x="6851" y="119797"/>
                  </a:lnTo>
                  <a:lnTo>
                    <a:pt x="5414" y="124965"/>
                  </a:lnTo>
                  <a:lnTo>
                    <a:pt x="4143" y="130176"/>
                  </a:lnTo>
                  <a:lnTo>
                    <a:pt x="3041" y="135425"/>
                  </a:lnTo>
                  <a:lnTo>
                    <a:pt x="2107" y="140707"/>
                  </a:lnTo>
                  <a:lnTo>
                    <a:pt x="1343" y="146016"/>
                  </a:lnTo>
                  <a:lnTo>
                    <a:pt x="750" y="151346"/>
                  </a:lnTo>
                  <a:lnTo>
                    <a:pt x="328" y="156693"/>
                  </a:lnTo>
                  <a:lnTo>
                    <a:pt x="78" y="162051"/>
                  </a:lnTo>
                  <a:lnTo>
                    <a:pt x="0" y="167415"/>
                  </a:lnTo>
                  <a:lnTo>
                    <a:pt x="93" y="172777"/>
                  </a:lnTo>
                  <a:lnTo>
                    <a:pt x="359" y="178135"/>
                  </a:lnTo>
                  <a:lnTo>
                    <a:pt x="797" y="183480"/>
                  </a:lnTo>
                  <a:lnTo>
                    <a:pt x="1406" y="188809"/>
                  </a:lnTo>
                  <a:lnTo>
                    <a:pt x="2186" y="194116"/>
                  </a:lnTo>
                  <a:lnTo>
                    <a:pt x="3135" y="199395"/>
                  </a:lnTo>
                  <a:lnTo>
                    <a:pt x="4254" y="204641"/>
                  </a:lnTo>
                  <a:lnTo>
                    <a:pt x="5540" y="209848"/>
                  </a:lnTo>
                  <a:lnTo>
                    <a:pt x="6992" y="215012"/>
                  </a:lnTo>
                  <a:lnTo>
                    <a:pt x="8610" y="220126"/>
                  </a:lnTo>
                  <a:lnTo>
                    <a:pt x="10390" y="225185"/>
                  </a:lnTo>
                  <a:lnTo>
                    <a:pt x="12332" y="230185"/>
                  </a:lnTo>
                  <a:lnTo>
                    <a:pt x="14434" y="235120"/>
                  </a:lnTo>
                  <a:lnTo>
                    <a:pt x="16692" y="239985"/>
                  </a:lnTo>
                  <a:lnTo>
                    <a:pt x="19106" y="244775"/>
                  </a:lnTo>
                  <a:lnTo>
                    <a:pt x="21672" y="249485"/>
                  </a:lnTo>
                  <a:lnTo>
                    <a:pt x="24388" y="254110"/>
                  </a:lnTo>
                  <a:lnTo>
                    <a:pt x="27251" y="258646"/>
                  </a:lnTo>
                  <a:lnTo>
                    <a:pt x="30258" y="263088"/>
                  </a:lnTo>
                  <a:lnTo>
                    <a:pt x="33405" y="267431"/>
                  </a:lnTo>
                  <a:lnTo>
                    <a:pt x="36691" y="271670"/>
                  </a:lnTo>
                  <a:lnTo>
                    <a:pt x="40111" y="275803"/>
                  </a:lnTo>
                  <a:lnTo>
                    <a:pt x="43661" y="279823"/>
                  </a:lnTo>
                  <a:lnTo>
                    <a:pt x="47339" y="283727"/>
                  </a:lnTo>
                  <a:lnTo>
                    <a:pt x="51140" y="287511"/>
                  </a:lnTo>
                  <a:lnTo>
                    <a:pt x="55061" y="291172"/>
                  </a:lnTo>
                  <a:lnTo>
                    <a:pt x="59097" y="294704"/>
                  </a:lnTo>
                  <a:lnTo>
                    <a:pt x="63244" y="298106"/>
                  </a:lnTo>
                  <a:lnTo>
                    <a:pt x="67498" y="301373"/>
                  </a:lnTo>
                  <a:lnTo>
                    <a:pt x="71855" y="304501"/>
                  </a:lnTo>
                  <a:lnTo>
                    <a:pt x="76310" y="307488"/>
                  </a:lnTo>
                  <a:lnTo>
                    <a:pt x="80859" y="310331"/>
                  </a:lnTo>
                  <a:lnTo>
                    <a:pt x="85496" y="313026"/>
                  </a:lnTo>
                  <a:lnTo>
                    <a:pt x="90217" y="315571"/>
                  </a:lnTo>
                  <a:lnTo>
                    <a:pt x="95018" y="317963"/>
                  </a:lnTo>
                  <a:lnTo>
                    <a:pt x="99893" y="320200"/>
                  </a:lnTo>
                  <a:lnTo>
                    <a:pt x="104837" y="32228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61214" y="5566459"/>
              <a:ext cx="62329" cy="155112"/>
            </a:xfrm>
            <a:custGeom>
              <a:avLst/>
              <a:pathLst>
                <a:path w="62329" h="155112">
                  <a:moveTo>
                    <a:pt x="0" y="155112"/>
                  </a:moveTo>
                  <a:lnTo>
                    <a:pt x="623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61214" y="5566459"/>
              <a:ext cx="62329" cy="155112"/>
            </a:xfrm>
            <a:custGeom>
              <a:avLst/>
              <a:pathLst>
                <a:path w="62329" h="155112">
                  <a:moveTo>
                    <a:pt x="0" y="155112"/>
                  </a:moveTo>
                  <a:lnTo>
                    <a:pt x="623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61214" y="5566459"/>
              <a:ext cx="62329" cy="155112"/>
            </a:xfrm>
            <a:custGeom>
              <a:avLst/>
              <a:pathLst>
                <a:path w="62329" h="155112">
                  <a:moveTo>
                    <a:pt x="0" y="155112"/>
                  </a:moveTo>
                  <a:lnTo>
                    <a:pt x="623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961214" y="5566459"/>
              <a:ext cx="62329" cy="155112"/>
            </a:xfrm>
            <a:custGeom>
              <a:avLst/>
              <a:pathLst>
                <a:path w="62329" h="155112">
                  <a:moveTo>
                    <a:pt x="0" y="155112"/>
                  </a:moveTo>
                  <a:lnTo>
                    <a:pt x="623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961214" y="5566459"/>
              <a:ext cx="62329" cy="155112"/>
            </a:xfrm>
            <a:custGeom>
              <a:avLst/>
              <a:pathLst>
                <a:path w="62329" h="155112">
                  <a:moveTo>
                    <a:pt x="0" y="155112"/>
                  </a:moveTo>
                  <a:lnTo>
                    <a:pt x="623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961214" y="5566459"/>
              <a:ext cx="125481" cy="167150"/>
            </a:xfrm>
            <a:custGeom>
              <a:avLst/>
              <a:pathLst>
                <a:path w="125481" h="167150">
                  <a:moveTo>
                    <a:pt x="0" y="155112"/>
                  </a:moveTo>
                  <a:lnTo>
                    <a:pt x="5223" y="157110"/>
                  </a:lnTo>
                  <a:lnTo>
                    <a:pt x="10510" y="158933"/>
                  </a:lnTo>
                  <a:lnTo>
                    <a:pt x="15855" y="160577"/>
                  </a:lnTo>
                  <a:lnTo>
                    <a:pt x="21252" y="162042"/>
                  </a:lnTo>
                  <a:lnTo>
                    <a:pt x="26696" y="163325"/>
                  </a:lnTo>
                  <a:lnTo>
                    <a:pt x="32179" y="164426"/>
                  </a:lnTo>
                  <a:lnTo>
                    <a:pt x="37695" y="165342"/>
                  </a:lnTo>
                  <a:lnTo>
                    <a:pt x="43240" y="166073"/>
                  </a:lnTo>
                  <a:lnTo>
                    <a:pt x="48806" y="166619"/>
                  </a:lnTo>
                  <a:lnTo>
                    <a:pt x="54386" y="166978"/>
                  </a:lnTo>
                  <a:lnTo>
                    <a:pt x="59976" y="167150"/>
                  </a:lnTo>
                  <a:lnTo>
                    <a:pt x="65569" y="167136"/>
                  </a:lnTo>
                  <a:lnTo>
                    <a:pt x="71157" y="166934"/>
                  </a:lnTo>
                  <a:lnTo>
                    <a:pt x="76736" y="166545"/>
                  </a:lnTo>
                  <a:lnTo>
                    <a:pt x="82299" y="165970"/>
                  </a:lnTo>
                  <a:lnTo>
                    <a:pt x="87840" y="165209"/>
                  </a:lnTo>
                  <a:lnTo>
                    <a:pt x="93351" y="164263"/>
                  </a:lnTo>
                  <a:lnTo>
                    <a:pt x="98829" y="163134"/>
                  </a:lnTo>
                  <a:lnTo>
                    <a:pt x="104265" y="161821"/>
                  </a:lnTo>
                  <a:lnTo>
                    <a:pt x="109654" y="160328"/>
                  </a:lnTo>
                  <a:lnTo>
                    <a:pt x="114991" y="158655"/>
                  </a:lnTo>
                  <a:lnTo>
                    <a:pt x="120268" y="156805"/>
                  </a:lnTo>
                  <a:lnTo>
                    <a:pt x="125481" y="154779"/>
                  </a:lnTo>
                  <a:lnTo>
                    <a:pt x="6232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167167" cy="321947"/>
            </a:xfrm>
            <a:custGeom>
              <a:avLst/>
              <a:pathLst>
                <a:path w="167167" h="321947">
                  <a:moveTo>
                    <a:pt x="63151" y="321947"/>
                  </a:moveTo>
                  <a:lnTo>
                    <a:pt x="68075" y="319845"/>
                  </a:lnTo>
                  <a:lnTo>
                    <a:pt x="72929" y="317587"/>
                  </a:lnTo>
                  <a:lnTo>
                    <a:pt x="77708" y="315175"/>
                  </a:lnTo>
                  <a:lnTo>
                    <a:pt x="82407" y="312611"/>
                  </a:lnTo>
                  <a:lnTo>
                    <a:pt x="87022" y="309898"/>
                  </a:lnTo>
                  <a:lnTo>
                    <a:pt x="91548" y="307038"/>
                  </a:lnTo>
                  <a:lnTo>
                    <a:pt x="95979" y="304035"/>
                  </a:lnTo>
                  <a:lnTo>
                    <a:pt x="100313" y="300891"/>
                  </a:lnTo>
                  <a:lnTo>
                    <a:pt x="104543" y="297611"/>
                  </a:lnTo>
                  <a:lnTo>
                    <a:pt x="108666" y="294196"/>
                  </a:lnTo>
                  <a:lnTo>
                    <a:pt x="112678" y="290652"/>
                  </a:lnTo>
                  <a:lnTo>
                    <a:pt x="116574" y="286980"/>
                  </a:lnTo>
                  <a:lnTo>
                    <a:pt x="120351" y="283186"/>
                  </a:lnTo>
                  <a:lnTo>
                    <a:pt x="124004" y="279273"/>
                  </a:lnTo>
                  <a:lnTo>
                    <a:pt x="127530" y="275245"/>
                  </a:lnTo>
                  <a:lnTo>
                    <a:pt x="130926" y="271106"/>
                  </a:lnTo>
                  <a:lnTo>
                    <a:pt x="134187" y="266860"/>
                  </a:lnTo>
                  <a:lnTo>
                    <a:pt x="137310" y="262512"/>
                  </a:lnTo>
                  <a:lnTo>
                    <a:pt x="140293" y="258067"/>
                  </a:lnTo>
                  <a:lnTo>
                    <a:pt x="143131" y="253528"/>
                  </a:lnTo>
                  <a:lnTo>
                    <a:pt x="145823" y="248901"/>
                  </a:lnTo>
                  <a:lnTo>
                    <a:pt x="148366" y="244189"/>
                  </a:lnTo>
                  <a:lnTo>
                    <a:pt x="150756" y="239399"/>
                  </a:lnTo>
                  <a:lnTo>
                    <a:pt x="152991" y="234535"/>
                  </a:lnTo>
                  <a:lnTo>
                    <a:pt x="155070" y="229602"/>
                  </a:lnTo>
                  <a:lnTo>
                    <a:pt x="156990" y="224604"/>
                  </a:lnTo>
                  <a:lnTo>
                    <a:pt x="158748" y="219548"/>
                  </a:lnTo>
                  <a:lnTo>
                    <a:pt x="160344" y="214438"/>
                  </a:lnTo>
                  <a:lnTo>
                    <a:pt x="161776" y="209279"/>
                  </a:lnTo>
                  <a:lnTo>
                    <a:pt x="163041" y="204078"/>
                  </a:lnTo>
                  <a:lnTo>
                    <a:pt x="164139" y="198838"/>
                  </a:lnTo>
                  <a:lnTo>
                    <a:pt x="165069" y="193566"/>
                  </a:lnTo>
                  <a:lnTo>
                    <a:pt x="165830" y="188267"/>
                  </a:lnTo>
                  <a:lnTo>
                    <a:pt x="166421" y="182946"/>
                  </a:lnTo>
                  <a:lnTo>
                    <a:pt x="166840" y="177610"/>
                  </a:lnTo>
                  <a:lnTo>
                    <a:pt x="167089" y="172262"/>
                  </a:lnTo>
                  <a:lnTo>
                    <a:pt x="167167" y="166909"/>
                  </a:lnTo>
                  <a:lnTo>
                    <a:pt x="167073" y="161556"/>
                  </a:lnTo>
                  <a:lnTo>
                    <a:pt x="166807" y="156210"/>
                  </a:lnTo>
                  <a:lnTo>
                    <a:pt x="166371" y="150874"/>
                  </a:lnTo>
                  <a:lnTo>
                    <a:pt x="165764" y="145555"/>
                  </a:lnTo>
                  <a:lnTo>
                    <a:pt x="164987" y="140258"/>
                  </a:lnTo>
                  <a:lnTo>
                    <a:pt x="164041" y="134989"/>
                  </a:lnTo>
                  <a:lnTo>
                    <a:pt x="162926" y="129753"/>
                  </a:lnTo>
                  <a:lnTo>
                    <a:pt x="161645" y="124555"/>
                  </a:lnTo>
                  <a:lnTo>
                    <a:pt x="160198" y="119401"/>
                  </a:lnTo>
                  <a:lnTo>
                    <a:pt x="158586" y="114296"/>
                  </a:lnTo>
                  <a:lnTo>
                    <a:pt x="156812" y="109246"/>
                  </a:lnTo>
                  <a:lnTo>
                    <a:pt x="154877" y="104254"/>
                  </a:lnTo>
                  <a:lnTo>
                    <a:pt x="152783" y="99327"/>
                  </a:lnTo>
                  <a:lnTo>
                    <a:pt x="150532" y="94470"/>
                  </a:lnTo>
                  <a:lnTo>
                    <a:pt x="148127" y="89687"/>
                  </a:lnTo>
                  <a:lnTo>
                    <a:pt x="145570" y="84984"/>
                  </a:lnTo>
                  <a:lnTo>
                    <a:pt x="142864" y="80365"/>
                  </a:lnTo>
                  <a:lnTo>
                    <a:pt x="140011" y="75835"/>
                  </a:lnTo>
                  <a:lnTo>
                    <a:pt x="137015" y="71398"/>
                  </a:lnTo>
                  <a:lnTo>
                    <a:pt x="133878" y="67060"/>
                  </a:lnTo>
                  <a:lnTo>
                    <a:pt x="130604" y="62825"/>
                  </a:lnTo>
                  <a:lnTo>
                    <a:pt x="127196" y="58696"/>
                  </a:lnTo>
                  <a:lnTo>
                    <a:pt x="123658" y="54679"/>
                  </a:lnTo>
                  <a:lnTo>
                    <a:pt x="119993" y="50777"/>
                  </a:lnTo>
                  <a:lnTo>
                    <a:pt x="116204" y="46994"/>
                  </a:lnTo>
                  <a:lnTo>
                    <a:pt x="112297" y="43335"/>
                  </a:lnTo>
                  <a:lnTo>
                    <a:pt x="108274" y="39803"/>
                  </a:lnTo>
                  <a:lnTo>
                    <a:pt x="104140" y="36401"/>
                  </a:lnTo>
                  <a:lnTo>
                    <a:pt x="99900" y="33134"/>
                  </a:lnTo>
                  <a:lnTo>
                    <a:pt x="95557" y="30004"/>
                  </a:lnTo>
                  <a:lnTo>
                    <a:pt x="91116" y="27014"/>
                  </a:lnTo>
                  <a:lnTo>
                    <a:pt x="86581" y="24169"/>
                  </a:lnTo>
                  <a:lnTo>
                    <a:pt x="81958" y="21470"/>
                  </a:lnTo>
                  <a:lnTo>
                    <a:pt x="77251" y="18920"/>
                  </a:lnTo>
                  <a:lnTo>
                    <a:pt x="72464" y="16522"/>
                  </a:lnTo>
                  <a:lnTo>
                    <a:pt x="67604" y="14279"/>
                  </a:lnTo>
                  <a:lnTo>
                    <a:pt x="62673" y="12193"/>
                  </a:lnTo>
                  <a:lnTo>
                    <a:pt x="57679" y="10266"/>
                  </a:lnTo>
                  <a:lnTo>
                    <a:pt x="52625" y="8499"/>
                  </a:lnTo>
                  <a:lnTo>
                    <a:pt x="47518" y="6895"/>
                  </a:lnTo>
                  <a:lnTo>
                    <a:pt x="42362" y="5456"/>
                  </a:lnTo>
                  <a:lnTo>
                    <a:pt x="37162" y="4183"/>
                  </a:lnTo>
                  <a:lnTo>
                    <a:pt x="31924" y="3076"/>
                  </a:lnTo>
                  <a:lnTo>
                    <a:pt x="26653" y="2138"/>
                  </a:lnTo>
                  <a:lnTo>
                    <a:pt x="21356" y="1369"/>
                  </a:lnTo>
                  <a:lnTo>
                    <a:pt x="16036" y="770"/>
                  </a:lnTo>
                  <a:lnTo>
                    <a:pt x="10699" y="342"/>
                  </a:lnTo>
                  <a:lnTo>
                    <a:pt x="535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422744" y="5269756"/>
              <a:ext cx="122513" cy="167167"/>
            </a:xfrm>
            <a:custGeom>
              <a:avLst/>
              <a:pathLst>
                <a:path w="122513" h="167167">
                  <a:moveTo>
                    <a:pt x="122513" y="0"/>
                  </a:moveTo>
                  <a:lnTo>
                    <a:pt x="117014" y="90"/>
                  </a:lnTo>
                  <a:lnTo>
                    <a:pt x="111521" y="361"/>
                  </a:lnTo>
                  <a:lnTo>
                    <a:pt x="106040" y="813"/>
                  </a:lnTo>
                  <a:lnTo>
                    <a:pt x="100576" y="1445"/>
                  </a:lnTo>
                  <a:lnTo>
                    <a:pt x="95136" y="2256"/>
                  </a:lnTo>
                  <a:lnTo>
                    <a:pt x="89726" y="3246"/>
                  </a:lnTo>
                  <a:lnTo>
                    <a:pt x="84352" y="4414"/>
                  </a:lnTo>
                  <a:lnTo>
                    <a:pt x="79019" y="5757"/>
                  </a:lnTo>
                  <a:lnTo>
                    <a:pt x="73732" y="7275"/>
                  </a:lnTo>
                  <a:lnTo>
                    <a:pt x="68499" y="8966"/>
                  </a:lnTo>
                  <a:lnTo>
                    <a:pt x="63324" y="10829"/>
                  </a:lnTo>
                  <a:lnTo>
                    <a:pt x="58213" y="12861"/>
                  </a:lnTo>
                  <a:lnTo>
                    <a:pt x="53172" y="15059"/>
                  </a:lnTo>
                  <a:lnTo>
                    <a:pt x="48206" y="17423"/>
                  </a:lnTo>
                  <a:lnTo>
                    <a:pt x="43320" y="19948"/>
                  </a:lnTo>
                  <a:lnTo>
                    <a:pt x="38520" y="22633"/>
                  </a:lnTo>
                  <a:lnTo>
                    <a:pt x="33811" y="25474"/>
                  </a:lnTo>
                  <a:lnTo>
                    <a:pt x="29198" y="28469"/>
                  </a:lnTo>
                  <a:lnTo>
                    <a:pt x="24686" y="31613"/>
                  </a:lnTo>
                  <a:lnTo>
                    <a:pt x="20280" y="34905"/>
                  </a:lnTo>
                  <a:lnTo>
                    <a:pt x="15984" y="38340"/>
                  </a:lnTo>
                  <a:lnTo>
                    <a:pt x="11804" y="41914"/>
                  </a:lnTo>
                  <a:lnTo>
                    <a:pt x="7743" y="45623"/>
                  </a:lnTo>
                  <a:lnTo>
                    <a:pt x="3807" y="49465"/>
                  </a:lnTo>
                  <a:lnTo>
                    <a:pt x="0" y="53433"/>
                  </a:lnTo>
                  <a:lnTo>
                    <a:pt x="12251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422744" y="5323190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422744" y="5323190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422744" y="5323190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422744" y="5323190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397621" y="5323190"/>
              <a:ext cx="147637" cy="113733"/>
            </a:xfrm>
            <a:custGeom>
              <a:avLst/>
              <a:pathLst>
                <a:path w="147637" h="113733">
                  <a:moveTo>
                    <a:pt x="25123" y="0"/>
                  </a:moveTo>
                  <a:lnTo>
                    <a:pt x="20984" y="4628"/>
                  </a:lnTo>
                  <a:lnTo>
                    <a:pt x="17019" y="9407"/>
                  </a:lnTo>
                  <a:lnTo>
                    <a:pt x="13234" y="14330"/>
                  </a:lnTo>
                  <a:lnTo>
                    <a:pt x="9635" y="19390"/>
                  </a:lnTo>
                  <a:lnTo>
                    <a:pt x="6227" y="24580"/>
                  </a:lnTo>
                  <a:lnTo>
                    <a:pt x="3013" y="29894"/>
                  </a:lnTo>
                  <a:lnTo>
                    <a:pt x="0" y="35322"/>
                  </a:lnTo>
                  <a:lnTo>
                    <a:pt x="147637" y="1137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378104" y="5269756"/>
              <a:ext cx="334303" cy="334334"/>
            </a:xfrm>
            <a:custGeom>
              <a:avLst/>
              <a:pathLst>
                <a:path w="334303" h="334334">
                  <a:moveTo>
                    <a:pt x="19517" y="88756"/>
                  </a:moveTo>
                  <a:lnTo>
                    <a:pt x="17105" y="93477"/>
                  </a:lnTo>
                  <a:lnTo>
                    <a:pt x="14844" y="98271"/>
                  </a:lnTo>
                  <a:lnTo>
                    <a:pt x="12736" y="103135"/>
                  </a:lnTo>
                  <a:lnTo>
                    <a:pt x="10783" y="108063"/>
                  </a:lnTo>
                  <a:lnTo>
                    <a:pt x="8988" y="113050"/>
                  </a:lnTo>
                  <a:lnTo>
                    <a:pt x="7352" y="118092"/>
                  </a:lnTo>
                  <a:lnTo>
                    <a:pt x="5876" y="123184"/>
                  </a:lnTo>
                  <a:lnTo>
                    <a:pt x="4563" y="128319"/>
                  </a:lnTo>
                  <a:lnTo>
                    <a:pt x="3413" y="133494"/>
                  </a:lnTo>
                  <a:lnTo>
                    <a:pt x="2428" y="138702"/>
                  </a:lnTo>
                  <a:lnTo>
                    <a:pt x="1608" y="143939"/>
                  </a:lnTo>
                  <a:lnTo>
                    <a:pt x="955" y="149200"/>
                  </a:lnTo>
                  <a:lnTo>
                    <a:pt x="469" y="154478"/>
                  </a:lnTo>
                  <a:lnTo>
                    <a:pt x="150" y="159770"/>
                  </a:lnTo>
                  <a:lnTo>
                    <a:pt x="0" y="165068"/>
                  </a:lnTo>
                  <a:lnTo>
                    <a:pt x="17" y="170369"/>
                  </a:lnTo>
                  <a:lnTo>
                    <a:pt x="203" y="175667"/>
                  </a:lnTo>
                  <a:lnTo>
                    <a:pt x="556" y="180956"/>
                  </a:lnTo>
                  <a:lnTo>
                    <a:pt x="1077" y="186231"/>
                  </a:lnTo>
                  <a:lnTo>
                    <a:pt x="1765" y="191487"/>
                  </a:lnTo>
                  <a:lnTo>
                    <a:pt x="2619" y="196718"/>
                  </a:lnTo>
                  <a:lnTo>
                    <a:pt x="3639" y="201920"/>
                  </a:lnTo>
                  <a:lnTo>
                    <a:pt x="4823" y="207087"/>
                  </a:lnTo>
                  <a:lnTo>
                    <a:pt x="6170" y="212214"/>
                  </a:lnTo>
                  <a:lnTo>
                    <a:pt x="7679" y="217295"/>
                  </a:lnTo>
                  <a:lnTo>
                    <a:pt x="9349" y="222326"/>
                  </a:lnTo>
                  <a:lnTo>
                    <a:pt x="11177" y="227302"/>
                  </a:lnTo>
                  <a:lnTo>
                    <a:pt x="13162" y="232217"/>
                  </a:lnTo>
                  <a:lnTo>
                    <a:pt x="15302" y="237067"/>
                  </a:lnTo>
                  <a:lnTo>
                    <a:pt x="17595" y="241846"/>
                  </a:lnTo>
                  <a:lnTo>
                    <a:pt x="20037" y="246551"/>
                  </a:lnTo>
                  <a:lnTo>
                    <a:pt x="22628" y="251175"/>
                  </a:lnTo>
                  <a:lnTo>
                    <a:pt x="25365" y="255715"/>
                  </a:lnTo>
                  <a:lnTo>
                    <a:pt x="28243" y="260166"/>
                  </a:lnTo>
                  <a:lnTo>
                    <a:pt x="31262" y="264524"/>
                  </a:lnTo>
                  <a:lnTo>
                    <a:pt x="34417" y="268783"/>
                  </a:lnTo>
                  <a:lnTo>
                    <a:pt x="37705" y="272941"/>
                  </a:lnTo>
                  <a:lnTo>
                    <a:pt x="41124" y="276992"/>
                  </a:lnTo>
                  <a:lnTo>
                    <a:pt x="44670" y="280932"/>
                  </a:lnTo>
                  <a:lnTo>
                    <a:pt x="48338" y="284759"/>
                  </a:lnTo>
                  <a:lnTo>
                    <a:pt x="52126" y="288467"/>
                  </a:lnTo>
                  <a:lnTo>
                    <a:pt x="56030" y="292053"/>
                  </a:lnTo>
                  <a:lnTo>
                    <a:pt x="60045" y="295513"/>
                  </a:lnTo>
                  <a:lnTo>
                    <a:pt x="64169" y="298845"/>
                  </a:lnTo>
                  <a:lnTo>
                    <a:pt x="68395" y="302044"/>
                  </a:lnTo>
                  <a:lnTo>
                    <a:pt x="72721" y="305107"/>
                  </a:lnTo>
                  <a:lnTo>
                    <a:pt x="77142" y="308032"/>
                  </a:lnTo>
                  <a:lnTo>
                    <a:pt x="81654" y="310815"/>
                  </a:lnTo>
                  <a:lnTo>
                    <a:pt x="86251" y="313453"/>
                  </a:lnTo>
                  <a:lnTo>
                    <a:pt x="90930" y="315945"/>
                  </a:lnTo>
                  <a:lnTo>
                    <a:pt x="95685" y="318287"/>
                  </a:lnTo>
                  <a:lnTo>
                    <a:pt x="100513" y="320477"/>
                  </a:lnTo>
                  <a:lnTo>
                    <a:pt x="105407" y="322513"/>
                  </a:lnTo>
                  <a:lnTo>
                    <a:pt x="110363" y="324392"/>
                  </a:lnTo>
                  <a:lnTo>
                    <a:pt x="115377" y="326114"/>
                  </a:lnTo>
                  <a:lnTo>
                    <a:pt x="120442" y="327676"/>
                  </a:lnTo>
                  <a:lnTo>
                    <a:pt x="125555" y="329076"/>
                  </a:lnTo>
                  <a:lnTo>
                    <a:pt x="130709" y="330313"/>
                  </a:lnTo>
                  <a:lnTo>
                    <a:pt x="135900" y="331387"/>
                  </a:lnTo>
                  <a:lnTo>
                    <a:pt x="141123" y="332295"/>
                  </a:lnTo>
                  <a:lnTo>
                    <a:pt x="146371" y="333038"/>
                  </a:lnTo>
                  <a:lnTo>
                    <a:pt x="151641" y="333613"/>
                  </a:lnTo>
                  <a:lnTo>
                    <a:pt x="156926" y="334021"/>
                  </a:lnTo>
                  <a:lnTo>
                    <a:pt x="162221" y="334262"/>
                  </a:lnTo>
                  <a:lnTo>
                    <a:pt x="167522" y="334334"/>
                  </a:lnTo>
                  <a:lnTo>
                    <a:pt x="172822" y="334238"/>
                  </a:lnTo>
                  <a:lnTo>
                    <a:pt x="178116" y="333975"/>
                  </a:lnTo>
                  <a:lnTo>
                    <a:pt x="183399" y="333543"/>
                  </a:lnTo>
                  <a:lnTo>
                    <a:pt x="188666" y="332944"/>
                  </a:lnTo>
                  <a:lnTo>
                    <a:pt x="193911" y="332179"/>
                  </a:lnTo>
                  <a:lnTo>
                    <a:pt x="199130" y="331248"/>
                  </a:lnTo>
                  <a:lnTo>
                    <a:pt x="204316" y="330151"/>
                  </a:lnTo>
                  <a:lnTo>
                    <a:pt x="209465" y="328891"/>
                  </a:lnTo>
                  <a:lnTo>
                    <a:pt x="214571" y="327468"/>
                  </a:lnTo>
                  <a:lnTo>
                    <a:pt x="219630" y="325884"/>
                  </a:lnTo>
                  <a:lnTo>
                    <a:pt x="224636" y="324141"/>
                  </a:lnTo>
                  <a:lnTo>
                    <a:pt x="229584" y="322239"/>
                  </a:lnTo>
                  <a:lnTo>
                    <a:pt x="234469" y="320182"/>
                  </a:lnTo>
                  <a:lnTo>
                    <a:pt x="239287" y="317971"/>
                  </a:lnTo>
                  <a:lnTo>
                    <a:pt x="244032" y="315608"/>
                  </a:lnTo>
                  <a:lnTo>
                    <a:pt x="248699" y="313096"/>
                  </a:lnTo>
                  <a:lnTo>
                    <a:pt x="253285" y="310437"/>
                  </a:lnTo>
                  <a:lnTo>
                    <a:pt x="257784" y="307634"/>
                  </a:lnTo>
                  <a:lnTo>
                    <a:pt x="262192" y="304690"/>
                  </a:lnTo>
                  <a:lnTo>
                    <a:pt x="266505" y="301608"/>
                  </a:lnTo>
                  <a:lnTo>
                    <a:pt x="270717" y="298390"/>
                  </a:lnTo>
                  <a:lnTo>
                    <a:pt x="274826" y="295041"/>
                  </a:lnTo>
                  <a:lnTo>
                    <a:pt x="278826" y="291562"/>
                  </a:lnTo>
                  <a:lnTo>
                    <a:pt x="282714" y="287959"/>
                  </a:lnTo>
                  <a:lnTo>
                    <a:pt x="286486" y="284235"/>
                  </a:lnTo>
                  <a:lnTo>
                    <a:pt x="290137" y="280392"/>
                  </a:lnTo>
                  <a:lnTo>
                    <a:pt x="293666" y="276436"/>
                  </a:lnTo>
                  <a:lnTo>
                    <a:pt x="297066" y="272370"/>
                  </a:lnTo>
                  <a:lnTo>
                    <a:pt x="300337" y="268198"/>
                  </a:lnTo>
                  <a:lnTo>
                    <a:pt x="303473" y="263925"/>
                  </a:lnTo>
                  <a:lnTo>
                    <a:pt x="306472" y="259554"/>
                  </a:lnTo>
                  <a:lnTo>
                    <a:pt x="309331" y="255090"/>
                  </a:lnTo>
                  <a:lnTo>
                    <a:pt x="312047" y="250538"/>
                  </a:lnTo>
                  <a:lnTo>
                    <a:pt x="314618" y="245902"/>
                  </a:lnTo>
                  <a:lnTo>
                    <a:pt x="317040" y="241187"/>
                  </a:lnTo>
                  <a:lnTo>
                    <a:pt x="319312" y="236398"/>
                  </a:lnTo>
                  <a:lnTo>
                    <a:pt x="321430" y="231539"/>
                  </a:lnTo>
                  <a:lnTo>
                    <a:pt x="323394" y="226615"/>
                  </a:lnTo>
                  <a:lnTo>
                    <a:pt x="325200" y="221631"/>
                  </a:lnTo>
                  <a:lnTo>
                    <a:pt x="326847" y="216593"/>
                  </a:lnTo>
                  <a:lnTo>
                    <a:pt x="328334" y="211505"/>
                  </a:lnTo>
                  <a:lnTo>
                    <a:pt x="329659" y="206372"/>
                  </a:lnTo>
                  <a:lnTo>
                    <a:pt x="330820" y="201200"/>
                  </a:lnTo>
                  <a:lnTo>
                    <a:pt x="331817" y="195994"/>
                  </a:lnTo>
                  <a:lnTo>
                    <a:pt x="332648" y="190759"/>
                  </a:lnTo>
                  <a:lnTo>
                    <a:pt x="333313" y="185500"/>
                  </a:lnTo>
                  <a:lnTo>
                    <a:pt x="333811" y="180222"/>
                  </a:lnTo>
                  <a:lnTo>
                    <a:pt x="334141" y="174932"/>
                  </a:lnTo>
                  <a:lnTo>
                    <a:pt x="334303" y="169633"/>
                  </a:lnTo>
                  <a:lnTo>
                    <a:pt x="334297" y="164333"/>
                  </a:lnTo>
                  <a:lnTo>
                    <a:pt x="334123" y="159035"/>
                  </a:lnTo>
                  <a:lnTo>
                    <a:pt x="333781" y="153745"/>
                  </a:lnTo>
                  <a:lnTo>
                    <a:pt x="333272" y="148469"/>
                  </a:lnTo>
                  <a:lnTo>
                    <a:pt x="332596" y="143211"/>
                  </a:lnTo>
                  <a:lnTo>
                    <a:pt x="331753" y="137978"/>
                  </a:lnTo>
                  <a:lnTo>
                    <a:pt x="330745" y="132774"/>
                  </a:lnTo>
                  <a:lnTo>
                    <a:pt x="329572" y="127604"/>
                  </a:lnTo>
                  <a:lnTo>
                    <a:pt x="328236" y="122474"/>
                  </a:lnTo>
                  <a:lnTo>
                    <a:pt x="326738" y="117390"/>
                  </a:lnTo>
                  <a:lnTo>
                    <a:pt x="325080" y="112355"/>
                  </a:lnTo>
                  <a:lnTo>
                    <a:pt x="323262" y="107375"/>
                  </a:lnTo>
                  <a:lnTo>
                    <a:pt x="321288" y="102456"/>
                  </a:lnTo>
                  <a:lnTo>
                    <a:pt x="319159" y="97601"/>
                  </a:lnTo>
                  <a:lnTo>
                    <a:pt x="316877" y="92817"/>
                  </a:lnTo>
                  <a:lnTo>
                    <a:pt x="314444" y="88107"/>
                  </a:lnTo>
                  <a:lnTo>
                    <a:pt x="311864" y="83477"/>
                  </a:lnTo>
                  <a:lnTo>
                    <a:pt x="309137" y="78931"/>
                  </a:lnTo>
                  <a:lnTo>
                    <a:pt x="306269" y="74474"/>
                  </a:lnTo>
                  <a:lnTo>
                    <a:pt x="303260" y="70110"/>
                  </a:lnTo>
                  <a:lnTo>
                    <a:pt x="300114" y="65843"/>
                  </a:lnTo>
                  <a:lnTo>
                    <a:pt x="296835" y="61678"/>
                  </a:lnTo>
                  <a:lnTo>
                    <a:pt x="293425" y="57620"/>
                  </a:lnTo>
                  <a:lnTo>
                    <a:pt x="289888" y="53671"/>
                  </a:lnTo>
                  <a:lnTo>
                    <a:pt x="286228" y="49837"/>
                  </a:lnTo>
                  <a:lnTo>
                    <a:pt x="282448" y="46121"/>
                  </a:lnTo>
                  <a:lnTo>
                    <a:pt x="278552" y="42526"/>
                  </a:lnTo>
                  <a:lnTo>
                    <a:pt x="274544" y="39057"/>
                  </a:lnTo>
                  <a:lnTo>
                    <a:pt x="270428" y="35716"/>
                  </a:lnTo>
                  <a:lnTo>
                    <a:pt x="266209" y="32508"/>
                  </a:lnTo>
                  <a:lnTo>
                    <a:pt x="261890" y="29435"/>
                  </a:lnTo>
                  <a:lnTo>
                    <a:pt x="257475" y="26501"/>
                  </a:lnTo>
                  <a:lnTo>
                    <a:pt x="252970" y="23708"/>
                  </a:lnTo>
                  <a:lnTo>
                    <a:pt x="248378" y="21059"/>
                  </a:lnTo>
                  <a:lnTo>
                    <a:pt x="243705" y="18557"/>
                  </a:lnTo>
                  <a:lnTo>
                    <a:pt x="238955" y="16205"/>
                  </a:lnTo>
                  <a:lnTo>
                    <a:pt x="234132" y="14004"/>
                  </a:lnTo>
                  <a:lnTo>
                    <a:pt x="229242" y="11957"/>
                  </a:lnTo>
                  <a:lnTo>
                    <a:pt x="224290" y="10067"/>
                  </a:lnTo>
                  <a:lnTo>
                    <a:pt x="219280" y="8334"/>
                  </a:lnTo>
                  <a:lnTo>
                    <a:pt x="214218" y="6762"/>
                  </a:lnTo>
                  <a:lnTo>
                    <a:pt x="209109" y="5350"/>
                  </a:lnTo>
                  <a:lnTo>
                    <a:pt x="203957" y="4101"/>
                  </a:lnTo>
                  <a:lnTo>
                    <a:pt x="198769" y="3016"/>
                  </a:lnTo>
                  <a:lnTo>
                    <a:pt x="193548" y="2096"/>
                  </a:lnTo>
                  <a:lnTo>
                    <a:pt x="188301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53883" y="5018213"/>
              <a:ext cx="167155" cy="176034"/>
            </a:xfrm>
            <a:custGeom>
              <a:avLst/>
              <a:pathLst>
                <a:path w="167155" h="176034">
                  <a:moveTo>
                    <a:pt x="167155" y="0"/>
                  </a:moveTo>
                  <a:lnTo>
                    <a:pt x="161727" y="88"/>
                  </a:lnTo>
                  <a:lnTo>
                    <a:pt x="156304" y="352"/>
                  </a:lnTo>
                  <a:lnTo>
                    <a:pt x="150893" y="792"/>
                  </a:lnTo>
                  <a:lnTo>
                    <a:pt x="145500" y="1408"/>
                  </a:lnTo>
                  <a:lnTo>
                    <a:pt x="140129" y="2199"/>
                  </a:lnTo>
                  <a:lnTo>
                    <a:pt x="134786" y="3163"/>
                  </a:lnTo>
                  <a:lnTo>
                    <a:pt x="129478" y="4301"/>
                  </a:lnTo>
                  <a:lnTo>
                    <a:pt x="124209" y="5610"/>
                  </a:lnTo>
                  <a:lnTo>
                    <a:pt x="118986" y="7090"/>
                  </a:lnTo>
                  <a:lnTo>
                    <a:pt x="113813" y="8738"/>
                  </a:lnTo>
                  <a:lnTo>
                    <a:pt x="108697" y="10554"/>
                  </a:lnTo>
                  <a:lnTo>
                    <a:pt x="103642" y="12535"/>
                  </a:lnTo>
                  <a:lnTo>
                    <a:pt x="98655" y="14679"/>
                  </a:lnTo>
                  <a:lnTo>
                    <a:pt x="93739" y="16984"/>
                  </a:lnTo>
                  <a:lnTo>
                    <a:pt x="88901" y="19447"/>
                  </a:lnTo>
                  <a:lnTo>
                    <a:pt x="84146" y="22066"/>
                  </a:lnTo>
                  <a:lnTo>
                    <a:pt x="79478" y="24838"/>
                  </a:lnTo>
                  <a:lnTo>
                    <a:pt x="74902" y="27760"/>
                  </a:lnTo>
                  <a:lnTo>
                    <a:pt x="70424" y="30829"/>
                  </a:lnTo>
                  <a:lnTo>
                    <a:pt x="66048" y="34042"/>
                  </a:lnTo>
                  <a:lnTo>
                    <a:pt x="61779" y="37395"/>
                  </a:lnTo>
                  <a:lnTo>
                    <a:pt x="57620" y="40885"/>
                  </a:lnTo>
                  <a:lnTo>
                    <a:pt x="53578" y="44509"/>
                  </a:lnTo>
                  <a:lnTo>
                    <a:pt x="49655" y="48261"/>
                  </a:lnTo>
                  <a:lnTo>
                    <a:pt x="45855" y="52139"/>
                  </a:lnTo>
                  <a:lnTo>
                    <a:pt x="42184" y="56139"/>
                  </a:lnTo>
                  <a:lnTo>
                    <a:pt x="38645" y="60255"/>
                  </a:lnTo>
                  <a:lnTo>
                    <a:pt x="35241" y="64485"/>
                  </a:lnTo>
                  <a:lnTo>
                    <a:pt x="31976" y="68822"/>
                  </a:lnTo>
                  <a:lnTo>
                    <a:pt x="28854" y="73264"/>
                  </a:lnTo>
                  <a:lnTo>
                    <a:pt x="25878" y="77804"/>
                  </a:lnTo>
                  <a:lnTo>
                    <a:pt x="23051" y="82439"/>
                  </a:lnTo>
                  <a:lnTo>
                    <a:pt x="20376" y="87163"/>
                  </a:lnTo>
                  <a:lnTo>
                    <a:pt x="17855" y="91971"/>
                  </a:lnTo>
                  <a:lnTo>
                    <a:pt x="15492" y="96859"/>
                  </a:lnTo>
                  <a:lnTo>
                    <a:pt x="13289" y="101820"/>
                  </a:lnTo>
                  <a:lnTo>
                    <a:pt x="11248" y="106851"/>
                  </a:lnTo>
                  <a:lnTo>
                    <a:pt x="9372" y="111945"/>
                  </a:lnTo>
                  <a:lnTo>
                    <a:pt x="7662" y="117098"/>
                  </a:lnTo>
                  <a:lnTo>
                    <a:pt x="6120" y="122303"/>
                  </a:lnTo>
                  <a:lnTo>
                    <a:pt x="4748" y="127556"/>
                  </a:lnTo>
                  <a:lnTo>
                    <a:pt x="3548" y="132851"/>
                  </a:lnTo>
                  <a:lnTo>
                    <a:pt x="2520" y="138181"/>
                  </a:lnTo>
                  <a:lnTo>
                    <a:pt x="1665" y="143543"/>
                  </a:lnTo>
                  <a:lnTo>
                    <a:pt x="986" y="148929"/>
                  </a:lnTo>
                  <a:lnTo>
                    <a:pt x="481" y="154334"/>
                  </a:lnTo>
                  <a:lnTo>
                    <a:pt x="152" y="159753"/>
                  </a:lnTo>
                  <a:lnTo>
                    <a:pt x="0" y="165180"/>
                  </a:lnTo>
                  <a:lnTo>
                    <a:pt x="23" y="170609"/>
                  </a:lnTo>
                  <a:lnTo>
                    <a:pt x="223" y="176034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54106" y="5185380"/>
              <a:ext cx="166932" cy="8866"/>
            </a:xfrm>
            <a:custGeom>
              <a:avLst/>
              <a:pathLst>
                <a:path w="166932" h="8866">
                  <a:moveTo>
                    <a:pt x="0" y="8866"/>
                  </a:moveTo>
                  <a:lnTo>
                    <a:pt x="1669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54106" y="5185380"/>
              <a:ext cx="166932" cy="8866"/>
            </a:xfrm>
            <a:custGeom>
              <a:avLst/>
              <a:pathLst>
                <a:path w="166932" h="8866">
                  <a:moveTo>
                    <a:pt x="0" y="8866"/>
                  </a:moveTo>
                  <a:lnTo>
                    <a:pt x="16693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54106" y="5185380"/>
              <a:ext cx="166932" cy="8866"/>
            </a:xfrm>
            <a:custGeom>
              <a:avLst/>
              <a:pathLst>
                <a:path w="166932" h="8866">
                  <a:moveTo>
                    <a:pt x="0" y="8866"/>
                  </a:moveTo>
                  <a:lnTo>
                    <a:pt x="16693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54106" y="5185380"/>
              <a:ext cx="166932" cy="72074"/>
            </a:xfrm>
            <a:custGeom>
              <a:avLst/>
              <a:pathLst>
                <a:path w="166932" h="72074">
                  <a:moveTo>
                    <a:pt x="0" y="8866"/>
                  </a:moveTo>
                  <a:lnTo>
                    <a:pt x="422" y="14819"/>
                  </a:lnTo>
                  <a:lnTo>
                    <a:pt x="1057" y="20753"/>
                  </a:lnTo>
                  <a:lnTo>
                    <a:pt x="1904" y="26660"/>
                  </a:lnTo>
                  <a:lnTo>
                    <a:pt x="2961" y="32533"/>
                  </a:lnTo>
                  <a:lnTo>
                    <a:pt x="4226" y="38365"/>
                  </a:lnTo>
                  <a:lnTo>
                    <a:pt x="5699" y="44148"/>
                  </a:lnTo>
                  <a:lnTo>
                    <a:pt x="7378" y="49874"/>
                  </a:lnTo>
                  <a:lnTo>
                    <a:pt x="9260" y="55538"/>
                  </a:lnTo>
                  <a:lnTo>
                    <a:pt x="11342" y="61130"/>
                  </a:lnTo>
                  <a:lnTo>
                    <a:pt x="13623" y="66644"/>
                  </a:lnTo>
                  <a:lnTo>
                    <a:pt x="16100" y="72074"/>
                  </a:lnTo>
                  <a:lnTo>
                    <a:pt x="16693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70207" y="5018213"/>
              <a:ext cx="317989" cy="334325"/>
            </a:xfrm>
            <a:custGeom>
              <a:avLst/>
              <a:pathLst>
                <a:path w="317989" h="334325">
                  <a:moveTo>
                    <a:pt x="0" y="239241"/>
                  </a:moveTo>
                  <a:lnTo>
                    <a:pt x="2370" y="244006"/>
                  </a:lnTo>
                  <a:lnTo>
                    <a:pt x="4892" y="248694"/>
                  </a:lnTo>
                  <a:lnTo>
                    <a:pt x="7561" y="253298"/>
                  </a:lnTo>
                  <a:lnTo>
                    <a:pt x="10376" y="257816"/>
                  </a:lnTo>
                  <a:lnTo>
                    <a:pt x="13333" y="262241"/>
                  </a:lnTo>
                  <a:lnTo>
                    <a:pt x="16429" y="266570"/>
                  </a:lnTo>
                  <a:lnTo>
                    <a:pt x="19662" y="270799"/>
                  </a:lnTo>
                  <a:lnTo>
                    <a:pt x="23028" y="274922"/>
                  </a:lnTo>
                  <a:lnTo>
                    <a:pt x="26523" y="278936"/>
                  </a:lnTo>
                  <a:lnTo>
                    <a:pt x="30144" y="282837"/>
                  </a:lnTo>
                  <a:lnTo>
                    <a:pt x="33887" y="286620"/>
                  </a:lnTo>
                  <a:lnTo>
                    <a:pt x="37749" y="290282"/>
                  </a:lnTo>
                  <a:lnTo>
                    <a:pt x="41726" y="293820"/>
                  </a:lnTo>
                  <a:lnTo>
                    <a:pt x="45813" y="297229"/>
                  </a:lnTo>
                  <a:lnTo>
                    <a:pt x="50007" y="300507"/>
                  </a:lnTo>
                  <a:lnTo>
                    <a:pt x="54303" y="303649"/>
                  </a:lnTo>
                  <a:lnTo>
                    <a:pt x="58697" y="306652"/>
                  </a:lnTo>
                  <a:lnTo>
                    <a:pt x="63184" y="309515"/>
                  </a:lnTo>
                  <a:lnTo>
                    <a:pt x="67760" y="312233"/>
                  </a:lnTo>
                  <a:lnTo>
                    <a:pt x="72421" y="314804"/>
                  </a:lnTo>
                  <a:lnTo>
                    <a:pt x="77160" y="317225"/>
                  </a:lnTo>
                  <a:lnTo>
                    <a:pt x="81975" y="319495"/>
                  </a:lnTo>
                  <a:lnTo>
                    <a:pt x="86859" y="321610"/>
                  </a:lnTo>
                  <a:lnTo>
                    <a:pt x="91808" y="323568"/>
                  </a:lnTo>
                  <a:lnTo>
                    <a:pt x="96817" y="325368"/>
                  </a:lnTo>
                  <a:lnTo>
                    <a:pt x="101881" y="327007"/>
                  </a:lnTo>
                  <a:lnTo>
                    <a:pt x="106994" y="328484"/>
                  </a:lnTo>
                  <a:lnTo>
                    <a:pt x="112152" y="329798"/>
                  </a:lnTo>
                  <a:lnTo>
                    <a:pt x="117349" y="330947"/>
                  </a:lnTo>
                  <a:lnTo>
                    <a:pt x="122580" y="331930"/>
                  </a:lnTo>
                  <a:lnTo>
                    <a:pt x="127840" y="332746"/>
                  </a:lnTo>
                  <a:lnTo>
                    <a:pt x="133122" y="333394"/>
                  </a:lnTo>
                  <a:lnTo>
                    <a:pt x="138423" y="333873"/>
                  </a:lnTo>
                  <a:lnTo>
                    <a:pt x="143737" y="334184"/>
                  </a:lnTo>
                  <a:lnTo>
                    <a:pt x="149057" y="334325"/>
                  </a:lnTo>
                  <a:lnTo>
                    <a:pt x="154380" y="334297"/>
                  </a:lnTo>
                  <a:lnTo>
                    <a:pt x="159698" y="334099"/>
                  </a:lnTo>
                  <a:lnTo>
                    <a:pt x="165008" y="333732"/>
                  </a:lnTo>
                  <a:lnTo>
                    <a:pt x="170304" y="333196"/>
                  </a:lnTo>
                  <a:lnTo>
                    <a:pt x="175579" y="332492"/>
                  </a:lnTo>
                  <a:lnTo>
                    <a:pt x="180830" y="331621"/>
                  </a:lnTo>
                  <a:lnTo>
                    <a:pt x="186050" y="330582"/>
                  </a:lnTo>
                  <a:lnTo>
                    <a:pt x="191235" y="329378"/>
                  </a:lnTo>
                  <a:lnTo>
                    <a:pt x="196378" y="328010"/>
                  </a:lnTo>
                  <a:lnTo>
                    <a:pt x="201476" y="326478"/>
                  </a:lnTo>
                  <a:lnTo>
                    <a:pt x="206522" y="324785"/>
                  </a:lnTo>
                  <a:lnTo>
                    <a:pt x="211511" y="322933"/>
                  </a:lnTo>
                  <a:lnTo>
                    <a:pt x="216439" y="320922"/>
                  </a:lnTo>
                  <a:lnTo>
                    <a:pt x="221301" y="318755"/>
                  </a:lnTo>
                  <a:lnTo>
                    <a:pt x="226091" y="316435"/>
                  </a:lnTo>
                  <a:lnTo>
                    <a:pt x="230805" y="313964"/>
                  </a:lnTo>
                  <a:lnTo>
                    <a:pt x="235437" y="311343"/>
                  </a:lnTo>
                  <a:lnTo>
                    <a:pt x="239984" y="308577"/>
                  </a:lnTo>
                  <a:lnTo>
                    <a:pt x="244441" y="305667"/>
                  </a:lnTo>
                  <a:lnTo>
                    <a:pt x="248803" y="302617"/>
                  </a:lnTo>
                  <a:lnTo>
                    <a:pt x="253065" y="299429"/>
                  </a:lnTo>
                  <a:lnTo>
                    <a:pt x="257224" y="296107"/>
                  </a:lnTo>
                  <a:lnTo>
                    <a:pt x="261275" y="292655"/>
                  </a:lnTo>
                  <a:lnTo>
                    <a:pt x="265214" y="289075"/>
                  </a:lnTo>
                  <a:lnTo>
                    <a:pt x="269037" y="285372"/>
                  </a:lnTo>
                  <a:lnTo>
                    <a:pt x="272740" y="281549"/>
                  </a:lnTo>
                  <a:lnTo>
                    <a:pt x="276319" y="277610"/>
                  </a:lnTo>
                  <a:lnTo>
                    <a:pt x="279772" y="273559"/>
                  </a:lnTo>
                  <a:lnTo>
                    <a:pt x="283093" y="269401"/>
                  </a:lnTo>
                  <a:lnTo>
                    <a:pt x="286281" y="265138"/>
                  </a:lnTo>
                  <a:lnTo>
                    <a:pt x="289331" y="260776"/>
                  </a:lnTo>
                  <a:lnTo>
                    <a:pt x="292241" y="256320"/>
                  </a:lnTo>
                  <a:lnTo>
                    <a:pt x="295008" y="251773"/>
                  </a:lnTo>
                  <a:lnTo>
                    <a:pt x="297628" y="247140"/>
                  </a:lnTo>
                  <a:lnTo>
                    <a:pt x="300100" y="242426"/>
                  </a:lnTo>
                  <a:lnTo>
                    <a:pt x="302420" y="237636"/>
                  </a:lnTo>
                  <a:lnTo>
                    <a:pt x="304586" y="232775"/>
                  </a:lnTo>
                  <a:lnTo>
                    <a:pt x="306597" y="227847"/>
                  </a:lnTo>
                  <a:lnTo>
                    <a:pt x="308450" y="222857"/>
                  </a:lnTo>
                  <a:lnTo>
                    <a:pt x="310143" y="217811"/>
                  </a:lnTo>
                  <a:lnTo>
                    <a:pt x="311674" y="212714"/>
                  </a:lnTo>
                  <a:lnTo>
                    <a:pt x="313043" y="207570"/>
                  </a:lnTo>
                  <a:lnTo>
                    <a:pt x="314247" y="202386"/>
                  </a:lnTo>
                  <a:lnTo>
                    <a:pt x="315285" y="197165"/>
                  </a:lnTo>
                  <a:lnTo>
                    <a:pt x="316157" y="191915"/>
                  </a:lnTo>
                  <a:lnTo>
                    <a:pt x="316861" y="186639"/>
                  </a:lnTo>
                  <a:lnTo>
                    <a:pt x="317397" y="181344"/>
                  </a:lnTo>
                  <a:lnTo>
                    <a:pt x="317764" y="176034"/>
                  </a:lnTo>
                  <a:lnTo>
                    <a:pt x="317961" y="170715"/>
                  </a:lnTo>
                  <a:lnTo>
                    <a:pt x="317989" y="165393"/>
                  </a:lnTo>
                  <a:lnTo>
                    <a:pt x="317848" y="160072"/>
                  </a:lnTo>
                  <a:lnTo>
                    <a:pt x="317538" y="154759"/>
                  </a:lnTo>
                  <a:lnTo>
                    <a:pt x="317058" y="149458"/>
                  </a:lnTo>
                  <a:lnTo>
                    <a:pt x="316410" y="144175"/>
                  </a:lnTo>
                  <a:lnTo>
                    <a:pt x="315594" y="138916"/>
                  </a:lnTo>
                  <a:lnTo>
                    <a:pt x="314611" y="133685"/>
                  </a:lnTo>
                  <a:lnTo>
                    <a:pt x="313462" y="128488"/>
                  </a:lnTo>
                  <a:lnTo>
                    <a:pt x="312149" y="123330"/>
                  </a:lnTo>
                  <a:lnTo>
                    <a:pt x="310671" y="118217"/>
                  </a:lnTo>
                  <a:lnTo>
                    <a:pt x="309032" y="113153"/>
                  </a:lnTo>
                  <a:lnTo>
                    <a:pt x="307232" y="108144"/>
                  </a:lnTo>
                  <a:lnTo>
                    <a:pt x="305274" y="103195"/>
                  </a:lnTo>
                  <a:lnTo>
                    <a:pt x="303159" y="98310"/>
                  </a:lnTo>
                  <a:lnTo>
                    <a:pt x="300890" y="93496"/>
                  </a:lnTo>
                  <a:lnTo>
                    <a:pt x="298469" y="88756"/>
                  </a:lnTo>
                  <a:lnTo>
                    <a:pt x="295897" y="84096"/>
                  </a:lnTo>
                  <a:lnTo>
                    <a:pt x="293179" y="79520"/>
                  </a:lnTo>
                  <a:lnTo>
                    <a:pt x="290317" y="75033"/>
                  </a:lnTo>
                  <a:lnTo>
                    <a:pt x="287313" y="70639"/>
                  </a:lnTo>
                  <a:lnTo>
                    <a:pt x="284171" y="66343"/>
                  </a:lnTo>
                  <a:lnTo>
                    <a:pt x="280894" y="62149"/>
                  </a:lnTo>
                  <a:lnTo>
                    <a:pt x="277484" y="58062"/>
                  </a:lnTo>
                  <a:lnTo>
                    <a:pt x="273947" y="54085"/>
                  </a:lnTo>
                  <a:lnTo>
                    <a:pt x="270285" y="50223"/>
                  </a:lnTo>
                  <a:lnTo>
                    <a:pt x="266501" y="46479"/>
                  </a:lnTo>
                  <a:lnTo>
                    <a:pt x="262600" y="42858"/>
                  </a:lnTo>
                  <a:lnTo>
                    <a:pt x="258586" y="39363"/>
                  </a:lnTo>
                  <a:lnTo>
                    <a:pt x="254463" y="35997"/>
                  </a:lnTo>
                  <a:lnTo>
                    <a:pt x="250235" y="32765"/>
                  </a:lnTo>
                  <a:lnTo>
                    <a:pt x="245906" y="29668"/>
                  </a:lnTo>
                  <a:lnTo>
                    <a:pt x="241480" y="26711"/>
                  </a:lnTo>
                  <a:lnTo>
                    <a:pt x="236963" y="23897"/>
                  </a:lnTo>
                  <a:lnTo>
                    <a:pt x="232358" y="21227"/>
                  </a:lnTo>
                  <a:lnTo>
                    <a:pt x="227671" y="18706"/>
                  </a:lnTo>
                  <a:lnTo>
                    <a:pt x="222906" y="16335"/>
                  </a:lnTo>
                  <a:lnTo>
                    <a:pt x="218067" y="14117"/>
                  </a:lnTo>
                  <a:lnTo>
                    <a:pt x="213161" y="12054"/>
                  </a:lnTo>
                  <a:lnTo>
                    <a:pt x="208191" y="10148"/>
                  </a:lnTo>
                  <a:lnTo>
                    <a:pt x="203163" y="8402"/>
                  </a:lnTo>
                  <a:lnTo>
                    <a:pt x="198083" y="6816"/>
                  </a:lnTo>
                  <a:lnTo>
                    <a:pt x="192954" y="5394"/>
                  </a:lnTo>
                  <a:lnTo>
                    <a:pt x="187783" y="4135"/>
                  </a:lnTo>
                  <a:lnTo>
                    <a:pt x="182574" y="3041"/>
                  </a:lnTo>
                  <a:lnTo>
                    <a:pt x="177333" y="2113"/>
                  </a:lnTo>
                  <a:lnTo>
                    <a:pt x="172065" y="1353"/>
                  </a:lnTo>
                  <a:lnTo>
                    <a:pt x="166775" y="762"/>
                  </a:lnTo>
                  <a:lnTo>
                    <a:pt x="161470" y="338"/>
                  </a:lnTo>
                  <a:lnTo>
                    <a:pt x="156153" y="84"/>
                  </a:lnTo>
                  <a:lnTo>
                    <a:pt x="150831" y="0"/>
                  </a:lnTo>
                  <a:lnTo>
                    <a:pt x="15083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256072" y="4659281"/>
              <a:ext cx="167162" cy="334144"/>
            </a:xfrm>
            <a:custGeom>
              <a:avLst/>
              <a:pathLst>
                <a:path w="167162" h="33414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1" y="764"/>
                  </a:lnTo>
                  <a:lnTo>
                    <a:pt x="145892" y="1358"/>
                  </a:lnTo>
                  <a:lnTo>
                    <a:pt x="140615" y="2121"/>
                  </a:lnTo>
                  <a:lnTo>
                    <a:pt x="135366" y="3051"/>
                  </a:lnTo>
                  <a:lnTo>
                    <a:pt x="130148" y="4149"/>
                  </a:lnTo>
                  <a:lnTo>
                    <a:pt x="124968" y="5412"/>
                  </a:lnTo>
                  <a:lnTo>
                    <a:pt x="119831" y="6840"/>
                  </a:lnTo>
                  <a:lnTo>
                    <a:pt x="114743" y="8431"/>
                  </a:lnTo>
                  <a:lnTo>
                    <a:pt x="109707" y="10183"/>
                  </a:lnTo>
                  <a:lnTo>
                    <a:pt x="104730" y="12095"/>
                  </a:lnTo>
                  <a:lnTo>
                    <a:pt x="99817" y="14165"/>
                  </a:lnTo>
                  <a:lnTo>
                    <a:pt x="94972" y="16390"/>
                  </a:lnTo>
                  <a:lnTo>
                    <a:pt x="90200" y="18769"/>
                  </a:lnTo>
                  <a:lnTo>
                    <a:pt x="85507" y="21299"/>
                  </a:lnTo>
                  <a:lnTo>
                    <a:pt x="80897" y="23977"/>
                  </a:lnTo>
                  <a:lnTo>
                    <a:pt x="76375" y="26801"/>
                  </a:lnTo>
                  <a:lnTo>
                    <a:pt x="71945" y="29767"/>
                  </a:lnTo>
                  <a:lnTo>
                    <a:pt x="67611" y="32874"/>
                  </a:lnTo>
                  <a:lnTo>
                    <a:pt x="63379" y="36117"/>
                  </a:lnTo>
                  <a:lnTo>
                    <a:pt x="59253" y="39493"/>
                  </a:lnTo>
                  <a:lnTo>
                    <a:pt x="55236" y="42999"/>
                  </a:lnTo>
                  <a:lnTo>
                    <a:pt x="51334" y="46631"/>
                  </a:lnTo>
                  <a:lnTo>
                    <a:pt x="47549" y="50386"/>
                  </a:lnTo>
                  <a:lnTo>
                    <a:pt x="43885" y="54260"/>
                  </a:lnTo>
                  <a:lnTo>
                    <a:pt x="40348" y="58249"/>
                  </a:lnTo>
                  <a:lnTo>
                    <a:pt x="36939" y="62348"/>
                  </a:lnTo>
                  <a:lnTo>
                    <a:pt x="33662" y="66554"/>
                  </a:lnTo>
                  <a:lnTo>
                    <a:pt x="30522" y="70863"/>
                  </a:lnTo>
                  <a:lnTo>
                    <a:pt x="27520" y="75269"/>
                  </a:lnTo>
                  <a:lnTo>
                    <a:pt x="24661" y="79769"/>
                  </a:lnTo>
                  <a:lnTo>
                    <a:pt x="21946" y="84358"/>
                  </a:lnTo>
                  <a:lnTo>
                    <a:pt x="19379" y="89031"/>
                  </a:lnTo>
                  <a:lnTo>
                    <a:pt x="16962" y="93783"/>
                  </a:lnTo>
                  <a:lnTo>
                    <a:pt x="14699" y="98611"/>
                  </a:lnTo>
                  <a:lnTo>
                    <a:pt x="12590" y="103507"/>
                  </a:lnTo>
                  <a:lnTo>
                    <a:pt x="10638" y="108469"/>
                  </a:lnTo>
                  <a:lnTo>
                    <a:pt x="8846" y="113490"/>
                  </a:lnTo>
                  <a:lnTo>
                    <a:pt x="7215" y="118566"/>
                  </a:lnTo>
                  <a:lnTo>
                    <a:pt x="5746" y="123692"/>
                  </a:lnTo>
                  <a:lnTo>
                    <a:pt x="4442" y="128861"/>
                  </a:lnTo>
                  <a:lnTo>
                    <a:pt x="3303" y="134070"/>
                  </a:lnTo>
                  <a:lnTo>
                    <a:pt x="2331" y="139312"/>
                  </a:lnTo>
                  <a:lnTo>
                    <a:pt x="1527" y="144583"/>
                  </a:lnTo>
                  <a:lnTo>
                    <a:pt x="891" y="149876"/>
                  </a:lnTo>
                  <a:lnTo>
                    <a:pt x="424" y="155187"/>
                  </a:lnTo>
                  <a:lnTo>
                    <a:pt x="127" y="160511"/>
                  </a:lnTo>
                  <a:lnTo>
                    <a:pt x="0" y="165841"/>
                  </a:lnTo>
                  <a:lnTo>
                    <a:pt x="42" y="171172"/>
                  </a:lnTo>
                  <a:lnTo>
                    <a:pt x="255" y="176500"/>
                  </a:lnTo>
                  <a:lnTo>
                    <a:pt x="637" y="181818"/>
                  </a:lnTo>
                  <a:lnTo>
                    <a:pt x="1189" y="187120"/>
                  </a:lnTo>
                  <a:lnTo>
                    <a:pt x="1910" y="192403"/>
                  </a:lnTo>
                  <a:lnTo>
                    <a:pt x="2799" y="197660"/>
                  </a:lnTo>
                  <a:lnTo>
                    <a:pt x="3855" y="202886"/>
                  </a:lnTo>
                  <a:lnTo>
                    <a:pt x="5077" y="208076"/>
                  </a:lnTo>
                  <a:lnTo>
                    <a:pt x="6464" y="213224"/>
                  </a:lnTo>
                  <a:lnTo>
                    <a:pt x="8015" y="218325"/>
                  </a:lnTo>
                  <a:lnTo>
                    <a:pt x="9727" y="223374"/>
                  </a:lnTo>
                  <a:lnTo>
                    <a:pt x="11599" y="228366"/>
                  </a:lnTo>
                  <a:lnTo>
                    <a:pt x="13630" y="233296"/>
                  </a:lnTo>
                  <a:lnTo>
                    <a:pt x="15817" y="238158"/>
                  </a:lnTo>
                  <a:lnTo>
                    <a:pt x="18158" y="242949"/>
                  </a:lnTo>
                  <a:lnTo>
                    <a:pt x="20650" y="247662"/>
                  </a:lnTo>
                  <a:lnTo>
                    <a:pt x="23292" y="252293"/>
                  </a:lnTo>
                  <a:lnTo>
                    <a:pt x="26080" y="256838"/>
                  </a:lnTo>
                  <a:lnTo>
                    <a:pt x="29011" y="261291"/>
                  </a:lnTo>
                  <a:lnTo>
                    <a:pt x="32083" y="265649"/>
                  </a:lnTo>
                  <a:lnTo>
                    <a:pt x="35292" y="269906"/>
                  </a:lnTo>
                  <a:lnTo>
                    <a:pt x="38636" y="274059"/>
                  </a:lnTo>
                  <a:lnTo>
                    <a:pt x="42110" y="278104"/>
                  </a:lnTo>
                  <a:lnTo>
                    <a:pt x="45711" y="282035"/>
                  </a:lnTo>
                  <a:lnTo>
                    <a:pt x="49436" y="285850"/>
                  </a:lnTo>
                  <a:lnTo>
                    <a:pt x="53281" y="289544"/>
                  </a:lnTo>
                  <a:lnTo>
                    <a:pt x="57241" y="293113"/>
                  </a:lnTo>
                  <a:lnTo>
                    <a:pt x="61313" y="296554"/>
                  </a:lnTo>
                  <a:lnTo>
                    <a:pt x="65493" y="299864"/>
                  </a:lnTo>
                  <a:lnTo>
                    <a:pt x="69777" y="303039"/>
                  </a:lnTo>
                  <a:lnTo>
                    <a:pt x="74159" y="306075"/>
                  </a:lnTo>
                  <a:lnTo>
                    <a:pt x="78636" y="308970"/>
                  </a:lnTo>
                  <a:lnTo>
                    <a:pt x="83203" y="311721"/>
                  </a:lnTo>
                  <a:lnTo>
                    <a:pt x="87856" y="314325"/>
                  </a:lnTo>
                  <a:lnTo>
                    <a:pt x="92589" y="316779"/>
                  </a:lnTo>
                  <a:lnTo>
                    <a:pt x="97398" y="319081"/>
                  </a:lnTo>
                  <a:lnTo>
                    <a:pt x="102278" y="321229"/>
                  </a:lnTo>
                  <a:lnTo>
                    <a:pt x="107224" y="323220"/>
                  </a:lnTo>
                  <a:lnTo>
                    <a:pt x="112231" y="325052"/>
                  </a:lnTo>
                  <a:lnTo>
                    <a:pt x="117294" y="326723"/>
                  </a:lnTo>
                  <a:lnTo>
                    <a:pt x="122407" y="328232"/>
                  </a:lnTo>
                  <a:lnTo>
                    <a:pt x="127567" y="329577"/>
                  </a:lnTo>
                  <a:lnTo>
                    <a:pt x="132766" y="330758"/>
                  </a:lnTo>
                  <a:lnTo>
                    <a:pt x="138000" y="331771"/>
                  </a:lnTo>
                  <a:lnTo>
                    <a:pt x="143264" y="332617"/>
                  </a:lnTo>
                  <a:lnTo>
                    <a:pt x="148553" y="333295"/>
                  </a:lnTo>
                  <a:lnTo>
                    <a:pt x="153860" y="333804"/>
                  </a:lnTo>
                  <a:lnTo>
                    <a:pt x="159181" y="334144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15254" y="4826449"/>
              <a:ext cx="7980" cy="166976"/>
            </a:xfrm>
            <a:custGeom>
              <a:avLst/>
              <a:pathLst>
                <a:path w="7980" h="166976">
                  <a:moveTo>
                    <a:pt x="0" y="166976"/>
                  </a:moveTo>
                  <a:lnTo>
                    <a:pt x="798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15254" y="4826449"/>
              <a:ext cx="7980" cy="166976"/>
            </a:xfrm>
            <a:custGeom>
              <a:avLst/>
              <a:pathLst>
                <a:path w="7980" h="166976">
                  <a:moveTo>
                    <a:pt x="0" y="166976"/>
                  </a:moveTo>
                  <a:lnTo>
                    <a:pt x="798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15254" y="4826449"/>
              <a:ext cx="105952" cy="167150"/>
            </a:xfrm>
            <a:custGeom>
              <a:avLst/>
              <a:pathLst>
                <a:path w="105952" h="167150">
                  <a:moveTo>
                    <a:pt x="0" y="166976"/>
                  </a:moveTo>
                  <a:lnTo>
                    <a:pt x="5630" y="167150"/>
                  </a:lnTo>
                  <a:lnTo>
                    <a:pt x="11263" y="167135"/>
                  </a:lnTo>
                  <a:lnTo>
                    <a:pt x="16892" y="166929"/>
                  </a:lnTo>
                  <a:lnTo>
                    <a:pt x="22511" y="166534"/>
                  </a:lnTo>
                  <a:lnTo>
                    <a:pt x="28113" y="165950"/>
                  </a:lnTo>
                  <a:lnTo>
                    <a:pt x="33693" y="165178"/>
                  </a:lnTo>
                  <a:lnTo>
                    <a:pt x="39244" y="164218"/>
                  </a:lnTo>
                  <a:lnTo>
                    <a:pt x="44759" y="163071"/>
                  </a:lnTo>
                  <a:lnTo>
                    <a:pt x="50232" y="161739"/>
                  </a:lnTo>
                  <a:lnTo>
                    <a:pt x="55657" y="160224"/>
                  </a:lnTo>
                  <a:lnTo>
                    <a:pt x="61028" y="158527"/>
                  </a:lnTo>
                  <a:lnTo>
                    <a:pt x="66339" y="156650"/>
                  </a:lnTo>
                  <a:lnTo>
                    <a:pt x="71584" y="154594"/>
                  </a:lnTo>
                  <a:lnTo>
                    <a:pt x="76756" y="152364"/>
                  </a:lnTo>
                  <a:lnTo>
                    <a:pt x="81850" y="149960"/>
                  </a:lnTo>
                  <a:lnTo>
                    <a:pt x="86861" y="147386"/>
                  </a:lnTo>
                  <a:lnTo>
                    <a:pt x="91782" y="144645"/>
                  </a:lnTo>
                  <a:lnTo>
                    <a:pt x="96608" y="141739"/>
                  </a:lnTo>
                  <a:lnTo>
                    <a:pt x="101333" y="138673"/>
                  </a:lnTo>
                  <a:lnTo>
                    <a:pt x="105952" y="135449"/>
                  </a:lnTo>
                  <a:lnTo>
                    <a:pt x="798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167158" cy="302617"/>
            </a:xfrm>
            <a:custGeom>
              <a:avLst/>
              <a:pathLst>
                <a:path w="167158" h="302617">
                  <a:moveTo>
                    <a:pt x="97971" y="302617"/>
                  </a:moveTo>
                  <a:lnTo>
                    <a:pt x="102233" y="299429"/>
                  </a:lnTo>
                  <a:lnTo>
                    <a:pt x="106392" y="296107"/>
                  </a:lnTo>
                  <a:lnTo>
                    <a:pt x="110443" y="292655"/>
                  </a:lnTo>
                  <a:lnTo>
                    <a:pt x="114382" y="289075"/>
                  </a:lnTo>
                  <a:lnTo>
                    <a:pt x="118205" y="285372"/>
                  </a:lnTo>
                  <a:lnTo>
                    <a:pt x="121908" y="281549"/>
                  </a:lnTo>
                  <a:lnTo>
                    <a:pt x="125487" y="277610"/>
                  </a:lnTo>
                  <a:lnTo>
                    <a:pt x="128940" y="273559"/>
                  </a:lnTo>
                  <a:lnTo>
                    <a:pt x="132261" y="269401"/>
                  </a:lnTo>
                  <a:lnTo>
                    <a:pt x="135449" y="265138"/>
                  </a:lnTo>
                  <a:lnTo>
                    <a:pt x="138499" y="260776"/>
                  </a:lnTo>
                  <a:lnTo>
                    <a:pt x="141409" y="256320"/>
                  </a:lnTo>
                  <a:lnTo>
                    <a:pt x="144176" y="251773"/>
                  </a:lnTo>
                  <a:lnTo>
                    <a:pt x="146796" y="247140"/>
                  </a:lnTo>
                  <a:lnTo>
                    <a:pt x="149268" y="242426"/>
                  </a:lnTo>
                  <a:lnTo>
                    <a:pt x="151588" y="237636"/>
                  </a:lnTo>
                  <a:lnTo>
                    <a:pt x="153754" y="232775"/>
                  </a:lnTo>
                  <a:lnTo>
                    <a:pt x="155765" y="227847"/>
                  </a:lnTo>
                  <a:lnTo>
                    <a:pt x="157618" y="222857"/>
                  </a:lnTo>
                  <a:lnTo>
                    <a:pt x="159311" y="217811"/>
                  </a:lnTo>
                  <a:lnTo>
                    <a:pt x="160842" y="212714"/>
                  </a:lnTo>
                  <a:lnTo>
                    <a:pt x="162211" y="207570"/>
                  </a:lnTo>
                  <a:lnTo>
                    <a:pt x="163415" y="202386"/>
                  </a:lnTo>
                  <a:lnTo>
                    <a:pt x="164453" y="197165"/>
                  </a:lnTo>
                  <a:lnTo>
                    <a:pt x="165325" y="191915"/>
                  </a:lnTo>
                  <a:lnTo>
                    <a:pt x="166029" y="186639"/>
                  </a:lnTo>
                  <a:lnTo>
                    <a:pt x="166565" y="181344"/>
                  </a:lnTo>
                  <a:lnTo>
                    <a:pt x="166932" y="176034"/>
                  </a:lnTo>
                  <a:lnTo>
                    <a:pt x="167129" y="170715"/>
                  </a:lnTo>
                  <a:lnTo>
                    <a:pt x="167158" y="165393"/>
                  </a:lnTo>
                  <a:lnTo>
                    <a:pt x="167016" y="160072"/>
                  </a:lnTo>
                  <a:lnTo>
                    <a:pt x="166706" y="154759"/>
                  </a:lnTo>
                  <a:lnTo>
                    <a:pt x="166226" y="149458"/>
                  </a:lnTo>
                  <a:lnTo>
                    <a:pt x="165578" y="144175"/>
                  </a:lnTo>
                  <a:lnTo>
                    <a:pt x="164762" y="138916"/>
                  </a:lnTo>
                  <a:lnTo>
                    <a:pt x="163779" y="133685"/>
                  </a:lnTo>
                  <a:lnTo>
                    <a:pt x="162631" y="128488"/>
                  </a:lnTo>
                  <a:lnTo>
                    <a:pt x="161317" y="123330"/>
                  </a:lnTo>
                  <a:lnTo>
                    <a:pt x="159839" y="118217"/>
                  </a:lnTo>
                  <a:lnTo>
                    <a:pt x="158200" y="113153"/>
                  </a:lnTo>
                  <a:lnTo>
                    <a:pt x="156400" y="108144"/>
                  </a:lnTo>
                  <a:lnTo>
                    <a:pt x="154442" y="103195"/>
                  </a:lnTo>
                  <a:lnTo>
                    <a:pt x="152327" y="98310"/>
                  </a:lnTo>
                  <a:lnTo>
                    <a:pt x="150058" y="93496"/>
                  </a:lnTo>
                  <a:lnTo>
                    <a:pt x="147637" y="88756"/>
                  </a:lnTo>
                  <a:lnTo>
                    <a:pt x="145066" y="84096"/>
                  </a:lnTo>
                  <a:lnTo>
                    <a:pt x="142347" y="79520"/>
                  </a:lnTo>
                  <a:lnTo>
                    <a:pt x="139485" y="75033"/>
                  </a:lnTo>
                  <a:lnTo>
                    <a:pt x="136481" y="70639"/>
                  </a:lnTo>
                  <a:lnTo>
                    <a:pt x="133339" y="66343"/>
                  </a:lnTo>
                  <a:lnTo>
                    <a:pt x="130062" y="62149"/>
                  </a:lnTo>
                  <a:lnTo>
                    <a:pt x="126653" y="58062"/>
                  </a:lnTo>
                  <a:lnTo>
                    <a:pt x="123115" y="54085"/>
                  </a:lnTo>
                  <a:lnTo>
                    <a:pt x="119453" y="50223"/>
                  </a:lnTo>
                  <a:lnTo>
                    <a:pt x="115669" y="46479"/>
                  </a:lnTo>
                  <a:lnTo>
                    <a:pt x="111768" y="42858"/>
                  </a:lnTo>
                  <a:lnTo>
                    <a:pt x="107754" y="39363"/>
                  </a:lnTo>
                  <a:lnTo>
                    <a:pt x="103631" y="35997"/>
                  </a:lnTo>
                  <a:lnTo>
                    <a:pt x="99403" y="32765"/>
                  </a:lnTo>
                  <a:lnTo>
                    <a:pt x="95074" y="29668"/>
                  </a:lnTo>
                  <a:lnTo>
                    <a:pt x="90648" y="26711"/>
                  </a:lnTo>
                  <a:lnTo>
                    <a:pt x="86131" y="23897"/>
                  </a:lnTo>
                  <a:lnTo>
                    <a:pt x="81526" y="21227"/>
                  </a:lnTo>
                  <a:lnTo>
                    <a:pt x="76839" y="18706"/>
                  </a:lnTo>
                  <a:lnTo>
                    <a:pt x="72074" y="16335"/>
                  </a:lnTo>
                  <a:lnTo>
                    <a:pt x="67235" y="14117"/>
                  </a:lnTo>
                  <a:lnTo>
                    <a:pt x="62329" y="12054"/>
                  </a:lnTo>
                  <a:lnTo>
                    <a:pt x="57359" y="10148"/>
                  </a:lnTo>
                  <a:lnTo>
                    <a:pt x="52332" y="8402"/>
                  </a:lnTo>
                  <a:lnTo>
                    <a:pt x="47251" y="6816"/>
                  </a:lnTo>
                  <a:lnTo>
                    <a:pt x="42122" y="5394"/>
                  </a:lnTo>
                  <a:lnTo>
                    <a:pt x="36951" y="4135"/>
                  </a:lnTo>
                  <a:lnTo>
                    <a:pt x="31742" y="3041"/>
                  </a:lnTo>
                  <a:lnTo>
                    <a:pt x="26501" y="2113"/>
                  </a:lnTo>
                  <a:lnTo>
                    <a:pt x="21233" y="1353"/>
                  </a:lnTo>
                  <a:lnTo>
                    <a:pt x="15943" y="762"/>
                  </a:lnTo>
                  <a:lnTo>
                    <a:pt x="10638" y="338"/>
                  </a:lnTo>
                  <a:lnTo>
                    <a:pt x="532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561314" y="4213821"/>
              <a:ext cx="254805" cy="334325"/>
            </a:xfrm>
            <a:custGeom>
              <a:avLst/>
              <a:pathLst>
                <a:path w="254805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90149" y="332746"/>
                  </a:lnTo>
                  <a:lnTo>
                    <a:pt x="195409" y="331930"/>
                  </a:lnTo>
                  <a:lnTo>
                    <a:pt x="200640" y="330947"/>
                  </a:lnTo>
                  <a:lnTo>
                    <a:pt x="205837" y="329798"/>
                  </a:lnTo>
                  <a:lnTo>
                    <a:pt x="210995" y="328484"/>
                  </a:lnTo>
                  <a:lnTo>
                    <a:pt x="216108" y="327007"/>
                  </a:lnTo>
                  <a:lnTo>
                    <a:pt x="221172" y="325368"/>
                  </a:lnTo>
                  <a:lnTo>
                    <a:pt x="226181" y="323568"/>
                  </a:lnTo>
                  <a:lnTo>
                    <a:pt x="231130" y="321610"/>
                  </a:lnTo>
                  <a:lnTo>
                    <a:pt x="236014" y="319495"/>
                  </a:lnTo>
                  <a:lnTo>
                    <a:pt x="240828" y="317225"/>
                  </a:lnTo>
                  <a:lnTo>
                    <a:pt x="245568" y="314804"/>
                  </a:lnTo>
                  <a:lnTo>
                    <a:pt x="250229" y="312233"/>
                  </a:lnTo>
                  <a:lnTo>
                    <a:pt x="254805" y="309515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380988"/>
              <a:ext cx="87647" cy="142347"/>
            </a:xfrm>
            <a:custGeom>
              <a:avLst/>
              <a:pathLst>
                <a:path w="87647" h="142347">
                  <a:moveTo>
                    <a:pt x="87647" y="1423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380988"/>
              <a:ext cx="160350" cy="142347"/>
            </a:xfrm>
            <a:custGeom>
              <a:avLst/>
              <a:pathLst>
                <a:path w="160350" h="142347">
                  <a:moveTo>
                    <a:pt x="87647" y="142347"/>
                  </a:moveTo>
                  <a:lnTo>
                    <a:pt x="92336" y="139352"/>
                  </a:lnTo>
                  <a:lnTo>
                    <a:pt x="96922" y="136201"/>
                  </a:lnTo>
                  <a:lnTo>
                    <a:pt x="101402" y="132900"/>
                  </a:lnTo>
                  <a:lnTo>
                    <a:pt x="105769" y="129452"/>
                  </a:lnTo>
                  <a:lnTo>
                    <a:pt x="110018" y="125860"/>
                  </a:lnTo>
                  <a:lnTo>
                    <a:pt x="114146" y="122128"/>
                  </a:lnTo>
                  <a:lnTo>
                    <a:pt x="118148" y="118262"/>
                  </a:lnTo>
                  <a:lnTo>
                    <a:pt x="122018" y="114264"/>
                  </a:lnTo>
                  <a:lnTo>
                    <a:pt x="125754" y="110140"/>
                  </a:lnTo>
                  <a:lnTo>
                    <a:pt x="129349" y="105893"/>
                  </a:lnTo>
                  <a:lnTo>
                    <a:pt x="132802" y="101530"/>
                  </a:lnTo>
                  <a:lnTo>
                    <a:pt x="136108" y="97054"/>
                  </a:lnTo>
                  <a:lnTo>
                    <a:pt x="139262" y="92470"/>
                  </a:lnTo>
                  <a:lnTo>
                    <a:pt x="142263" y="87784"/>
                  </a:lnTo>
                  <a:lnTo>
                    <a:pt x="145106" y="83001"/>
                  </a:lnTo>
                  <a:lnTo>
                    <a:pt x="147788" y="78125"/>
                  </a:lnTo>
                  <a:lnTo>
                    <a:pt x="150306" y="73163"/>
                  </a:lnTo>
                  <a:lnTo>
                    <a:pt x="152658" y="68120"/>
                  </a:lnTo>
                  <a:lnTo>
                    <a:pt x="154840" y="63002"/>
                  </a:lnTo>
                  <a:lnTo>
                    <a:pt x="156851" y="57814"/>
                  </a:lnTo>
                  <a:lnTo>
                    <a:pt x="158689" y="52561"/>
                  </a:lnTo>
                  <a:lnTo>
                    <a:pt x="160350" y="47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167167" cy="214418"/>
            </a:xfrm>
            <a:custGeom>
              <a:avLst/>
              <a:pathLst>
                <a:path w="167167" h="214418">
                  <a:moveTo>
                    <a:pt x="160350" y="214418"/>
                  </a:moveTo>
                  <a:lnTo>
                    <a:pt x="161781" y="209260"/>
                  </a:lnTo>
                  <a:lnTo>
                    <a:pt x="163045" y="204058"/>
                  </a:lnTo>
                  <a:lnTo>
                    <a:pt x="164143" y="198819"/>
                  </a:lnTo>
                  <a:lnTo>
                    <a:pt x="165072" y="193547"/>
                  </a:lnTo>
                  <a:lnTo>
                    <a:pt x="165832" y="188248"/>
                  </a:lnTo>
                  <a:lnTo>
                    <a:pt x="166422" y="182928"/>
                  </a:lnTo>
                  <a:lnTo>
                    <a:pt x="166842" y="177591"/>
                  </a:lnTo>
                  <a:lnTo>
                    <a:pt x="167090" y="172244"/>
                  </a:lnTo>
                  <a:lnTo>
                    <a:pt x="167167" y="166892"/>
                  </a:lnTo>
                  <a:lnTo>
                    <a:pt x="167072" y="161539"/>
                  </a:lnTo>
                  <a:lnTo>
                    <a:pt x="166806" y="156193"/>
                  </a:lnTo>
                  <a:lnTo>
                    <a:pt x="166369" y="150858"/>
                  </a:lnTo>
                  <a:lnTo>
                    <a:pt x="165762" y="145539"/>
                  </a:lnTo>
                  <a:lnTo>
                    <a:pt x="164985" y="140243"/>
                  </a:lnTo>
                  <a:lnTo>
                    <a:pt x="164038" y="134974"/>
                  </a:lnTo>
                  <a:lnTo>
                    <a:pt x="162923" y="129739"/>
                  </a:lnTo>
                  <a:lnTo>
                    <a:pt x="161641" y="124541"/>
                  </a:lnTo>
                  <a:lnTo>
                    <a:pt x="160193" y="119388"/>
                  </a:lnTo>
                  <a:lnTo>
                    <a:pt x="158582" y="114283"/>
                  </a:lnTo>
                  <a:lnTo>
                    <a:pt x="156807" y="109233"/>
                  </a:lnTo>
                  <a:lnTo>
                    <a:pt x="154872" y="104242"/>
                  </a:lnTo>
                  <a:lnTo>
                    <a:pt x="152778" y="99315"/>
                  </a:lnTo>
                  <a:lnTo>
                    <a:pt x="150527" y="94459"/>
                  </a:lnTo>
                  <a:lnTo>
                    <a:pt x="148122" y="89676"/>
                  </a:lnTo>
                  <a:lnTo>
                    <a:pt x="145565" y="84973"/>
                  </a:lnTo>
                  <a:lnTo>
                    <a:pt x="142858" y="80355"/>
                  </a:lnTo>
                  <a:lnTo>
                    <a:pt x="140005" y="75825"/>
                  </a:lnTo>
                  <a:lnTo>
                    <a:pt x="137009" y="71389"/>
                  </a:lnTo>
                  <a:lnTo>
                    <a:pt x="133872" y="67052"/>
                  </a:lnTo>
                  <a:lnTo>
                    <a:pt x="130598" y="62817"/>
                  </a:lnTo>
                  <a:lnTo>
                    <a:pt x="127190" y="58689"/>
                  </a:lnTo>
                  <a:lnTo>
                    <a:pt x="123652" y="54672"/>
                  </a:lnTo>
                  <a:lnTo>
                    <a:pt x="119986" y="50771"/>
                  </a:lnTo>
                  <a:lnTo>
                    <a:pt x="116198" y="46989"/>
                  </a:lnTo>
                  <a:lnTo>
                    <a:pt x="112291" y="43330"/>
                  </a:lnTo>
                  <a:lnTo>
                    <a:pt x="108268" y="39798"/>
                  </a:lnTo>
                  <a:lnTo>
                    <a:pt x="104134" y="36397"/>
                  </a:lnTo>
                  <a:lnTo>
                    <a:pt x="99894" y="33129"/>
                  </a:lnTo>
                  <a:lnTo>
                    <a:pt x="95551" y="30000"/>
                  </a:lnTo>
                  <a:lnTo>
                    <a:pt x="91110" y="27011"/>
                  </a:lnTo>
                  <a:lnTo>
                    <a:pt x="86576" y="24165"/>
                  </a:lnTo>
                  <a:lnTo>
                    <a:pt x="81953" y="21467"/>
                  </a:lnTo>
                  <a:lnTo>
                    <a:pt x="77246" y="18917"/>
                  </a:lnTo>
                  <a:lnTo>
                    <a:pt x="72460" y="16520"/>
                  </a:lnTo>
                  <a:lnTo>
                    <a:pt x="67599" y="14277"/>
                  </a:lnTo>
                  <a:lnTo>
                    <a:pt x="62669" y="12191"/>
                  </a:lnTo>
                  <a:lnTo>
                    <a:pt x="57675" y="10264"/>
                  </a:lnTo>
                  <a:lnTo>
                    <a:pt x="52622" y="8498"/>
                  </a:lnTo>
                  <a:lnTo>
                    <a:pt x="47515" y="6895"/>
                  </a:lnTo>
                  <a:lnTo>
                    <a:pt x="42359" y="5455"/>
                  </a:lnTo>
                  <a:lnTo>
                    <a:pt x="37159" y="4182"/>
                  </a:lnTo>
                  <a:lnTo>
                    <a:pt x="31922" y="3076"/>
                  </a:lnTo>
                  <a:lnTo>
                    <a:pt x="26652" y="2138"/>
                  </a:lnTo>
                  <a:lnTo>
                    <a:pt x="21354" y="1369"/>
                  </a:lnTo>
                  <a:lnTo>
                    <a:pt x="16035" y="770"/>
                  </a:lnTo>
                  <a:lnTo>
                    <a:pt x="10699" y="342"/>
                  </a:lnTo>
                  <a:lnTo>
                    <a:pt x="535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751849" y="3707720"/>
              <a:ext cx="260034" cy="334315"/>
            </a:xfrm>
            <a:custGeom>
              <a:avLst/>
              <a:pathLst>
                <a:path w="260034" h="334315">
                  <a:moveTo>
                    <a:pt x="167161" y="0"/>
                  </a:moveTo>
                  <a:lnTo>
                    <a:pt x="161832" y="84"/>
                  </a:lnTo>
                  <a:lnTo>
                    <a:pt x="156508" y="339"/>
                  </a:lnTo>
                  <a:lnTo>
                    <a:pt x="151195" y="764"/>
                  </a:lnTo>
                  <a:lnTo>
                    <a:pt x="145898" y="1357"/>
                  </a:lnTo>
                  <a:lnTo>
                    <a:pt x="140622" y="2120"/>
                  </a:lnTo>
                  <a:lnTo>
                    <a:pt x="135374" y="3049"/>
                  </a:lnTo>
                  <a:lnTo>
                    <a:pt x="130158" y="4146"/>
                  </a:lnTo>
                  <a:lnTo>
                    <a:pt x="124980" y="5409"/>
                  </a:lnTo>
                  <a:lnTo>
                    <a:pt x="119844" y="6836"/>
                  </a:lnTo>
                  <a:lnTo>
                    <a:pt x="114757" y="8426"/>
                  </a:lnTo>
                  <a:lnTo>
                    <a:pt x="109723" y="10177"/>
                  </a:lnTo>
                  <a:lnTo>
                    <a:pt x="104747" y="12088"/>
                  </a:lnTo>
                  <a:lnTo>
                    <a:pt x="99835" y="14157"/>
                  </a:lnTo>
                  <a:lnTo>
                    <a:pt x="94991" y="16381"/>
                  </a:lnTo>
                  <a:lnTo>
                    <a:pt x="90221" y="18758"/>
                  </a:lnTo>
                  <a:lnTo>
                    <a:pt x="85528" y="21287"/>
                  </a:lnTo>
                  <a:lnTo>
                    <a:pt x="80919" y="23963"/>
                  </a:lnTo>
                  <a:lnTo>
                    <a:pt x="76398" y="26785"/>
                  </a:lnTo>
                  <a:lnTo>
                    <a:pt x="71968" y="29750"/>
                  </a:lnTo>
                  <a:lnTo>
                    <a:pt x="67636" y="32855"/>
                  </a:lnTo>
                  <a:lnTo>
                    <a:pt x="63405" y="36096"/>
                  </a:lnTo>
                  <a:lnTo>
                    <a:pt x="59279" y="39471"/>
                  </a:lnTo>
                  <a:lnTo>
                    <a:pt x="55263" y="42975"/>
                  </a:lnTo>
                  <a:lnTo>
                    <a:pt x="51360" y="46605"/>
                  </a:lnTo>
                  <a:lnTo>
                    <a:pt x="47575" y="50358"/>
                  </a:lnTo>
                  <a:lnTo>
                    <a:pt x="43912" y="54230"/>
                  </a:lnTo>
                  <a:lnTo>
                    <a:pt x="40374" y="58217"/>
                  </a:lnTo>
                  <a:lnTo>
                    <a:pt x="36966" y="62314"/>
                  </a:lnTo>
                  <a:lnTo>
                    <a:pt x="33689" y="66518"/>
                  </a:lnTo>
                  <a:lnTo>
                    <a:pt x="30548" y="70825"/>
                  </a:lnTo>
                  <a:lnTo>
                    <a:pt x="27546" y="75229"/>
                  </a:lnTo>
                  <a:lnTo>
                    <a:pt x="24686" y="79727"/>
                  </a:lnTo>
                  <a:lnTo>
                    <a:pt x="21971" y="84313"/>
                  </a:lnTo>
                  <a:lnTo>
                    <a:pt x="19403" y="88984"/>
                  </a:lnTo>
                  <a:lnTo>
                    <a:pt x="16986" y="93734"/>
                  </a:lnTo>
                  <a:lnTo>
                    <a:pt x="14721" y="98559"/>
                  </a:lnTo>
                  <a:lnTo>
                    <a:pt x="12611" y="103454"/>
                  </a:lnTo>
                  <a:lnTo>
                    <a:pt x="10659" y="108414"/>
                  </a:lnTo>
                  <a:lnTo>
                    <a:pt x="8865" y="113433"/>
                  </a:lnTo>
                  <a:lnTo>
                    <a:pt x="7233" y="118507"/>
                  </a:lnTo>
                  <a:lnTo>
                    <a:pt x="5763" y="123630"/>
                  </a:lnTo>
                  <a:lnTo>
                    <a:pt x="4457" y="128797"/>
                  </a:lnTo>
                  <a:lnTo>
                    <a:pt x="3316" y="134004"/>
                  </a:lnTo>
                  <a:lnTo>
                    <a:pt x="2342" y="139244"/>
                  </a:lnTo>
                  <a:lnTo>
                    <a:pt x="1536" y="144513"/>
                  </a:lnTo>
                  <a:lnTo>
                    <a:pt x="898" y="149805"/>
                  </a:lnTo>
                  <a:lnTo>
                    <a:pt x="429" y="155114"/>
                  </a:lnTo>
                  <a:lnTo>
                    <a:pt x="129" y="160436"/>
                  </a:lnTo>
                  <a:lnTo>
                    <a:pt x="0" y="165764"/>
                  </a:lnTo>
                  <a:lnTo>
                    <a:pt x="40" y="171094"/>
                  </a:lnTo>
                  <a:lnTo>
                    <a:pt x="250" y="176420"/>
                  </a:lnTo>
                  <a:lnTo>
                    <a:pt x="630" y="181737"/>
                  </a:lnTo>
                  <a:lnTo>
                    <a:pt x="1179" y="187038"/>
                  </a:lnTo>
                  <a:lnTo>
                    <a:pt x="1897" y="192320"/>
                  </a:lnTo>
                  <a:lnTo>
                    <a:pt x="2783" y="197576"/>
                  </a:lnTo>
                  <a:lnTo>
                    <a:pt x="3836" y="202801"/>
                  </a:lnTo>
                  <a:lnTo>
                    <a:pt x="5055" y="207989"/>
                  </a:lnTo>
                  <a:lnTo>
                    <a:pt x="6439" y="213137"/>
                  </a:lnTo>
                  <a:lnTo>
                    <a:pt x="7986" y="218237"/>
                  </a:lnTo>
                  <a:lnTo>
                    <a:pt x="9695" y="223286"/>
                  </a:lnTo>
                  <a:lnTo>
                    <a:pt x="11564" y="228277"/>
                  </a:lnTo>
                  <a:lnTo>
                    <a:pt x="13591" y="233207"/>
                  </a:lnTo>
                  <a:lnTo>
                    <a:pt x="15775" y="238069"/>
                  </a:lnTo>
                  <a:lnTo>
                    <a:pt x="18112" y="242859"/>
                  </a:lnTo>
                  <a:lnTo>
                    <a:pt x="20601" y="247573"/>
                  </a:lnTo>
                  <a:lnTo>
                    <a:pt x="23239" y="252204"/>
                  </a:lnTo>
                  <a:lnTo>
                    <a:pt x="26023" y="256749"/>
                  </a:lnTo>
                  <a:lnTo>
                    <a:pt x="28951" y="261203"/>
                  </a:lnTo>
                  <a:lnTo>
                    <a:pt x="32019" y="265562"/>
                  </a:lnTo>
                  <a:lnTo>
                    <a:pt x="35224" y="269820"/>
                  </a:lnTo>
                  <a:lnTo>
                    <a:pt x="38564" y="273974"/>
                  </a:lnTo>
                  <a:lnTo>
                    <a:pt x="42034" y="278019"/>
                  </a:lnTo>
                  <a:lnTo>
                    <a:pt x="45632" y="281952"/>
                  </a:lnTo>
                  <a:lnTo>
                    <a:pt x="49353" y="285768"/>
                  </a:lnTo>
                  <a:lnTo>
                    <a:pt x="53194" y="289464"/>
                  </a:lnTo>
                  <a:lnTo>
                    <a:pt x="57151" y="293035"/>
                  </a:lnTo>
                  <a:lnTo>
                    <a:pt x="61220" y="296478"/>
                  </a:lnTo>
                  <a:lnTo>
                    <a:pt x="65396" y="299790"/>
                  </a:lnTo>
                  <a:lnTo>
                    <a:pt x="69676" y="302967"/>
                  </a:lnTo>
                  <a:lnTo>
                    <a:pt x="74055" y="306006"/>
                  </a:lnTo>
                  <a:lnTo>
                    <a:pt x="78528" y="308903"/>
                  </a:lnTo>
                  <a:lnTo>
                    <a:pt x="83092" y="311657"/>
                  </a:lnTo>
                  <a:lnTo>
                    <a:pt x="87741" y="314264"/>
                  </a:lnTo>
                  <a:lnTo>
                    <a:pt x="92471" y="316721"/>
                  </a:lnTo>
                  <a:lnTo>
                    <a:pt x="97277" y="319026"/>
                  </a:lnTo>
                  <a:lnTo>
                    <a:pt x="102154" y="321177"/>
                  </a:lnTo>
                  <a:lnTo>
                    <a:pt x="107096" y="323171"/>
                  </a:lnTo>
                  <a:lnTo>
                    <a:pt x="112100" y="325006"/>
                  </a:lnTo>
                  <a:lnTo>
                    <a:pt x="117160" y="326682"/>
                  </a:lnTo>
                  <a:lnTo>
                    <a:pt x="122271" y="328194"/>
                  </a:lnTo>
                  <a:lnTo>
                    <a:pt x="127428" y="329544"/>
                  </a:lnTo>
                  <a:lnTo>
                    <a:pt x="132625" y="330728"/>
                  </a:lnTo>
                  <a:lnTo>
                    <a:pt x="137856" y="331746"/>
                  </a:lnTo>
                  <a:lnTo>
                    <a:pt x="143118" y="332596"/>
                  </a:lnTo>
                  <a:lnTo>
                    <a:pt x="148404" y="333279"/>
                  </a:lnTo>
                  <a:lnTo>
                    <a:pt x="153710" y="333792"/>
                  </a:lnTo>
                  <a:lnTo>
                    <a:pt x="159029" y="334136"/>
                  </a:lnTo>
                  <a:lnTo>
                    <a:pt x="164356" y="334311"/>
                  </a:lnTo>
                  <a:lnTo>
                    <a:pt x="169686" y="334315"/>
                  </a:lnTo>
                  <a:lnTo>
                    <a:pt x="175013" y="334150"/>
                  </a:lnTo>
                  <a:lnTo>
                    <a:pt x="180333" y="333815"/>
                  </a:lnTo>
                  <a:lnTo>
                    <a:pt x="185639" y="333310"/>
                  </a:lnTo>
                  <a:lnTo>
                    <a:pt x="190926" y="332636"/>
                  </a:lnTo>
                  <a:lnTo>
                    <a:pt x="196189" y="331795"/>
                  </a:lnTo>
                  <a:lnTo>
                    <a:pt x="201423" y="330786"/>
                  </a:lnTo>
                  <a:lnTo>
                    <a:pt x="206622" y="329610"/>
                  </a:lnTo>
                  <a:lnTo>
                    <a:pt x="211781" y="328270"/>
                  </a:lnTo>
                  <a:lnTo>
                    <a:pt x="216894" y="326765"/>
                  </a:lnTo>
                  <a:lnTo>
                    <a:pt x="221957" y="325099"/>
                  </a:lnTo>
                  <a:lnTo>
                    <a:pt x="226964" y="323271"/>
                  </a:lnTo>
                  <a:lnTo>
                    <a:pt x="231910" y="321285"/>
                  </a:lnTo>
                  <a:lnTo>
                    <a:pt x="236790" y="319143"/>
                  </a:lnTo>
                  <a:lnTo>
                    <a:pt x="241600" y="316846"/>
                  </a:lnTo>
                  <a:lnTo>
                    <a:pt x="246334" y="314397"/>
                  </a:lnTo>
                  <a:lnTo>
                    <a:pt x="250988" y="311798"/>
                  </a:lnTo>
                  <a:lnTo>
                    <a:pt x="255556" y="309052"/>
                  </a:lnTo>
                  <a:lnTo>
                    <a:pt x="260034" y="306162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41"/>
              <a:ext cx="167151" cy="306140"/>
            </a:xfrm>
            <a:custGeom>
              <a:avLst/>
              <a:pathLst>
                <a:path w="167151" h="306140">
                  <a:moveTo>
                    <a:pt x="92873" y="306140"/>
                  </a:moveTo>
                  <a:lnTo>
                    <a:pt x="97287" y="303087"/>
                  </a:lnTo>
                  <a:lnTo>
                    <a:pt x="101601" y="299894"/>
                  </a:lnTo>
                  <a:lnTo>
                    <a:pt x="105811" y="296564"/>
                  </a:lnTo>
                  <a:lnTo>
                    <a:pt x="109911" y="293100"/>
                  </a:lnTo>
                  <a:lnTo>
                    <a:pt x="113898" y="289507"/>
                  </a:lnTo>
                  <a:lnTo>
                    <a:pt x="117767" y="285787"/>
                  </a:lnTo>
                  <a:lnTo>
                    <a:pt x="121515" y="281945"/>
                  </a:lnTo>
                  <a:lnTo>
                    <a:pt x="125138" y="277985"/>
                  </a:lnTo>
                  <a:lnTo>
                    <a:pt x="128632" y="273910"/>
                  </a:lnTo>
                  <a:lnTo>
                    <a:pt x="131993" y="269726"/>
                  </a:lnTo>
                  <a:lnTo>
                    <a:pt x="135218" y="265435"/>
                  </a:lnTo>
                  <a:lnTo>
                    <a:pt x="138304" y="261044"/>
                  </a:lnTo>
                  <a:lnTo>
                    <a:pt x="141247" y="256555"/>
                  </a:lnTo>
                  <a:lnTo>
                    <a:pt x="144045" y="251974"/>
                  </a:lnTo>
                  <a:lnTo>
                    <a:pt x="146694" y="247306"/>
                  </a:lnTo>
                  <a:lnTo>
                    <a:pt x="149192" y="242556"/>
                  </a:lnTo>
                  <a:lnTo>
                    <a:pt x="151536" y="237727"/>
                  </a:lnTo>
                  <a:lnTo>
                    <a:pt x="153724" y="232826"/>
                  </a:lnTo>
                  <a:lnTo>
                    <a:pt x="155753" y="227857"/>
                  </a:lnTo>
                  <a:lnTo>
                    <a:pt x="157622" y="222825"/>
                  </a:lnTo>
                  <a:lnTo>
                    <a:pt x="159328" y="217736"/>
                  </a:lnTo>
                  <a:lnTo>
                    <a:pt x="160870" y="212595"/>
                  </a:lnTo>
                  <a:lnTo>
                    <a:pt x="162246" y="207407"/>
                  </a:lnTo>
                  <a:lnTo>
                    <a:pt x="163455" y="202178"/>
                  </a:lnTo>
                  <a:lnTo>
                    <a:pt x="164495" y="196912"/>
                  </a:lnTo>
                  <a:lnTo>
                    <a:pt x="165366" y="191616"/>
                  </a:lnTo>
                  <a:lnTo>
                    <a:pt x="166067" y="186295"/>
                  </a:lnTo>
                  <a:lnTo>
                    <a:pt x="166596" y="180953"/>
                  </a:lnTo>
                  <a:lnTo>
                    <a:pt x="166953" y="175598"/>
                  </a:lnTo>
                  <a:lnTo>
                    <a:pt x="167138" y="170234"/>
                  </a:lnTo>
                  <a:lnTo>
                    <a:pt x="167151" y="164866"/>
                  </a:lnTo>
                  <a:lnTo>
                    <a:pt x="166992" y="159501"/>
                  </a:lnTo>
                  <a:lnTo>
                    <a:pt x="166661" y="154144"/>
                  </a:lnTo>
                  <a:lnTo>
                    <a:pt x="166157" y="148800"/>
                  </a:lnTo>
                  <a:lnTo>
                    <a:pt x="165483" y="143476"/>
                  </a:lnTo>
                  <a:lnTo>
                    <a:pt x="164637" y="138175"/>
                  </a:lnTo>
                  <a:lnTo>
                    <a:pt x="163623" y="132905"/>
                  </a:lnTo>
                  <a:lnTo>
                    <a:pt x="162439" y="127669"/>
                  </a:lnTo>
                  <a:lnTo>
                    <a:pt x="161088" y="122475"/>
                  </a:lnTo>
                  <a:lnTo>
                    <a:pt x="159571" y="117326"/>
                  </a:lnTo>
                  <a:lnTo>
                    <a:pt x="157889" y="112229"/>
                  </a:lnTo>
                  <a:lnTo>
                    <a:pt x="156045" y="107189"/>
                  </a:lnTo>
                  <a:lnTo>
                    <a:pt x="154039" y="102210"/>
                  </a:lnTo>
                  <a:lnTo>
                    <a:pt x="151875" y="97298"/>
                  </a:lnTo>
                  <a:lnTo>
                    <a:pt x="149555" y="92458"/>
                  </a:lnTo>
                  <a:lnTo>
                    <a:pt x="147080" y="87696"/>
                  </a:lnTo>
                  <a:lnTo>
                    <a:pt x="144453" y="83015"/>
                  </a:lnTo>
                  <a:lnTo>
                    <a:pt x="141678" y="78421"/>
                  </a:lnTo>
                  <a:lnTo>
                    <a:pt x="138757" y="73918"/>
                  </a:lnTo>
                  <a:lnTo>
                    <a:pt x="135692" y="69511"/>
                  </a:lnTo>
                  <a:lnTo>
                    <a:pt x="132488" y="65206"/>
                  </a:lnTo>
                  <a:lnTo>
                    <a:pt x="129147" y="61005"/>
                  </a:lnTo>
                  <a:lnTo>
                    <a:pt x="125673" y="56913"/>
                  </a:lnTo>
                  <a:lnTo>
                    <a:pt x="122069" y="52936"/>
                  </a:lnTo>
                  <a:lnTo>
                    <a:pt x="118340" y="49076"/>
                  </a:lnTo>
                  <a:lnTo>
                    <a:pt x="114488" y="45337"/>
                  </a:lnTo>
                  <a:lnTo>
                    <a:pt x="110519" y="41725"/>
                  </a:lnTo>
                  <a:lnTo>
                    <a:pt x="106435" y="38241"/>
                  </a:lnTo>
                  <a:lnTo>
                    <a:pt x="102242" y="34891"/>
                  </a:lnTo>
                  <a:lnTo>
                    <a:pt x="97943" y="31676"/>
                  </a:lnTo>
                  <a:lnTo>
                    <a:pt x="93544" y="28602"/>
                  </a:lnTo>
                  <a:lnTo>
                    <a:pt x="89048" y="25670"/>
                  </a:lnTo>
                  <a:lnTo>
                    <a:pt x="84460" y="22884"/>
                  </a:lnTo>
                  <a:lnTo>
                    <a:pt x="79785" y="20247"/>
                  </a:lnTo>
                  <a:lnTo>
                    <a:pt x="75028" y="17762"/>
                  </a:lnTo>
                  <a:lnTo>
                    <a:pt x="70194" y="15430"/>
                  </a:lnTo>
                  <a:lnTo>
                    <a:pt x="65287" y="13255"/>
                  </a:lnTo>
                  <a:lnTo>
                    <a:pt x="60313" y="11238"/>
                  </a:lnTo>
                  <a:lnTo>
                    <a:pt x="55277" y="9382"/>
                  </a:lnTo>
                  <a:lnTo>
                    <a:pt x="50183" y="7689"/>
                  </a:lnTo>
                  <a:lnTo>
                    <a:pt x="45038" y="6160"/>
                  </a:lnTo>
                  <a:lnTo>
                    <a:pt x="39847" y="4797"/>
                  </a:lnTo>
                  <a:lnTo>
                    <a:pt x="34614" y="3601"/>
                  </a:lnTo>
                  <a:lnTo>
                    <a:pt x="29346" y="2574"/>
                  </a:lnTo>
                  <a:lnTo>
                    <a:pt x="24048" y="1717"/>
                  </a:lnTo>
                  <a:lnTo>
                    <a:pt x="18724" y="1030"/>
                  </a:lnTo>
                  <a:lnTo>
                    <a:pt x="13382" y="515"/>
                  </a:lnTo>
                  <a:lnTo>
                    <a:pt x="8025" y="171"/>
                  </a:lnTo>
                  <a:lnTo>
                    <a:pt x="2661" y="0"/>
                  </a:lnTo>
                  <a:lnTo>
                    <a:pt x="0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2661" cy="167167"/>
            </a:xfrm>
            <a:custGeom>
              <a:avLst/>
              <a:pathLst>
                <a:path w="2661" h="167167">
                  <a:moveTo>
                    <a:pt x="2661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tx80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2025-06-06T04:09:54Z</dcterms:modified>
  <cp:category/>
</cp:coreProperties>
</file>