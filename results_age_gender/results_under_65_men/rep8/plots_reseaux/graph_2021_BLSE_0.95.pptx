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53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4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2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56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9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37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52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94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5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75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4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9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0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7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6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75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40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5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38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9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3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53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4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55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2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5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76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53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53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48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56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53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73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53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48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73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9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37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33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94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23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52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36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12914" y="3170392"/>
              <a:ext cx="70864" cy="167167"/>
            </a:xfrm>
            <a:custGeom>
              <a:avLst/>
              <a:pathLst>
                <a:path w="70864" h="167167">
                  <a:moveTo>
                    <a:pt x="70864" y="0"/>
                  </a:moveTo>
                  <a:lnTo>
                    <a:pt x="64767" y="111"/>
                  </a:lnTo>
                  <a:lnTo>
                    <a:pt x="58678" y="444"/>
                  </a:lnTo>
                  <a:lnTo>
                    <a:pt x="52606" y="1000"/>
                  </a:lnTo>
                  <a:lnTo>
                    <a:pt x="46557" y="1776"/>
                  </a:lnTo>
                  <a:lnTo>
                    <a:pt x="40541" y="2773"/>
                  </a:lnTo>
                  <a:lnTo>
                    <a:pt x="34566" y="3988"/>
                  </a:lnTo>
                  <a:lnTo>
                    <a:pt x="28638" y="5420"/>
                  </a:lnTo>
                  <a:lnTo>
                    <a:pt x="22767" y="7068"/>
                  </a:lnTo>
                  <a:lnTo>
                    <a:pt x="16960" y="8929"/>
                  </a:lnTo>
                  <a:lnTo>
                    <a:pt x="11225" y="11000"/>
                  </a:lnTo>
                  <a:lnTo>
                    <a:pt x="5569" y="13279"/>
                  </a:lnTo>
                  <a:lnTo>
                    <a:pt x="0" y="15763"/>
                  </a:lnTo>
                  <a:lnTo>
                    <a:pt x="708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2914" y="3186156"/>
              <a:ext cx="70864" cy="151403"/>
            </a:xfrm>
            <a:custGeom>
              <a:avLst/>
              <a:pathLst>
                <a:path w="70864" h="151403">
                  <a:moveTo>
                    <a:pt x="0" y="0"/>
                  </a:moveTo>
                  <a:lnTo>
                    <a:pt x="70864" y="1514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816613" y="3170392"/>
              <a:ext cx="334326" cy="334319"/>
            </a:xfrm>
            <a:custGeom>
              <a:avLst/>
              <a:pathLst>
                <a:path w="334326" h="334319">
                  <a:moveTo>
                    <a:pt x="96301" y="15763"/>
                  </a:moveTo>
                  <a:lnTo>
                    <a:pt x="91553" y="18077"/>
                  </a:lnTo>
                  <a:lnTo>
                    <a:pt x="86881" y="20540"/>
                  </a:lnTo>
                  <a:lnTo>
                    <a:pt x="82289" y="23150"/>
                  </a:lnTo>
                  <a:lnTo>
                    <a:pt x="77781" y="25903"/>
                  </a:lnTo>
                  <a:lnTo>
                    <a:pt x="73363" y="28798"/>
                  </a:lnTo>
                  <a:lnTo>
                    <a:pt x="69039" y="31830"/>
                  </a:lnTo>
                  <a:lnTo>
                    <a:pt x="64812" y="34998"/>
                  </a:lnTo>
                  <a:lnTo>
                    <a:pt x="60688" y="38297"/>
                  </a:lnTo>
                  <a:lnTo>
                    <a:pt x="56670" y="41725"/>
                  </a:lnTo>
                  <a:lnTo>
                    <a:pt x="52762" y="45278"/>
                  </a:lnTo>
                  <a:lnTo>
                    <a:pt x="48968" y="48953"/>
                  </a:lnTo>
                  <a:lnTo>
                    <a:pt x="45293" y="52747"/>
                  </a:lnTo>
                  <a:lnTo>
                    <a:pt x="41739" y="56654"/>
                  </a:lnTo>
                  <a:lnTo>
                    <a:pt x="38310" y="60671"/>
                  </a:lnTo>
                  <a:lnTo>
                    <a:pt x="35010" y="64795"/>
                  </a:lnTo>
                  <a:lnTo>
                    <a:pt x="31842" y="69021"/>
                  </a:lnTo>
                  <a:lnTo>
                    <a:pt x="28809" y="73345"/>
                  </a:lnTo>
                  <a:lnTo>
                    <a:pt x="25914" y="77763"/>
                  </a:lnTo>
                  <a:lnTo>
                    <a:pt x="23160" y="82270"/>
                  </a:lnTo>
                  <a:lnTo>
                    <a:pt x="20550" y="86862"/>
                  </a:lnTo>
                  <a:lnTo>
                    <a:pt x="18086" y="91534"/>
                  </a:lnTo>
                  <a:lnTo>
                    <a:pt x="15771" y="96281"/>
                  </a:lnTo>
                  <a:lnTo>
                    <a:pt x="13607" y="101099"/>
                  </a:lnTo>
                  <a:lnTo>
                    <a:pt x="11597" y="105983"/>
                  </a:lnTo>
                  <a:lnTo>
                    <a:pt x="9742" y="110929"/>
                  </a:lnTo>
                  <a:lnTo>
                    <a:pt x="8044" y="115930"/>
                  </a:lnTo>
                  <a:lnTo>
                    <a:pt x="6504" y="120982"/>
                  </a:lnTo>
                  <a:lnTo>
                    <a:pt x="5125" y="126081"/>
                  </a:lnTo>
                  <a:lnTo>
                    <a:pt x="3908" y="131221"/>
                  </a:lnTo>
                  <a:lnTo>
                    <a:pt x="2854" y="136396"/>
                  </a:lnTo>
                  <a:lnTo>
                    <a:pt x="1964" y="141602"/>
                  </a:lnTo>
                  <a:lnTo>
                    <a:pt x="1239" y="146834"/>
                  </a:lnTo>
                  <a:lnTo>
                    <a:pt x="679" y="152086"/>
                  </a:lnTo>
                  <a:lnTo>
                    <a:pt x="286" y="157353"/>
                  </a:lnTo>
                  <a:lnTo>
                    <a:pt x="59" y="162630"/>
                  </a:lnTo>
                  <a:lnTo>
                    <a:pt x="0" y="167912"/>
                  </a:lnTo>
                  <a:lnTo>
                    <a:pt x="106" y="173192"/>
                  </a:lnTo>
                  <a:lnTo>
                    <a:pt x="380" y="178467"/>
                  </a:lnTo>
                  <a:lnTo>
                    <a:pt x="820" y="183730"/>
                  </a:lnTo>
                  <a:lnTo>
                    <a:pt x="1427" y="188977"/>
                  </a:lnTo>
                  <a:lnTo>
                    <a:pt x="2198" y="194202"/>
                  </a:lnTo>
                  <a:lnTo>
                    <a:pt x="3135" y="199400"/>
                  </a:lnTo>
                  <a:lnTo>
                    <a:pt x="4235" y="204566"/>
                  </a:lnTo>
                  <a:lnTo>
                    <a:pt x="5498" y="209695"/>
                  </a:lnTo>
                  <a:lnTo>
                    <a:pt x="6922" y="214781"/>
                  </a:lnTo>
                  <a:lnTo>
                    <a:pt x="8506" y="219819"/>
                  </a:lnTo>
                  <a:lnTo>
                    <a:pt x="10249" y="224805"/>
                  </a:lnTo>
                  <a:lnTo>
                    <a:pt x="12148" y="229734"/>
                  </a:lnTo>
                  <a:lnTo>
                    <a:pt x="14202" y="234600"/>
                  </a:lnTo>
                  <a:lnTo>
                    <a:pt x="16409" y="239399"/>
                  </a:lnTo>
                  <a:lnTo>
                    <a:pt x="18766" y="244125"/>
                  </a:lnTo>
                  <a:lnTo>
                    <a:pt x="21271" y="248775"/>
                  </a:lnTo>
                  <a:lnTo>
                    <a:pt x="23922" y="253343"/>
                  </a:lnTo>
                  <a:lnTo>
                    <a:pt x="26716" y="257825"/>
                  </a:lnTo>
                  <a:lnTo>
                    <a:pt x="29650" y="262217"/>
                  </a:lnTo>
                  <a:lnTo>
                    <a:pt x="32722" y="266514"/>
                  </a:lnTo>
                  <a:lnTo>
                    <a:pt x="35927" y="270712"/>
                  </a:lnTo>
                  <a:lnTo>
                    <a:pt x="39264" y="274806"/>
                  </a:lnTo>
                  <a:lnTo>
                    <a:pt x="42728" y="278793"/>
                  </a:lnTo>
                  <a:lnTo>
                    <a:pt x="46317" y="282668"/>
                  </a:lnTo>
                  <a:lnTo>
                    <a:pt x="50026" y="286429"/>
                  </a:lnTo>
                  <a:lnTo>
                    <a:pt x="53852" y="290070"/>
                  </a:lnTo>
                  <a:lnTo>
                    <a:pt x="57791" y="293588"/>
                  </a:lnTo>
                  <a:lnTo>
                    <a:pt x="61840" y="296980"/>
                  </a:lnTo>
                  <a:lnTo>
                    <a:pt x="65993" y="300243"/>
                  </a:lnTo>
                  <a:lnTo>
                    <a:pt x="70248" y="303373"/>
                  </a:lnTo>
                  <a:lnTo>
                    <a:pt x="74599" y="306366"/>
                  </a:lnTo>
                  <a:lnTo>
                    <a:pt x="79043" y="309221"/>
                  </a:lnTo>
                  <a:lnTo>
                    <a:pt x="83575" y="311934"/>
                  </a:lnTo>
                  <a:lnTo>
                    <a:pt x="88190" y="314503"/>
                  </a:lnTo>
                  <a:lnTo>
                    <a:pt x="92884" y="316924"/>
                  </a:lnTo>
                  <a:lnTo>
                    <a:pt x="97652" y="319196"/>
                  </a:lnTo>
                  <a:lnTo>
                    <a:pt x="102490" y="321316"/>
                  </a:lnTo>
                  <a:lnTo>
                    <a:pt x="107392" y="323283"/>
                  </a:lnTo>
                  <a:lnTo>
                    <a:pt x="112354" y="325093"/>
                  </a:lnTo>
                  <a:lnTo>
                    <a:pt x="117370" y="326746"/>
                  </a:lnTo>
                  <a:lnTo>
                    <a:pt x="122436" y="328239"/>
                  </a:lnTo>
                  <a:lnTo>
                    <a:pt x="127547" y="329572"/>
                  </a:lnTo>
                  <a:lnTo>
                    <a:pt x="132698" y="330742"/>
                  </a:lnTo>
                  <a:lnTo>
                    <a:pt x="137882" y="331750"/>
                  </a:lnTo>
                  <a:lnTo>
                    <a:pt x="143096" y="332593"/>
                  </a:lnTo>
                  <a:lnTo>
                    <a:pt x="148335" y="333270"/>
                  </a:lnTo>
                  <a:lnTo>
                    <a:pt x="153591" y="333782"/>
                  </a:lnTo>
                  <a:lnTo>
                    <a:pt x="158862" y="334128"/>
                  </a:lnTo>
                  <a:lnTo>
                    <a:pt x="164141" y="334307"/>
                  </a:lnTo>
                  <a:lnTo>
                    <a:pt x="169422" y="334319"/>
                  </a:lnTo>
                  <a:lnTo>
                    <a:pt x="174702" y="334164"/>
                  </a:lnTo>
                  <a:lnTo>
                    <a:pt x="179974" y="333843"/>
                  </a:lnTo>
                  <a:lnTo>
                    <a:pt x="185233" y="333355"/>
                  </a:lnTo>
                  <a:lnTo>
                    <a:pt x="190474" y="332701"/>
                  </a:lnTo>
                  <a:lnTo>
                    <a:pt x="195692" y="331882"/>
                  </a:lnTo>
                  <a:lnTo>
                    <a:pt x="200881" y="330899"/>
                  </a:lnTo>
                  <a:lnTo>
                    <a:pt x="206037" y="329752"/>
                  </a:lnTo>
                  <a:lnTo>
                    <a:pt x="211154" y="328443"/>
                  </a:lnTo>
                  <a:lnTo>
                    <a:pt x="216227" y="326973"/>
                  </a:lnTo>
                  <a:lnTo>
                    <a:pt x="221251" y="325343"/>
                  </a:lnTo>
                  <a:lnTo>
                    <a:pt x="226221" y="323555"/>
                  </a:lnTo>
                  <a:lnTo>
                    <a:pt x="231132" y="321612"/>
                  </a:lnTo>
                  <a:lnTo>
                    <a:pt x="235979" y="319514"/>
                  </a:lnTo>
                  <a:lnTo>
                    <a:pt x="240758" y="317264"/>
                  </a:lnTo>
                  <a:lnTo>
                    <a:pt x="245463" y="314864"/>
                  </a:lnTo>
                  <a:lnTo>
                    <a:pt x="250090" y="312317"/>
                  </a:lnTo>
                  <a:lnTo>
                    <a:pt x="254634" y="309625"/>
                  </a:lnTo>
                  <a:lnTo>
                    <a:pt x="259091" y="306790"/>
                  </a:lnTo>
                  <a:lnTo>
                    <a:pt x="263456" y="303816"/>
                  </a:lnTo>
                  <a:lnTo>
                    <a:pt x="267725" y="300706"/>
                  </a:lnTo>
                  <a:lnTo>
                    <a:pt x="271893" y="297463"/>
                  </a:lnTo>
                  <a:lnTo>
                    <a:pt x="275957" y="294089"/>
                  </a:lnTo>
                  <a:lnTo>
                    <a:pt x="279913" y="290589"/>
                  </a:lnTo>
                  <a:lnTo>
                    <a:pt x="283755" y="286965"/>
                  </a:lnTo>
                  <a:lnTo>
                    <a:pt x="287482" y="283222"/>
                  </a:lnTo>
                  <a:lnTo>
                    <a:pt x="291088" y="279363"/>
                  </a:lnTo>
                  <a:lnTo>
                    <a:pt x="294571" y="275393"/>
                  </a:lnTo>
                  <a:lnTo>
                    <a:pt x="297926" y="271314"/>
                  </a:lnTo>
                  <a:lnTo>
                    <a:pt x="301151" y="267131"/>
                  </a:lnTo>
                  <a:lnTo>
                    <a:pt x="304242" y="262848"/>
                  </a:lnTo>
                  <a:lnTo>
                    <a:pt x="307197" y="258470"/>
                  </a:lnTo>
                  <a:lnTo>
                    <a:pt x="310011" y="254000"/>
                  </a:lnTo>
                  <a:lnTo>
                    <a:pt x="312683" y="249444"/>
                  </a:lnTo>
                  <a:lnTo>
                    <a:pt x="315210" y="244806"/>
                  </a:lnTo>
                  <a:lnTo>
                    <a:pt x="317588" y="240090"/>
                  </a:lnTo>
                  <a:lnTo>
                    <a:pt x="319817" y="235302"/>
                  </a:lnTo>
                  <a:lnTo>
                    <a:pt x="321893" y="230445"/>
                  </a:lnTo>
                  <a:lnTo>
                    <a:pt x="323815" y="225526"/>
                  </a:lnTo>
                  <a:lnTo>
                    <a:pt x="325581" y="220548"/>
                  </a:lnTo>
                  <a:lnTo>
                    <a:pt x="327188" y="215516"/>
                  </a:lnTo>
                  <a:lnTo>
                    <a:pt x="328636" y="210437"/>
                  </a:lnTo>
                  <a:lnTo>
                    <a:pt x="329922" y="205314"/>
                  </a:lnTo>
                  <a:lnTo>
                    <a:pt x="331046" y="200153"/>
                  </a:lnTo>
                  <a:lnTo>
                    <a:pt x="332006" y="194960"/>
                  </a:lnTo>
                  <a:lnTo>
                    <a:pt x="332802" y="189738"/>
                  </a:lnTo>
                  <a:lnTo>
                    <a:pt x="333432" y="184494"/>
                  </a:lnTo>
                  <a:lnTo>
                    <a:pt x="333897" y="179233"/>
                  </a:lnTo>
                  <a:lnTo>
                    <a:pt x="334195" y="173959"/>
                  </a:lnTo>
                  <a:lnTo>
                    <a:pt x="334326" y="168679"/>
                  </a:lnTo>
                  <a:lnTo>
                    <a:pt x="334290" y="163398"/>
                  </a:lnTo>
                  <a:lnTo>
                    <a:pt x="334088" y="158120"/>
                  </a:lnTo>
                  <a:lnTo>
                    <a:pt x="333719" y="152851"/>
                  </a:lnTo>
                  <a:lnTo>
                    <a:pt x="333183" y="147597"/>
                  </a:lnTo>
                  <a:lnTo>
                    <a:pt x="332482" y="142361"/>
                  </a:lnTo>
                  <a:lnTo>
                    <a:pt x="331616" y="137151"/>
                  </a:lnTo>
                  <a:lnTo>
                    <a:pt x="330586" y="131971"/>
                  </a:lnTo>
                  <a:lnTo>
                    <a:pt x="329392" y="126826"/>
                  </a:lnTo>
                  <a:lnTo>
                    <a:pt x="328037" y="121721"/>
                  </a:lnTo>
                  <a:lnTo>
                    <a:pt x="326521" y="116661"/>
                  </a:lnTo>
                  <a:lnTo>
                    <a:pt x="324846" y="111652"/>
                  </a:lnTo>
                  <a:lnTo>
                    <a:pt x="323013" y="106699"/>
                  </a:lnTo>
                  <a:lnTo>
                    <a:pt x="321025" y="101805"/>
                  </a:lnTo>
                  <a:lnTo>
                    <a:pt x="318883" y="96977"/>
                  </a:lnTo>
                  <a:lnTo>
                    <a:pt x="316590" y="92219"/>
                  </a:lnTo>
                  <a:lnTo>
                    <a:pt x="314148" y="87536"/>
                  </a:lnTo>
                  <a:lnTo>
                    <a:pt x="311559" y="82933"/>
                  </a:lnTo>
                  <a:lnTo>
                    <a:pt x="308826" y="78413"/>
                  </a:lnTo>
                  <a:lnTo>
                    <a:pt x="305951" y="73982"/>
                  </a:lnTo>
                  <a:lnTo>
                    <a:pt x="302938" y="69644"/>
                  </a:lnTo>
                  <a:lnTo>
                    <a:pt x="299789" y="65403"/>
                  </a:lnTo>
                  <a:lnTo>
                    <a:pt x="296508" y="61264"/>
                  </a:lnTo>
                  <a:lnTo>
                    <a:pt x="293098" y="57231"/>
                  </a:lnTo>
                  <a:lnTo>
                    <a:pt x="289562" y="53308"/>
                  </a:lnTo>
                  <a:lnTo>
                    <a:pt x="285904" y="49498"/>
                  </a:lnTo>
                  <a:lnTo>
                    <a:pt x="282127" y="45805"/>
                  </a:lnTo>
                  <a:lnTo>
                    <a:pt x="278236" y="42234"/>
                  </a:lnTo>
                  <a:lnTo>
                    <a:pt x="274234" y="38787"/>
                  </a:lnTo>
                  <a:lnTo>
                    <a:pt x="270125" y="35469"/>
                  </a:lnTo>
                  <a:lnTo>
                    <a:pt x="265913" y="32282"/>
                  </a:lnTo>
                  <a:lnTo>
                    <a:pt x="261602" y="29230"/>
                  </a:lnTo>
                  <a:lnTo>
                    <a:pt x="257197" y="26315"/>
                  </a:lnTo>
                  <a:lnTo>
                    <a:pt x="252703" y="23541"/>
                  </a:lnTo>
                  <a:lnTo>
                    <a:pt x="248123" y="20911"/>
                  </a:lnTo>
                  <a:lnTo>
                    <a:pt x="243462" y="18426"/>
                  </a:lnTo>
                  <a:lnTo>
                    <a:pt x="238725" y="16090"/>
                  </a:lnTo>
                  <a:lnTo>
                    <a:pt x="233916" y="13905"/>
                  </a:lnTo>
                  <a:lnTo>
                    <a:pt x="229041" y="11873"/>
                  </a:lnTo>
                  <a:lnTo>
                    <a:pt x="224104" y="9995"/>
                  </a:lnTo>
                  <a:lnTo>
                    <a:pt x="219110" y="8275"/>
                  </a:lnTo>
                  <a:lnTo>
                    <a:pt x="214065" y="6713"/>
                  </a:lnTo>
                  <a:lnTo>
                    <a:pt x="208972" y="5312"/>
                  </a:lnTo>
                  <a:lnTo>
                    <a:pt x="203838" y="4072"/>
                  </a:lnTo>
                  <a:lnTo>
                    <a:pt x="198668" y="2995"/>
                  </a:lnTo>
                  <a:lnTo>
                    <a:pt x="193465" y="2081"/>
                  </a:lnTo>
                  <a:lnTo>
                    <a:pt x="188237" y="1333"/>
                  </a:lnTo>
                  <a:lnTo>
                    <a:pt x="182987" y="750"/>
                  </a:lnTo>
                  <a:lnTo>
                    <a:pt x="177722" y="333"/>
                  </a:lnTo>
                  <a:lnTo>
                    <a:pt x="17244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83779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1844" y="2633064"/>
              <a:ext cx="167167" cy="220051"/>
            </a:xfrm>
            <a:custGeom>
              <a:avLst/>
              <a:pathLst>
                <a:path w="167167" h="220051">
                  <a:moveTo>
                    <a:pt x="167167" y="0"/>
                  </a:moveTo>
                  <a:lnTo>
                    <a:pt x="161805" y="86"/>
                  </a:lnTo>
                  <a:lnTo>
                    <a:pt x="156449" y="343"/>
                  </a:lnTo>
                  <a:lnTo>
                    <a:pt x="151104" y="773"/>
                  </a:lnTo>
                  <a:lnTo>
                    <a:pt x="145775" y="1374"/>
                  </a:lnTo>
                  <a:lnTo>
                    <a:pt x="140469" y="2145"/>
                  </a:lnTo>
                  <a:lnTo>
                    <a:pt x="135189" y="3086"/>
                  </a:lnTo>
                  <a:lnTo>
                    <a:pt x="129943" y="4197"/>
                  </a:lnTo>
                  <a:lnTo>
                    <a:pt x="124735" y="5474"/>
                  </a:lnTo>
                  <a:lnTo>
                    <a:pt x="119571" y="6918"/>
                  </a:lnTo>
                  <a:lnTo>
                    <a:pt x="114456" y="8527"/>
                  </a:lnTo>
                  <a:lnTo>
                    <a:pt x="109395" y="10300"/>
                  </a:lnTo>
                  <a:lnTo>
                    <a:pt x="104393" y="12233"/>
                  </a:lnTo>
                  <a:lnTo>
                    <a:pt x="99456" y="14327"/>
                  </a:lnTo>
                  <a:lnTo>
                    <a:pt x="94589" y="16577"/>
                  </a:lnTo>
                  <a:lnTo>
                    <a:pt x="89796" y="18982"/>
                  </a:lnTo>
                  <a:lnTo>
                    <a:pt x="85083" y="21540"/>
                  </a:lnTo>
                  <a:lnTo>
                    <a:pt x="80454" y="24248"/>
                  </a:lnTo>
                  <a:lnTo>
                    <a:pt x="75915" y="27102"/>
                  </a:lnTo>
                  <a:lnTo>
                    <a:pt x="71470" y="30101"/>
                  </a:lnTo>
                  <a:lnTo>
                    <a:pt x="67123" y="33241"/>
                  </a:lnTo>
                  <a:lnTo>
                    <a:pt x="62879" y="36519"/>
                  </a:lnTo>
                  <a:lnTo>
                    <a:pt x="58742" y="39931"/>
                  </a:lnTo>
                  <a:lnTo>
                    <a:pt x="54717" y="43474"/>
                  </a:lnTo>
                  <a:lnTo>
                    <a:pt x="50807" y="47144"/>
                  </a:lnTo>
                  <a:lnTo>
                    <a:pt x="47017" y="50938"/>
                  </a:lnTo>
                  <a:lnTo>
                    <a:pt x="43351" y="54852"/>
                  </a:lnTo>
                  <a:lnTo>
                    <a:pt x="39813" y="58881"/>
                  </a:lnTo>
                  <a:lnTo>
                    <a:pt x="36405" y="63021"/>
                  </a:lnTo>
                  <a:lnTo>
                    <a:pt x="33132" y="67269"/>
                  </a:lnTo>
                  <a:lnTo>
                    <a:pt x="29997" y="71619"/>
                  </a:lnTo>
                  <a:lnTo>
                    <a:pt x="27003" y="76068"/>
                  </a:lnTo>
                  <a:lnTo>
                    <a:pt x="24153" y="80610"/>
                  </a:lnTo>
                  <a:lnTo>
                    <a:pt x="21450" y="85242"/>
                  </a:lnTo>
                  <a:lnTo>
                    <a:pt x="18898" y="89958"/>
                  </a:lnTo>
                  <a:lnTo>
                    <a:pt x="16498" y="94753"/>
                  </a:lnTo>
                  <a:lnTo>
                    <a:pt x="14253" y="99623"/>
                  </a:lnTo>
                  <a:lnTo>
                    <a:pt x="12165" y="104562"/>
                  </a:lnTo>
                  <a:lnTo>
                    <a:pt x="10237" y="109566"/>
                  </a:lnTo>
                  <a:lnTo>
                    <a:pt x="8470" y="114629"/>
                  </a:lnTo>
                  <a:lnTo>
                    <a:pt x="6866" y="119746"/>
                  </a:lnTo>
                  <a:lnTo>
                    <a:pt x="5428" y="124912"/>
                  </a:lnTo>
                  <a:lnTo>
                    <a:pt x="4156" y="130121"/>
                  </a:lnTo>
                  <a:lnTo>
                    <a:pt x="3052" y="135369"/>
                  </a:lnTo>
                  <a:lnTo>
                    <a:pt x="2116" y="140649"/>
                  </a:lnTo>
                  <a:lnTo>
                    <a:pt x="1351" y="145956"/>
                  </a:lnTo>
                  <a:lnTo>
                    <a:pt x="756" y="151285"/>
                  </a:lnTo>
                  <a:lnTo>
                    <a:pt x="332" y="156631"/>
                  </a:lnTo>
                  <a:lnTo>
                    <a:pt x="80" y="161988"/>
                  </a:lnTo>
                  <a:lnTo>
                    <a:pt x="0" y="167349"/>
                  </a:lnTo>
                  <a:lnTo>
                    <a:pt x="91" y="172711"/>
                  </a:lnTo>
                  <a:lnTo>
                    <a:pt x="355" y="178067"/>
                  </a:lnTo>
                  <a:lnTo>
                    <a:pt x="791" y="183412"/>
                  </a:lnTo>
                  <a:lnTo>
                    <a:pt x="1397" y="188739"/>
                  </a:lnTo>
                  <a:lnTo>
                    <a:pt x="2174" y="194045"/>
                  </a:lnTo>
                  <a:lnTo>
                    <a:pt x="3121" y="199323"/>
                  </a:lnTo>
                  <a:lnTo>
                    <a:pt x="4237" y="204568"/>
                  </a:lnTo>
                  <a:lnTo>
                    <a:pt x="5521" y="209775"/>
                  </a:lnTo>
                  <a:lnTo>
                    <a:pt x="6970" y="214938"/>
                  </a:lnTo>
                  <a:lnTo>
                    <a:pt x="8585" y="22005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0429" y="2800231"/>
              <a:ext cx="158581" cy="52884"/>
            </a:xfrm>
            <a:custGeom>
              <a:avLst/>
              <a:pathLst>
                <a:path w="158581" h="52884">
                  <a:moveTo>
                    <a:pt x="0" y="52884"/>
                  </a:moveTo>
                  <a:lnTo>
                    <a:pt x="1585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0429" y="2647342"/>
              <a:ext cx="325741" cy="320050"/>
            </a:xfrm>
            <a:custGeom>
              <a:avLst/>
              <a:pathLst>
                <a:path w="325741" h="320050">
                  <a:moveTo>
                    <a:pt x="0" y="205773"/>
                  </a:moveTo>
                  <a:lnTo>
                    <a:pt x="1761" y="210788"/>
                  </a:lnTo>
                  <a:lnTo>
                    <a:pt x="3680" y="215743"/>
                  </a:lnTo>
                  <a:lnTo>
                    <a:pt x="5757" y="220636"/>
                  </a:lnTo>
                  <a:lnTo>
                    <a:pt x="7988" y="225460"/>
                  </a:lnTo>
                  <a:lnTo>
                    <a:pt x="10371" y="230210"/>
                  </a:lnTo>
                  <a:lnTo>
                    <a:pt x="12903" y="234882"/>
                  </a:lnTo>
                  <a:lnTo>
                    <a:pt x="15583" y="239472"/>
                  </a:lnTo>
                  <a:lnTo>
                    <a:pt x="18408" y="243974"/>
                  </a:lnTo>
                  <a:lnTo>
                    <a:pt x="21374" y="248383"/>
                  </a:lnTo>
                  <a:lnTo>
                    <a:pt x="24479" y="252697"/>
                  </a:lnTo>
                  <a:lnTo>
                    <a:pt x="27720" y="256909"/>
                  </a:lnTo>
                  <a:lnTo>
                    <a:pt x="31092" y="261016"/>
                  </a:lnTo>
                  <a:lnTo>
                    <a:pt x="34594" y="265014"/>
                  </a:lnTo>
                  <a:lnTo>
                    <a:pt x="38221" y="268899"/>
                  </a:lnTo>
                  <a:lnTo>
                    <a:pt x="41970" y="272667"/>
                  </a:lnTo>
                  <a:lnTo>
                    <a:pt x="45836" y="276313"/>
                  </a:lnTo>
                  <a:lnTo>
                    <a:pt x="49816" y="279834"/>
                  </a:lnTo>
                  <a:lnTo>
                    <a:pt x="53907" y="283228"/>
                  </a:lnTo>
                  <a:lnTo>
                    <a:pt x="58103" y="286489"/>
                  </a:lnTo>
                  <a:lnTo>
                    <a:pt x="62401" y="289616"/>
                  </a:lnTo>
                  <a:lnTo>
                    <a:pt x="66795" y="292604"/>
                  </a:lnTo>
                  <a:lnTo>
                    <a:pt x="71283" y="295451"/>
                  </a:lnTo>
                  <a:lnTo>
                    <a:pt x="75859" y="298154"/>
                  </a:lnTo>
                  <a:lnTo>
                    <a:pt x="80519" y="300710"/>
                  </a:lnTo>
                  <a:lnTo>
                    <a:pt x="85257" y="303117"/>
                  </a:lnTo>
                  <a:lnTo>
                    <a:pt x="90070" y="305372"/>
                  </a:lnTo>
                  <a:lnTo>
                    <a:pt x="94951" y="307473"/>
                  </a:lnTo>
                  <a:lnTo>
                    <a:pt x="99897" y="309418"/>
                  </a:lnTo>
                  <a:lnTo>
                    <a:pt x="104903" y="311204"/>
                  </a:lnTo>
                  <a:lnTo>
                    <a:pt x="109963" y="312830"/>
                  </a:lnTo>
                  <a:lnTo>
                    <a:pt x="115071" y="314295"/>
                  </a:lnTo>
                  <a:lnTo>
                    <a:pt x="120224" y="315596"/>
                  </a:lnTo>
                  <a:lnTo>
                    <a:pt x="125416" y="316734"/>
                  </a:lnTo>
                  <a:lnTo>
                    <a:pt x="130641" y="317705"/>
                  </a:lnTo>
                  <a:lnTo>
                    <a:pt x="135894" y="318510"/>
                  </a:lnTo>
                  <a:lnTo>
                    <a:pt x="141170" y="319147"/>
                  </a:lnTo>
                  <a:lnTo>
                    <a:pt x="146464" y="319617"/>
                  </a:lnTo>
                  <a:lnTo>
                    <a:pt x="151770" y="319918"/>
                  </a:lnTo>
                  <a:lnTo>
                    <a:pt x="157083" y="320050"/>
                  </a:lnTo>
                  <a:lnTo>
                    <a:pt x="162398" y="320013"/>
                  </a:lnTo>
                  <a:lnTo>
                    <a:pt x="167709" y="319807"/>
                  </a:lnTo>
                  <a:lnTo>
                    <a:pt x="173010" y="319433"/>
                  </a:lnTo>
                  <a:lnTo>
                    <a:pt x="178297" y="318890"/>
                  </a:lnTo>
                  <a:lnTo>
                    <a:pt x="183564" y="318179"/>
                  </a:lnTo>
                  <a:lnTo>
                    <a:pt x="188805" y="317302"/>
                  </a:lnTo>
                  <a:lnTo>
                    <a:pt x="194016" y="316258"/>
                  </a:lnTo>
                  <a:lnTo>
                    <a:pt x="199192" y="315049"/>
                  </a:lnTo>
                  <a:lnTo>
                    <a:pt x="204326" y="313676"/>
                  </a:lnTo>
                  <a:lnTo>
                    <a:pt x="209414" y="312141"/>
                  </a:lnTo>
                  <a:lnTo>
                    <a:pt x="214451" y="310444"/>
                  </a:lnTo>
                  <a:lnTo>
                    <a:pt x="219431" y="308589"/>
                  </a:lnTo>
                  <a:lnTo>
                    <a:pt x="224349" y="306576"/>
                  </a:lnTo>
                  <a:lnTo>
                    <a:pt x="229202" y="304407"/>
                  </a:lnTo>
                  <a:lnTo>
                    <a:pt x="233982" y="302086"/>
                  </a:lnTo>
                  <a:lnTo>
                    <a:pt x="238687" y="299613"/>
                  </a:lnTo>
                  <a:lnTo>
                    <a:pt x="243311" y="296993"/>
                  </a:lnTo>
                  <a:lnTo>
                    <a:pt x="247849" y="294227"/>
                  </a:lnTo>
                  <a:lnTo>
                    <a:pt x="252296" y="291318"/>
                  </a:lnTo>
                  <a:lnTo>
                    <a:pt x="256649" y="288269"/>
                  </a:lnTo>
                  <a:lnTo>
                    <a:pt x="260903" y="285083"/>
                  </a:lnTo>
                  <a:lnTo>
                    <a:pt x="265054" y="281763"/>
                  </a:lnTo>
                  <a:lnTo>
                    <a:pt x="269097" y="278314"/>
                  </a:lnTo>
                  <a:lnTo>
                    <a:pt x="273028" y="274737"/>
                  </a:lnTo>
                  <a:lnTo>
                    <a:pt x="276843" y="271038"/>
                  </a:lnTo>
                  <a:lnTo>
                    <a:pt x="280539" y="267218"/>
                  </a:lnTo>
                  <a:lnTo>
                    <a:pt x="284112" y="263284"/>
                  </a:lnTo>
                  <a:lnTo>
                    <a:pt x="287558" y="259238"/>
                  </a:lnTo>
                  <a:lnTo>
                    <a:pt x="290873" y="255084"/>
                  </a:lnTo>
                  <a:lnTo>
                    <a:pt x="294055" y="250827"/>
                  </a:lnTo>
                  <a:lnTo>
                    <a:pt x="297100" y="246471"/>
                  </a:lnTo>
                  <a:lnTo>
                    <a:pt x="300005" y="242021"/>
                  </a:lnTo>
                  <a:lnTo>
                    <a:pt x="302767" y="237480"/>
                  </a:lnTo>
                  <a:lnTo>
                    <a:pt x="305383" y="232854"/>
                  </a:lnTo>
                  <a:lnTo>
                    <a:pt x="307850" y="228147"/>
                  </a:lnTo>
                  <a:lnTo>
                    <a:pt x="310167" y="223364"/>
                  </a:lnTo>
                  <a:lnTo>
                    <a:pt x="312331" y="218509"/>
                  </a:lnTo>
                  <a:lnTo>
                    <a:pt x="314339" y="213589"/>
                  </a:lnTo>
                  <a:lnTo>
                    <a:pt x="316190" y="208607"/>
                  </a:lnTo>
                  <a:lnTo>
                    <a:pt x="317882" y="203569"/>
                  </a:lnTo>
                  <a:lnTo>
                    <a:pt x="319412" y="198479"/>
                  </a:lnTo>
                  <a:lnTo>
                    <a:pt x="320780" y="193344"/>
                  </a:lnTo>
                  <a:lnTo>
                    <a:pt x="321984" y="188167"/>
                  </a:lnTo>
                  <a:lnTo>
                    <a:pt x="323023" y="182955"/>
                  </a:lnTo>
                  <a:lnTo>
                    <a:pt x="323895" y="177713"/>
                  </a:lnTo>
                  <a:lnTo>
                    <a:pt x="324601" y="172445"/>
                  </a:lnTo>
                  <a:lnTo>
                    <a:pt x="325139" y="167158"/>
                  </a:lnTo>
                  <a:lnTo>
                    <a:pt x="325508" y="161856"/>
                  </a:lnTo>
                  <a:lnTo>
                    <a:pt x="325709" y="156545"/>
                  </a:lnTo>
                  <a:lnTo>
                    <a:pt x="325741" y="151230"/>
                  </a:lnTo>
                  <a:lnTo>
                    <a:pt x="325603" y="145918"/>
                  </a:lnTo>
                  <a:lnTo>
                    <a:pt x="325297" y="140612"/>
                  </a:lnTo>
                  <a:lnTo>
                    <a:pt x="324823" y="135318"/>
                  </a:lnTo>
                  <a:lnTo>
                    <a:pt x="324180" y="130043"/>
                  </a:lnTo>
                  <a:lnTo>
                    <a:pt x="323370" y="124790"/>
                  </a:lnTo>
                  <a:lnTo>
                    <a:pt x="322394" y="119566"/>
                  </a:lnTo>
                  <a:lnTo>
                    <a:pt x="321252" y="114376"/>
                  </a:lnTo>
                  <a:lnTo>
                    <a:pt x="319945" y="109224"/>
                  </a:lnTo>
                  <a:lnTo>
                    <a:pt x="318476" y="104117"/>
                  </a:lnTo>
                  <a:lnTo>
                    <a:pt x="316844" y="99058"/>
                  </a:lnTo>
                  <a:lnTo>
                    <a:pt x="315053" y="94055"/>
                  </a:lnTo>
                  <a:lnTo>
                    <a:pt x="313104" y="89111"/>
                  </a:lnTo>
                  <a:lnTo>
                    <a:pt x="310999" y="84231"/>
                  </a:lnTo>
                  <a:lnTo>
                    <a:pt x="308739" y="79420"/>
                  </a:lnTo>
                  <a:lnTo>
                    <a:pt x="306328" y="74684"/>
                  </a:lnTo>
                  <a:lnTo>
                    <a:pt x="303767" y="70027"/>
                  </a:lnTo>
                  <a:lnTo>
                    <a:pt x="301060" y="65454"/>
                  </a:lnTo>
                  <a:lnTo>
                    <a:pt x="298208" y="60969"/>
                  </a:lnTo>
                  <a:lnTo>
                    <a:pt x="295216" y="56577"/>
                  </a:lnTo>
                  <a:lnTo>
                    <a:pt x="292085" y="52282"/>
                  </a:lnTo>
                  <a:lnTo>
                    <a:pt x="288819" y="48089"/>
                  </a:lnTo>
                  <a:lnTo>
                    <a:pt x="285422" y="44002"/>
                  </a:lnTo>
                  <a:lnTo>
                    <a:pt x="281897" y="40025"/>
                  </a:lnTo>
                  <a:lnTo>
                    <a:pt x="278247" y="36162"/>
                  </a:lnTo>
                  <a:lnTo>
                    <a:pt x="274476" y="32417"/>
                  </a:lnTo>
                  <a:lnTo>
                    <a:pt x="270587" y="28794"/>
                  </a:lnTo>
                  <a:lnTo>
                    <a:pt x="266586" y="25296"/>
                  </a:lnTo>
                  <a:lnTo>
                    <a:pt x="262476" y="21927"/>
                  </a:lnTo>
                  <a:lnTo>
                    <a:pt x="258260" y="18691"/>
                  </a:lnTo>
                  <a:lnTo>
                    <a:pt x="253944" y="15590"/>
                  </a:lnTo>
                  <a:lnTo>
                    <a:pt x="249531" y="12628"/>
                  </a:lnTo>
                  <a:lnTo>
                    <a:pt x="245026" y="9808"/>
                  </a:lnTo>
                  <a:lnTo>
                    <a:pt x="240434" y="7132"/>
                  </a:lnTo>
                  <a:lnTo>
                    <a:pt x="235760" y="4604"/>
                  </a:lnTo>
                  <a:lnTo>
                    <a:pt x="231007" y="2226"/>
                  </a:lnTo>
                  <a:lnTo>
                    <a:pt x="226181" y="0"/>
                  </a:lnTo>
                  <a:lnTo>
                    <a:pt x="158581" y="152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19011" y="2633064"/>
              <a:ext cx="67599" cy="167167"/>
            </a:xfrm>
            <a:custGeom>
              <a:avLst/>
              <a:pathLst>
                <a:path w="67599" h="167167">
                  <a:moveTo>
                    <a:pt x="67599" y="14277"/>
                  </a:moveTo>
                  <a:lnTo>
                    <a:pt x="62255" y="12025"/>
                  </a:lnTo>
                  <a:lnTo>
                    <a:pt x="56837" y="9959"/>
                  </a:lnTo>
                  <a:lnTo>
                    <a:pt x="51350" y="8082"/>
                  </a:lnTo>
                  <a:lnTo>
                    <a:pt x="45801" y="6396"/>
                  </a:lnTo>
                  <a:lnTo>
                    <a:pt x="40197" y="4905"/>
                  </a:lnTo>
                  <a:lnTo>
                    <a:pt x="34545" y="3608"/>
                  </a:lnTo>
                  <a:lnTo>
                    <a:pt x="28851" y="2508"/>
                  </a:lnTo>
                  <a:lnTo>
                    <a:pt x="23123" y="1606"/>
                  </a:lnTo>
                  <a:lnTo>
                    <a:pt x="17366" y="904"/>
                  </a:lnTo>
                  <a:lnTo>
                    <a:pt x="11589" y="402"/>
                  </a:lnTo>
                  <a:lnTo>
                    <a:pt x="579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6958" y="2126963"/>
              <a:ext cx="71513" cy="167167"/>
            </a:xfrm>
            <a:custGeom>
              <a:avLst/>
              <a:pathLst>
                <a:path w="71513" h="167167">
                  <a:moveTo>
                    <a:pt x="71513" y="0"/>
                  </a:moveTo>
                  <a:lnTo>
                    <a:pt x="65830" y="96"/>
                  </a:lnTo>
                  <a:lnTo>
                    <a:pt x="60153" y="386"/>
                  </a:lnTo>
                  <a:lnTo>
                    <a:pt x="54490" y="869"/>
                  </a:lnTo>
                  <a:lnTo>
                    <a:pt x="48846" y="1543"/>
                  </a:lnTo>
                  <a:lnTo>
                    <a:pt x="43228" y="2410"/>
                  </a:lnTo>
                  <a:lnTo>
                    <a:pt x="37643" y="3467"/>
                  </a:lnTo>
                  <a:lnTo>
                    <a:pt x="32097" y="4713"/>
                  </a:lnTo>
                  <a:lnTo>
                    <a:pt x="26597" y="6147"/>
                  </a:lnTo>
                  <a:lnTo>
                    <a:pt x="21149" y="7767"/>
                  </a:lnTo>
                  <a:lnTo>
                    <a:pt x="15759" y="9571"/>
                  </a:lnTo>
                  <a:lnTo>
                    <a:pt x="10433" y="11558"/>
                  </a:lnTo>
                  <a:lnTo>
                    <a:pt x="5178" y="13725"/>
                  </a:lnTo>
                  <a:lnTo>
                    <a:pt x="0" y="16069"/>
                  </a:lnTo>
                  <a:lnTo>
                    <a:pt x="7151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6958" y="2143032"/>
              <a:ext cx="71513" cy="151098"/>
            </a:xfrm>
            <a:custGeom>
              <a:avLst/>
              <a:pathLst>
                <a:path w="71513" h="151098">
                  <a:moveTo>
                    <a:pt x="0" y="0"/>
                  </a:moveTo>
                  <a:lnTo>
                    <a:pt x="71513" y="151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561311" y="2143032"/>
              <a:ext cx="242541" cy="318253"/>
            </a:xfrm>
            <a:custGeom>
              <a:avLst/>
              <a:pathLst>
                <a:path w="242541" h="318253">
                  <a:moveTo>
                    <a:pt x="95646" y="0"/>
                  </a:moveTo>
                  <a:lnTo>
                    <a:pt x="90850" y="2364"/>
                  </a:lnTo>
                  <a:lnTo>
                    <a:pt x="86131" y="4882"/>
                  </a:lnTo>
                  <a:lnTo>
                    <a:pt x="81495" y="7548"/>
                  </a:lnTo>
                  <a:lnTo>
                    <a:pt x="76947" y="10362"/>
                  </a:lnTo>
                  <a:lnTo>
                    <a:pt x="72492" y="13320"/>
                  </a:lnTo>
                  <a:lnTo>
                    <a:pt x="68133" y="16419"/>
                  </a:lnTo>
                  <a:lnTo>
                    <a:pt x="63875" y="19655"/>
                  </a:lnTo>
                  <a:lnTo>
                    <a:pt x="59724" y="23026"/>
                  </a:lnTo>
                  <a:lnTo>
                    <a:pt x="55682" y="26528"/>
                  </a:lnTo>
                  <a:lnTo>
                    <a:pt x="51754" y="30158"/>
                  </a:lnTo>
                  <a:lnTo>
                    <a:pt x="47945" y="33912"/>
                  </a:lnTo>
                  <a:lnTo>
                    <a:pt x="44257" y="37785"/>
                  </a:lnTo>
                  <a:lnTo>
                    <a:pt x="40695" y="41774"/>
                  </a:lnTo>
                  <a:lnTo>
                    <a:pt x="37263" y="45876"/>
                  </a:lnTo>
                  <a:lnTo>
                    <a:pt x="33964" y="50085"/>
                  </a:lnTo>
                  <a:lnTo>
                    <a:pt x="30801" y="54397"/>
                  </a:lnTo>
                  <a:lnTo>
                    <a:pt x="27777" y="58808"/>
                  </a:lnTo>
                  <a:lnTo>
                    <a:pt x="24896" y="63314"/>
                  </a:lnTo>
                  <a:lnTo>
                    <a:pt x="22161" y="67910"/>
                  </a:lnTo>
                  <a:lnTo>
                    <a:pt x="19574" y="72591"/>
                  </a:lnTo>
                  <a:lnTo>
                    <a:pt x="17139" y="77352"/>
                  </a:lnTo>
                  <a:lnTo>
                    <a:pt x="14856" y="82188"/>
                  </a:lnTo>
                  <a:lnTo>
                    <a:pt x="12730" y="87096"/>
                  </a:lnTo>
                  <a:lnTo>
                    <a:pt x="10762" y="92068"/>
                  </a:lnTo>
                  <a:lnTo>
                    <a:pt x="8954" y="97101"/>
                  </a:lnTo>
                  <a:lnTo>
                    <a:pt x="7307" y="102190"/>
                  </a:lnTo>
                  <a:lnTo>
                    <a:pt x="5825" y="107328"/>
                  </a:lnTo>
                  <a:lnTo>
                    <a:pt x="4507" y="112511"/>
                  </a:lnTo>
                  <a:lnTo>
                    <a:pt x="3356" y="117734"/>
                  </a:lnTo>
                  <a:lnTo>
                    <a:pt x="2373" y="122991"/>
                  </a:lnTo>
                  <a:lnTo>
                    <a:pt x="1558" y="128276"/>
                  </a:lnTo>
                  <a:lnTo>
                    <a:pt x="913" y="133585"/>
                  </a:lnTo>
                  <a:lnTo>
                    <a:pt x="438" y="138912"/>
                  </a:lnTo>
                  <a:lnTo>
                    <a:pt x="133" y="144251"/>
                  </a:lnTo>
                  <a:lnTo>
                    <a:pt x="0" y="149598"/>
                  </a:lnTo>
                  <a:lnTo>
                    <a:pt x="37" y="154946"/>
                  </a:lnTo>
                  <a:lnTo>
                    <a:pt x="246" y="160290"/>
                  </a:lnTo>
                  <a:lnTo>
                    <a:pt x="625" y="165624"/>
                  </a:lnTo>
                  <a:lnTo>
                    <a:pt x="1175" y="170944"/>
                  </a:lnTo>
                  <a:lnTo>
                    <a:pt x="1895" y="176243"/>
                  </a:lnTo>
                  <a:lnTo>
                    <a:pt x="2784" y="181517"/>
                  </a:lnTo>
                  <a:lnTo>
                    <a:pt x="3841" y="186759"/>
                  </a:lnTo>
                  <a:lnTo>
                    <a:pt x="5065" y="191965"/>
                  </a:lnTo>
                  <a:lnTo>
                    <a:pt x="6455" y="197130"/>
                  </a:lnTo>
                  <a:lnTo>
                    <a:pt x="8010" y="202247"/>
                  </a:lnTo>
                  <a:lnTo>
                    <a:pt x="9728" y="207311"/>
                  </a:lnTo>
                  <a:lnTo>
                    <a:pt x="11606" y="212318"/>
                  </a:lnTo>
                  <a:lnTo>
                    <a:pt x="13644" y="217263"/>
                  </a:lnTo>
                  <a:lnTo>
                    <a:pt x="15839" y="222140"/>
                  </a:lnTo>
                  <a:lnTo>
                    <a:pt x="18189" y="226944"/>
                  </a:lnTo>
                  <a:lnTo>
                    <a:pt x="20692" y="231670"/>
                  </a:lnTo>
                  <a:lnTo>
                    <a:pt x="23344" y="236314"/>
                  </a:lnTo>
                  <a:lnTo>
                    <a:pt x="26143" y="240871"/>
                  </a:lnTo>
                  <a:lnTo>
                    <a:pt x="29087" y="245336"/>
                  </a:lnTo>
                  <a:lnTo>
                    <a:pt x="32172" y="249704"/>
                  </a:lnTo>
                  <a:lnTo>
                    <a:pt x="35396" y="253972"/>
                  </a:lnTo>
                  <a:lnTo>
                    <a:pt x="38754" y="258134"/>
                  </a:lnTo>
                  <a:lnTo>
                    <a:pt x="42243" y="262187"/>
                  </a:lnTo>
                  <a:lnTo>
                    <a:pt x="45861" y="266126"/>
                  </a:lnTo>
                  <a:lnTo>
                    <a:pt x="49602" y="269947"/>
                  </a:lnTo>
                  <a:lnTo>
                    <a:pt x="53464" y="273647"/>
                  </a:lnTo>
                  <a:lnTo>
                    <a:pt x="57443" y="277221"/>
                  </a:lnTo>
                  <a:lnTo>
                    <a:pt x="61533" y="280666"/>
                  </a:lnTo>
                  <a:lnTo>
                    <a:pt x="65732" y="283978"/>
                  </a:lnTo>
                  <a:lnTo>
                    <a:pt x="70034" y="287155"/>
                  </a:lnTo>
                  <a:lnTo>
                    <a:pt x="74436" y="290192"/>
                  </a:lnTo>
                  <a:lnTo>
                    <a:pt x="78933" y="293087"/>
                  </a:lnTo>
                  <a:lnTo>
                    <a:pt x="83520" y="295837"/>
                  </a:lnTo>
                  <a:lnTo>
                    <a:pt x="88193" y="298438"/>
                  </a:lnTo>
                  <a:lnTo>
                    <a:pt x="92946" y="300889"/>
                  </a:lnTo>
                  <a:lnTo>
                    <a:pt x="97776" y="303186"/>
                  </a:lnTo>
                  <a:lnTo>
                    <a:pt x="102676" y="305327"/>
                  </a:lnTo>
                  <a:lnTo>
                    <a:pt x="107643" y="307311"/>
                  </a:lnTo>
                  <a:lnTo>
                    <a:pt x="112670" y="309135"/>
                  </a:lnTo>
                  <a:lnTo>
                    <a:pt x="117753" y="310797"/>
                  </a:lnTo>
                  <a:lnTo>
                    <a:pt x="122887" y="312296"/>
                  </a:lnTo>
                  <a:lnTo>
                    <a:pt x="128066" y="313630"/>
                  </a:lnTo>
                  <a:lnTo>
                    <a:pt x="133285" y="314797"/>
                  </a:lnTo>
                  <a:lnTo>
                    <a:pt x="138539" y="315797"/>
                  </a:lnTo>
                  <a:lnTo>
                    <a:pt x="143822" y="316628"/>
                  </a:lnTo>
                  <a:lnTo>
                    <a:pt x="149129" y="317290"/>
                  </a:lnTo>
                  <a:lnTo>
                    <a:pt x="154454" y="317782"/>
                  </a:lnTo>
                  <a:lnTo>
                    <a:pt x="159792" y="318103"/>
                  </a:lnTo>
                  <a:lnTo>
                    <a:pt x="165138" y="318253"/>
                  </a:lnTo>
                  <a:lnTo>
                    <a:pt x="170486" y="318232"/>
                  </a:lnTo>
                  <a:lnTo>
                    <a:pt x="175831" y="318040"/>
                  </a:lnTo>
                  <a:lnTo>
                    <a:pt x="181167" y="317678"/>
                  </a:lnTo>
                  <a:lnTo>
                    <a:pt x="186488" y="317144"/>
                  </a:lnTo>
                  <a:lnTo>
                    <a:pt x="191790" y="316441"/>
                  </a:lnTo>
                  <a:lnTo>
                    <a:pt x="197066" y="315569"/>
                  </a:lnTo>
                  <a:lnTo>
                    <a:pt x="202312" y="314528"/>
                  </a:lnTo>
                  <a:lnTo>
                    <a:pt x="207522" y="313320"/>
                  </a:lnTo>
                  <a:lnTo>
                    <a:pt x="212690" y="311946"/>
                  </a:lnTo>
                  <a:lnTo>
                    <a:pt x="217812" y="310407"/>
                  </a:lnTo>
                  <a:lnTo>
                    <a:pt x="222882" y="308705"/>
                  </a:lnTo>
                  <a:lnTo>
                    <a:pt x="227895" y="306842"/>
                  </a:lnTo>
                  <a:lnTo>
                    <a:pt x="232846" y="304820"/>
                  </a:lnTo>
                  <a:lnTo>
                    <a:pt x="237729" y="302640"/>
                  </a:lnTo>
                  <a:lnTo>
                    <a:pt x="242541" y="300305"/>
                  </a:lnTo>
                  <a:lnTo>
                    <a:pt x="167160" y="151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728472" y="2126963"/>
              <a:ext cx="167157" cy="316374"/>
            </a:xfrm>
            <a:custGeom>
              <a:avLst/>
              <a:pathLst>
                <a:path w="167157" h="316374">
                  <a:moveTo>
                    <a:pt x="75380" y="316374"/>
                  </a:moveTo>
                  <a:lnTo>
                    <a:pt x="80090" y="313899"/>
                  </a:lnTo>
                  <a:lnTo>
                    <a:pt x="84720" y="311276"/>
                  </a:lnTo>
                  <a:lnTo>
                    <a:pt x="89263" y="308507"/>
                  </a:lnTo>
                  <a:lnTo>
                    <a:pt x="93716" y="305594"/>
                  </a:lnTo>
                  <a:lnTo>
                    <a:pt x="98074" y="302542"/>
                  </a:lnTo>
                  <a:lnTo>
                    <a:pt x="102333" y="299352"/>
                  </a:lnTo>
                  <a:lnTo>
                    <a:pt x="106488" y="296028"/>
                  </a:lnTo>
                  <a:lnTo>
                    <a:pt x="110535" y="292574"/>
                  </a:lnTo>
                  <a:lnTo>
                    <a:pt x="114470" y="288992"/>
                  </a:lnTo>
                  <a:lnTo>
                    <a:pt x="118289" y="285288"/>
                  </a:lnTo>
                  <a:lnTo>
                    <a:pt x="121989" y="281463"/>
                  </a:lnTo>
                  <a:lnTo>
                    <a:pt x="125564" y="277523"/>
                  </a:lnTo>
                  <a:lnTo>
                    <a:pt x="129013" y="273471"/>
                  </a:lnTo>
                  <a:lnTo>
                    <a:pt x="132331" y="269311"/>
                  </a:lnTo>
                  <a:lnTo>
                    <a:pt x="135514" y="265048"/>
                  </a:lnTo>
                  <a:lnTo>
                    <a:pt x="138561" y="260685"/>
                  </a:lnTo>
                  <a:lnTo>
                    <a:pt x="141467" y="256228"/>
                  </a:lnTo>
                  <a:lnTo>
                    <a:pt x="144230" y="251681"/>
                  </a:lnTo>
                  <a:lnTo>
                    <a:pt x="146846" y="247048"/>
                  </a:lnTo>
                  <a:lnTo>
                    <a:pt x="149314" y="242334"/>
                  </a:lnTo>
                  <a:lnTo>
                    <a:pt x="151631" y="237544"/>
                  </a:lnTo>
                  <a:lnTo>
                    <a:pt x="153794" y="232683"/>
                  </a:lnTo>
                  <a:lnTo>
                    <a:pt x="155801" y="227755"/>
                  </a:lnTo>
                  <a:lnTo>
                    <a:pt x="157650" y="222766"/>
                  </a:lnTo>
                  <a:lnTo>
                    <a:pt x="159340" y="217720"/>
                  </a:lnTo>
                  <a:lnTo>
                    <a:pt x="160868" y="212624"/>
                  </a:lnTo>
                  <a:lnTo>
                    <a:pt x="162233" y="207481"/>
                  </a:lnTo>
                  <a:lnTo>
                    <a:pt x="163434" y="202297"/>
                  </a:lnTo>
                  <a:lnTo>
                    <a:pt x="164469" y="197078"/>
                  </a:lnTo>
                  <a:lnTo>
                    <a:pt x="165338" y="191829"/>
                  </a:lnTo>
                  <a:lnTo>
                    <a:pt x="166039" y="186554"/>
                  </a:lnTo>
                  <a:lnTo>
                    <a:pt x="166572" y="181260"/>
                  </a:lnTo>
                  <a:lnTo>
                    <a:pt x="166936" y="175952"/>
                  </a:lnTo>
                  <a:lnTo>
                    <a:pt x="167131" y="170634"/>
                  </a:lnTo>
                  <a:lnTo>
                    <a:pt x="167157" y="165314"/>
                  </a:lnTo>
                  <a:lnTo>
                    <a:pt x="167013" y="159995"/>
                  </a:lnTo>
                  <a:lnTo>
                    <a:pt x="166700" y="154683"/>
                  </a:lnTo>
                  <a:lnTo>
                    <a:pt x="166218" y="149384"/>
                  </a:lnTo>
                  <a:lnTo>
                    <a:pt x="165568" y="144103"/>
                  </a:lnTo>
                  <a:lnTo>
                    <a:pt x="164750" y="138845"/>
                  </a:lnTo>
                  <a:lnTo>
                    <a:pt x="163766" y="133617"/>
                  </a:lnTo>
                  <a:lnTo>
                    <a:pt x="162615" y="128422"/>
                  </a:lnTo>
                  <a:lnTo>
                    <a:pt x="161299" y="123266"/>
                  </a:lnTo>
                  <a:lnTo>
                    <a:pt x="159821" y="118155"/>
                  </a:lnTo>
                  <a:lnTo>
                    <a:pt x="158180" y="113093"/>
                  </a:lnTo>
                  <a:lnTo>
                    <a:pt x="156379" y="108086"/>
                  </a:lnTo>
                  <a:lnTo>
                    <a:pt x="154419" y="103139"/>
                  </a:lnTo>
                  <a:lnTo>
                    <a:pt x="152303" y="98257"/>
                  </a:lnTo>
                  <a:lnTo>
                    <a:pt x="150033" y="93445"/>
                  </a:lnTo>
                  <a:lnTo>
                    <a:pt x="147611" y="88708"/>
                  </a:lnTo>
                  <a:lnTo>
                    <a:pt x="145039" y="84050"/>
                  </a:lnTo>
                  <a:lnTo>
                    <a:pt x="142320" y="79476"/>
                  </a:lnTo>
                  <a:lnTo>
                    <a:pt x="139457" y="74991"/>
                  </a:lnTo>
                  <a:lnTo>
                    <a:pt x="136453" y="70599"/>
                  </a:lnTo>
                  <a:lnTo>
                    <a:pt x="133311" y="66305"/>
                  </a:lnTo>
                  <a:lnTo>
                    <a:pt x="130033" y="62114"/>
                  </a:lnTo>
                  <a:lnTo>
                    <a:pt x="126624" y="58029"/>
                  </a:lnTo>
                  <a:lnTo>
                    <a:pt x="123087" y="54054"/>
                  </a:lnTo>
                  <a:lnTo>
                    <a:pt x="119424" y="50194"/>
                  </a:lnTo>
                  <a:lnTo>
                    <a:pt x="115641" y="46453"/>
                  </a:lnTo>
                  <a:lnTo>
                    <a:pt x="111741" y="42833"/>
                  </a:lnTo>
                  <a:lnTo>
                    <a:pt x="107727" y="39340"/>
                  </a:lnTo>
                  <a:lnTo>
                    <a:pt x="103604" y="35976"/>
                  </a:lnTo>
                  <a:lnTo>
                    <a:pt x="99377" y="32746"/>
                  </a:lnTo>
                  <a:lnTo>
                    <a:pt x="95048" y="29651"/>
                  </a:lnTo>
                  <a:lnTo>
                    <a:pt x="90624" y="26696"/>
                  </a:lnTo>
                  <a:lnTo>
                    <a:pt x="86107" y="23883"/>
                  </a:lnTo>
                  <a:lnTo>
                    <a:pt x="81504" y="21215"/>
                  </a:lnTo>
                  <a:lnTo>
                    <a:pt x="76817" y="18695"/>
                  </a:lnTo>
                  <a:lnTo>
                    <a:pt x="72053" y="16325"/>
                  </a:lnTo>
                  <a:lnTo>
                    <a:pt x="67216" y="14109"/>
                  </a:lnTo>
                  <a:lnTo>
                    <a:pt x="62311" y="12047"/>
                  </a:lnTo>
                  <a:lnTo>
                    <a:pt x="57343" y="10142"/>
                  </a:lnTo>
                  <a:lnTo>
                    <a:pt x="52316" y="8397"/>
                  </a:lnTo>
                  <a:lnTo>
                    <a:pt x="47237" y="6812"/>
                  </a:lnTo>
                  <a:lnTo>
                    <a:pt x="42110" y="5390"/>
                  </a:lnTo>
                  <a:lnTo>
                    <a:pt x="36940" y="4132"/>
                  </a:lnTo>
                  <a:lnTo>
                    <a:pt x="31732" y="3039"/>
                  </a:lnTo>
                  <a:lnTo>
                    <a:pt x="26493" y="2112"/>
                  </a:lnTo>
                  <a:lnTo>
                    <a:pt x="21226" y="1353"/>
                  </a:lnTo>
                  <a:lnTo>
                    <a:pt x="15938" y="761"/>
                  </a:lnTo>
                  <a:lnTo>
                    <a:pt x="10634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82747" y="1681503"/>
              <a:ext cx="40487" cy="167167"/>
            </a:xfrm>
            <a:custGeom>
              <a:avLst/>
              <a:pathLst>
                <a:path w="40487" h="167167">
                  <a:moveTo>
                    <a:pt x="40487" y="0"/>
                  </a:moveTo>
                  <a:lnTo>
                    <a:pt x="33674" y="138"/>
                  </a:lnTo>
                  <a:lnTo>
                    <a:pt x="26871" y="555"/>
                  </a:lnTo>
                  <a:lnTo>
                    <a:pt x="20091" y="1248"/>
                  </a:lnTo>
                  <a:lnTo>
                    <a:pt x="13345" y="2218"/>
                  </a:lnTo>
                  <a:lnTo>
                    <a:pt x="6644" y="3461"/>
                  </a:lnTo>
                  <a:lnTo>
                    <a:pt x="0" y="4977"/>
                  </a:lnTo>
                  <a:lnTo>
                    <a:pt x="4048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256070" y="1686480"/>
              <a:ext cx="334329" cy="329348"/>
            </a:xfrm>
            <a:custGeom>
              <a:avLst/>
              <a:pathLst>
                <a:path w="334329" h="329348">
                  <a:moveTo>
                    <a:pt x="126676" y="0"/>
                  </a:moveTo>
                  <a:lnTo>
                    <a:pt x="121552" y="1365"/>
                  </a:lnTo>
                  <a:lnTo>
                    <a:pt x="116475" y="2893"/>
                  </a:lnTo>
                  <a:lnTo>
                    <a:pt x="111448" y="4580"/>
                  </a:lnTo>
                  <a:lnTo>
                    <a:pt x="106477" y="6427"/>
                  </a:lnTo>
                  <a:lnTo>
                    <a:pt x="101568" y="8430"/>
                  </a:lnTo>
                  <a:lnTo>
                    <a:pt x="96724" y="10588"/>
                  </a:lnTo>
                  <a:lnTo>
                    <a:pt x="91951" y="12898"/>
                  </a:lnTo>
                  <a:lnTo>
                    <a:pt x="87254" y="15358"/>
                  </a:lnTo>
                  <a:lnTo>
                    <a:pt x="82638" y="17967"/>
                  </a:lnTo>
                  <a:lnTo>
                    <a:pt x="78106" y="20720"/>
                  </a:lnTo>
                  <a:lnTo>
                    <a:pt x="73664" y="23616"/>
                  </a:lnTo>
                  <a:lnTo>
                    <a:pt x="69316" y="26651"/>
                  </a:lnTo>
                  <a:lnTo>
                    <a:pt x="65067" y="29822"/>
                  </a:lnTo>
                  <a:lnTo>
                    <a:pt x="60920" y="33127"/>
                  </a:lnTo>
                  <a:lnTo>
                    <a:pt x="56880" y="36561"/>
                  </a:lnTo>
                  <a:lnTo>
                    <a:pt x="52951" y="40122"/>
                  </a:lnTo>
                  <a:lnTo>
                    <a:pt x="49137" y="43806"/>
                  </a:lnTo>
                  <a:lnTo>
                    <a:pt x="45442" y="47609"/>
                  </a:lnTo>
                  <a:lnTo>
                    <a:pt x="41869" y="51527"/>
                  </a:lnTo>
                  <a:lnTo>
                    <a:pt x="38423" y="55557"/>
                  </a:lnTo>
                  <a:lnTo>
                    <a:pt x="35105" y="59693"/>
                  </a:lnTo>
                  <a:lnTo>
                    <a:pt x="31921" y="63933"/>
                  </a:lnTo>
                  <a:lnTo>
                    <a:pt x="28873" y="68272"/>
                  </a:lnTo>
                  <a:lnTo>
                    <a:pt x="25964" y="72705"/>
                  </a:lnTo>
                  <a:lnTo>
                    <a:pt x="23197" y="77228"/>
                  </a:lnTo>
                  <a:lnTo>
                    <a:pt x="20575" y="81837"/>
                  </a:lnTo>
                  <a:lnTo>
                    <a:pt x="18100" y="86527"/>
                  </a:lnTo>
                  <a:lnTo>
                    <a:pt x="15775" y="91292"/>
                  </a:lnTo>
                  <a:lnTo>
                    <a:pt x="13603" y="96129"/>
                  </a:lnTo>
                  <a:lnTo>
                    <a:pt x="11585" y="101033"/>
                  </a:lnTo>
                  <a:lnTo>
                    <a:pt x="9724" y="105998"/>
                  </a:lnTo>
                  <a:lnTo>
                    <a:pt x="8021" y="111020"/>
                  </a:lnTo>
                  <a:lnTo>
                    <a:pt x="6478" y="116093"/>
                  </a:lnTo>
                  <a:lnTo>
                    <a:pt x="5097" y="121212"/>
                  </a:lnTo>
                  <a:lnTo>
                    <a:pt x="3878" y="126373"/>
                  </a:lnTo>
                  <a:lnTo>
                    <a:pt x="2825" y="131569"/>
                  </a:lnTo>
                  <a:lnTo>
                    <a:pt x="1936" y="136797"/>
                  </a:lnTo>
                  <a:lnTo>
                    <a:pt x="1214" y="142050"/>
                  </a:lnTo>
                  <a:lnTo>
                    <a:pt x="659" y="147323"/>
                  </a:lnTo>
                  <a:lnTo>
                    <a:pt x="271" y="152612"/>
                  </a:lnTo>
                  <a:lnTo>
                    <a:pt x="51" y="157910"/>
                  </a:lnTo>
                  <a:lnTo>
                    <a:pt x="0" y="163212"/>
                  </a:lnTo>
                  <a:lnTo>
                    <a:pt x="116" y="168513"/>
                  </a:lnTo>
                  <a:lnTo>
                    <a:pt x="401" y="173808"/>
                  </a:lnTo>
                  <a:lnTo>
                    <a:pt x="853" y="179091"/>
                  </a:lnTo>
                  <a:lnTo>
                    <a:pt x="1473" y="184357"/>
                  </a:lnTo>
                  <a:lnTo>
                    <a:pt x="2259" y="189601"/>
                  </a:lnTo>
                  <a:lnTo>
                    <a:pt x="3211" y="194817"/>
                  </a:lnTo>
                  <a:lnTo>
                    <a:pt x="4329" y="200001"/>
                  </a:lnTo>
                  <a:lnTo>
                    <a:pt x="5610" y="205146"/>
                  </a:lnTo>
                  <a:lnTo>
                    <a:pt x="7053" y="210248"/>
                  </a:lnTo>
                  <a:lnTo>
                    <a:pt x="8658" y="215302"/>
                  </a:lnTo>
                  <a:lnTo>
                    <a:pt x="10422" y="220302"/>
                  </a:lnTo>
                  <a:lnTo>
                    <a:pt x="12344" y="225244"/>
                  </a:lnTo>
                  <a:lnTo>
                    <a:pt x="14422" y="230123"/>
                  </a:lnTo>
                  <a:lnTo>
                    <a:pt x="16653" y="234933"/>
                  </a:lnTo>
                  <a:lnTo>
                    <a:pt x="19036" y="239670"/>
                  </a:lnTo>
                  <a:lnTo>
                    <a:pt x="21568" y="244329"/>
                  </a:lnTo>
                  <a:lnTo>
                    <a:pt x="24246" y="248905"/>
                  </a:lnTo>
                  <a:lnTo>
                    <a:pt x="27069" y="253394"/>
                  </a:lnTo>
                  <a:lnTo>
                    <a:pt x="30032" y="257792"/>
                  </a:lnTo>
                  <a:lnTo>
                    <a:pt x="33133" y="262093"/>
                  </a:lnTo>
                  <a:lnTo>
                    <a:pt x="36369" y="266293"/>
                  </a:lnTo>
                  <a:lnTo>
                    <a:pt x="39736" y="270389"/>
                  </a:lnTo>
                  <a:lnTo>
                    <a:pt x="43232" y="274376"/>
                  </a:lnTo>
                  <a:lnTo>
                    <a:pt x="46852" y="278250"/>
                  </a:lnTo>
                  <a:lnTo>
                    <a:pt x="50594" y="282008"/>
                  </a:lnTo>
                  <a:lnTo>
                    <a:pt x="54452" y="285645"/>
                  </a:lnTo>
                  <a:lnTo>
                    <a:pt x="58425" y="289157"/>
                  </a:lnTo>
                  <a:lnTo>
                    <a:pt x="62506" y="292542"/>
                  </a:lnTo>
                  <a:lnTo>
                    <a:pt x="66693" y="295796"/>
                  </a:lnTo>
                  <a:lnTo>
                    <a:pt x="70981" y="298915"/>
                  </a:lnTo>
                  <a:lnTo>
                    <a:pt x="75366" y="301897"/>
                  </a:lnTo>
                  <a:lnTo>
                    <a:pt x="79843" y="304738"/>
                  </a:lnTo>
                  <a:lnTo>
                    <a:pt x="84408" y="307436"/>
                  </a:lnTo>
                  <a:lnTo>
                    <a:pt x="89056" y="309987"/>
                  </a:lnTo>
                  <a:lnTo>
                    <a:pt x="93783" y="312390"/>
                  </a:lnTo>
                  <a:lnTo>
                    <a:pt x="98583" y="314642"/>
                  </a:lnTo>
                  <a:lnTo>
                    <a:pt x="103453" y="316740"/>
                  </a:lnTo>
                  <a:lnTo>
                    <a:pt x="108386" y="318683"/>
                  </a:lnTo>
                  <a:lnTo>
                    <a:pt x="113379" y="320469"/>
                  </a:lnTo>
                  <a:lnTo>
                    <a:pt x="118426" y="322095"/>
                  </a:lnTo>
                  <a:lnTo>
                    <a:pt x="123522" y="323560"/>
                  </a:lnTo>
                  <a:lnTo>
                    <a:pt x="128662" y="324863"/>
                  </a:lnTo>
                  <a:lnTo>
                    <a:pt x="133841" y="326002"/>
                  </a:lnTo>
                  <a:lnTo>
                    <a:pt x="139053" y="326977"/>
                  </a:lnTo>
                  <a:lnTo>
                    <a:pt x="144293" y="327785"/>
                  </a:lnTo>
                  <a:lnTo>
                    <a:pt x="149557" y="328427"/>
                  </a:lnTo>
                  <a:lnTo>
                    <a:pt x="154838" y="328902"/>
                  </a:lnTo>
                  <a:lnTo>
                    <a:pt x="160132" y="329209"/>
                  </a:lnTo>
                  <a:lnTo>
                    <a:pt x="165432" y="329348"/>
                  </a:lnTo>
                  <a:lnTo>
                    <a:pt x="170735" y="329319"/>
                  </a:lnTo>
                  <a:lnTo>
                    <a:pt x="176034" y="329122"/>
                  </a:lnTo>
                  <a:lnTo>
                    <a:pt x="181323" y="328756"/>
                  </a:lnTo>
                  <a:lnTo>
                    <a:pt x="186599" y="328224"/>
                  </a:lnTo>
                  <a:lnTo>
                    <a:pt x="191855" y="327524"/>
                  </a:lnTo>
                  <a:lnTo>
                    <a:pt x="197086" y="326657"/>
                  </a:lnTo>
                  <a:lnTo>
                    <a:pt x="202288" y="325626"/>
                  </a:lnTo>
                  <a:lnTo>
                    <a:pt x="207453" y="324429"/>
                  </a:lnTo>
                  <a:lnTo>
                    <a:pt x="212579" y="323070"/>
                  </a:lnTo>
                  <a:lnTo>
                    <a:pt x="217658" y="321549"/>
                  </a:lnTo>
                  <a:lnTo>
                    <a:pt x="222687" y="319867"/>
                  </a:lnTo>
                  <a:lnTo>
                    <a:pt x="227660" y="318027"/>
                  </a:lnTo>
                  <a:lnTo>
                    <a:pt x="232572" y="316030"/>
                  </a:lnTo>
                  <a:lnTo>
                    <a:pt x="237418" y="313878"/>
                  </a:lnTo>
                  <a:lnTo>
                    <a:pt x="242194" y="311573"/>
                  </a:lnTo>
                  <a:lnTo>
                    <a:pt x="246894" y="309119"/>
                  </a:lnTo>
                  <a:lnTo>
                    <a:pt x="251513" y="306516"/>
                  </a:lnTo>
                  <a:lnTo>
                    <a:pt x="256048" y="303768"/>
                  </a:lnTo>
                  <a:lnTo>
                    <a:pt x="260494" y="300878"/>
                  </a:lnTo>
                  <a:lnTo>
                    <a:pt x="264846" y="297848"/>
                  </a:lnTo>
                  <a:lnTo>
                    <a:pt x="269099" y="294682"/>
                  </a:lnTo>
                  <a:lnTo>
                    <a:pt x="273250" y="291382"/>
                  </a:lnTo>
                  <a:lnTo>
                    <a:pt x="277294" y="287953"/>
                  </a:lnTo>
                  <a:lnTo>
                    <a:pt x="281227" y="284397"/>
                  </a:lnTo>
                  <a:lnTo>
                    <a:pt x="285046" y="280718"/>
                  </a:lnTo>
                  <a:lnTo>
                    <a:pt x="288745" y="276919"/>
                  </a:lnTo>
                  <a:lnTo>
                    <a:pt x="292323" y="273006"/>
                  </a:lnTo>
                  <a:lnTo>
                    <a:pt x="295775" y="268980"/>
                  </a:lnTo>
                  <a:lnTo>
                    <a:pt x="299097" y="264848"/>
                  </a:lnTo>
                  <a:lnTo>
                    <a:pt x="302286" y="260612"/>
                  </a:lnTo>
                  <a:lnTo>
                    <a:pt x="305340" y="256277"/>
                  </a:lnTo>
                  <a:lnTo>
                    <a:pt x="308254" y="251847"/>
                  </a:lnTo>
                  <a:lnTo>
                    <a:pt x="311027" y="247327"/>
                  </a:lnTo>
                  <a:lnTo>
                    <a:pt x="313655" y="242722"/>
                  </a:lnTo>
                  <a:lnTo>
                    <a:pt x="316135" y="238035"/>
                  </a:lnTo>
                  <a:lnTo>
                    <a:pt x="318466" y="233272"/>
                  </a:lnTo>
                  <a:lnTo>
                    <a:pt x="320644" y="228438"/>
                  </a:lnTo>
                  <a:lnTo>
                    <a:pt x="322668" y="223537"/>
                  </a:lnTo>
                  <a:lnTo>
                    <a:pt x="324535" y="218574"/>
                  </a:lnTo>
                  <a:lnTo>
                    <a:pt x="326244" y="213555"/>
                  </a:lnTo>
                  <a:lnTo>
                    <a:pt x="327793" y="208483"/>
                  </a:lnTo>
                  <a:lnTo>
                    <a:pt x="329181" y="203366"/>
                  </a:lnTo>
                  <a:lnTo>
                    <a:pt x="330405" y="198206"/>
                  </a:lnTo>
                  <a:lnTo>
                    <a:pt x="331465" y="193011"/>
                  </a:lnTo>
                  <a:lnTo>
                    <a:pt x="332360" y="187785"/>
                  </a:lnTo>
                  <a:lnTo>
                    <a:pt x="333089" y="182532"/>
                  </a:lnTo>
                  <a:lnTo>
                    <a:pt x="333651" y="177260"/>
                  </a:lnTo>
                  <a:lnTo>
                    <a:pt x="334045" y="171972"/>
                  </a:lnTo>
                  <a:lnTo>
                    <a:pt x="334271" y="166674"/>
                  </a:lnTo>
                  <a:lnTo>
                    <a:pt x="334329" y="161372"/>
                  </a:lnTo>
                  <a:lnTo>
                    <a:pt x="334219" y="156071"/>
                  </a:lnTo>
                  <a:lnTo>
                    <a:pt x="333941" y="150776"/>
                  </a:lnTo>
                  <a:lnTo>
                    <a:pt x="333495" y="145492"/>
                  </a:lnTo>
                  <a:lnTo>
                    <a:pt x="332882" y="140225"/>
                  </a:lnTo>
                  <a:lnTo>
                    <a:pt x="332102" y="134980"/>
                  </a:lnTo>
                  <a:lnTo>
                    <a:pt x="331156" y="129763"/>
                  </a:lnTo>
                  <a:lnTo>
                    <a:pt x="330045" y="124578"/>
                  </a:lnTo>
                  <a:lnTo>
                    <a:pt x="328770" y="119431"/>
                  </a:lnTo>
                  <a:lnTo>
                    <a:pt x="327333" y="114327"/>
                  </a:lnTo>
                  <a:lnTo>
                    <a:pt x="325734" y="109271"/>
                  </a:lnTo>
                  <a:lnTo>
                    <a:pt x="323976" y="104269"/>
                  </a:lnTo>
                  <a:lnTo>
                    <a:pt x="322060" y="99325"/>
                  </a:lnTo>
                  <a:lnTo>
                    <a:pt x="319989" y="94444"/>
                  </a:lnTo>
                  <a:lnTo>
                    <a:pt x="317763" y="89631"/>
                  </a:lnTo>
                  <a:lnTo>
                    <a:pt x="315386" y="84891"/>
                  </a:lnTo>
                  <a:lnTo>
                    <a:pt x="312860" y="80229"/>
                  </a:lnTo>
                  <a:lnTo>
                    <a:pt x="310187" y="75649"/>
                  </a:lnTo>
                  <a:lnTo>
                    <a:pt x="307371" y="71157"/>
                  </a:lnTo>
                  <a:lnTo>
                    <a:pt x="304413" y="66756"/>
                  </a:lnTo>
                  <a:lnTo>
                    <a:pt x="301317" y="62451"/>
                  </a:lnTo>
                  <a:lnTo>
                    <a:pt x="298086" y="58246"/>
                  </a:lnTo>
                  <a:lnTo>
                    <a:pt x="294724" y="54146"/>
                  </a:lnTo>
                  <a:lnTo>
                    <a:pt x="291233" y="50155"/>
                  </a:lnTo>
                  <a:lnTo>
                    <a:pt x="287617" y="46276"/>
                  </a:lnTo>
                  <a:lnTo>
                    <a:pt x="283880" y="42514"/>
                  </a:lnTo>
                  <a:lnTo>
                    <a:pt x="280026" y="38873"/>
                  </a:lnTo>
                  <a:lnTo>
                    <a:pt x="276058" y="35355"/>
                  </a:lnTo>
                  <a:lnTo>
                    <a:pt x="271981" y="31966"/>
                  </a:lnTo>
                  <a:lnTo>
                    <a:pt x="267798" y="28707"/>
                  </a:lnTo>
                  <a:lnTo>
                    <a:pt x="263514" y="25582"/>
                  </a:lnTo>
                  <a:lnTo>
                    <a:pt x="259133" y="22595"/>
                  </a:lnTo>
                  <a:lnTo>
                    <a:pt x="254659" y="19749"/>
                  </a:lnTo>
                  <a:lnTo>
                    <a:pt x="250098" y="17045"/>
                  </a:lnTo>
                  <a:lnTo>
                    <a:pt x="245453" y="14488"/>
                  </a:lnTo>
                  <a:lnTo>
                    <a:pt x="240729" y="12079"/>
                  </a:lnTo>
                  <a:lnTo>
                    <a:pt x="235931" y="9822"/>
                  </a:lnTo>
                  <a:lnTo>
                    <a:pt x="231064" y="7717"/>
                  </a:lnTo>
                  <a:lnTo>
                    <a:pt x="226132" y="5768"/>
                  </a:lnTo>
                  <a:lnTo>
                    <a:pt x="167164" y="162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423235" y="1681503"/>
              <a:ext cx="58968" cy="167167"/>
            </a:xfrm>
            <a:custGeom>
              <a:avLst/>
              <a:pathLst>
                <a:path w="58968" h="167167">
                  <a:moveTo>
                    <a:pt x="58968" y="10746"/>
                  </a:moveTo>
                  <a:lnTo>
                    <a:pt x="53292" y="8722"/>
                  </a:lnTo>
                  <a:lnTo>
                    <a:pt x="47546" y="6904"/>
                  </a:lnTo>
                  <a:lnTo>
                    <a:pt x="41739" y="5294"/>
                  </a:lnTo>
                  <a:lnTo>
                    <a:pt x="35878" y="3895"/>
                  </a:lnTo>
                  <a:lnTo>
                    <a:pt x="29969" y="2708"/>
                  </a:lnTo>
                  <a:lnTo>
                    <a:pt x="24022" y="1735"/>
                  </a:lnTo>
                  <a:lnTo>
                    <a:pt x="18044" y="976"/>
                  </a:lnTo>
                  <a:lnTo>
                    <a:pt x="12042" y="434"/>
                  </a:lnTo>
                  <a:lnTo>
                    <a:pt x="602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853887" y="1322571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4" y="1341"/>
                  </a:lnTo>
                  <a:lnTo>
                    <a:pt x="140770" y="2094"/>
                  </a:lnTo>
                  <a:lnTo>
                    <a:pt x="135552" y="3013"/>
                  </a:lnTo>
                  <a:lnTo>
                    <a:pt x="130366" y="4097"/>
                  </a:lnTo>
                  <a:lnTo>
                    <a:pt x="125216" y="5345"/>
                  </a:lnTo>
                  <a:lnTo>
                    <a:pt x="120109" y="6755"/>
                  </a:lnTo>
                  <a:lnTo>
                    <a:pt x="115050" y="8326"/>
                  </a:lnTo>
                  <a:lnTo>
                    <a:pt x="110042" y="10057"/>
                  </a:lnTo>
                  <a:lnTo>
                    <a:pt x="105092" y="11946"/>
                  </a:lnTo>
                  <a:lnTo>
                    <a:pt x="100204" y="13990"/>
                  </a:lnTo>
                  <a:lnTo>
                    <a:pt x="95384" y="16189"/>
                  </a:lnTo>
                  <a:lnTo>
                    <a:pt x="90635" y="18539"/>
                  </a:lnTo>
                  <a:lnTo>
                    <a:pt x="85964" y="21038"/>
                  </a:lnTo>
                  <a:lnTo>
                    <a:pt x="81374" y="23684"/>
                  </a:lnTo>
                  <a:lnTo>
                    <a:pt x="76870" y="26475"/>
                  </a:lnTo>
                  <a:lnTo>
                    <a:pt x="72457" y="29406"/>
                  </a:lnTo>
                  <a:lnTo>
                    <a:pt x="68139" y="32476"/>
                  </a:lnTo>
                  <a:lnTo>
                    <a:pt x="63920" y="35681"/>
                  </a:lnTo>
                  <a:lnTo>
                    <a:pt x="59805" y="39019"/>
                  </a:lnTo>
                  <a:lnTo>
                    <a:pt x="55798" y="42485"/>
                  </a:lnTo>
                  <a:lnTo>
                    <a:pt x="51903" y="46076"/>
                  </a:lnTo>
                  <a:lnTo>
                    <a:pt x="48124" y="49789"/>
                  </a:lnTo>
                  <a:lnTo>
                    <a:pt x="44464" y="53620"/>
                  </a:lnTo>
                  <a:lnTo>
                    <a:pt x="40927" y="57565"/>
                  </a:lnTo>
                  <a:lnTo>
                    <a:pt x="37517" y="61620"/>
                  </a:lnTo>
                  <a:lnTo>
                    <a:pt x="34238" y="65781"/>
                  </a:lnTo>
                  <a:lnTo>
                    <a:pt x="31091" y="70044"/>
                  </a:lnTo>
                  <a:lnTo>
                    <a:pt x="28082" y="74405"/>
                  </a:lnTo>
                  <a:lnTo>
                    <a:pt x="25212" y="78858"/>
                  </a:lnTo>
                  <a:lnTo>
                    <a:pt x="22485" y="83401"/>
                  </a:lnTo>
                  <a:lnTo>
                    <a:pt x="19903" y="88027"/>
                  </a:lnTo>
                  <a:lnTo>
                    <a:pt x="17469" y="92733"/>
                  </a:lnTo>
                  <a:lnTo>
                    <a:pt x="15186" y="97514"/>
                  </a:lnTo>
                  <a:lnTo>
                    <a:pt x="13055" y="102364"/>
                  </a:lnTo>
                  <a:lnTo>
                    <a:pt x="11078" y="107280"/>
                  </a:lnTo>
                  <a:lnTo>
                    <a:pt x="9259" y="112256"/>
                  </a:lnTo>
                  <a:lnTo>
                    <a:pt x="7598" y="117287"/>
                  </a:lnTo>
                  <a:lnTo>
                    <a:pt x="6098" y="122369"/>
                  </a:lnTo>
                  <a:lnTo>
                    <a:pt x="4759" y="127495"/>
                  </a:lnTo>
                  <a:lnTo>
                    <a:pt x="3583" y="132661"/>
                  </a:lnTo>
                  <a:lnTo>
                    <a:pt x="2572" y="137862"/>
                  </a:lnTo>
                  <a:lnTo>
                    <a:pt x="1726" y="143092"/>
                  </a:lnTo>
                  <a:lnTo>
                    <a:pt x="1046" y="148346"/>
                  </a:lnTo>
                  <a:lnTo>
                    <a:pt x="533" y="153619"/>
                  </a:lnTo>
                  <a:lnTo>
                    <a:pt x="187" y="158906"/>
                  </a:lnTo>
                  <a:lnTo>
                    <a:pt x="10" y="164201"/>
                  </a:lnTo>
                  <a:lnTo>
                    <a:pt x="0" y="169500"/>
                  </a:lnTo>
                  <a:lnTo>
                    <a:pt x="157" y="174795"/>
                  </a:lnTo>
                  <a:lnTo>
                    <a:pt x="483" y="180083"/>
                  </a:lnTo>
                  <a:lnTo>
                    <a:pt x="976" y="185359"/>
                  </a:lnTo>
                  <a:lnTo>
                    <a:pt x="1636" y="190616"/>
                  </a:lnTo>
                  <a:lnTo>
                    <a:pt x="2462" y="195849"/>
                  </a:lnTo>
                  <a:lnTo>
                    <a:pt x="3454" y="201053"/>
                  </a:lnTo>
                  <a:lnTo>
                    <a:pt x="4610" y="206224"/>
                  </a:lnTo>
                  <a:lnTo>
                    <a:pt x="5929" y="211355"/>
                  </a:lnTo>
                  <a:lnTo>
                    <a:pt x="7410" y="216442"/>
                  </a:lnTo>
                  <a:lnTo>
                    <a:pt x="9052" y="221479"/>
                  </a:lnTo>
                  <a:lnTo>
                    <a:pt x="10853" y="226462"/>
                  </a:lnTo>
                  <a:lnTo>
                    <a:pt x="12810" y="231385"/>
                  </a:lnTo>
                  <a:lnTo>
                    <a:pt x="14923" y="236244"/>
                  </a:lnTo>
                  <a:lnTo>
                    <a:pt x="17188" y="241034"/>
                  </a:lnTo>
                  <a:lnTo>
                    <a:pt x="19605" y="245749"/>
                  </a:lnTo>
                  <a:lnTo>
                    <a:pt x="22169" y="250385"/>
                  </a:lnTo>
                  <a:lnTo>
                    <a:pt x="24879" y="254938"/>
                  </a:lnTo>
                  <a:lnTo>
                    <a:pt x="27732" y="259402"/>
                  </a:lnTo>
                  <a:lnTo>
                    <a:pt x="30725" y="263774"/>
                  </a:lnTo>
                  <a:lnTo>
                    <a:pt x="33855" y="268049"/>
                  </a:lnTo>
                  <a:lnTo>
                    <a:pt x="37118" y="272222"/>
                  </a:lnTo>
                  <a:lnTo>
                    <a:pt x="40513" y="276290"/>
                  </a:lnTo>
                  <a:lnTo>
                    <a:pt x="44035" y="280248"/>
                  </a:lnTo>
                  <a:lnTo>
                    <a:pt x="47680" y="284093"/>
                  </a:lnTo>
                  <a:lnTo>
                    <a:pt x="51445" y="287820"/>
                  </a:lnTo>
                  <a:lnTo>
                    <a:pt x="55327" y="291426"/>
                  </a:lnTo>
                  <a:lnTo>
                    <a:pt x="59321" y="294908"/>
                  </a:lnTo>
                  <a:lnTo>
                    <a:pt x="63423" y="298261"/>
                  </a:lnTo>
                  <a:lnTo>
                    <a:pt x="67629" y="301482"/>
                  </a:lnTo>
                  <a:lnTo>
                    <a:pt x="71936" y="304568"/>
                  </a:lnTo>
                  <a:lnTo>
                    <a:pt x="76338" y="307516"/>
                  </a:lnTo>
                  <a:lnTo>
                    <a:pt x="80831" y="310324"/>
                  </a:lnTo>
                  <a:lnTo>
                    <a:pt x="85411" y="312987"/>
                  </a:lnTo>
                  <a:lnTo>
                    <a:pt x="90073" y="315504"/>
                  </a:lnTo>
                  <a:lnTo>
                    <a:pt x="94813" y="317872"/>
                  </a:lnTo>
                  <a:lnTo>
                    <a:pt x="99625" y="320089"/>
                  </a:lnTo>
                  <a:lnTo>
                    <a:pt x="104505" y="322152"/>
                  </a:lnTo>
                  <a:lnTo>
                    <a:pt x="109448" y="324060"/>
                  </a:lnTo>
                  <a:lnTo>
                    <a:pt x="114448" y="325809"/>
                  </a:lnTo>
                  <a:lnTo>
                    <a:pt x="119502" y="327400"/>
                  </a:lnTo>
                  <a:lnTo>
                    <a:pt x="124604" y="328829"/>
                  </a:lnTo>
                  <a:lnTo>
                    <a:pt x="129748" y="330096"/>
                  </a:lnTo>
                  <a:lnTo>
                    <a:pt x="134930" y="331200"/>
                  </a:lnTo>
                  <a:lnTo>
                    <a:pt x="140145" y="332139"/>
                  </a:lnTo>
                  <a:lnTo>
                    <a:pt x="145386" y="332911"/>
                  </a:lnTo>
                  <a:lnTo>
                    <a:pt x="150649" y="333518"/>
                  </a:lnTo>
                  <a:lnTo>
                    <a:pt x="155929" y="333957"/>
                  </a:lnTo>
                  <a:lnTo>
                    <a:pt x="161220" y="334229"/>
                  </a:lnTo>
                  <a:lnTo>
                    <a:pt x="166518" y="334333"/>
                  </a:lnTo>
                  <a:lnTo>
                    <a:pt x="171815" y="334269"/>
                  </a:lnTo>
                  <a:lnTo>
                    <a:pt x="177108" y="334038"/>
                  </a:lnTo>
                  <a:lnTo>
                    <a:pt x="182392" y="333638"/>
                  </a:lnTo>
                  <a:lnTo>
                    <a:pt x="187659" y="333072"/>
                  </a:lnTo>
                  <a:lnTo>
                    <a:pt x="192906" y="332338"/>
                  </a:lnTo>
                  <a:lnTo>
                    <a:pt x="198128" y="331439"/>
                  </a:lnTo>
                  <a:lnTo>
                    <a:pt x="203318" y="330375"/>
                  </a:lnTo>
                  <a:lnTo>
                    <a:pt x="208472" y="329147"/>
                  </a:lnTo>
                  <a:lnTo>
                    <a:pt x="213584" y="327756"/>
                  </a:lnTo>
                  <a:lnTo>
                    <a:pt x="218650" y="326204"/>
                  </a:lnTo>
                  <a:lnTo>
                    <a:pt x="223664" y="324492"/>
                  </a:lnTo>
                  <a:lnTo>
                    <a:pt x="228621" y="322622"/>
                  </a:lnTo>
                  <a:lnTo>
                    <a:pt x="233516" y="320596"/>
                  </a:lnTo>
                  <a:lnTo>
                    <a:pt x="238345" y="318416"/>
                  </a:lnTo>
                  <a:lnTo>
                    <a:pt x="243103" y="316084"/>
                  </a:lnTo>
                  <a:lnTo>
                    <a:pt x="247784" y="313602"/>
                  </a:lnTo>
                  <a:lnTo>
                    <a:pt x="252384" y="310973"/>
                  </a:lnTo>
                  <a:lnTo>
                    <a:pt x="256898" y="308200"/>
                  </a:lnTo>
                  <a:lnTo>
                    <a:pt x="261322" y="305285"/>
                  </a:lnTo>
                  <a:lnTo>
                    <a:pt x="265652" y="302232"/>
                  </a:lnTo>
                  <a:lnTo>
                    <a:pt x="269882" y="299042"/>
                  </a:lnTo>
                  <a:lnTo>
                    <a:pt x="274010" y="295721"/>
                  </a:lnTo>
                  <a:lnTo>
                    <a:pt x="278030" y="292270"/>
                  </a:lnTo>
                  <a:lnTo>
                    <a:pt x="281939" y="288693"/>
                  </a:lnTo>
                  <a:lnTo>
                    <a:pt x="285732" y="284994"/>
                  </a:lnTo>
                  <a:lnTo>
                    <a:pt x="289407" y="281177"/>
                  </a:lnTo>
                  <a:lnTo>
                    <a:pt x="292958" y="277246"/>
                  </a:lnTo>
                  <a:lnTo>
                    <a:pt x="296383" y="273204"/>
                  </a:lnTo>
                  <a:lnTo>
                    <a:pt x="299679" y="269055"/>
                  </a:lnTo>
                  <a:lnTo>
                    <a:pt x="302841" y="264804"/>
                  </a:lnTo>
                  <a:lnTo>
                    <a:pt x="305867" y="260455"/>
                  </a:lnTo>
                  <a:lnTo>
                    <a:pt x="308754" y="256013"/>
                  </a:lnTo>
                  <a:lnTo>
                    <a:pt x="311498" y="251481"/>
                  </a:lnTo>
                  <a:lnTo>
                    <a:pt x="314097" y="246864"/>
                  </a:lnTo>
                  <a:lnTo>
                    <a:pt x="316549" y="242167"/>
                  </a:lnTo>
                  <a:lnTo>
                    <a:pt x="318851" y="237395"/>
                  </a:lnTo>
                  <a:lnTo>
                    <a:pt x="321000" y="232553"/>
                  </a:lnTo>
                  <a:lnTo>
                    <a:pt x="322995" y="227644"/>
                  </a:lnTo>
                  <a:lnTo>
                    <a:pt x="324833" y="222675"/>
                  </a:lnTo>
                  <a:lnTo>
                    <a:pt x="326513" y="217650"/>
                  </a:lnTo>
                  <a:lnTo>
                    <a:pt x="328033" y="212575"/>
                  </a:lnTo>
                  <a:lnTo>
                    <a:pt x="329391" y="207454"/>
                  </a:lnTo>
                  <a:lnTo>
                    <a:pt x="330586" y="202292"/>
                  </a:lnTo>
                  <a:lnTo>
                    <a:pt x="331617" y="197095"/>
                  </a:lnTo>
                  <a:lnTo>
                    <a:pt x="332483" y="191868"/>
                  </a:lnTo>
                  <a:lnTo>
                    <a:pt x="333183" y="186617"/>
                  </a:lnTo>
                  <a:lnTo>
                    <a:pt x="333716" y="181345"/>
                  </a:lnTo>
                  <a:lnTo>
                    <a:pt x="334081" y="176060"/>
                  </a:lnTo>
                  <a:lnTo>
                    <a:pt x="334279" y="170765"/>
                  </a:lnTo>
                  <a:lnTo>
                    <a:pt x="334309" y="165467"/>
                  </a:lnTo>
                  <a:lnTo>
                    <a:pt x="334172" y="160171"/>
                  </a:lnTo>
                  <a:lnTo>
                    <a:pt x="333866" y="154882"/>
                  </a:lnTo>
                  <a:lnTo>
                    <a:pt x="333393" y="149605"/>
                  </a:lnTo>
                  <a:lnTo>
                    <a:pt x="332753" y="144345"/>
                  </a:lnTo>
                  <a:lnTo>
                    <a:pt x="331947" y="139109"/>
                  </a:lnTo>
                  <a:lnTo>
                    <a:pt x="330975" y="133901"/>
                  </a:lnTo>
                  <a:lnTo>
                    <a:pt x="329838" y="128726"/>
                  </a:lnTo>
                  <a:lnTo>
                    <a:pt x="328538" y="123590"/>
                  </a:lnTo>
                  <a:lnTo>
                    <a:pt x="327076" y="118497"/>
                  </a:lnTo>
                  <a:lnTo>
                    <a:pt x="325454" y="113454"/>
                  </a:lnTo>
                  <a:lnTo>
                    <a:pt x="323672" y="108464"/>
                  </a:lnTo>
                  <a:lnTo>
                    <a:pt x="321733" y="103533"/>
                  </a:lnTo>
                  <a:lnTo>
                    <a:pt x="319639" y="98667"/>
                  </a:lnTo>
                  <a:lnTo>
                    <a:pt x="317392" y="93869"/>
                  </a:lnTo>
                  <a:lnTo>
                    <a:pt x="314993" y="89145"/>
                  </a:lnTo>
                  <a:lnTo>
                    <a:pt x="312447" y="84499"/>
                  </a:lnTo>
                  <a:lnTo>
                    <a:pt x="309754" y="79936"/>
                  </a:lnTo>
                  <a:lnTo>
                    <a:pt x="306918" y="75460"/>
                  </a:lnTo>
                  <a:lnTo>
                    <a:pt x="303942" y="71077"/>
                  </a:lnTo>
                  <a:lnTo>
                    <a:pt x="300828" y="66791"/>
                  </a:lnTo>
                  <a:lnTo>
                    <a:pt x="297580" y="62605"/>
                  </a:lnTo>
                  <a:lnTo>
                    <a:pt x="294201" y="58524"/>
                  </a:lnTo>
                  <a:lnTo>
                    <a:pt x="290694" y="54553"/>
                  </a:lnTo>
                  <a:lnTo>
                    <a:pt x="287063" y="50694"/>
                  </a:lnTo>
                  <a:lnTo>
                    <a:pt x="283312" y="46953"/>
                  </a:lnTo>
                  <a:lnTo>
                    <a:pt x="279444" y="43332"/>
                  </a:lnTo>
                  <a:lnTo>
                    <a:pt x="275463" y="39836"/>
                  </a:lnTo>
                  <a:lnTo>
                    <a:pt x="271374" y="36467"/>
                  </a:lnTo>
                  <a:lnTo>
                    <a:pt x="267180" y="33230"/>
                  </a:lnTo>
                  <a:lnTo>
                    <a:pt x="262885" y="30127"/>
                  </a:lnTo>
                  <a:lnTo>
                    <a:pt x="258494" y="27162"/>
                  </a:lnTo>
                  <a:lnTo>
                    <a:pt x="254012" y="24338"/>
                  </a:lnTo>
                  <a:lnTo>
                    <a:pt x="249442" y="21657"/>
                  </a:lnTo>
                  <a:lnTo>
                    <a:pt x="244789" y="19122"/>
                  </a:lnTo>
                  <a:lnTo>
                    <a:pt x="240059" y="16736"/>
                  </a:lnTo>
                  <a:lnTo>
                    <a:pt x="235255" y="14502"/>
                  </a:lnTo>
                  <a:lnTo>
                    <a:pt x="230383" y="12420"/>
                  </a:lnTo>
                  <a:lnTo>
                    <a:pt x="225447" y="1049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3066"/>
              <a:ext cx="58296" cy="156673"/>
            </a:xfrm>
            <a:custGeom>
              <a:avLst/>
              <a:pathLst>
                <a:path w="58296" h="156673">
                  <a:moveTo>
                    <a:pt x="58296" y="0"/>
                  </a:moveTo>
                  <a:lnTo>
                    <a:pt x="0" y="156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58296" cy="167167"/>
            </a:xfrm>
            <a:custGeom>
              <a:avLst/>
              <a:pathLst>
                <a:path w="58296" h="167167">
                  <a:moveTo>
                    <a:pt x="58296" y="10494"/>
                  </a:moveTo>
                  <a:lnTo>
                    <a:pt x="52680" y="8517"/>
                  </a:lnTo>
                  <a:lnTo>
                    <a:pt x="46996" y="6742"/>
                  </a:lnTo>
                  <a:lnTo>
                    <a:pt x="41253" y="5170"/>
                  </a:lnTo>
                  <a:lnTo>
                    <a:pt x="35457" y="3803"/>
                  </a:lnTo>
                  <a:lnTo>
                    <a:pt x="29616" y="2644"/>
                  </a:lnTo>
                  <a:lnTo>
                    <a:pt x="23738" y="1694"/>
                  </a:lnTo>
                  <a:lnTo>
                    <a:pt x="17830" y="953"/>
                  </a:lnTo>
                  <a:lnTo>
                    <a:pt x="11899" y="424"/>
                  </a:lnTo>
                  <a:lnTo>
                    <a:pt x="595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378103" y="1071028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8" y="334"/>
                  </a:lnTo>
                  <a:lnTo>
                    <a:pt x="151303" y="753"/>
                  </a:lnTo>
                  <a:lnTo>
                    <a:pt x="146044" y="1338"/>
                  </a:lnTo>
                  <a:lnTo>
                    <a:pt x="140806" y="2089"/>
                  </a:lnTo>
                  <a:lnTo>
                    <a:pt x="135595" y="3006"/>
                  </a:lnTo>
                  <a:lnTo>
                    <a:pt x="130415" y="4087"/>
                  </a:lnTo>
                  <a:lnTo>
                    <a:pt x="125272" y="5331"/>
                  </a:lnTo>
                  <a:lnTo>
                    <a:pt x="120171" y="6738"/>
                  </a:lnTo>
                  <a:lnTo>
                    <a:pt x="115117" y="8306"/>
                  </a:lnTo>
                  <a:lnTo>
                    <a:pt x="110115" y="10032"/>
                  </a:lnTo>
                  <a:lnTo>
                    <a:pt x="105170" y="11916"/>
                  </a:lnTo>
                  <a:lnTo>
                    <a:pt x="100287" y="13956"/>
                  </a:lnTo>
                  <a:lnTo>
                    <a:pt x="95471" y="16149"/>
                  </a:lnTo>
                  <a:lnTo>
                    <a:pt x="90728" y="18493"/>
                  </a:lnTo>
                  <a:lnTo>
                    <a:pt x="86060" y="20987"/>
                  </a:lnTo>
                  <a:lnTo>
                    <a:pt x="81474" y="23627"/>
                  </a:lnTo>
                  <a:lnTo>
                    <a:pt x="76974" y="26411"/>
                  </a:lnTo>
                  <a:lnTo>
                    <a:pt x="72564" y="29335"/>
                  </a:lnTo>
                  <a:lnTo>
                    <a:pt x="68249" y="32398"/>
                  </a:lnTo>
                  <a:lnTo>
                    <a:pt x="64033" y="35596"/>
                  </a:lnTo>
                  <a:lnTo>
                    <a:pt x="59921" y="38926"/>
                  </a:lnTo>
                  <a:lnTo>
                    <a:pt x="55916" y="42384"/>
                  </a:lnTo>
                  <a:lnTo>
                    <a:pt x="52022" y="45967"/>
                  </a:lnTo>
                  <a:lnTo>
                    <a:pt x="48244" y="49672"/>
                  </a:lnTo>
                  <a:lnTo>
                    <a:pt x="44584" y="53494"/>
                  </a:lnTo>
                  <a:lnTo>
                    <a:pt x="41048" y="57431"/>
                  </a:lnTo>
                  <a:lnTo>
                    <a:pt x="37638" y="61477"/>
                  </a:lnTo>
                  <a:lnTo>
                    <a:pt x="34358" y="65629"/>
                  </a:lnTo>
                  <a:lnTo>
                    <a:pt x="31211" y="69883"/>
                  </a:lnTo>
                  <a:lnTo>
                    <a:pt x="28200" y="74235"/>
                  </a:lnTo>
                  <a:lnTo>
                    <a:pt x="25328" y="78679"/>
                  </a:lnTo>
                  <a:lnTo>
                    <a:pt x="22598" y="83212"/>
                  </a:lnTo>
                  <a:lnTo>
                    <a:pt x="20014" y="87830"/>
                  </a:lnTo>
                  <a:lnTo>
                    <a:pt x="17576" y="92526"/>
                  </a:lnTo>
                  <a:lnTo>
                    <a:pt x="15289" y="97298"/>
                  </a:lnTo>
                  <a:lnTo>
                    <a:pt x="13154" y="102140"/>
                  </a:lnTo>
                  <a:lnTo>
                    <a:pt x="11173" y="107046"/>
                  </a:lnTo>
                  <a:lnTo>
                    <a:pt x="9348" y="112013"/>
                  </a:lnTo>
                  <a:lnTo>
                    <a:pt x="7681" y="117036"/>
                  </a:lnTo>
                  <a:lnTo>
                    <a:pt x="6175" y="122108"/>
                  </a:lnTo>
                  <a:lnTo>
                    <a:pt x="4829" y="127226"/>
                  </a:lnTo>
                  <a:lnTo>
                    <a:pt x="3646" y="132384"/>
                  </a:lnTo>
                  <a:lnTo>
                    <a:pt x="2627" y="137576"/>
                  </a:lnTo>
                  <a:lnTo>
                    <a:pt x="1773" y="142798"/>
                  </a:lnTo>
                  <a:lnTo>
                    <a:pt x="1085" y="148045"/>
                  </a:lnTo>
                  <a:lnTo>
                    <a:pt x="563" y="153311"/>
                  </a:lnTo>
                  <a:lnTo>
                    <a:pt x="208" y="158590"/>
                  </a:lnTo>
                  <a:lnTo>
                    <a:pt x="20" y="163878"/>
                  </a:lnTo>
                  <a:lnTo>
                    <a:pt x="0" y="169170"/>
                  </a:lnTo>
                  <a:lnTo>
                    <a:pt x="147" y="174459"/>
                  </a:lnTo>
                  <a:lnTo>
                    <a:pt x="461" y="179742"/>
                  </a:lnTo>
                  <a:lnTo>
                    <a:pt x="943" y="185011"/>
                  </a:lnTo>
                  <a:lnTo>
                    <a:pt x="1591" y="190263"/>
                  </a:lnTo>
                  <a:lnTo>
                    <a:pt x="2405" y="195492"/>
                  </a:lnTo>
                  <a:lnTo>
                    <a:pt x="3384" y="200692"/>
                  </a:lnTo>
                  <a:lnTo>
                    <a:pt x="4527" y="205858"/>
                  </a:lnTo>
                  <a:lnTo>
                    <a:pt x="5833" y="210986"/>
                  </a:lnTo>
                  <a:lnTo>
                    <a:pt x="7301" y="216070"/>
                  </a:lnTo>
                  <a:lnTo>
                    <a:pt x="8928" y="221105"/>
                  </a:lnTo>
                  <a:lnTo>
                    <a:pt x="10715" y="226086"/>
                  </a:lnTo>
                  <a:lnTo>
                    <a:pt x="12658" y="231008"/>
                  </a:lnTo>
                  <a:lnTo>
                    <a:pt x="14756" y="235866"/>
                  </a:lnTo>
                  <a:lnTo>
                    <a:pt x="17007" y="240655"/>
                  </a:lnTo>
                  <a:lnTo>
                    <a:pt x="19408" y="245370"/>
                  </a:lnTo>
                  <a:lnTo>
                    <a:pt x="21957" y="250007"/>
                  </a:lnTo>
                  <a:lnTo>
                    <a:pt x="24652" y="254561"/>
                  </a:lnTo>
                  <a:lnTo>
                    <a:pt x="27489" y="259028"/>
                  </a:lnTo>
                  <a:lnTo>
                    <a:pt x="30467" y="263402"/>
                  </a:lnTo>
                  <a:lnTo>
                    <a:pt x="33581" y="267680"/>
                  </a:lnTo>
                  <a:lnTo>
                    <a:pt x="36829" y="271858"/>
                  </a:lnTo>
                  <a:lnTo>
                    <a:pt x="40208" y="275930"/>
                  </a:lnTo>
                  <a:lnTo>
                    <a:pt x="43714" y="279893"/>
                  </a:lnTo>
                  <a:lnTo>
                    <a:pt x="47344" y="283744"/>
                  </a:lnTo>
                  <a:lnTo>
                    <a:pt x="51093" y="287478"/>
                  </a:lnTo>
                  <a:lnTo>
                    <a:pt x="54959" y="291091"/>
                  </a:lnTo>
                  <a:lnTo>
                    <a:pt x="58938" y="294580"/>
                  </a:lnTo>
                  <a:lnTo>
                    <a:pt x="63025" y="297941"/>
                  </a:lnTo>
                  <a:lnTo>
                    <a:pt x="67216" y="301171"/>
                  </a:lnTo>
                  <a:lnTo>
                    <a:pt x="71507" y="304267"/>
                  </a:lnTo>
                  <a:lnTo>
                    <a:pt x="75894" y="307226"/>
                  </a:lnTo>
                  <a:lnTo>
                    <a:pt x="80373" y="310044"/>
                  </a:lnTo>
                  <a:lnTo>
                    <a:pt x="84938" y="312719"/>
                  </a:lnTo>
                  <a:lnTo>
                    <a:pt x="89586" y="315248"/>
                  </a:lnTo>
                  <a:lnTo>
                    <a:pt x="94312" y="317629"/>
                  </a:lnTo>
                  <a:lnTo>
                    <a:pt x="99111" y="319859"/>
                  </a:lnTo>
                  <a:lnTo>
                    <a:pt x="103978" y="321936"/>
                  </a:lnTo>
                  <a:lnTo>
                    <a:pt x="108908" y="323858"/>
                  </a:lnTo>
                  <a:lnTo>
                    <a:pt x="113896" y="325623"/>
                  </a:lnTo>
                  <a:lnTo>
                    <a:pt x="118938" y="327230"/>
                  </a:lnTo>
                  <a:lnTo>
                    <a:pt x="124028" y="328676"/>
                  </a:lnTo>
                  <a:lnTo>
                    <a:pt x="129162" y="329960"/>
                  </a:lnTo>
                  <a:lnTo>
                    <a:pt x="134333" y="331081"/>
                  </a:lnTo>
                  <a:lnTo>
                    <a:pt x="139538" y="332037"/>
                  </a:lnTo>
                  <a:lnTo>
                    <a:pt x="144770" y="332829"/>
                  </a:lnTo>
                  <a:lnTo>
                    <a:pt x="150024" y="333454"/>
                  </a:lnTo>
                  <a:lnTo>
                    <a:pt x="155296" y="333913"/>
                  </a:lnTo>
                  <a:lnTo>
                    <a:pt x="160579" y="334205"/>
                  </a:lnTo>
                  <a:lnTo>
                    <a:pt x="165869" y="334329"/>
                  </a:lnTo>
                  <a:lnTo>
                    <a:pt x="171161" y="334286"/>
                  </a:lnTo>
                  <a:lnTo>
                    <a:pt x="176448" y="334076"/>
                  </a:lnTo>
                  <a:lnTo>
                    <a:pt x="181726" y="333698"/>
                  </a:lnTo>
                  <a:lnTo>
                    <a:pt x="186990" y="333154"/>
                  </a:lnTo>
                  <a:lnTo>
                    <a:pt x="192233" y="332443"/>
                  </a:lnTo>
                  <a:lnTo>
                    <a:pt x="197452" y="331566"/>
                  </a:lnTo>
                  <a:lnTo>
                    <a:pt x="202640" y="330525"/>
                  </a:lnTo>
                  <a:lnTo>
                    <a:pt x="207792" y="329320"/>
                  </a:lnTo>
                  <a:lnTo>
                    <a:pt x="212904" y="327952"/>
                  </a:lnTo>
                  <a:lnTo>
                    <a:pt x="217970" y="326424"/>
                  </a:lnTo>
                  <a:lnTo>
                    <a:pt x="222985" y="324736"/>
                  </a:lnTo>
                  <a:lnTo>
                    <a:pt x="227944" y="322890"/>
                  </a:lnTo>
                  <a:lnTo>
                    <a:pt x="232843" y="320888"/>
                  </a:lnTo>
                  <a:lnTo>
                    <a:pt x="237675" y="318732"/>
                  </a:lnTo>
                  <a:lnTo>
                    <a:pt x="242437" y="316424"/>
                  </a:lnTo>
                  <a:lnTo>
                    <a:pt x="247123" y="313966"/>
                  </a:lnTo>
                  <a:lnTo>
                    <a:pt x="251729" y="311362"/>
                  </a:lnTo>
                  <a:lnTo>
                    <a:pt x="256251" y="308613"/>
                  </a:lnTo>
                  <a:lnTo>
                    <a:pt x="260683" y="305722"/>
                  </a:lnTo>
                  <a:lnTo>
                    <a:pt x="265021" y="302692"/>
                  </a:lnTo>
                  <a:lnTo>
                    <a:pt x="269262" y="299527"/>
                  </a:lnTo>
                  <a:lnTo>
                    <a:pt x="273400" y="296229"/>
                  </a:lnTo>
                  <a:lnTo>
                    <a:pt x="277431" y="292802"/>
                  </a:lnTo>
                  <a:lnTo>
                    <a:pt x="281352" y="289248"/>
                  </a:lnTo>
                  <a:lnTo>
                    <a:pt x="285159" y="285573"/>
                  </a:lnTo>
                  <a:lnTo>
                    <a:pt x="288848" y="281779"/>
                  </a:lnTo>
                  <a:lnTo>
                    <a:pt x="292414" y="277870"/>
                  </a:lnTo>
                  <a:lnTo>
                    <a:pt x="295855" y="273850"/>
                  </a:lnTo>
                  <a:lnTo>
                    <a:pt x="299167" y="269723"/>
                  </a:lnTo>
                  <a:lnTo>
                    <a:pt x="302347" y="265493"/>
                  </a:lnTo>
                  <a:lnTo>
                    <a:pt x="305391" y="261165"/>
                  </a:lnTo>
                  <a:lnTo>
                    <a:pt x="308297" y="256743"/>
                  </a:lnTo>
                  <a:lnTo>
                    <a:pt x="311062" y="252231"/>
                  </a:lnTo>
                  <a:lnTo>
                    <a:pt x="313682" y="247633"/>
                  </a:lnTo>
                  <a:lnTo>
                    <a:pt x="316155" y="242956"/>
                  </a:lnTo>
                  <a:lnTo>
                    <a:pt x="318479" y="238202"/>
                  </a:lnTo>
                  <a:lnTo>
                    <a:pt x="320652" y="233377"/>
                  </a:lnTo>
                  <a:lnTo>
                    <a:pt x="322670" y="228485"/>
                  </a:lnTo>
                  <a:lnTo>
                    <a:pt x="324533" y="223532"/>
                  </a:lnTo>
                  <a:lnTo>
                    <a:pt x="326238" y="218523"/>
                  </a:lnTo>
                  <a:lnTo>
                    <a:pt x="327784" y="213462"/>
                  </a:lnTo>
                  <a:lnTo>
                    <a:pt x="329169" y="208355"/>
                  </a:lnTo>
                  <a:lnTo>
                    <a:pt x="330391" y="203207"/>
                  </a:lnTo>
                  <a:lnTo>
                    <a:pt x="331450" y="198022"/>
                  </a:lnTo>
                  <a:lnTo>
                    <a:pt x="332344" y="192807"/>
                  </a:lnTo>
                  <a:lnTo>
                    <a:pt x="333073" y="187566"/>
                  </a:lnTo>
                  <a:lnTo>
                    <a:pt x="333636" y="182304"/>
                  </a:lnTo>
                  <a:lnTo>
                    <a:pt x="334031" y="177027"/>
                  </a:lnTo>
                  <a:lnTo>
                    <a:pt x="334260" y="171741"/>
                  </a:lnTo>
                  <a:lnTo>
                    <a:pt x="334321" y="16644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7478"/>
              <a:ext cx="167165" cy="717"/>
            </a:xfrm>
            <a:custGeom>
              <a:avLst/>
              <a:pathLst>
                <a:path w="167165" h="717">
                  <a:moveTo>
                    <a:pt x="167165" y="0"/>
                  </a:moveTo>
                  <a:lnTo>
                    <a:pt x="0" y="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2457"/>
              <a:ext cx="167165" cy="5738"/>
            </a:xfrm>
            <a:custGeom>
              <a:avLst/>
              <a:pathLst>
                <a:path w="167165" h="5738">
                  <a:moveTo>
                    <a:pt x="167165" y="5021"/>
                  </a:moveTo>
                  <a:lnTo>
                    <a:pt x="167068" y="0"/>
                  </a:lnTo>
                  <a:lnTo>
                    <a:pt x="0" y="5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071028"/>
              <a:ext cx="167068" cy="167167"/>
            </a:xfrm>
            <a:custGeom>
              <a:avLst/>
              <a:pathLst>
                <a:path w="167068" h="167167">
                  <a:moveTo>
                    <a:pt x="167068" y="161428"/>
                  </a:moveTo>
                  <a:lnTo>
                    <a:pt x="166792" y="155971"/>
                  </a:lnTo>
                  <a:lnTo>
                    <a:pt x="166337" y="150525"/>
                  </a:lnTo>
                  <a:lnTo>
                    <a:pt x="165704" y="145098"/>
                  </a:lnTo>
                  <a:lnTo>
                    <a:pt x="164894" y="139693"/>
                  </a:lnTo>
                  <a:lnTo>
                    <a:pt x="163908" y="134318"/>
                  </a:lnTo>
                  <a:lnTo>
                    <a:pt x="162747" y="128979"/>
                  </a:lnTo>
                  <a:lnTo>
                    <a:pt x="161411" y="123680"/>
                  </a:lnTo>
                  <a:lnTo>
                    <a:pt x="159904" y="118427"/>
                  </a:lnTo>
                  <a:lnTo>
                    <a:pt x="158225" y="113227"/>
                  </a:lnTo>
                  <a:lnTo>
                    <a:pt x="156378" y="108084"/>
                  </a:lnTo>
                  <a:lnTo>
                    <a:pt x="154363" y="103004"/>
                  </a:lnTo>
                  <a:lnTo>
                    <a:pt x="152183" y="97993"/>
                  </a:lnTo>
                  <a:lnTo>
                    <a:pt x="149841" y="93056"/>
                  </a:lnTo>
                  <a:lnTo>
                    <a:pt x="147339" y="88198"/>
                  </a:lnTo>
                  <a:lnTo>
                    <a:pt x="144679" y="83425"/>
                  </a:lnTo>
                  <a:lnTo>
                    <a:pt x="141865" y="78741"/>
                  </a:lnTo>
                  <a:lnTo>
                    <a:pt x="138899" y="74151"/>
                  </a:lnTo>
                  <a:lnTo>
                    <a:pt x="135784" y="69661"/>
                  </a:lnTo>
                  <a:lnTo>
                    <a:pt x="132525" y="65275"/>
                  </a:lnTo>
                  <a:lnTo>
                    <a:pt x="129124" y="60998"/>
                  </a:lnTo>
                  <a:lnTo>
                    <a:pt x="125584" y="56834"/>
                  </a:lnTo>
                  <a:lnTo>
                    <a:pt x="121911" y="52788"/>
                  </a:lnTo>
                  <a:lnTo>
                    <a:pt x="118108" y="48865"/>
                  </a:lnTo>
                  <a:lnTo>
                    <a:pt x="114178" y="45067"/>
                  </a:lnTo>
                  <a:lnTo>
                    <a:pt x="110126" y="41401"/>
                  </a:lnTo>
                  <a:lnTo>
                    <a:pt x="105956" y="37869"/>
                  </a:lnTo>
                  <a:lnTo>
                    <a:pt x="101674" y="34474"/>
                  </a:lnTo>
                  <a:lnTo>
                    <a:pt x="97282" y="31222"/>
                  </a:lnTo>
                  <a:lnTo>
                    <a:pt x="92787" y="28115"/>
                  </a:lnTo>
                  <a:lnTo>
                    <a:pt x="88193" y="25157"/>
                  </a:lnTo>
                  <a:lnTo>
                    <a:pt x="83504" y="22350"/>
                  </a:lnTo>
                  <a:lnTo>
                    <a:pt x="78726" y="19698"/>
                  </a:lnTo>
                  <a:lnTo>
                    <a:pt x="73864" y="17204"/>
                  </a:lnTo>
                  <a:lnTo>
                    <a:pt x="68923" y="14869"/>
                  </a:lnTo>
                  <a:lnTo>
                    <a:pt x="63908" y="12698"/>
                  </a:lnTo>
                  <a:lnTo>
                    <a:pt x="58825" y="10692"/>
                  </a:lnTo>
                  <a:lnTo>
                    <a:pt x="53680" y="8853"/>
                  </a:lnTo>
                  <a:lnTo>
                    <a:pt x="48476" y="7183"/>
                  </a:lnTo>
                  <a:lnTo>
                    <a:pt x="43221" y="5684"/>
                  </a:lnTo>
                  <a:lnTo>
                    <a:pt x="37920" y="4357"/>
                  </a:lnTo>
                  <a:lnTo>
                    <a:pt x="32579" y="3205"/>
                  </a:lnTo>
                  <a:lnTo>
                    <a:pt x="27202" y="2228"/>
                  </a:lnTo>
                  <a:lnTo>
                    <a:pt x="21797" y="1427"/>
                  </a:lnTo>
                  <a:lnTo>
                    <a:pt x="16368" y="803"/>
                  </a:lnTo>
                  <a:lnTo>
                    <a:pt x="10921" y="357"/>
                  </a:lnTo>
                  <a:lnTo>
                    <a:pt x="546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5338" y="941493"/>
              <a:ext cx="118205" cy="167167"/>
            </a:xfrm>
            <a:custGeom>
              <a:avLst/>
              <a:pathLst>
                <a:path w="118205" h="167167">
                  <a:moveTo>
                    <a:pt x="118205" y="0"/>
                  </a:moveTo>
                  <a:lnTo>
                    <a:pt x="112735" y="89"/>
                  </a:lnTo>
                  <a:lnTo>
                    <a:pt x="107271" y="357"/>
                  </a:lnTo>
                  <a:lnTo>
                    <a:pt x="101819" y="804"/>
                  </a:lnTo>
                  <a:lnTo>
                    <a:pt x="96385" y="1430"/>
                  </a:lnTo>
                  <a:lnTo>
                    <a:pt x="90974" y="2232"/>
                  </a:lnTo>
                  <a:lnTo>
                    <a:pt x="85592" y="3212"/>
                  </a:lnTo>
                  <a:lnTo>
                    <a:pt x="80245" y="4366"/>
                  </a:lnTo>
                  <a:lnTo>
                    <a:pt x="74939" y="5696"/>
                  </a:lnTo>
                  <a:lnTo>
                    <a:pt x="69679" y="7198"/>
                  </a:lnTo>
                  <a:lnTo>
                    <a:pt x="64471" y="8871"/>
                  </a:lnTo>
                  <a:lnTo>
                    <a:pt x="59320" y="10714"/>
                  </a:lnTo>
                  <a:lnTo>
                    <a:pt x="54233" y="12724"/>
                  </a:lnTo>
                  <a:lnTo>
                    <a:pt x="49214" y="14900"/>
                  </a:lnTo>
                  <a:lnTo>
                    <a:pt x="44268" y="17239"/>
                  </a:lnTo>
                  <a:lnTo>
                    <a:pt x="39403" y="19738"/>
                  </a:lnTo>
                  <a:lnTo>
                    <a:pt x="34621" y="22396"/>
                  </a:lnTo>
                  <a:lnTo>
                    <a:pt x="29929" y="25208"/>
                  </a:lnTo>
                  <a:lnTo>
                    <a:pt x="25331" y="28172"/>
                  </a:lnTo>
                  <a:lnTo>
                    <a:pt x="20833" y="31285"/>
                  </a:lnTo>
                  <a:lnTo>
                    <a:pt x="16440" y="34544"/>
                  </a:lnTo>
                  <a:lnTo>
                    <a:pt x="12155" y="37945"/>
                  </a:lnTo>
                  <a:lnTo>
                    <a:pt x="7984" y="41484"/>
                  </a:lnTo>
                  <a:lnTo>
                    <a:pt x="3930" y="45157"/>
                  </a:lnTo>
                  <a:lnTo>
                    <a:pt x="0" y="48962"/>
                  </a:lnTo>
                  <a:lnTo>
                    <a:pt x="11820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5338" y="99045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56384" y="957562"/>
              <a:ext cx="334306" cy="318264"/>
            </a:xfrm>
            <a:custGeom>
              <a:avLst/>
              <a:pathLst>
                <a:path w="334306" h="318264">
                  <a:moveTo>
                    <a:pt x="48954" y="32893"/>
                  </a:moveTo>
                  <a:lnTo>
                    <a:pt x="45256" y="36710"/>
                  </a:lnTo>
                  <a:lnTo>
                    <a:pt x="41681" y="40644"/>
                  </a:lnTo>
                  <a:lnTo>
                    <a:pt x="38233" y="44689"/>
                  </a:lnTo>
                  <a:lnTo>
                    <a:pt x="34915" y="48841"/>
                  </a:lnTo>
                  <a:lnTo>
                    <a:pt x="31731" y="53097"/>
                  </a:lnTo>
                  <a:lnTo>
                    <a:pt x="28684" y="57452"/>
                  </a:lnTo>
                  <a:lnTo>
                    <a:pt x="25777" y="61902"/>
                  </a:lnTo>
                  <a:lnTo>
                    <a:pt x="23013" y="66442"/>
                  </a:lnTo>
                  <a:lnTo>
                    <a:pt x="20394" y="71067"/>
                  </a:lnTo>
                  <a:lnTo>
                    <a:pt x="17924" y="75774"/>
                  </a:lnTo>
                  <a:lnTo>
                    <a:pt x="15605" y="80556"/>
                  </a:lnTo>
                  <a:lnTo>
                    <a:pt x="13439" y="85410"/>
                  </a:lnTo>
                  <a:lnTo>
                    <a:pt x="11428" y="90330"/>
                  </a:lnTo>
                  <a:lnTo>
                    <a:pt x="9575" y="95312"/>
                  </a:lnTo>
                  <a:lnTo>
                    <a:pt x="7881" y="100350"/>
                  </a:lnTo>
                  <a:lnTo>
                    <a:pt x="6348" y="105439"/>
                  </a:lnTo>
                  <a:lnTo>
                    <a:pt x="4978" y="110575"/>
                  </a:lnTo>
                  <a:lnTo>
                    <a:pt x="3772" y="115752"/>
                  </a:lnTo>
                  <a:lnTo>
                    <a:pt x="2730" y="120964"/>
                  </a:lnTo>
                  <a:lnTo>
                    <a:pt x="1855" y="126206"/>
                  </a:lnTo>
                  <a:lnTo>
                    <a:pt x="1148" y="131474"/>
                  </a:lnTo>
                  <a:lnTo>
                    <a:pt x="608" y="136762"/>
                  </a:lnTo>
                  <a:lnTo>
                    <a:pt x="236" y="142064"/>
                  </a:lnTo>
                  <a:lnTo>
                    <a:pt x="33" y="147376"/>
                  </a:lnTo>
                  <a:lnTo>
                    <a:pt x="0" y="152691"/>
                  </a:lnTo>
                  <a:lnTo>
                    <a:pt x="135" y="158004"/>
                  </a:lnTo>
                  <a:lnTo>
                    <a:pt x="439" y="163311"/>
                  </a:lnTo>
                  <a:lnTo>
                    <a:pt x="911" y="168605"/>
                  </a:lnTo>
                  <a:lnTo>
                    <a:pt x="1552" y="173881"/>
                  </a:lnTo>
                  <a:lnTo>
                    <a:pt x="2360" y="179135"/>
                  </a:lnTo>
                  <a:lnTo>
                    <a:pt x="3334" y="184360"/>
                  </a:lnTo>
                  <a:lnTo>
                    <a:pt x="4475" y="189551"/>
                  </a:lnTo>
                  <a:lnTo>
                    <a:pt x="5779" y="194704"/>
                  </a:lnTo>
                  <a:lnTo>
                    <a:pt x="7247" y="199812"/>
                  </a:lnTo>
                  <a:lnTo>
                    <a:pt x="8877" y="204872"/>
                  </a:lnTo>
                  <a:lnTo>
                    <a:pt x="10666" y="209877"/>
                  </a:lnTo>
                  <a:lnTo>
                    <a:pt x="12614" y="214822"/>
                  </a:lnTo>
                  <a:lnTo>
                    <a:pt x="14718" y="219703"/>
                  </a:lnTo>
                  <a:lnTo>
                    <a:pt x="16976" y="224515"/>
                  </a:lnTo>
                  <a:lnTo>
                    <a:pt x="19386" y="229252"/>
                  </a:lnTo>
                  <a:lnTo>
                    <a:pt x="21946" y="233911"/>
                  </a:lnTo>
                  <a:lnTo>
                    <a:pt x="24652" y="238485"/>
                  </a:lnTo>
                  <a:lnTo>
                    <a:pt x="27502" y="242972"/>
                  </a:lnTo>
                  <a:lnTo>
                    <a:pt x="30494" y="247365"/>
                  </a:lnTo>
                  <a:lnTo>
                    <a:pt x="33623" y="251661"/>
                  </a:lnTo>
                  <a:lnTo>
                    <a:pt x="36888" y="255856"/>
                  </a:lnTo>
                  <a:lnTo>
                    <a:pt x="40284" y="259945"/>
                  </a:lnTo>
                  <a:lnTo>
                    <a:pt x="43809" y="263923"/>
                  </a:lnTo>
                  <a:lnTo>
                    <a:pt x="47458" y="267788"/>
                  </a:lnTo>
                  <a:lnTo>
                    <a:pt x="51228" y="271534"/>
                  </a:lnTo>
                  <a:lnTo>
                    <a:pt x="55116" y="275159"/>
                  </a:lnTo>
                  <a:lnTo>
                    <a:pt x="59116" y="278658"/>
                  </a:lnTo>
                  <a:lnTo>
                    <a:pt x="63226" y="282029"/>
                  </a:lnTo>
                  <a:lnTo>
                    <a:pt x="67441" y="285267"/>
                  </a:lnTo>
                  <a:lnTo>
                    <a:pt x="71757" y="288369"/>
                  </a:lnTo>
                  <a:lnTo>
                    <a:pt x="76169" y="291333"/>
                  </a:lnTo>
                  <a:lnTo>
                    <a:pt x="80674" y="294155"/>
                  </a:lnTo>
                  <a:lnTo>
                    <a:pt x="85265" y="296832"/>
                  </a:lnTo>
                  <a:lnTo>
                    <a:pt x="89940" y="299362"/>
                  </a:lnTo>
                  <a:lnTo>
                    <a:pt x="94693" y="301742"/>
                  </a:lnTo>
                  <a:lnTo>
                    <a:pt x="99518" y="303969"/>
                  </a:lnTo>
                  <a:lnTo>
                    <a:pt x="104413" y="306042"/>
                  </a:lnTo>
                  <a:lnTo>
                    <a:pt x="109370" y="307959"/>
                  </a:lnTo>
                  <a:lnTo>
                    <a:pt x="114386" y="309717"/>
                  </a:lnTo>
                  <a:lnTo>
                    <a:pt x="119456" y="311314"/>
                  </a:lnTo>
                  <a:lnTo>
                    <a:pt x="124574" y="312750"/>
                  </a:lnTo>
                  <a:lnTo>
                    <a:pt x="129734" y="314022"/>
                  </a:lnTo>
                  <a:lnTo>
                    <a:pt x="134933" y="315130"/>
                  </a:lnTo>
                  <a:lnTo>
                    <a:pt x="140164" y="316071"/>
                  </a:lnTo>
                  <a:lnTo>
                    <a:pt x="145422" y="316846"/>
                  </a:lnTo>
                  <a:lnTo>
                    <a:pt x="150703" y="317453"/>
                  </a:lnTo>
                  <a:lnTo>
                    <a:pt x="156000" y="317892"/>
                  </a:lnTo>
                  <a:lnTo>
                    <a:pt x="161308" y="318163"/>
                  </a:lnTo>
                  <a:lnTo>
                    <a:pt x="166622" y="318264"/>
                  </a:lnTo>
                  <a:lnTo>
                    <a:pt x="171937" y="318197"/>
                  </a:lnTo>
                  <a:lnTo>
                    <a:pt x="177247" y="317961"/>
                  </a:lnTo>
                  <a:lnTo>
                    <a:pt x="182547" y="317556"/>
                  </a:lnTo>
                  <a:lnTo>
                    <a:pt x="187831" y="316982"/>
                  </a:lnTo>
                  <a:lnTo>
                    <a:pt x="193094" y="316241"/>
                  </a:lnTo>
                  <a:lnTo>
                    <a:pt x="198331" y="315333"/>
                  </a:lnTo>
                  <a:lnTo>
                    <a:pt x="203537" y="314259"/>
                  </a:lnTo>
                  <a:lnTo>
                    <a:pt x="208706" y="313020"/>
                  </a:lnTo>
                  <a:lnTo>
                    <a:pt x="213833" y="311618"/>
                  </a:lnTo>
                  <a:lnTo>
                    <a:pt x="218912" y="310053"/>
                  </a:lnTo>
                  <a:lnTo>
                    <a:pt x="223939" y="308327"/>
                  </a:lnTo>
                  <a:lnTo>
                    <a:pt x="228909" y="306442"/>
                  </a:lnTo>
                  <a:lnTo>
                    <a:pt x="233817" y="304401"/>
                  </a:lnTo>
                  <a:lnTo>
                    <a:pt x="238657" y="302204"/>
                  </a:lnTo>
                  <a:lnTo>
                    <a:pt x="243425" y="299855"/>
                  </a:lnTo>
                  <a:lnTo>
                    <a:pt x="248115" y="297355"/>
                  </a:lnTo>
                  <a:lnTo>
                    <a:pt x="252724" y="294707"/>
                  </a:lnTo>
                  <a:lnTo>
                    <a:pt x="257246" y="291914"/>
                  </a:lnTo>
                  <a:lnTo>
                    <a:pt x="261678" y="288979"/>
                  </a:lnTo>
                  <a:lnTo>
                    <a:pt x="266013" y="285905"/>
                  </a:lnTo>
                  <a:lnTo>
                    <a:pt x="270249" y="282694"/>
                  </a:lnTo>
                  <a:lnTo>
                    <a:pt x="274381" y="279350"/>
                  </a:lnTo>
                  <a:lnTo>
                    <a:pt x="278404" y="275876"/>
                  </a:lnTo>
                  <a:lnTo>
                    <a:pt x="282315" y="272276"/>
                  </a:lnTo>
                  <a:lnTo>
                    <a:pt x="286109" y="268554"/>
                  </a:lnTo>
                  <a:lnTo>
                    <a:pt x="289783" y="264713"/>
                  </a:lnTo>
                  <a:lnTo>
                    <a:pt x="293333" y="260757"/>
                  </a:lnTo>
                  <a:lnTo>
                    <a:pt x="296755" y="256691"/>
                  </a:lnTo>
                  <a:lnTo>
                    <a:pt x="300047" y="252517"/>
                  </a:lnTo>
                  <a:lnTo>
                    <a:pt x="303204" y="248241"/>
                  </a:lnTo>
                  <a:lnTo>
                    <a:pt x="306224" y="243867"/>
                  </a:lnTo>
                  <a:lnTo>
                    <a:pt x="309103" y="239399"/>
                  </a:lnTo>
                  <a:lnTo>
                    <a:pt x="311838" y="234842"/>
                  </a:lnTo>
                  <a:lnTo>
                    <a:pt x="314427" y="230200"/>
                  </a:lnTo>
                  <a:lnTo>
                    <a:pt x="316868" y="225478"/>
                  </a:lnTo>
                  <a:lnTo>
                    <a:pt x="319157" y="220681"/>
                  </a:lnTo>
                  <a:lnTo>
                    <a:pt x="321292" y="215813"/>
                  </a:lnTo>
                  <a:lnTo>
                    <a:pt x="323271" y="210881"/>
                  </a:lnTo>
                  <a:lnTo>
                    <a:pt x="325093" y="205887"/>
                  </a:lnTo>
                  <a:lnTo>
                    <a:pt x="326755" y="200839"/>
                  </a:lnTo>
                  <a:lnTo>
                    <a:pt x="328256" y="195740"/>
                  </a:lnTo>
                  <a:lnTo>
                    <a:pt x="329594" y="190596"/>
                  </a:lnTo>
                  <a:lnTo>
                    <a:pt x="330767" y="185412"/>
                  </a:lnTo>
                  <a:lnTo>
                    <a:pt x="331775" y="180193"/>
                  </a:lnTo>
                  <a:lnTo>
                    <a:pt x="332617" y="174945"/>
                  </a:lnTo>
                  <a:lnTo>
                    <a:pt x="333292" y="169673"/>
                  </a:lnTo>
                  <a:lnTo>
                    <a:pt x="333798" y="164381"/>
                  </a:lnTo>
                  <a:lnTo>
                    <a:pt x="334136" y="159077"/>
                  </a:lnTo>
                  <a:lnTo>
                    <a:pt x="334306" y="153765"/>
                  </a:lnTo>
                  <a:lnTo>
                    <a:pt x="334306" y="148449"/>
                  </a:lnTo>
                  <a:lnTo>
                    <a:pt x="334137" y="143137"/>
                  </a:lnTo>
                  <a:lnTo>
                    <a:pt x="333800" y="137832"/>
                  </a:lnTo>
                  <a:lnTo>
                    <a:pt x="333294" y="132541"/>
                  </a:lnTo>
                  <a:lnTo>
                    <a:pt x="332620" y="127269"/>
                  </a:lnTo>
                  <a:lnTo>
                    <a:pt x="331779" y="122021"/>
                  </a:lnTo>
                  <a:lnTo>
                    <a:pt x="330771" y="116802"/>
                  </a:lnTo>
                  <a:lnTo>
                    <a:pt x="329598" y="111618"/>
                  </a:lnTo>
                  <a:lnTo>
                    <a:pt x="328261" y="106473"/>
                  </a:lnTo>
                  <a:lnTo>
                    <a:pt x="326760" y="101374"/>
                  </a:lnTo>
                  <a:lnTo>
                    <a:pt x="325099" y="96325"/>
                  </a:lnTo>
                  <a:lnTo>
                    <a:pt x="323278" y="91332"/>
                  </a:lnTo>
                  <a:lnTo>
                    <a:pt x="321299" y="86399"/>
                  </a:lnTo>
                  <a:lnTo>
                    <a:pt x="319164" y="81531"/>
                  </a:lnTo>
                  <a:lnTo>
                    <a:pt x="316876" y="76734"/>
                  </a:lnTo>
                  <a:lnTo>
                    <a:pt x="314436" y="72012"/>
                  </a:lnTo>
                  <a:lnTo>
                    <a:pt x="311847" y="67370"/>
                  </a:lnTo>
                  <a:lnTo>
                    <a:pt x="309112" y="62812"/>
                  </a:lnTo>
                  <a:lnTo>
                    <a:pt x="306234" y="58344"/>
                  </a:lnTo>
                  <a:lnTo>
                    <a:pt x="303214" y="53969"/>
                  </a:lnTo>
                  <a:lnTo>
                    <a:pt x="300058" y="49693"/>
                  </a:lnTo>
                  <a:lnTo>
                    <a:pt x="296767" y="45519"/>
                  </a:lnTo>
                  <a:lnTo>
                    <a:pt x="293345" y="41452"/>
                  </a:lnTo>
                  <a:lnTo>
                    <a:pt x="289795" y="37496"/>
                  </a:lnTo>
                  <a:lnTo>
                    <a:pt x="286122" y="33654"/>
                  </a:lnTo>
                  <a:lnTo>
                    <a:pt x="282328" y="29932"/>
                  </a:lnTo>
                  <a:lnTo>
                    <a:pt x="278417" y="26332"/>
                  </a:lnTo>
                  <a:lnTo>
                    <a:pt x="274395" y="22858"/>
                  </a:lnTo>
                  <a:lnTo>
                    <a:pt x="270263" y="19513"/>
                  </a:lnTo>
                  <a:lnTo>
                    <a:pt x="266028" y="16302"/>
                  </a:lnTo>
                  <a:lnTo>
                    <a:pt x="261693" y="13227"/>
                  </a:lnTo>
                  <a:lnTo>
                    <a:pt x="257262" y="10291"/>
                  </a:lnTo>
                  <a:lnTo>
                    <a:pt x="252740" y="7498"/>
                  </a:lnTo>
                  <a:lnTo>
                    <a:pt x="248131" y="4850"/>
                  </a:lnTo>
                  <a:lnTo>
                    <a:pt x="243441" y="2349"/>
                  </a:lnTo>
                  <a:lnTo>
                    <a:pt x="238673" y="0"/>
                  </a:lnTo>
                  <a:lnTo>
                    <a:pt x="167159" y="151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023544" y="941493"/>
              <a:ext cx="71513" cy="167167"/>
            </a:xfrm>
            <a:custGeom>
              <a:avLst/>
              <a:pathLst>
                <a:path w="71513" h="167167">
                  <a:moveTo>
                    <a:pt x="71513" y="16069"/>
                  </a:moveTo>
                  <a:lnTo>
                    <a:pt x="66335" y="13725"/>
                  </a:lnTo>
                  <a:lnTo>
                    <a:pt x="61080" y="11558"/>
                  </a:lnTo>
                  <a:lnTo>
                    <a:pt x="55754" y="9571"/>
                  </a:lnTo>
                  <a:lnTo>
                    <a:pt x="50364" y="7767"/>
                  </a:lnTo>
                  <a:lnTo>
                    <a:pt x="44916" y="6147"/>
                  </a:lnTo>
                  <a:lnTo>
                    <a:pt x="39416" y="4713"/>
                  </a:lnTo>
                  <a:lnTo>
                    <a:pt x="33870" y="3467"/>
                  </a:lnTo>
                  <a:lnTo>
                    <a:pt x="28285" y="2410"/>
                  </a:lnTo>
                  <a:lnTo>
                    <a:pt x="22667" y="1543"/>
                  </a:lnTo>
                  <a:lnTo>
                    <a:pt x="17023" y="869"/>
                  </a:lnTo>
                  <a:lnTo>
                    <a:pt x="11360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0235" y="941493"/>
              <a:ext cx="105980" cy="167167"/>
            </a:xfrm>
            <a:custGeom>
              <a:avLst/>
              <a:pathLst>
                <a:path w="105980" h="167167">
                  <a:moveTo>
                    <a:pt x="105980" y="0"/>
                  </a:moveTo>
                  <a:lnTo>
                    <a:pt x="100242" y="98"/>
                  </a:lnTo>
                  <a:lnTo>
                    <a:pt x="94510" y="393"/>
                  </a:lnTo>
                  <a:lnTo>
                    <a:pt x="88792" y="886"/>
                  </a:lnTo>
                  <a:lnTo>
                    <a:pt x="83094" y="1574"/>
                  </a:lnTo>
                  <a:lnTo>
                    <a:pt x="77423" y="2457"/>
                  </a:lnTo>
                  <a:lnTo>
                    <a:pt x="71786" y="3534"/>
                  </a:lnTo>
                  <a:lnTo>
                    <a:pt x="66189" y="4804"/>
                  </a:lnTo>
                  <a:lnTo>
                    <a:pt x="60639" y="6266"/>
                  </a:lnTo>
                  <a:lnTo>
                    <a:pt x="55142" y="7917"/>
                  </a:lnTo>
                  <a:lnTo>
                    <a:pt x="49705" y="9756"/>
                  </a:lnTo>
                  <a:lnTo>
                    <a:pt x="44335" y="11781"/>
                  </a:lnTo>
                  <a:lnTo>
                    <a:pt x="39037" y="13989"/>
                  </a:lnTo>
                  <a:lnTo>
                    <a:pt x="33818" y="16377"/>
                  </a:lnTo>
                  <a:lnTo>
                    <a:pt x="28685" y="18943"/>
                  </a:lnTo>
                  <a:lnTo>
                    <a:pt x="23642" y="21684"/>
                  </a:lnTo>
                  <a:lnTo>
                    <a:pt x="18696" y="24596"/>
                  </a:lnTo>
                  <a:lnTo>
                    <a:pt x="13854" y="27676"/>
                  </a:lnTo>
                  <a:lnTo>
                    <a:pt x="9120" y="30921"/>
                  </a:lnTo>
                  <a:lnTo>
                    <a:pt x="4500" y="34326"/>
                  </a:lnTo>
                  <a:lnTo>
                    <a:pt x="0" y="37888"/>
                  </a:lnTo>
                  <a:lnTo>
                    <a:pt x="1059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0235" y="979381"/>
              <a:ext cx="105980" cy="129279"/>
            </a:xfrm>
            <a:custGeom>
              <a:avLst/>
              <a:pathLst>
                <a:path w="105980" h="129279">
                  <a:moveTo>
                    <a:pt x="0" y="0"/>
                  </a:moveTo>
                  <a:lnTo>
                    <a:pt x="105980" y="129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056" y="979381"/>
              <a:ext cx="167159" cy="282457"/>
            </a:xfrm>
            <a:custGeom>
              <a:avLst/>
              <a:pathLst>
                <a:path w="167159" h="282457">
                  <a:moveTo>
                    <a:pt x="61179" y="0"/>
                  </a:moveTo>
                  <a:lnTo>
                    <a:pt x="57107" y="3448"/>
                  </a:lnTo>
                  <a:lnTo>
                    <a:pt x="53147" y="7024"/>
                  </a:lnTo>
                  <a:lnTo>
                    <a:pt x="49303" y="10725"/>
                  </a:lnTo>
                  <a:lnTo>
                    <a:pt x="45580" y="14547"/>
                  </a:lnTo>
                  <a:lnTo>
                    <a:pt x="41980" y="18485"/>
                  </a:lnTo>
                  <a:lnTo>
                    <a:pt x="38508" y="22537"/>
                  </a:lnTo>
                  <a:lnTo>
                    <a:pt x="35167" y="26697"/>
                  </a:lnTo>
                  <a:lnTo>
                    <a:pt x="31960" y="30962"/>
                  </a:lnTo>
                  <a:lnTo>
                    <a:pt x="28891" y="35327"/>
                  </a:lnTo>
                  <a:lnTo>
                    <a:pt x="25963" y="39788"/>
                  </a:lnTo>
                  <a:lnTo>
                    <a:pt x="23179" y="44339"/>
                  </a:lnTo>
                  <a:lnTo>
                    <a:pt x="20542" y="48978"/>
                  </a:lnTo>
                  <a:lnTo>
                    <a:pt x="18053" y="53698"/>
                  </a:lnTo>
                  <a:lnTo>
                    <a:pt x="15717" y="58495"/>
                  </a:lnTo>
                  <a:lnTo>
                    <a:pt x="13535" y="63364"/>
                  </a:lnTo>
                  <a:lnTo>
                    <a:pt x="11510" y="68301"/>
                  </a:lnTo>
                  <a:lnTo>
                    <a:pt x="9643" y="73299"/>
                  </a:lnTo>
                  <a:lnTo>
                    <a:pt x="7937" y="78355"/>
                  </a:lnTo>
                  <a:lnTo>
                    <a:pt x="6393" y="83463"/>
                  </a:lnTo>
                  <a:lnTo>
                    <a:pt x="5012" y="88617"/>
                  </a:lnTo>
                  <a:lnTo>
                    <a:pt x="3797" y="93812"/>
                  </a:lnTo>
                  <a:lnTo>
                    <a:pt x="2749" y="99044"/>
                  </a:lnTo>
                  <a:lnTo>
                    <a:pt x="1867" y="104307"/>
                  </a:lnTo>
                  <a:lnTo>
                    <a:pt x="1155" y="109595"/>
                  </a:lnTo>
                  <a:lnTo>
                    <a:pt x="611" y="114903"/>
                  </a:lnTo>
                  <a:lnTo>
                    <a:pt x="237" y="120225"/>
                  </a:lnTo>
                  <a:lnTo>
                    <a:pt x="33" y="125557"/>
                  </a:lnTo>
                  <a:lnTo>
                    <a:pt x="0" y="130893"/>
                  </a:lnTo>
                  <a:lnTo>
                    <a:pt x="136" y="136227"/>
                  </a:lnTo>
                  <a:lnTo>
                    <a:pt x="443" y="141554"/>
                  </a:lnTo>
                  <a:lnTo>
                    <a:pt x="920" y="146868"/>
                  </a:lnTo>
                  <a:lnTo>
                    <a:pt x="1566" y="152165"/>
                  </a:lnTo>
                  <a:lnTo>
                    <a:pt x="2381" y="157438"/>
                  </a:lnTo>
                  <a:lnTo>
                    <a:pt x="3363" y="162683"/>
                  </a:lnTo>
                  <a:lnTo>
                    <a:pt x="4513" y="167893"/>
                  </a:lnTo>
                  <a:lnTo>
                    <a:pt x="5828" y="173064"/>
                  </a:lnTo>
                  <a:lnTo>
                    <a:pt x="7307" y="178191"/>
                  </a:lnTo>
                  <a:lnTo>
                    <a:pt x="8950" y="183267"/>
                  </a:lnTo>
                  <a:lnTo>
                    <a:pt x="10754" y="188289"/>
                  </a:lnTo>
                  <a:lnTo>
                    <a:pt x="12717" y="193251"/>
                  </a:lnTo>
                  <a:lnTo>
                    <a:pt x="14837" y="198147"/>
                  </a:lnTo>
                  <a:lnTo>
                    <a:pt x="17112" y="202973"/>
                  </a:lnTo>
                  <a:lnTo>
                    <a:pt x="19541" y="207725"/>
                  </a:lnTo>
                  <a:lnTo>
                    <a:pt x="22120" y="212396"/>
                  </a:lnTo>
                  <a:lnTo>
                    <a:pt x="24846" y="216982"/>
                  </a:lnTo>
                  <a:lnTo>
                    <a:pt x="27718" y="221480"/>
                  </a:lnTo>
                  <a:lnTo>
                    <a:pt x="30731" y="225883"/>
                  </a:lnTo>
                  <a:lnTo>
                    <a:pt x="33884" y="230188"/>
                  </a:lnTo>
                  <a:lnTo>
                    <a:pt x="37172" y="234390"/>
                  </a:lnTo>
                  <a:lnTo>
                    <a:pt x="40593" y="238485"/>
                  </a:lnTo>
                  <a:lnTo>
                    <a:pt x="44143" y="242468"/>
                  </a:lnTo>
                  <a:lnTo>
                    <a:pt x="47818" y="246337"/>
                  </a:lnTo>
                  <a:lnTo>
                    <a:pt x="51615" y="250086"/>
                  </a:lnTo>
                  <a:lnTo>
                    <a:pt x="55529" y="253712"/>
                  </a:lnTo>
                  <a:lnTo>
                    <a:pt x="59557" y="257211"/>
                  </a:lnTo>
                  <a:lnTo>
                    <a:pt x="63695" y="260580"/>
                  </a:lnTo>
                  <a:lnTo>
                    <a:pt x="67938" y="263815"/>
                  </a:lnTo>
                  <a:lnTo>
                    <a:pt x="72282" y="266913"/>
                  </a:lnTo>
                  <a:lnTo>
                    <a:pt x="76723" y="269871"/>
                  </a:lnTo>
                  <a:lnTo>
                    <a:pt x="81256" y="272686"/>
                  </a:lnTo>
                  <a:lnTo>
                    <a:pt x="85877" y="275354"/>
                  </a:lnTo>
                  <a:lnTo>
                    <a:pt x="90580" y="277874"/>
                  </a:lnTo>
                  <a:lnTo>
                    <a:pt x="95362" y="280242"/>
                  </a:lnTo>
                  <a:lnTo>
                    <a:pt x="100216" y="282457"/>
                  </a:lnTo>
                  <a:lnTo>
                    <a:pt x="167159" y="129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19273" y="941493"/>
              <a:ext cx="234089" cy="334334"/>
            </a:xfrm>
            <a:custGeom>
              <a:avLst/>
              <a:pathLst>
                <a:path w="234089" h="334334">
                  <a:moveTo>
                    <a:pt x="0" y="320345"/>
                  </a:moveTo>
                  <a:lnTo>
                    <a:pt x="4893" y="322392"/>
                  </a:lnTo>
                  <a:lnTo>
                    <a:pt x="9848" y="324282"/>
                  </a:lnTo>
                  <a:lnTo>
                    <a:pt x="14861" y="326014"/>
                  </a:lnTo>
                  <a:lnTo>
                    <a:pt x="19926" y="327587"/>
                  </a:lnTo>
                  <a:lnTo>
                    <a:pt x="25039" y="328997"/>
                  </a:lnTo>
                  <a:lnTo>
                    <a:pt x="30194" y="330245"/>
                  </a:lnTo>
                  <a:lnTo>
                    <a:pt x="35386" y="331329"/>
                  </a:lnTo>
                  <a:lnTo>
                    <a:pt x="40609" y="332247"/>
                  </a:lnTo>
                  <a:lnTo>
                    <a:pt x="45860" y="333000"/>
                  </a:lnTo>
                  <a:lnTo>
                    <a:pt x="51131" y="333585"/>
                  </a:lnTo>
                  <a:lnTo>
                    <a:pt x="56418" y="334003"/>
                  </a:lnTo>
                  <a:lnTo>
                    <a:pt x="61716" y="334253"/>
                  </a:lnTo>
                  <a:lnTo>
                    <a:pt x="67019" y="334334"/>
                  </a:lnTo>
                  <a:lnTo>
                    <a:pt x="72322" y="334248"/>
                  </a:lnTo>
                  <a:lnTo>
                    <a:pt x="77620" y="333993"/>
                  </a:lnTo>
                  <a:lnTo>
                    <a:pt x="82907" y="333570"/>
                  </a:lnTo>
                  <a:lnTo>
                    <a:pt x="88178" y="332980"/>
                  </a:lnTo>
                  <a:lnTo>
                    <a:pt x="93427" y="332223"/>
                  </a:lnTo>
                  <a:lnTo>
                    <a:pt x="98650" y="331300"/>
                  </a:lnTo>
                  <a:lnTo>
                    <a:pt x="103841" y="330211"/>
                  </a:lnTo>
                  <a:lnTo>
                    <a:pt x="108995" y="328959"/>
                  </a:lnTo>
                  <a:lnTo>
                    <a:pt x="114106" y="327543"/>
                  </a:lnTo>
                  <a:lnTo>
                    <a:pt x="119170" y="325966"/>
                  </a:lnTo>
                  <a:lnTo>
                    <a:pt x="124181" y="324230"/>
                  </a:lnTo>
                  <a:lnTo>
                    <a:pt x="129135" y="322335"/>
                  </a:lnTo>
                  <a:lnTo>
                    <a:pt x="134026" y="320284"/>
                  </a:lnTo>
                  <a:lnTo>
                    <a:pt x="138850" y="318078"/>
                  </a:lnTo>
                  <a:lnTo>
                    <a:pt x="143601" y="315721"/>
                  </a:lnTo>
                  <a:lnTo>
                    <a:pt x="148275" y="313215"/>
                  </a:lnTo>
                  <a:lnTo>
                    <a:pt x="152867" y="310561"/>
                  </a:lnTo>
                  <a:lnTo>
                    <a:pt x="157373" y="307763"/>
                  </a:lnTo>
                  <a:lnTo>
                    <a:pt x="161787" y="304824"/>
                  </a:lnTo>
                  <a:lnTo>
                    <a:pt x="166107" y="301746"/>
                  </a:lnTo>
                  <a:lnTo>
                    <a:pt x="170326" y="298532"/>
                  </a:lnTo>
                  <a:lnTo>
                    <a:pt x="174441" y="295186"/>
                  </a:lnTo>
                  <a:lnTo>
                    <a:pt x="178448" y="291712"/>
                  </a:lnTo>
                  <a:lnTo>
                    <a:pt x="182343" y="288112"/>
                  </a:lnTo>
                  <a:lnTo>
                    <a:pt x="186122" y="284390"/>
                  </a:lnTo>
                  <a:lnTo>
                    <a:pt x="189781" y="280550"/>
                  </a:lnTo>
                  <a:lnTo>
                    <a:pt x="193316" y="276596"/>
                  </a:lnTo>
                  <a:lnTo>
                    <a:pt x="196724" y="272532"/>
                  </a:lnTo>
                  <a:lnTo>
                    <a:pt x="200001" y="268362"/>
                  </a:lnTo>
                  <a:lnTo>
                    <a:pt x="203144" y="264090"/>
                  </a:lnTo>
                  <a:lnTo>
                    <a:pt x="206150" y="259720"/>
                  </a:lnTo>
                  <a:lnTo>
                    <a:pt x="209016" y="255258"/>
                  </a:lnTo>
                  <a:lnTo>
                    <a:pt x="211739" y="250706"/>
                  </a:lnTo>
                  <a:lnTo>
                    <a:pt x="214316" y="246071"/>
                  </a:lnTo>
                  <a:lnTo>
                    <a:pt x="216745" y="241356"/>
                  </a:lnTo>
                  <a:lnTo>
                    <a:pt x="219024" y="236566"/>
                  </a:lnTo>
                  <a:lnTo>
                    <a:pt x="221149" y="231707"/>
                  </a:lnTo>
                  <a:lnTo>
                    <a:pt x="223118" y="226782"/>
                  </a:lnTo>
                  <a:lnTo>
                    <a:pt x="224931" y="221798"/>
                  </a:lnTo>
                  <a:lnTo>
                    <a:pt x="226585" y="216759"/>
                  </a:lnTo>
                  <a:lnTo>
                    <a:pt x="228077" y="211669"/>
                  </a:lnTo>
                  <a:lnTo>
                    <a:pt x="229408" y="206535"/>
                  </a:lnTo>
                  <a:lnTo>
                    <a:pt x="230575" y="201361"/>
                  </a:lnTo>
                  <a:lnTo>
                    <a:pt x="231578" y="196153"/>
                  </a:lnTo>
                  <a:lnTo>
                    <a:pt x="232414" y="190916"/>
                  </a:lnTo>
                  <a:lnTo>
                    <a:pt x="233084" y="185655"/>
                  </a:lnTo>
                  <a:lnTo>
                    <a:pt x="233587" y="180375"/>
                  </a:lnTo>
                  <a:lnTo>
                    <a:pt x="233922" y="175082"/>
                  </a:lnTo>
                  <a:lnTo>
                    <a:pt x="234089" y="169780"/>
                  </a:lnTo>
                  <a:lnTo>
                    <a:pt x="234088" y="164477"/>
                  </a:lnTo>
                  <a:lnTo>
                    <a:pt x="233919" y="159176"/>
                  </a:lnTo>
                  <a:lnTo>
                    <a:pt x="233581" y="153883"/>
                  </a:lnTo>
                  <a:lnTo>
                    <a:pt x="233076" y="148603"/>
                  </a:lnTo>
                  <a:lnTo>
                    <a:pt x="232403" y="143342"/>
                  </a:lnTo>
                  <a:lnTo>
                    <a:pt x="231564" y="138105"/>
                  </a:lnTo>
                  <a:lnTo>
                    <a:pt x="230559" y="132897"/>
                  </a:lnTo>
                  <a:lnTo>
                    <a:pt x="229390" y="127724"/>
                  </a:lnTo>
                  <a:lnTo>
                    <a:pt x="228057" y="122591"/>
                  </a:lnTo>
                  <a:lnTo>
                    <a:pt x="226562" y="117502"/>
                  </a:lnTo>
                  <a:lnTo>
                    <a:pt x="224906" y="112463"/>
                  </a:lnTo>
                  <a:lnTo>
                    <a:pt x="223091" y="107480"/>
                  </a:lnTo>
                  <a:lnTo>
                    <a:pt x="221119" y="102556"/>
                  </a:lnTo>
                  <a:lnTo>
                    <a:pt x="218992" y="97698"/>
                  </a:lnTo>
                  <a:lnTo>
                    <a:pt x="216711" y="92909"/>
                  </a:lnTo>
                  <a:lnTo>
                    <a:pt x="214280" y="88195"/>
                  </a:lnTo>
                  <a:lnTo>
                    <a:pt x="211701" y="83561"/>
                  </a:lnTo>
                  <a:lnTo>
                    <a:pt x="208976" y="79011"/>
                  </a:lnTo>
                  <a:lnTo>
                    <a:pt x="206108" y="74550"/>
                  </a:lnTo>
                  <a:lnTo>
                    <a:pt x="203099" y="70181"/>
                  </a:lnTo>
                  <a:lnTo>
                    <a:pt x="199954" y="65911"/>
                  </a:lnTo>
                  <a:lnTo>
                    <a:pt x="196675" y="61742"/>
                  </a:lnTo>
                  <a:lnTo>
                    <a:pt x="193265" y="57680"/>
                  </a:lnTo>
                  <a:lnTo>
                    <a:pt x="189728" y="53727"/>
                  </a:lnTo>
                  <a:lnTo>
                    <a:pt x="186068" y="49889"/>
                  </a:lnTo>
                  <a:lnTo>
                    <a:pt x="182288" y="46169"/>
                  </a:lnTo>
                  <a:lnTo>
                    <a:pt x="178391" y="42571"/>
                  </a:lnTo>
                  <a:lnTo>
                    <a:pt x="174382" y="39098"/>
                  </a:lnTo>
                  <a:lnTo>
                    <a:pt x="170266" y="35754"/>
                  </a:lnTo>
                  <a:lnTo>
                    <a:pt x="166045" y="32543"/>
                  </a:lnTo>
                  <a:lnTo>
                    <a:pt x="161724" y="29467"/>
                  </a:lnTo>
                  <a:lnTo>
                    <a:pt x="157308" y="26529"/>
                  </a:lnTo>
                  <a:lnTo>
                    <a:pt x="152801" y="23733"/>
                  </a:lnTo>
                  <a:lnTo>
                    <a:pt x="148208" y="21082"/>
                  </a:lnTo>
                  <a:lnTo>
                    <a:pt x="143533" y="18577"/>
                  </a:lnTo>
                  <a:lnTo>
                    <a:pt x="138780" y="16222"/>
                  </a:lnTo>
                  <a:lnTo>
                    <a:pt x="133956" y="14019"/>
                  </a:lnTo>
                  <a:lnTo>
                    <a:pt x="129064" y="11971"/>
                  </a:lnTo>
                  <a:lnTo>
                    <a:pt x="124109" y="10078"/>
                  </a:lnTo>
                  <a:lnTo>
                    <a:pt x="119097" y="8344"/>
                  </a:lnTo>
                  <a:lnTo>
                    <a:pt x="114032" y="6769"/>
                  </a:lnTo>
                  <a:lnTo>
                    <a:pt x="108920" y="5356"/>
                  </a:lnTo>
                  <a:lnTo>
                    <a:pt x="103766" y="4106"/>
                  </a:lnTo>
                  <a:lnTo>
                    <a:pt x="98574" y="3020"/>
                  </a:lnTo>
                  <a:lnTo>
                    <a:pt x="93351" y="2099"/>
                  </a:lnTo>
                  <a:lnTo>
                    <a:pt x="88101" y="1344"/>
                  </a:lnTo>
                  <a:lnTo>
                    <a:pt x="82830" y="756"/>
                  </a:lnTo>
                  <a:lnTo>
                    <a:pt x="77543" y="336"/>
                  </a:lnTo>
                  <a:lnTo>
                    <a:pt x="72245" y="84"/>
                  </a:lnTo>
                  <a:lnTo>
                    <a:pt x="66942" y="0"/>
                  </a:lnTo>
                  <a:lnTo>
                    <a:pt x="669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797341" y="1071028"/>
              <a:ext cx="167159" cy="330651"/>
            </a:xfrm>
            <a:custGeom>
              <a:avLst/>
              <a:pathLst>
                <a:path w="167159" h="330651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2" y="1355"/>
                  </a:lnTo>
                  <a:lnTo>
                    <a:pt x="140640" y="2116"/>
                  </a:lnTo>
                  <a:lnTo>
                    <a:pt x="135396" y="3045"/>
                  </a:lnTo>
                  <a:lnTo>
                    <a:pt x="130184" y="4140"/>
                  </a:lnTo>
                  <a:lnTo>
                    <a:pt x="125009" y="5401"/>
                  </a:lnTo>
                  <a:lnTo>
                    <a:pt x="119877" y="6826"/>
                  </a:lnTo>
                  <a:lnTo>
                    <a:pt x="114793" y="8413"/>
                  </a:lnTo>
                  <a:lnTo>
                    <a:pt x="109762" y="10162"/>
                  </a:lnTo>
                  <a:lnTo>
                    <a:pt x="104790" y="12070"/>
                  </a:lnTo>
                  <a:lnTo>
                    <a:pt x="99881" y="14136"/>
                  </a:lnTo>
                  <a:lnTo>
                    <a:pt x="95040" y="16357"/>
                  </a:lnTo>
                  <a:lnTo>
                    <a:pt x="90272" y="18731"/>
                  </a:lnTo>
                  <a:lnTo>
                    <a:pt x="85583" y="21255"/>
                  </a:lnTo>
                  <a:lnTo>
                    <a:pt x="80976" y="23928"/>
                  </a:lnTo>
                  <a:lnTo>
                    <a:pt x="76456" y="26746"/>
                  </a:lnTo>
                  <a:lnTo>
                    <a:pt x="72029" y="29707"/>
                  </a:lnTo>
                  <a:lnTo>
                    <a:pt x="67698" y="32807"/>
                  </a:lnTo>
                  <a:lnTo>
                    <a:pt x="63469" y="36044"/>
                  </a:lnTo>
                  <a:lnTo>
                    <a:pt x="59344" y="39414"/>
                  </a:lnTo>
                  <a:lnTo>
                    <a:pt x="55329" y="42913"/>
                  </a:lnTo>
                  <a:lnTo>
                    <a:pt x="51428" y="46539"/>
                  </a:lnTo>
                  <a:lnTo>
                    <a:pt x="47644" y="50287"/>
                  </a:lnTo>
                  <a:lnTo>
                    <a:pt x="43981" y="54154"/>
                  </a:lnTo>
                  <a:lnTo>
                    <a:pt x="40443" y="58135"/>
                  </a:lnTo>
                  <a:lnTo>
                    <a:pt x="37034" y="62227"/>
                  </a:lnTo>
                  <a:lnTo>
                    <a:pt x="33757" y="66426"/>
                  </a:lnTo>
                  <a:lnTo>
                    <a:pt x="30616" y="70727"/>
                  </a:lnTo>
                  <a:lnTo>
                    <a:pt x="27613" y="75125"/>
                  </a:lnTo>
                  <a:lnTo>
                    <a:pt x="24751" y="79617"/>
                  </a:lnTo>
                  <a:lnTo>
                    <a:pt x="22035" y="84199"/>
                  </a:lnTo>
                  <a:lnTo>
                    <a:pt x="19465" y="88864"/>
                  </a:lnTo>
                  <a:lnTo>
                    <a:pt x="17046" y="93609"/>
                  </a:lnTo>
                  <a:lnTo>
                    <a:pt x="14778" y="98428"/>
                  </a:lnTo>
                  <a:lnTo>
                    <a:pt x="12666" y="103317"/>
                  </a:lnTo>
                  <a:lnTo>
                    <a:pt x="10710" y="108271"/>
                  </a:lnTo>
                  <a:lnTo>
                    <a:pt x="8914" y="113285"/>
                  </a:lnTo>
                  <a:lnTo>
                    <a:pt x="7277" y="118354"/>
                  </a:lnTo>
                  <a:lnTo>
                    <a:pt x="5804" y="123472"/>
                  </a:lnTo>
                  <a:lnTo>
                    <a:pt x="4493" y="128634"/>
                  </a:lnTo>
                  <a:lnTo>
                    <a:pt x="3349" y="133836"/>
                  </a:lnTo>
                  <a:lnTo>
                    <a:pt x="2370" y="139071"/>
                  </a:lnTo>
                  <a:lnTo>
                    <a:pt x="1558" y="144335"/>
                  </a:lnTo>
                  <a:lnTo>
                    <a:pt x="915" y="149622"/>
                  </a:lnTo>
                  <a:lnTo>
                    <a:pt x="441" y="154927"/>
                  </a:lnTo>
                  <a:lnTo>
                    <a:pt x="135" y="160244"/>
                  </a:lnTo>
                  <a:lnTo>
                    <a:pt x="0" y="165568"/>
                  </a:lnTo>
                  <a:lnTo>
                    <a:pt x="33" y="170894"/>
                  </a:lnTo>
                  <a:lnTo>
                    <a:pt x="237" y="176216"/>
                  </a:lnTo>
                  <a:lnTo>
                    <a:pt x="610" y="181529"/>
                  </a:lnTo>
                  <a:lnTo>
                    <a:pt x="1152" y="186828"/>
                  </a:lnTo>
                  <a:lnTo>
                    <a:pt x="1863" y="192106"/>
                  </a:lnTo>
                  <a:lnTo>
                    <a:pt x="2741" y="197359"/>
                  </a:lnTo>
                  <a:lnTo>
                    <a:pt x="3786" y="202582"/>
                  </a:lnTo>
                  <a:lnTo>
                    <a:pt x="4997" y="207768"/>
                  </a:lnTo>
                  <a:lnTo>
                    <a:pt x="6373" y="212914"/>
                  </a:lnTo>
                  <a:lnTo>
                    <a:pt x="7912" y="218012"/>
                  </a:lnTo>
                  <a:lnTo>
                    <a:pt x="9613" y="223060"/>
                  </a:lnTo>
                  <a:lnTo>
                    <a:pt x="11473" y="228050"/>
                  </a:lnTo>
                  <a:lnTo>
                    <a:pt x="13492" y="232979"/>
                  </a:lnTo>
                  <a:lnTo>
                    <a:pt x="15666" y="237841"/>
                  </a:lnTo>
                  <a:lnTo>
                    <a:pt x="17995" y="242631"/>
                  </a:lnTo>
                  <a:lnTo>
                    <a:pt x="20474" y="247345"/>
                  </a:lnTo>
                  <a:lnTo>
                    <a:pt x="23103" y="251977"/>
                  </a:lnTo>
                  <a:lnTo>
                    <a:pt x="25878" y="256523"/>
                  </a:lnTo>
                  <a:lnTo>
                    <a:pt x="28796" y="260978"/>
                  </a:lnTo>
                  <a:lnTo>
                    <a:pt x="31855" y="265338"/>
                  </a:lnTo>
                  <a:lnTo>
                    <a:pt x="35051" y="269599"/>
                  </a:lnTo>
                  <a:lnTo>
                    <a:pt x="38381" y="273755"/>
                  </a:lnTo>
                  <a:lnTo>
                    <a:pt x="41842" y="277804"/>
                  </a:lnTo>
                  <a:lnTo>
                    <a:pt x="45430" y="281740"/>
                  </a:lnTo>
                  <a:lnTo>
                    <a:pt x="49142" y="285560"/>
                  </a:lnTo>
                  <a:lnTo>
                    <a:pt x="52973" y="289259"/>
                  </a:lnTo>
                  <a:lnTo>
                    <a:pt x="56921" y="292835"/>
                  </a:lnTo>
                  <a:lnTo>
                    <a:pt x="60980" y="296283"/>
                  </a:lnTo>
                  <a:lnTo>
                    <a:pt x="65147" y="299600"/>
                  </a:lnTo>
                  <a:lnTo>
                    <a:pt x="69418" y="302782"/>
                  </a:lnTo>
                  <a:lnTo>
                    <a:pt x="73787" y="305827"/>
                  </a:lnTo>
                  <a:lnTo>
                    <a:pt x="78252" y="308731"/>
                  </a:lnTo>
                  <a:lnTo>
                    <a:pt x="82807" y="311492"/>
                  </a:lnTo>
                  <a:lnTo>
                    <a:pt x="87447" y="314106"/>
                  </a:lnTo>
                  <a:lnTo>
                    <a:pt x="92169" y="316570"/>
                  </a:lnTo>
                  <a:lnTo>
                    <a:pt x="96966" y="318883"/>
                  </a:lnTo>
                  <a:lnTo>
                    <a:pt x="101835" y="321043"/>
                  </a:lnTo>
                  <a:lnTo>
                    <a:pt x="106770" y="323045"/>
                  </a:lnTo>
                  <a:lnTo>
                    <a:pt x="111767" y="324890"/>
                  </a:lnTo>
                  <a:lnTo>
                    <a:pt x="116819" y="326575"/>
                  </a:lnTo>
                  <a:lnTo>
                    <a:pt x="121923" y="328097"/>
                  </a:lnTo>
                  <a:lnTo>
                    <a:pt x="127073" y="329457"/>
                  </a:lnTo>
                  <a:lnTo>
                    <a:pt x="132263" y="33065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29605" y="1238196"/>
              <a:ext cx="34896" cy="163484"/>
            </a:xfrm>
            <a:custGeom>
              <a:avLst/>
              <a:pathLst>
                <a:path w="34896" h="163484">
                  <a:moveTo>
                    <a:pt x="0" y="163484"/>
                  </a:moveTo>
                  <a:lnTo>
                    <a:pt x="348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29605" y="1080545"/>
              <a:ext cx="202047" cy="324801"/>
            </a:xfrm>
            <a:custGeom>
              <a:avLst/>
              <a:pathLst>
                <a:path w="202047" h="324801">
                  <a:moveTo>
                    <a:pt x="0" y="321135"/>
                  </a:moveTo>
                  <a:lnTo>
                    <a:pt x="5256" y="322169"/>
                  </a:lnTo>
                  <a:lnTo>
                    <a:pt x="10544" y="323034"/>
                  </a:lnTo>
                  <a:lnTo>
                    <a:pt x="15856" y="323730"/>
                  </a:lnTo>
                  <a:lnTo>
                    <a:pt x="21188" y="324255"/>
                  </a:lnTo>
                  <a:lnTo>
                    <a:pt x="26534" y="324608"/>
                  </a:lnTo>
                  <a:lnTo>
                    <a:pt x="31889" y="324791"/>
                  </a:lnTo>
                  <a:lnTo>
                    <a:pt x="37247" y="324801"/>
                  </a:lnTo>
                  <a:lnTo>
                    <a:pt x="42602" y="324640"/>
                  </a:lnTo>
                  <a:lnTo>
                    <a:pt x="47949" y="324307"/>
                  </a:lnTo>
                  <a:lnTo>
                    <a:pt x="53283" y="323803"/>
                  </a:lnTo>
                  <a:lnTo>
                    <a:pt x="58598" y="323129"/>
                  </a:lnTo>
                  <a:lnTo>
                    <a:pt x="63889" y="322284"/>
                  </a:lnTo>
                  <a:lnTo>
                    <a:pt x="69150" y="321270"/>
                  </a:lnTo>
                  <a:lnTo>
                    <a:pt x="74376" y="320089"/>
                  </a:lnTo>
                  <a:lnTo>
                    <a:pt x="79561" y="318740"/>
                  </a:lnTo>
                  <a:lnTo>
                    <a:pt x="84700" y="317226"/>
                  </a:lnTo>
                  <a:lnTo>
                    <a:pt x="89789" y="315548"/>
                  </a:lnTo>
                  <a:lnTo>
                    <a:pt x="94820" y="313708"/>
                  </a:lnTo>
                  <a:lnTo>
                    <a:pt x="99791" y="311707"/>
                  </a:lnTo>
                  <a:lnTo>
                    <a:pt x="104694" y="309549"/>
                  </a:lnTo>
                  <a:lnTo>
                    <a:pt x="109526" y="307234"/>
                  </a:lnTo>
                  <a:lnTo>
                    <a:pt x="114281" y="304765"/>
                  </a:lnTo>
                  <a:lnTo>
                    <a:pt x="118955" y="302146"/>
                  </a:lnTo>
                  <a:lnTo>
                    <a:pt x="123542" y="299378"/>
                  </a:lnTo>
                  <a:lnTo>
                    <a:pt x="128039" y="296464"/>
                  </a:lnTo>
                  <a:lnTo>
                    <a:pt x="132439" y="293408"/>
                  </a:lnTo>
                  <a:lnTo>
                    <a:pt x="136740" y="290213"/>
                  </a:lnTo>
                  <a:lnTo>
                    <a:pt x="140935" y="286881"/>
                  </a:lnTo>
                  <a:lnTo>
                    <a:pt x="145022" y="283416"/>
                  </a:lnTo>
                  <a:lnTo>
                    <a:pt x="148996" y="279823"/>
                  </a:lnTo>
                  <a:lnTo>
                    <a:pt x="152853" y="276103"/>
                  </a:lnTo>
                  <a:lnTo>
                    <a:pt x="156588" y="272263"/>
                  </a:lnTo>
                  <a:lnTo>
                    <a:pt x="160198" y="268304"/>
                  </a:lnTo>
                  <a:lnTo>
                    <a:pt x="163680" y="264232"/>
                  </a:lnTo>
                  <a:lnTo>
                    <a:pt x="167029" y="260050"/>
                  </a:lnTo>
                  <a:lnTo>
                    <a:pt x="170243" y="255763"/>
                  </a:lnTo>
                  <a:lnTo>
                    <a:pt x="173318" y="251375"/>
                  </a:lnTo>
                  <a:lnTo>
                    <a:pt x="176250" y="246891"/>
                  </a:lnTo>
                  <a:lnTo>
                    <a:pt x="179037" y="242316"/>
                  </a:lnTo>
                  <a:lnTo>
                    <a:pt x="181676" y="237653"/>
                  </a:lnTo>
                  <a:lnTo>
                    <a:pt x="184165" y="232908"/>
                  </a:lnTo>
                  <a:lnTo>
                    <a:pt x="186500" y="228086"/>
                  </a:lnTo>
                  <a:lnTo>
                    <a:pt x="188679" y="223192"/>
                  </a:lnTo>
                  <a:lnTo>
                    <a:pt x="190701" y="218230"/>
                  </a:lnTo>
                  <a:lnTo>
                    <a:pt x="192562" y="213206"/>
                  </a:lnTo>
                  <a:lnTo>
                    <a:pt x="194261" y="208125"/>
                  </a:lnTo>
                  <a:lnTo>
                    <a:pt x="195797" y="202992"/>
                  </a:lnTo>
                  <a:lnTo>
                    <a:pt x="197167" y="197812"/>
                  </a:lnTo>
                  <a:lnTo>
                    <a:pt x="198371" y="192591"/>
                  </a:lnTo>
                  <a:lnTo>
                    <a:pt x="199407" y="187335"/>
                  </a:lnTo>
                  <a:lnTo>
                    <a:pt x="200273" y="182048"/>
                  </a:lnTo>
                  <a:lnTo>
                    <a:pt x="200970" y="176735"/>
                  </a:lnTo>
                  <a:lnTo>
                    <a:pt x="201497" y="171404"/>
                  </a:lnTo>
                  <a:lnTo>
                    <a:pt x="201852" y="166058"/>
                  </a:lnTo>
                  <a:lnTo>
                    <a:pt x="202035" y="160703"/>
                  </a:lnTo>
                  <a:lnTo>
                    <a:pt x="202047" y="155345"/>
                  </a:lnTo>
                  <a:lnTo>
                    <a:pt x="201888" y="149990"/>
                  </a:lnTo>
                  <a:lnTo>
                    <a:pt x="201556" y="144642"/>
                  </a:lnTo>
                  <a:lnTo>
                    <a:pt x="201054" y="139308"/>
                  </a:lnTo>
                  <a:lnTo>
                    <a:pt x="200381" y="133993"/>
                  </a:lnTo>
                  <a:lnTo>
                    <a:pt x="199538" y="128702"/>
                  </a:lnTo>
                  <a:lnTo>
                    <a:pt x="198526" y="123441"/>
                  </a:lnTo>
                  <a:lnTo>
                    <a:pt x="197345" y="118215"/>
                  </a:lnTo>
                  <a:lnTo>
                    <a:pt x="195998" y="113029"/>
                  </a:lnTo>
                  <a:lnTo>
                    <a:pt x="194485" y="107889"/>
                  </a:lnTo>
                  <a:lnTo>
                    <a:pt x="192809" y="102801"/>
                  </a:lnTo>
                  <a:lnTo>
                    <a:pt x="190970" y="97768"/>
                  </a:lnTo>
                  <a:lnTo>
                    <a:pt x="188971" y="92798"/>
                  </a:lnTo>
                  <a:lnTo>
                    <a:pt x="186813" y="87893"/>
                  </a:lnTo>
                  <a:lnTo>
                    <a:pt x="184500" y="83061"/>
                  </a:lnTo>
                  <a:lnTo>
                    <a:pt x="182033" y="78305"/>
                  </a:lnTo>
                  <a:lnTo>
                    <a:pt x="179415" y="73631"/>
                  </a:lnTo>
                  <a:lnTo>
                    <a:pt x="176648" y="69042"/>
                  </a:lnTo>
                  <a:lnTo>
                    <a:pt x="173736" y="64545"/>
                  </a:lnTo>
                  <a:lnTo>
                    <a:pt x="170681" y="60144"/>
                  </a:lnTo>
                  <a:lnTo>
                    <a:pt x="167486" y="55843"/>
                  </a:lnTo>
                  <a:lnTo>
                    <a:pt x="164156" y="51646"/>
                  </a:lnTo>
                  <a:lnTo>
                    <a:pt x="160692" y="47558"/>
                  </a:lnTo>
                  <a:lnTo>
                    <a:pt x="157100" y="43583"/>
                  </a:lnTo>
                  <a:lnTo>
                    <a:pt x="153381" y="39726"/>
                  </a:lnTo>
                  <a:lnTo>
                    <a:pt x="149542" y="35990"/>
                  </a:lnTo>
                  <a:lnTo>
                    <a:pt x="145584" y="32378"/>
                  </a:lnTo>
                  <a:lnTo>
                    <a:pt x="141513" y="28895"/>
                  </a:lnTo>
                  <a:lnTo>
                    <a:pt x="137332" y="25545"/>
                  </a:lnTo>
                  <a:lnTo>
                    <a:pt x="133046" y="22330"/>
                  </a:lnTo>
                  <a:lnTo>
                    <a:pt x="128659" y="19254"/>
                  </a:lnTo>
                  <a:lnTo>
                    <a:pt x="124176" y="16321"/>
                  </a:lnTo>
                  <a:lnTo>
                    <a:pt x="119601" y="13532"/>
                  </a:lnTo>
                  <a:lnTo>
                    <a:pt x="114939" y="10892"/>
                  </a:lnTo>
                  <a:lnTo>
                    <a:pt x="110195" y="8402"/>
                  </a:lnTo>
                  <a:lnTo>
                    <a:pt x="105373" y="6066"/>
                  </a:lnTo>
                  <a:lnTo>
                    <a:pt x="100479" y="3885"/>
                  </a:lnTo>
                  <a:lnTo>
                    <a:pt x="95518" y="1862"/>
                  </a:lnTo>
                  <a:lnTo>
                    <a:pt x="90495" y="0"/>
                  </a:lnTo>
                  <a:lnTo>
                    <a:pt x="34896" y="1576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55598" cy="167167"/>
            </a:xfrm>
            <a:custGeom>
              <a:avLst/>
              <a:pathLst>
                <a:path w="55598" h="167167">
                  <a:moveTo>
                    <a:pt x="55598" y="9516"/>
                  </a:moveTo>
                  <a:lnTo>
                    <a:pt x="49621" y="7534"/>
                  </a:lnTo>
                  <a:lnTo>
                    <a:pt x="43574" y="5778"/>
                  </a:lnTo>
                  <a:lnTo>
                    <a:pt x="37464" y="4252"/>
                  </a:lnTo>
                  <a:lnTo>
                    <a:pt x="31302" y="2956"/>
                  </a:lnTo>
                  <a:lnTo>
                    <a:pt x="25095" y="1894"/>
                  </a:lnTo>
                  <a:lnTo>
                    <a:pt x="18852" y="1066"/>
                  </a:lnTo>
                  <a:lnTo>
                    <a:pt x="12583" y="474"/>
                  </a:lnTo>
                  <a:lnTo>
                    <a:pt x="6296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97194" y="1322571"/>
              <a:ext cx="91526" cy="167167"/>
            </a:xfrm>
            <a:custGeom>
              <a:avLst/>
              <a:pathLst>
                <a:path w="91526" h="167167">
                  <a:moveTo>
                    <a:pt x="91526" y="0"/>
                  </a:moveTo>
                  <a:lnTo>
                    <a:pt x="85830" y="97"/>
                  </a:lnTo>
                  <a:lnTo>
                    <a:pt x="80140" y="388"/>
                  </a:lnTo>
                  <a:lnTo>
                    <a:pt x="74464" y="873"/>
                  </a:lnTo>
                  <a:lnTo>
                    <a:pt x="68807" y="1551"/>
                  </a:lnTo>
                  <a:lnTo>
                    <a:pt x="63177" y="2421"/>
                  </a:lnTo>
                  <a:lnTo>
                    <a:pt x="57580" y="3483"/>
                  </a:lnTo>
                  <a:lnTo>
                    <a:pt x="52022" y="4734"/>
                  </a:lnTo>
                  <a:lnTo>
                    <a:pt x="46510" y="6175"/>
                  </a:lnTo>
                  <a:lnTo>
                    <a:pt x="41050" y="7802"/>
                  </a:lnTo>
                  <a:lnTo>
                    <a:pt x="35649" y="9615"/>
                  </a:lnTo>
                  <a:lnTo>
                    <a:pt x="30313" y="11610"/>
                  </a:lnTo>
                  <a:lnTo>
                    <a:pt x="25048" y="13786"/>
                  </a:lnTo>
                  <a:lnTo>
                    <a:pt x="19860" y="16141"/>
                  </a:lnTo>
                  <a:lnTo>
                    <a:pt x="14755" y="18671"/>
                  </a:lnTo>
                  <a:lnTo>
                    <a:pt x="9740" y="21373"/>
                  </a:lnTo>
                  <a:lnTo>
                    <a:pt x="4819" y="24244"/>
                  </a:lnTo>
                  <a:lnTo>
                    <a:pt x="0" y="27282"/>
                  </a:lnTo>
                  <a:lnTo>
                    <a:pt x="9152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7194" y="1349854"/>
              <a:ext cx="91526" cy="139884"/>
            </a:xfrm>
            <a:custGeom>
              <a:avLst/>
              <a:pathLst>
                <a:path w="91526" h="139884">
                  <a:moveTo>
                    <a:pt x="0" y="0"/>
                  </a:moveTo>
                  <a:lnTo>
                    <a:pt x="91526" y="1398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21556" y="1349854"/>
              <a:ext cx="334332" cy="307036"/>
            </a:xfrm>
            <a:custGeom>
              <a:avLst/>
              <a:pathLst>
                <a:path w="334332" h="307036">
                  <a:moveTo>
                    <a:pt x="75638" y="0"/>
                  </a:moveTo>
                  <a:lnTo>
                    <a:pt x="71236" y="2980"/>
                  </a:lnTo>
                  <a:lnTo>
                    <a:pt x="66932" y="6100"/>
                  </a:lnTo>
                  <a:lnTo>
                    <a:pt x="62729" y="9354"/>
                  </a:lnTo>
                  <a:lnTo>
                    <a:pt x="58631" y="12741"/>
                  </a:lnTo>
                  <a:lnTo>
                    <a:pt x="54643" y="16256"/>
                  </a:lnTo>
                  <a:lnTo>
                    <a:pt x="50769" y="19896"/>
                  </a:lnTo>
                  <a:lnTo>
                    <a:pt x="47013" y="23658"/>
                  </a:lnTo>
                  <a:lnTo>
                    <a:pt x="43378" y="27537"/>
                  </a:lnTo>
                  <a:lnTo>
                    <a:pt x="39869" y="31529"/>
                  </a:lnTo>
                  <a:lnTo>
                    <a:pt x="36488" y="35632"/>
                  </a:lnTo>
                  <a:lnTo>
                    <a:pt x="33239" y="39839"/>
                  </a:lnTo>
                  <a:lnTo>
                    <a:pt x="30126" y="44148"/>
                  </a:lnTo>
                  <a:lnTo>
                    <a:pt x="27151" y="48554"/>
                  </a:lnTo>
                  <a:lnTo>
                    <a:pt x="24318" y="53052"/>
                  </a:lnTo>
                  <a:lnTo>
                    <a:pt x="21629" y="57638"/>
                  </a:lnTo>
                  <a:lnTo>
                    <a:pt x="19088" y="62307"/>
                  </a:lnTo>
                  <a:lnTo>
                    <a:pt x="16696" y="67054"/>
                  </a:lnTo>
                  <a:lnTo>
                    <a:pt x="14457" y="71875"/>
                  </a:lnTo>
                  <a:lnTo>
                    <a:pt x="12371" y="76765"/>
                  </a:lnTo>
                  <a:lnTo>
                    <a:pt x="10443" y="81718"/>
                  </a:lnTo>
                  <a:lnTo>
                    <a:pt x="8673" y="86731"/>
                  </a:lnTo>
                  <a:lnTo>
                    <a:pt x="7063" y="91797"/>
                  </a:lnTo>
                  <a:lnTo>
                    <a:pt x="5615" y="96912"/>
                  </a:lnTo>
                  <a:lnTo>
                    <a:pt x="4330" y="102070"/>
                  </a:lnTo>
                  <a:lnTo>
                    <a:pt x="3210" y="107267"/>
                  </a:lnTo>
                  <a:lnTo>
                    <a:pt x="2256" y="112496"/>
                  </a:lnTo>
                  <a:lnTo>
                    <a:pt x="1468" y="117754"/>
                  </a:lnTo>
                  <a:lnTo>
                    <a:pt x="848" y="123033"/>
                  </a:lnTo>
                  <a:lnTo>
                    <a:pt x="397" y="128330"/>
                  </a:lnTo>
                  <a:lnTo>
                    <a:pt x="114" y="133638"/>
                  </a:lnTo>
                  <a:lnTo>
                    <a:pt x="0" y="138953"/>
                  </a:lnTo>
                  <a:lnTo>
                    <a:pt x="54" y="144268"/>
                  </a:lnTo>
                  <a:lnTo>
                    <a:pt x="278" y="149580"/>
                  </a:lnTo>
                  <a:lnTo>
                    <a:pt x="671" y="154881"/>
                  </a:lnTo>
                  <a:lnTo>
                    <a:pt x="1232" y="160167"/>
                  </a:lnTo>
                  <a:lnTo>
                    <a:pt x="1961" y="165433"/>
                  </a:lnTo>
                  <a:lnTo>
                    <a:pt x="2857" y="170673"/>
                  </a:lnTo>
                  <a:lnTo>
                    <a:pt x="3919" y="175881"/>
                  </a:lnTo>
                  <a:lnTo>
                    <a:pt x="5146" y="181054"/>
                  </a:lnTo>
                  <a:lnTo>
                    <a:pt x="6537" y="186184"/>
                  </a:lnTo>
                  <a:lnTo>
                    <a:pt x="8090" y="191268"/>
                  </a:lnTo>
                  <a:lnTo>
                    <a:pt x="9804" y="196300"/>
                  </a:lnTo>
                  <a:lnTo>
                    <a:pt x="11677" y="201275"/>
                  </a:lnTo>
                  <a:lnTo>
                    <a:pt x="13708" y="206188"/>
                  </a:lnTo>
                  <a:lnTo>
                    <a:pt x="15894" y="211033"/>
                  </a:lnTo>
                  <a:lnTo>
                    <a:pt x="18232" y="215807"/>
                  </a:lnTo>
                  <a:lnTo>
                    <a:pt x="20722" y="220504"/>
                  </a:lnTo>
                  <a:lnTo>
                    <a:pt x="23359" y="225120"/>
                  </a:lnTo>
                  <a:lnTo>
                    <a:pt x="26142" y="229649"/>
                  </a:lnTo>
                  <a:lnTo>
                    <a:pt x="29067" y="234087"/>
                  </a:lnTo>
                  <a:lnTo>
                    <a:pt x="32132" y="238431"/>
                  </a:lnTo>
                  <a:lnTo>
                    <a:pt x="35334" y="242674"/>
                  </a:lnTo>
                  <a:lnTo>
                    <a:pt x="38669" y="246814"/>
                  </a:lnTo>
                  <a:lnTo>
                    <a:pt x="42134" y="250845"/>
                  </a:lnTo>
                  <a:lnTo>
                    <a:pt x="45725" y="254765"/>
                  </a:lnTo>
                  <a:lnTo>
                    <a:pt x="49439" y="258568"/>
                  </a:lnTo>
                  <a:lnTo>
                    <a:pt x="53272" y="262251"/>
                  </a:lnTo>
                  <a:lnTo>
                    <a:pt x="57221" y="265810"/>
                  </a:lnTo>
                  <a:lnTo>
                    <a:pt x="61280" y="269242"/>
                  </a:lnTo>
                  <a:lnTo>
                    <a:pt x="65447" y="272544"/>
                  </a:lnTo>
                  <a:lnTo>
                    <a:pt x="69716" y="275711"/>
                  </a:lnTo>
                  <a:lnTo>
                    <a:pt x="74084" y="278741"/>
                  </a:lnTo>
                  <a:lnTo>
                    <a:pt x="78546" y="281630"/>
                  </a:lnTo>
                  <a:lnTo>
                    <a:pt x="83098" y="284376"/>
                  </a:lnTo>
                  <a:lnTo>
                    <a:pt x="87735" y="286976"/>
                  </a:lnTo>
                  <a:lnTo>
                    <a:pt x="92452" y="289427"/>
                  </a:lnTo>
                  <a:lnTo>
                    <a:pt x="97244" y="291727"/>
                  </a:lnTo>
                  <a:lnTo>
                    <a:pt x="102107" y="293873"/>
                  </a:lnTo>
                  <a:lnTo>
                    <a:pt x="107036" y="295864"/>
                  </a:lnTo>
                  <a:lnTo>
                    <a:pt x="112026" y="297697"/>
                  </a:lnTo>
                  <a:lnTo>
                    <a:pt x="117072" y="299370"/>
                  </a:lnTo>
                  <a:lnTo>
                    <a:pt x="122168" y="300882"/>
                  </a:lnTo>
                  <a:lnTo>
                    <a:pt x="127310" y="302232"/>
                  </a:lnTo>
                  <a:lnTo>
                    <a:pt x="132492" y="303417"/>
                  </a:lnTo>
                  <a:lnTo>
                    <a:pt x="137709" y="304436"/>
                  </a:lnTo>
                  <a:lnTo>
                    <a:pt x="142956" y="305290"/>
                  </a:lnTo>
                  <a:lnTo>
                    <a:pt x="148228" y="305976"/>
                  </a:lnTo>
                  <a:lnTo>
                    <a:pt x="153518" y="306494"/>
                  </a:lnTo>
                  <a:lnTo>
                    <a:pt x="158822" y="306844"/>
                  </a:lnTo>
                  <a:lnTo>
                    <a:pt x="164135" y="307024"/>
                  </a:lnTo>
                  <a:lnTo>
                    <a:pt x="169451" y="307036"/>
                  </a:lnTo>
                  <a:lnTo>
                    <a:pt x="174765" y="306879"/>
                  </a:lnTo>
                  <a:lnTo>
                    <a:pt x="180071" y="306553"/>
                  </a:lnTo>
                  <a:lnTo>
                    <a:pt x="185363" y="306058"/>
                  </a:lnTo>
                  <a:lnTo>
                    <a:pt x="190638" y="305396"/>
                  </a:lnTo>
                  <a:lnTo>
                    <a:pt x="195888" y="304566"/>
                  </a:lnTo>
                  <a:lnTo>
                    <a:pt x="201110" y="303569"/>
                  </a:lnTo>
                  <a:lnTo>
                    <a:pt x="206297" y="302407"/>
                  </a:lnTo>
                  <a:lnTo>
                    <a:pt x="211445" y="301081"/>
                  </a:lnTo>
                  <a:lnTo>
                    <a:pt x="216548" y="299591"/>
                  </a:lnTo>
                  <a:lnTo>
                    <a:pt x="221601" y="297940"/>
                  </a:lnTo>
                  <a:lnTo>
                    <a:pt x="226599" y="296129"/>
                  </a:lnTo>
                  <a:lnTo>
                    <a:pt x="231537" y="294161"/>
                  </a:lnTo>
                  <a:lnTo>
                    <a:pt x="236410" y="292036"/>
                  </a:lnTo>
                  <a:lnTo>
                    <a:pt x="241212" y="289757"/>
                  </a:lnTo>
                  <a:lnTo>
                    <a:pt x="245940" y="287327"/>
                  </a:lnTo>
                  <a:lnTo>
                    <a:pt x="250588" y="284748"/>
                  </a:lnTo>
                  <a:lnTo>
                    <a:pt x="255152" y="282022"/>
                  </a:lnTo>
                  <a:lnTo>
                    <a:pt x="259627" y="279153"/>
                  </a:lnTo>
                  <a:lnTo>
                    <a:pt x="264008" y="276142"/>
                  </a:lnTo>
                  <a:lnTo>
                    <a:pt x="268292" y="272994"/>
                  </a:lnTo>
                  <a:lnTo>
                    <a:pt x="272473" y="269711"/>
                  </a:lnTo>
                  <a:lnTo>
                    <a:pt x="276548" y="266297"/>
                  </a:lnTo>
                  <a:lnTo>
                    <a:pt x="280512" y="262756"/>
                  </a:lnTo>
                  <a:lnTo>
                    <a:pt x="284361" y="259089"/>
                  </a:lnTo>
                  <a:lnTo>
                    <a:pt x="288092" y="255303"/>
                  </a:lnTo>
                  <a:lnTo>
                    <a:pt x="291701" y="251400"/>
                  </a:lnTo>
                  <a:lnTo>
                    <a:pt x="295184" y="247383"/>
                  </a:lnTo>
                  <a:lnTo>
                    <a:pt x="298537" y="243259"/>
                  </a:lnTo>
                  <a:lnTo>
                    <a:pt x="301757" y="239029"/>
                  </a:lnTo>
                  <a:lnTo>
                    <a:pt x="304842" y="234700"/>
                  </a:lnTo>
                  <a:lnTo>
                    <a:pt x="307787" y="230274"/>
                  </a:lnTo>
                  <a:lnTo>
                    <a:pt x="310590" y="225757"/>
                  </a:lnTo>
                  <a:lnTo>
                    <a:pt x="313247" y="221154"/>
                  </a:lnTo>
                  <a:lnTo>
                    <a:pt x="315758" y="216468"/>
                  </a:lnTo>
                  <a:lnTo>
                    <a:pt x="318118" y="211704"/>
                  </a:lnTo>
                  <a:lnTo>
                    <a:pt x="320325" y="206868"/>
                  </a:lnTo>
                  <a:lnTo>
                    <a:pt x="322377" y="201965"/>
                  </a:lnTo>
                  <a:lnTo>
                    <a:pt x="324272" y="196998"/>
                  </a:lnTo>
                  <a:lnTo>
                    <a:pt x="326009" y="191974"/>
                  </a:lnTo>
                  <a:lnTo>
                    <a:pt x="327585" y="186897"/>
                  </a:lnTo>
                  <a:lnTo>
                    <a:pt x="328999" y="181773"/>
                  </a:lnTo>
                  <a:lnTo>
                    <a:pt x="330249" y="176606"/>
                  </a:lnTo>
                  <a:lnTo>
                    <a:pt x="331334" y="171402"/>
                  </a:lnTo>
                  <a:lnTo>
                    <a:pt x="332253" y="166166"/>
                  </a:lnTo>
                  <a:lnTo>
                    <a:pt x="333005" y="160904"/>
                  </a:lnTo>
                  <a:lnTo>
                    <a:pt x="333590" y="155620"/>
                  </a:lnTo>
                  <a:lnTo>
                    <a:pt x="334006" y="150321"/>
                  </a:lnTo>
                  <a:lnTo>
                    <a:pt x="334253" y="145010"/>
                  </a:lnTo>
                  <a:lnTo>
                    <a:pt x="334332" y="139695"/>
                  </a:lnTo>
                  <a:lnTo>
                    <a:pt x="334241" y="134380"/>
                  </a:lnTo>
                  <a:lnTo>
                    <a:pt x="333982" y="129071"/>
                  </a:lnTo>
                  <a:lnTo>
                    <a:pt x="333553" y="123772"/>
                  </a:lnTo>
                  <a:lnTo>
                    <a:pt x="332957" y="118490"/>
                  </a:lnTo>
                  <a:lnTo>
                    <a:pt x="332193" y="113229"/>
                  </a:lnTo>
                  <a:lnTo>
                    <a:pt x="331262" y="107995"/>
                  </a:lnTo>
                  <a:lnTo>
                    <a:pt x="330165" y="102794"/>
                  </a:lnTo>
                  <a:lnTo>
                    <a:pt x="328903" y="97630"/>
                  </a:lnTo>
                  <a:lnTo>
                    <a:pt x="327478" y="92509"/>
                  </a:lnTo>
                  <a:lnTo>
                    <a:pt x="325891" y="87435"/>
                  </a:lnTo>
                  <a:lnTo>
                    <a:pt x="324143" y="82415"/>
                  </a:lnTo>
                  <a:lnTo>
                    <a:pt x="322236" y="77453"/>
                  </a:lnTo>
                  <a:lnTo>
                    <a:pt x="320173" y="72554"/>
                  </a:lnTo>
                  <a:lnTo>
                    <a:pt x="317954" y="67723"/>
                  </a:lnTo>
                  <a:lnTo>
                    <a:pt x="167164" y="1398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150790" cy="167167"/>
            </a:xfrm>
            <a:custGeom>
              <a:avLst/>
              <a:pathLst>
                <a:path w="150790" h="167167">
                  <a:moveTo>
                    <a:pt x="150790" y="95005"/>
                  </a:moveTo>
                  <a:lnTo>
                    <a:pt x="148321" y="90059"/>
                  </a:lnTo>
                  <a:lnTo>
                    <a:pt x="145690" y="85196"/>
                  </a:lnTo>
                  <a:lnTo>
                    <a:pt x="142900" y="80424"/>
                  </a:lnTo>
                  <a:lnTo>
                    <a:pt x="139954" y="75746"/>
                  </a:lnTo>
                  <a:lnTo>
                    <a:pt x="136854" y="71168"/>
                  </a:lnTo>
                  <a:lnTo>
                    <a:pt x="133605" y="66696"/>
                  </a:lnTo>
                  <a:lnTo>
                    <a:pt x="130210" y="62333"/>
                  </a:lnTo>
                  <a:lnTo>
                    <a:pt x="126672" y="58085"/>
                  </a:lnTo>
                  <a:lnTo>
                    <a:pt x="122996" y="53956"/>
                  </a:lnTo>
                  <a:lnTo>
                    <a:pt x="119185" y="49951"/>
                  </a:lnTo>
                  <a:lnTo>
                    <a:pt x="115244" y="46074"/>
                  </a:lnTo>
                  <a:lnTo>
                    <a:pt x="111177" y="42329"/>
                  </a:lnTo>
                  <a:lnTo>
                    <a:pt x="106989" y="38721"/>
                  </a:lnTo>
                  <a:lnTo>
                    <a:pt x="102683" y="35254"/>
                  </a:lnTo>
                  <a:lnTo>
                    <a:pt x="98265" y="31931"/>
                  </a:lnTo>
                  <a:lnTo>
                    <a:pt x="93739" y="28755"/>
                  </a:lnTo>
                  <a:lnTo>
                    <a:pt x="89111" y="25731"/>
                  </a:lnTo>
                  <a:lnTo>
                    <a:pt x="84386" y="22862"/>
                  </a:lnTo>
                  <a:lnTo>
                    <a:pt x="79568" y="20151"/>
                  </a:lnTo>
                  <a:lnTo>
                    <a:pt x="74664" y="17600"/>
                  </a:lnTo>
                  <a:lnTo>
                    <a:pt x="69677" y="15213"/>
                  </a:lnTo>
                  <a:lnTo>
                    <a:pt x="64614" y="12992"/>
                  </a:lnTo>
                  <a:lnTo>
                    <a:pt x="59481" y="10940"/>
                  </a:lnTo>
                  <a:lnTo>
                    <a:pt x="54283" y="9059"/>
                  </a:lnTo>
                  <a:lnTo>
                    <a:pt x="49025" y="7350"/>
                  </a:lnTo>
                  <a:lnTo>
                    <a:pt x="43714" y="5816"/>
                  </a:lnTo>
                  <a:lnTo>
                    <a:pt x="38355" y="4459"/>
                  </a:lnTo>
                  <a:lnTo>
                    <a:pt x="32954" y="3280"/>
                  </a:lnTo>
                  <a:lnTo>
                    <a:pt x="27517" y="2280"/>
                  </a:lnTo>
                  <a:lnTo>
                    <a:pt x="22049" y="1460"/>
                  </a:lnTo>
                  <a:lnTo>
                    <a:pt x="16558" y="822"/>
                  </a:lnTo>
                  <a:lnTo>
                    <a:pt x="11049" y="365"/>
                  </a:lnTo>
                  <a:lnTo>
                    <a:pt x="552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32281" y="1681503"/>
              <a:ext cx="54243" cy="167167"/>
            </a:xfrm>
            <a:custGeom>
              <a:avLst/>
              <a:pathLst>
                <a:path w="54243" h="167167">
                  <a:moveTo>
                    <a:pt x="54243" y="0"/>
                  </a:moveTo>
                  <a:lnTo>
                    <a:pt x="48106" y="112"/>
                  </a:lnTo>
                  <a:lnTo>
                    <a:pt x="41978" y="450"/>
                  </a:lnTo>
                  <a:lnTo>
                    <a:pt x="35866" y="1013"/>
                  </a:lnTo>
                  <a:lnTo>
                    <a:pt x="29778" y="1799"/>
                  </a:lnTo>
                  <a:lnTo>
                    <a:pt x="23724" y="2809"/>
                  </a:lnTo>
                  <a:lnTo>
                    <a:pt x="17711" y="4040"/>
                  </a:lnTo>
                  <a:lnTo>
                    <a:pt x="11747" y="5491"/>
                  </a:lnTo>
                  <a:lnTo>
                    <a:pt x="5841" y="7160"/>
                  </a:lnTo>
                  <a:lnTo>
                    <a:pt x="0" y="9045"/>
                  </a:lnTo>
                  <a:lnTo>
                    <a:pt x="542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32281" y="1690548"/>
              <a:ext cx="54243" cy="158122"/>
            </a:xfrm>
            <a:custGeom>
              <a:avLst/>
              <a:pathLst>
                <a:path w="54243" h="158122">
                  <a:moveTo>
                    <a:pt x="0" y="0"/>
                  </a:moveTo>
                  <a:lnTo>
                    <a:pt x="54243" y="158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19360" y="1681503"/>
              <a:ext cx="334319" cy="334330"/>
            </a:xfrm>
            <a:custGeom>
              <a:avLst/>
              <a:pathLst>
                <a:path w="334319" h="334330">
                  <a:moveTo>
                    <a:pt x="112921" y="9045"/>
                  </a:moveTo>
                  <a:lnTo>
                    <a:pt x="107942" y="10841"/>
                  </a:lnTo>
                  <a:lnTo>
                    <a:pt x="103023" y="12795"/>
                  </a:lnTo>
                  <a:lnTo>
                    <a:pt x="98168" y="14903"/>
                  </a:lnTo>
                  <a:lnTo>
                    <a:pt x="93382" y="17163"/>
                  </a:lnTo>
                  <a:lnTo>
                    <a:pt x="88670" y="19574"/>
                  </a:lnTo>
                  <a:lnTo>
                    <a:pt x="84037" y="22133"/>
                  </a:lnTo>
                  <a:lnTo>
                    <a:pt x="79487" y="24837"/>
                  </a:lnTo>
                  <a:lnTo>
                    <a:pt x="75025" y="27684"/>
                  </a:lnTo>
                  <a:lnTo>
                    <a:pt x="70656" y="30671"/>
                  </a:lnTo>
                  <a:lnTo>
                    <a:pt x="66383" y="33795"/>
                  </a:lnTo>
                  <a:lnTo>
                    <a:pt x="62211" y="37052"/>
                  </a:lnTo>
                  <a:lnTo>
                    <a:pt x="58145" y="40440"/>
                  </a:lnTo>
                  <a:lnTo>
                    <a:pt x="54187" y="43955"/>
                  </a:lnTo>
                  <a:lnTo>
                    <a:pt x="50343" y="47594"/>
                  </a:lnTo>
                  <a:lnTo>
                    <a:pt x="46617" y="51352"/>
                  </a:lnTo>
                  <a:lnTo>
                    <a:pt x="43010" y="55226"/>
                  </a:lnTo>
                  <a:lnTo>
                    <a:pt x="39529" y="59213"/>
                  </a:lnTo>
                  <a:lnTo>
                    <a:pt x="36175" y="63308"/>
                  </a:lnTo>
                  <a:lnTo>
                    <a:pt x="32953" y="67507"/>
                  </a:lnTo>
                  <a:lnTo>
                    <a:pt x="29865" y="71805"/>
                  </a:lnTo>
                  <a:lnTo>
                    <a:pt x="26915" y="76200"/>
                  </a:lnTo>
                  <a:lnTo>
                    <a:pt x="24105" y="80685"/>
                  </a:lnTo>
                  <a:lnTo>
                    <a:pt x="21439" y="85258"/>
                  </a:lnTo>
                  <a:lnTo>
                    <a:pt x="18919" y="89912"/>
                  </a:lnTo>
                  <a:lnTo>
                    <a:pt x="16548" y="94644"/>
                  </a:lnTo>
                  <a:lnTo>
                    <a:pt x="14327" y="99449"/>
                  </a:lnTo>
                  <a:lnTo>
                    <a:pt x="12260" y="104321"/>
                  </a:lnTo>
                  <a:lnTo>
                    <a:pt x="10348" y="109257"/>
                  </a:lnTo>
                  <a:lnTo>
                    <a:pt x="8593" y="114250"/>
                  </a:lnTo>
                  <a:lnTo>
                    <a:pt x="6998" y="119297"/>
                  </a:lnTo>
                  <a:lnTo>
                    <a:pt x="5562" y="124391"/>
                  </a:lnTo>
                  <a:lnTo>
                    <a:pt x="4289" y="129529"/>
                  </a:lnTo>
                  <a:lnTo>
                    <a:pt x="3179" y="134704"/>
                  </a:lnTo>
                  <a:lnTo>
                    <a:pt x="2234" y="139912"/>
                  </a:lnTo>
                  <a:lnTo>
                    <a:pt x="1454" y="145147"/>
                  </a:lnTo>
                  <a:lnTo>
                    <a:pt x="840" y="150404"/>
                  </a:lnTo>
                  <a:lnTo>
                    <a:pt x="392" y="155678"/>
                  </a:lnTo>
                  <a:lnTo>
                    <a:pt x="112" y="160963"/>
                  </a:lnTo>
                  <a:lnTo>
                    <a:pt x="0" y="166255"/>
                  </a:lnTo>
                  <a:lnTo>
                    <a:pt x="54" y="171547"/>
                  </a:lnTo>
                  <a:lnTo>
                    <a:pt x="277" y="176836"/>
                  </a:lnTo>
                  <a:lnTo>
                    <a:pt x="667" y="182114"/>
                  </a:lnTo>
                  <a:lnTo>
                    <a:pt x="1223" y="187378"/>
                  </a:lnTo>
                  <a:lnTo>
                    <a:pt x="1946" y="192621"/>
                  </a:lnTo>
                  <a:lnTo>
                    <a:pt x="2835" y="197839"/>
                  </a:lnTo>
                  <a:lnTo>
                    <a:pt x="3888" y="203026"/>
                  </a:lnTo>
                  <a:lnTo>
                    <a:pt x="5105" y="208177"/>
                  </a:lnTo>
                  <a:lnTo>
                    <a:pt x="6485" y="213287"/>
                  </a:lnTo>
                  <a:lnTo>
                    <a:pt x="8025" y="218350"/>
                  </a:lnTo>
                  <a:lnTo>
                    <a:pt x="9726" y="223363"/>
                  </a:lnTo>
                  <a:lnTo>
                    <a:pt x="11584" y="228319"/>
                  </a:lnTo>
                  <a:lnTo>
                    <a:pt x="13597" y="233213"/>
                  </a:lnTo>
                  <a:lnTo>
                    <a:pt x="15765" y="238042"/>
                  </a:lnTo>
                  <a:lnTo>
                    <a:pt x="18085" y="242799"/>
                  </a:lnTo>
                  <a:lnTo>
                    <a:pt x="20554" y="247481"/>
                  </a:lnTo>
                  <a:lnTo>
                    <a:pt x="23170" y="252082"/>
                  </a:lnTo>
                  <a:lnTo>
                    <a:pt x="25931" y="256598"/>
                  </a:lnTo>
                  <a:lnTo>
                    <a:pt x="28833" y="261025"/>
                  </a:lnTo>
                  <a:lnTo>
                    <a:pt x="31873" y="265357"/>
                  </a:lnTo>
                  <a:lnTo>
                    <a:pt x="35050" y="269591"/>
                  </a:lnTo>
                  <a:lnTo>
                    <a:pt x="38358" y="273722"/>
                  </a:lnTo>
                  <a:lnTo>
                    <a:pt x="41796" y="277746"/>
                  </a:lnTo>
                  <a:lnTo>
                    <a:pt x="45360" y="281660"/>
                  </a:lnTo>
                  <a:lnTo>
                    <a:pt x="49046" y="285458"/>
                  </a:lnTo>
                  <a:lnTo>
                    <a:pt x="52850" y="289139"/>
                  </a:lnTo>
                  <a:lnTo>
                    <a:pt x="56768" y="292696"/>
                  </a:lnTo>
                  <a:lnTo>
                    <a:pt x="60798" y="296128"/>
                  </a:lnTo>
                  <a:lnTo>
                    <a:pt x="64934" y="299431"/>
                  </a:lnTo>
                  <a:lnTo>
                    <a:pt x="69172" y="302601"/>
                  </a:lnTo>
                  <a:lnTo>
                    <a:pt x="73509" y="305636"/>
                  </a:lnTo>
                  <a:lnTo>
                    <a:pt x="77940" y="308531"/>
                  </a:lnTo>
                  <a:lnTo>
                    <a:pt x="82460" y="311285"/>
                  </a:lnTo>
                  <a:lnTo>
                    <a:pt x="87065" y="313894"/>
                  </a:lnTo>
                  <a:lnTo>
                    <a:pt x="91750" y="316357"/>
                  </a:lnTo>
                  <a:lnTo>
                    <a:pt x="96511" y="318669"/>
                  </a:lnTo>
                  <a:lnTo>
                    <a:pt x="101342" y="320830"/>
                  </a:lnTo>
                  <a:lnTo>
                    <a:pt x="106240" y="322837"/>
                  </a:lnTo>
                  <a:lnTo>
                    <a:pt x="111199" y="324688"/>
                  </a:lnTo>
                  <a:lnTo>
                    <a:pt x="116214" y="326381"/>
                  </a:lnTo>
                  <a:lnTo>
                    <a:pt x="121280" y="327914"/>
                  </a:lnTo>
                  <a:lnTo>
                    <a:pt x="126392" y="329286"/>
                  </a:lnTo>
                  <a:lnTo>
                    <a:pt x="131544" y="330495"/>
                  </a:lnTo>
                  <a:lnTo>
                    <a:pt x="136733" y="331541"/>
                  </a:lnTo>
                  <a:lnTo>
                    <a:pt x="141952" y="332422"/>
                  </a:lnTo>
                  <a:lnTo>
                    <a:pt x="147196" y="333137"/>
                  </a:lnTo>
                  <a:lnTo>
                    <a:pt x="152461" y="333686"/>
                  </a:lnTo>
                  <a:lnTo>
                    <a:pt x="157740" y="334068"/>
                  </a:lnTo>
                  <a:lnTo>
                    <a:pt x="163028" y="334283"/>
                  </a:lnTo>
                  <a:lnTo>
                    <a:pt x="168321" y="334330"/>
                  </a:lnTo>
                  <a:lnTo>
                    <a:pt x="173612" y="334210"/>
                  </a:lnTo>
                  <a:lnTo>
                    <a:pt x="178897" y="333922"/>
                  </a:lnTo>
                  <a:lnTo>
                    <a:pt x="184171" y="333467"/>
                  </a:lnTo>
                  <a:lnTo>
                    <a:pt x="189427" y="332845"/>
                  </a:lnTo>
                  <a:lnTo>
                    <a:pt x="194661" y="332058"/>
                  </a:lnTo>
                  <a:lnTo>
                    <a:pt x="199867" y="331104"/>
                  </a:lnTo>
                  <a:lnTo>
                    <a:pt x="205041" y="329987"/>
                  </a:lnTo>
                  <a:lnTo>
                    <a:pt x="210176" y="328706"/>
                  </a:lnTo>
                  <a:lnTo>
                    <a:pt x="215269" y="327264"/>
                  </a:lnTo>
                  <a:lnTo>
                    <a:pt x="220313" y="325660"/>
                  </a:lnTo>
                  <a:lnTo>
                    <a:pt x="225304" y="323898"/>
                  </a:lnTo>
                  <a:lnTo>
                    <a:pt x="230237" y="321979"/>
                  </a:lnTo>
                  <a:lnTo>
                    <a:pt x="235106" y="319905"/>
                  </a:lnTo>
                  <a:lnTo>
                    <a:pt x="239907" y="317678"/>
                  </a:lnTo>
                  <a:lnTo>
                    <a:pt x="244636" y="315299"/>
                  </a:lnTo>
                  <a:lnTo>
                    <a:pt x="249286" y="312772"/>
                  </a:lnTo>
                  <a:lnTo>
                    <a:pt x="253855" y="310100"/>
                  </a:lnTo>
                  <a:lnTo>
                    <a:pt x="258336" y="307283"/>
                  </a:lnTo>
                  <a:lnTo>
                    <a:pt x="262727" y="304327"/>
                  </a:lnTo>
                  <a:lnTo>
                    <a:pt x="267021" y="301233"/>
                  </a:lnTo>
                  <a:lnTo>
                    <a:pt x="271215" y="298004"/>
                  </a:lnTo>
                  <a:lnTo>
                    <a:pt x="275305" y="294645"/>
                  </a:lnTo>
                  <a:lnTo>
                    <a:pt x="279286" y="291157"/>
                  </a:lnTo>
                  <a:lnTo>
                    <a:pt x="283156" y="287546"/>
                  </a:lnTo>
                  <a:lnTo>
                    <a:pt x="286908" y="283813"/>
                  </a:lnTo>
                  <a:lnTo>
                    <a:pt x="290541" y="279964"/>
                  </a:lnTo>
                  <a:lnTo>
                    <a:pt x="294050" y="276001"/>
                  </a:lnTo>
                  <a:lnTo>
                    <a:pt x="297432" y="271930"/>
                  </a:lnTo>
                  <a:lnTo>
                    <a:pt x="300683" y="267753"/>
                  </a:lnTo>
                  <a:lnTo>
                    <a:pt x="303801" y="263476"/>
                  </a:lnTo>
                  <a:lnTo>
                    <a:pt x="306781" y="259102"/>
                  </a:lnTo>
                  <a:lnTo>
                    <a:pt x="309622" y="254636"/>
                  </a:lnTo>
                  <a:lnTo>
                    <a:pt x="312320" y="250082"/>
                  </a:lnTo>
                  <a:lnTo>
                    <a:pt x="314872" y="245445"/>
                  </a:lnTo>
                  <a:lnTo>
                    <a:pt x="317276" y="240730"/>
                  </a:lnTo>
                  <a:lnTo>
                    <a:pt x="319530" y="235941"/>
                  </a:lnTo>
                  <a:lnTo>
                    <a:pt x="321630" y="231083"/>
                  </a:lnTo>
                  <a:lnTo>
                    <a:pt x="323576" y="226161"/>
                  </a:lnTo>
                  <a:lnTo>
                    <a:pt x="325366" y="221179"/>
                  </a:lnTo>
                  <a:lnTo>
                    <a:pt x="326996" y="216144"/>
                  </a:lnTo>
                  <a:lnTo>
                    <a:pt x="328467" y="211059"/>
                  </a:lnTo>
                  <a:lnTo>
                    <a:pt x="329775" y="205931"/>
                  </a:lnTo>
                  <a:lnTo>
                    <a:pt x="330921" y="200763"/>
                  </a:lnTo>
                  <a:lnTo>
                    <a:pt x="331903" y="195562"/>
                  </a:lnTo>
                  <a:lnTo>
                    <a:pt x="332719" y="190333"/>
                  </a:lnTo>
                  <a:lnTo>
                    <a:pt x="333369" y="185080"/>
                  </a:lnTo>
                  <a:lnTo>
                    <a:pt x="333853" y="179809"/>
                  </a:lnTo>
                  <a:lnTo>
                    <a:pt x="334170" y="174526"/>
                  </a:lnTo>
                  <a:lnTo>
                    <a:pt x="334319" y="169235"/>
                  </a:lnTo>
                  <a:lnTo>
                    <a:pt x="334301" y="163942"/>
                  </a:lnTo>
                  <a:lnTo>
                    <a:pt x="334115" y="158653"/>
                  </a:lnTo>
                  <a:lnTo>
                    <a:pt x="333762" y="153372"/>
                  </a:lnTo>
                  <a:lnTo>
                    <a:pt x="333241" y="148105"/>
                  </a:lnTo>
                  <a:lnTo>
                    <a:pt x="332555" y="142856"/>
                  </a:lnTo>
                  <a:lnTo>
                    <a:pt x="331702" y="137633"/>
                  </a:lnTo>
                  <a:lnTo>
                    <a:pt x="330685" y="132438"/>
                  </a:lnTo>
                  <a:lnTo>
                    <a:pt x="329503" y="127279"/>
                  </a:lnTo>
                  <a:lnTo>
                    <a:pt x="328159" y="122160"/>
                  </a:lnTo>
                  <a:lnTo>
                    <a:pt x="326654" y="117086"/>
                  </a:lnTo>
                  <a:lnTo>
                    <a:pt x="324988" y="112062"/>
                  </a:lnTo>
                  <a:lnTo>
                    <a:pt x="323165" y="107093"/>
                  </a:lnTo>
                  <a:lnTo>
                    <a:pt x="321185" y="102184"/>
                  </a:lnTo>
                  <a:lnTo>
                    <a:pt x="319050" y="97341"/>
                  </a:lnTo>
                  <a:lnTo>
                    <a:pt x="316763" y="92567"/>
                  </a:lnTo>
                  <a:lnTo>
                    <a:pt x="314327" y="87869"/>
                  </a:lnTo>
                  <a:lnTo>
                    <a:pt x="311743" y="83250"/>
                  </a:lnTo>
                  <a:lnTo>
                    <a:pt x="309013" y="78715"/>
                  </a:lnTo>
                  <a:lnTo>
                    <a:pt x="306142" y="74268"/>
                  </a:lnTo>
                  <a:lnTo>
                    <a:pt x="303131" y="69915"/>
                  </a:lnTo>
                  <a:lnTo>
                    <a:pt x="299985" y="65659"/>
                  </a:lnTo>
                  <a:lnTo>
                    <a:pt x="296704" y="61505"/>
                  </a:lnTo>
                  <a:lnTo>
                    <a:pt x="293294" y="57457"/>
                  </a:lnTo>
                  <a:lnTo>
                    <a:pt x="289758" y="53519"/>
                  </a:lnTo>
                  <a:lnTo>
                    <a:pt x="286099" y="49695"/>
                  </a:lnTo>
                  <a:lnTo>
                    <a:pt x="282320" y="45989"/>
                  </a:lnTo>
                  <a:lnTo>
                    <a:pt x="278426" y="42404"/>
                  </a:lnTo>
                  <a:lnTo>
                    <a:pt x="274421" y="38944"/>
                  </a:lnTo>
                  <a:lnTo>
                    <a:pt x="270308" y="35613"/>
                  </a:lnTo>
                  <a:lnTo>
                    <a:pt x="266091" y="32414"/>
                  </a:lnTo>
                  <a:lnTo>
                    <a:pt x="261776" y="29349"/>
                  </a:lnTo>
                  <a:lnTo>
                    <a:pt x="257365" y="26423"/>
                  </a:lnTo>
                  <a:lnTo>
                    <a:pt x="252864" y="23638"/>
                  </a:lnTo>
                  <a:lnTo>
                    <a:pt x="248277" y="20997"/>
                  </a:lnTo>
                  <a:lnTo>
                    <a:pt x="243609" y="18502"/>
                  </a:lnTo>
                  <a:lnTo>
                    <a:pt x="238864" y="16157"/>
                  </a:lnTo>
                  <a:lnTo>
                    <a:pt x="234048" y="13963"/>
                  </a:lnTo>
                  <a:lnTo>
                    <a:pt x="229164" y="11922"/>
                  </a:lnTo>
                  <a:lnTo>
                    <a:pt x="224218" y="10037"/>
                  </a:lnTo>
                  <a:lnTo>
                    <a:pt x="219215" y="8310"/>
                  </a:lnTo>
                  <a:lnTo>
                    <a:pt x="214160" y="6741"/>
                  </a:lnTo>
                  <a:lnTo>
                    <a:pt x="209058" y="5334"/>
                  </a:lnTo>
                  <a:lnTo>
                    <a:pt x="203913" y="4089"/>
                  </a:lnTo>
                  <a:lnTo>
                    <a:pt x="198732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81526" y="2126963"/>
              <a:ext cx="99761" cy="167167"/>
            </a:xfrm>
            <a:custGeom>
              <a:avLst/>
              <a:pathLst>
                <a:path w="99761" h="167167">
                  <a:moveTo>
                    <a:pt x="99761" y="0"/>
                  </a:moveTo>
                  <a:lnTo>
                    <a:pt x="94136" y="94"/>
                  </a:lnTo>
                  <a:lnTo>
                    <a:pt x="88517" y="378"/>
                  </a:lnTo>
                  <a:lnTo>
                    <a:pt x="82911" y="851"/>
                  </a:lnTo>
                  <a:lnTo>
                    <a:pt x="77324" y="1512"/>
                  </a:lnTo>
                  <a:lnTo>
                    <a:pt x="71762" y="2361"/>
                  </a:lnTo>
                  <a:lnTo>
                    <a:pt x="66232" y="3396"/>
                  </a:lnTo>
                  <a:lnTo>
                    <a:pt x="60740" y="4617"/>
                  </a:lnTo>
                  <a:lnTo>
                    <a:pt x="55292" y="6023"/>
                  </a:lnTo>
                  <a:lnTo>
                    <a:pt x="49895" y="7610"/>
                  </a:lnTo>
                  <a:lnTo>
                    <a:pt x="44554" y="9379"/>
                  </a:lnTo>
                  <a:lnTo>
                    <a:pt x="39276" y="11326"/>
                  </a:lnTo>
                  <a:lnTo>
                    <a:pt x="34066" y="13449"/>
                  </a:lnTo>
                  <a:lnTo>
                    <a:pt x="28931" y="15747"/>
                  </a:lnTo>
                  <a:lnTo>
                    <a:pt x="23875" y="18216"/>
                  </a:lnTo>
                  <a:lnTo>
                    <a:pt x="18906" y="20854"/>
                  </a:lnTo>
                  <a:lnTo>
                    <a:pt x="14028" y="23658"/>
                  </a:lnTo>
                  <a:lnTo>
                    <a:pt x="9248" y="26624"/>
                  </a:lnTo>
                  <a:lnTo>
                    <a:pt x="4570" y="29749"/>
                  </a:lnTo>
                  <a:lnTo>
                    <a:pt x="0" y="33030"/>
                  </a:lnTo>
                  <a:lnTo>
                    <a:pt x="9976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1526" y="2159994"/>
              <a:ext cx="99761" cy="134136"/>
            </a:xfrm>
            <a:custGeom>
              <a:avLst/>
              <a:pathLst>
                <a:path w="99761" h="134136">
                  <a:moveTo>
                    <a:pt x="0" y="0"/>
                  </a:moveTo>
                  <a:lnTo>
                    <a:pt x="99761" y="134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14135" y="2127408"/>
              <a:ext cx="334311" cy="333889"/>
            </a:xfrm>
            <a:custGeom>
              <a:avLst/>
              <a:pathLst>
                <a:path w="334311" h="333889">
                  <a:moveTo>
                    <a:pt x="67390" y="32586"/>
                  </a:moveTo>
                  <a:lnTo>
                    <a:pt x="63195" y="35810"/>
                  </a:lnTo>
                  <a:lnTo>
                    <a:pt x="59105" y="39165"/>
                  </a:lnTo>
                  <a:lnTo>
                    <a:pt x="55122" y="42649"/>
                  </a:lnTo>
                  <a:lnTo>
                    <a:pt x="51251" y="46256"/>
                  </a:lnTo>
                  <a:lnTo>
                    <a:pt x="47497" y="49984"/>
                  </a:lnTo>
                  <a:lnTo>
                    <a:pt x="43863" y="53830"/>
                  </a:lnTo>
                  <a:lnTo>
                    <a:pt x="40352" y="57788"/>
                  </a:lnTo>
                  <a:lnTo>
                    <a:pt x="36968" y="61855"/>
                  </a:lnTo>
                  <a:lnTo>
                    <a:pt x="33714" y="66028"/>
                  </a:lnTo>
                  <a:lnTo>
                    <a:pt x="30595" y="70301"/>
                  </a:lnTo>
                  <a:lnTo>
                    <a:pt x="27612" y="74671"/>
                  </a:lnTo>
                  <a:lnTo>
                    <a:pt x="24768" y="79133"/>
                  </a:lnTo>
                  <a:lnTo>
                    <a:pt x="22068" y="83683"/>
                  </a:lnTo>
                  <a:lnTo>
                    <a:pt x="19513" y="88316"/>
                  </a:lnTo>
                  <a:lnTo>
                    <a:pt x="17105" y="93027"/>
                  </a:lnTo>
                  <a:lnTo>
                    <a:pt x="14848" y="97813"/>
                  </a:lnTo>
                  <a:lnTo>
                    <a:pt x="12744" y="102667"/>
                  </a:lnTo>
                  <a:lnTo>
                    <a:pt x="10794" y="107586"/>
                  </a:lnTo>
                  <a:lnTo>
                    <a:pt x="9001" y="112564"/>
                  </a:lnTo>
                  <a:lnTo>
                    <a:pt x="7366" y="117596"/>
                  </a:lnTo>
                  <a:lnTo>
                    <a:pt x="5891" y="122677"/>
                  </a:lnTo>
                  <a:lnTo>
                    <a:pt x="4578" y="127802"/>
                  </a:lnTo>
                  <a:lnTo>
                    <a:pt x="3428" y="132967"/>
                  </a:lnTo>
                  <a:lnTo>
                    <a:pt x="2442" y="138165"/>
                  </a:lnTo>
                  <a:lnTo>
                    <a:pt x="1620" y="143392"/>
                  </a:lnTo>
                  <a:lnTo>
                    <a:pt x="965" y="148642"/>
                  </a:lnTo>
                  <a:lnTo>
                    <a:pt x="476" y="153910"/>
                  </a:lnTo>
                  <a:lnTo>
                    <a:pt x="154" y="159192"/>
                  </a:lnTo>
                  <a:lnTo>
                    <a:pt x="0" y="164480"/>
                  </a:lnTo>
                  <a:lnTo>
                    <a:pt x="12" y="169771"/>
                  </a:lnTo>
                  <a:lnTo>
                    <a:pt x="192" y="175059"/>
                  </a:lnTo>
                  <a:lnTo>
                    <a:pt x="540" y="180339"/>
                  </a:lnTo>
                  <a:lnTo>
                    <a:pt x="1054" y="185605"/>
                  </a:lnTo>
                  <a:lnTo>
                    <a:pt x="1735" y="190851"/>
                  </a:lnTo>
                  <a:lnTo>
                    <a:pt x="2582" y="196074"/>
                  </a:lnTo>
                  <a:lnTo>
                    <a:pt x="3593" y="201268"/>
                  </a:lnTo>
                  <a:lnTo>
                    <a:pt x="4768" y="206427"/>
                  </a:lnTo>
                  <a:lnTo>
                    <a:pt x="6106" y="211546"/>
                  </a:lnTo>
                  <a:lnTo>
                    <a:pt x="7605" y="216620"/>
                  </a:lnTo>
                  <a:lnTo>
                    <a:pt x="9264" y="221644"/>
                  </a:lnTo>
                  <a:lnTo>
                    <a:pt x="11081" y="226613"/>
                  </a:lnTo>
                  <a:lnTo>
                    <a:pt x="13055" y="231522"/>
                  </a:lnTo>
                  <a:lnTo>
                    <a:pt x="15183" y="236366"/>
                  </a:lnTo>
                  <a:lnTo>
                    <a:pt x="17463" y="241141"/>
                  </a:lnTo>
                  <a:lnTo>
                    <a:pt x="19893" y="245841"/>
                  </a:lnTo>
                  <a:lnTo>
                    <a:pt x="22470" y="250461"/>
                  </a:lnTo>
                  <a:lnTo>
                    <a:pt x="25193" y="254998"/>
                  </a:lnTo>
                  <a:lnTo>
                    <a:pt x="28058" y="259446"/>
                  </a:lnTo>
                  <a:lnTo>
                    <a:pt x="31062" y="263802"/>
                  </a:lnTo>
                  <a:lnTo>
                    <a:pt x="34202" y="268060"/>
                  </a:lnTo>
                  <a:lnTo>
                    <a:pt x="37476" y="272217"/>
                  </a:lnTo>
                  <a:lnTo>
                    <a:pt x="40879" y="276268"/>
                  </a:lnTo>
                  <a:lnTo>
                    <a:pt x="44409" y="280209"/>
                  </a:lnTo>
                  <a:lnTo>
                    <a:pt x="48062" y="284036"/>
                  </a:lnTo>
                  <a:lnTo>
                    <a:pt x="51834" y="287746"/>
                  </a:lnTo>
                  <a:lnTo>
                    <a:pt x="55722" y="291335"/>
                  </a:lnTo>
                  <a:lnTo>
                    <a:pt x="59722" y="294799"/>
                  </a:lnTo>
                  <a:lnTo>
                    <a:pt x="63829" y="298135"/>
                  </a:lnTo>
                  <a:lnTo>
                    <a:pt x="68039" y="301339"/>
                  </a:lnTo>
                  <a:lnTo>
                    <a:pt x="72349" y="304408"/>
                  </a:lnTo>
                  <a:lnTo>
                    <a:pt x="76754" y="307339"/>
                  </a:lnTo>
                  <a:lnTo>
                    <a:pt x="81249" y="310130"/>
                  </a:lnTo>
                  <a:lnTo>
                    <a:pt x="85831" y="312776"/>
                  </a:lnTo>
                  <a:lnTo>
                    <a:pt x="90493" y="315277"/>
                  </a:lnTo>
                  <a:lnTo>
                    <a:pt x="95233" y="317628"/>
                  </a:lnTo>
                  <a:lnTo>
                    <a:pt x="100045" y="319829"/>
                  </a:lnTo>
                  <a:lnTo>
                    <a:pt x="104924" y="321876"/>
                  </a:lnTo>
                  <a:lnTo>
                    <a:pt x="109865" y="323767"/>
                  </a:lnTo>
                  <a:lnTo>
                    <a:pt x="114864" y="325502"/>
                  </a:lnTo>
                  <a:lnTo>
                    <a:pt x="119915" y="327077"/>
                  </a:lnTo>
                  <a:lnTo>
                    <a:pt x="125013" y="328491"/>
                  </a:lnTo>
                  <a:lnTo>
                    <a:pt x="130154" y="329744"/>
                  </a:lnTo>
                  <a:lnTo>
                    <a:pt x="135331" y="330833"/>
                  </a:lnTo>
                  <a:lnTo>
                    <a:pt x="140541" y="331758"/>
                  </a:lnTo>
                  <a:lnTo>
                    <a:pt x="145777" y="332517"/>
                  </a:lnTo>
                  <a:lnTo>
                    <a:pt x="151034" y="333111"/>
                  </a:lnTo>
                  <a:lnTo>
                    <a:pt x="156308" y="333538"/>
                  </a:lnTo>
                  <a:lnTo>
                    <a:pt x="161593" y="333797"/>
                  </a:lnTo>
                  <a:lnTo>
                    <a:pt x="166883" y="333889"/>
                  </a:lnTo>
                  <a:lnTo>
                    <a:pt x="172173" y="333814"/>
                  </a:lnTo>
                  <a:lnTo>
                    <a:pt x="177459" y="333572"/>
                  </a:lnTo>
                  <a:lnTo>
                    <a:pt x="182734" y="333162"/>
                  </a:lnTo>
                  <a:lnTo>
                    <a:pt x="187993" y="332585"/>
                  </a:lnTo>
                  <a:lnTo>
                    <a:pt x="193232" y="331843"/>
                  </a:lnTo>
                  <a:lnTo>
                    <a:pt x="198444" y="330935"/>
                  </a:lnTo>
                  <a:lnTo>
                    <a:pt x="203625" y="329862"/>
                  </a:lnTo>
                  <a:lnTo>
                    <a:pt x="208770" y="328626"/>
                  </a:lnTo>
                  <a:lnTo>
                    <a:pt x="213873" y="327228"/>
                  </a:lnTo>
                  <a:lnTo>
                    <a:pt x="218929" y="325669"/>
                  </a:lnTo>
                  <a:lnTo>
                    <a:pt x="223933" y="323951"/>
                  </a:lnTo>
                  <a:lnTo>
                    <a:pt x="228880" y="322075"/>
                  </a:lnTo>
                  <a:lnTo>
                    <a:pt x="233766" y="320044"/>
                  </a:lnTo>
                  <a:lnTo>
                    <a:pt x="238585" y="317859"/>
                  </a:lnTo>
                  <a:lnTo>
                    <a:pt x="243332" y="315523"/>
                  </a:lnTo>
                  <a:lnTo>
                    <a:pt x="248003" y="313037"/>
                  </a:lnTo>
                  <a:lnTo>
                    <a:pt x="252593" y="310405"/>
                  </a:lnTo>
                  <a:lnTo>
                    <a:pt x="257097" y="307629"/>
                  </a:lnTo>
                  <a:lnTo>
                    <a:pt x="261511" y="304712"/>
                  </a:lnTo>
                  <a:lnTo>
                    <a:pt x="265831" y="301657"/>
                  </a:lnTo>
                  <a:lnTo>
                    <a:pt x="270052" y="298467"/>
                  </a:lnTo>
                  <a:lnTo>
                    <a:pt x="274169" y="295144"/>
                  </a:lnTo>
                  <a:lnTo>
                    <a:pt x="278180" y="291693"/>
                  </a:lnTo>
                  <a:lnTo>
                    <a:pt x="282079" y="288117"/>
                  </a:lnTo>
                  <a:lnTo>
                    <a:pt x="285863" y="284419"/>
                  </a:lnTo>
                  <a:lnTo>
                    <a:pt x="289529" y="280603"/>
                  </a:lnTo>
                  <a:lnTo>
                    <a:pt x="293071" y="276673"/>
                  </a:lnTo>
                  <a:lnTo>
                    <a:pt x="296488" y="272633"/>
                  </a:lnTo>
                  <a:lnTo>
                    <a:pt x="299775" y="268487"/>
                  </a:lnTo>
                  <a:lnTo>
                    <a:pt x="302929" y="264239"/>
                  </a:lnTo>
                  <a:lnTo>
                    <a:pt x="305947" y="259894"/>
                  </a:lnTo>
                  <a:lnTo>
                    <a:pt x="308826" y="255454"/>
                  </a:lnTo>
                  <a:lnTo>
                    <a:pt x="311563" y="250926"/>
                  </a:lnTo>
                  <a:lnTo>
                    <a:pt x="314156" y="246314"/>
                  </a:lnTo>
                  <a:lnTo>
                    <a:pt x="316601" y="241622"/>
                  </a:lnTo>
                  <a:lnTo>
                    <a:pt x="318896" y="236855"/>
                  </a:lnTo>
                  <a:lnTo>
                    <a:pt x="321040" y="232018"/>
                  </a:lnTo>
                  <a:lnTo>
                    <a:pt x="323029" y="227115"/>
                  </a:lnTo>
                  <a:lnTo>
                    <a:pt x="324862" y="222152"/>
                  </a:lnTo>
                  <a:lnTo>
                    <a:pt x="326537" y="217133"/>
                  </a:lnTo>
                  <a:lnTo>
                    <a:pt x="328053" y="212064"/>
                  </a:lnTo>
                  <a:lnTo>
                    <a:pt x="329407" y="206949"/>
                  </a:lnTo>
                  <a:lnTo>
                    <a:pt x="330599" y="201794"/>
                  </a:lnTo>
                  <a:lnTo>
                    <a:pt x="331627" y="196604"/>
                  </a:lnTo>
                  <a:lnTo>
                    <a:pt x="332490" y="191384"/>
                  </a:lnTo>
                  <a:lnTo>
                    <a:pt x="333188" y="186139"/>
                  </a:lnTo>
                  <a:lnTo>
                    <a:pt x="333719" y="180875"/>
                  </a:lnTo>
                  <a:lnTo>
                    <a:pt x="334084" y="175596"/>
                  </a:lnTo>
                  <a:lnTo>
                    <a:pt x="334281" y="170309"/>
                  </a:lnTo>
                  <a:lnTo>
                    <a:pt x="334311" y="165018"/>
                  </a:lnTo>
                  <a:lnTo>
                    <a:pt x="334173" y="159729"/>
                  </a:lnTo>
                  <a:lnTo>
                    <a:pt x="333868" y="154447"/>
                  </a:lnTo>
                  <a:lnTo>
                    <a:pt x="333396" y="149177"/>
                  </a:lnTo>
                  <a:lnTo>
                    <a:pt x="332758" y="143925"/>
                  </a:lnTo>
                  <a:lnTo>
                    <a:pt x="331953" y="138695"/>
                  </a:lnTo>
                  <a:lnTo>
                    <a:pt x="330984" y="133494"/>
                  </a:lnTo>
                  <a:lnTo>
                    <a:pt x="329850" y="128326"/>
                  </a:lnTo>
                  <a:lnTo>
                    <a:pt x="328553" y="123196"/>
                  </a:lnTo>
                  <a:lnTo>
                    <a:pt x="327095" y="118110"/>
                  </a:lnTo>
                  <a:lnTo>
                    <a:pt x="325477" y="113073"/>
                  </a:lnTo>
                  <a:lnTo>
                    <a:pt x="323699" y="108089"/>
                  </a:lnTo>
                  <a:lnTo>
                    <a:pt x="321766" y="103164"/>
                  </a:lnTo>
                  <a:lnTo>
                    <a:pt x="319677" y="98303"/>
                  </a:lnTo>
                  <a:lnTo>
                    <a:pt x="317435" y="93511"/>
                  </a:lnTo>
                  <a:lnTo>
                    <a:pt x="315043" y="88791"/>
                  </a:lnTo>
                  <a:lnTo>
                    <a:pt x="312503" y="84150"/>
                  </a:lnTo>
                  <a:lnTo>
                    <a:pt x="309817" y="79592"/>
                  </a:lnTo>
                  <a:lnTo>
                    <a:pt x="306988" y="75120"/>
                  </a:lnTo>
                  <a:lnTo>
                    <a:pt x="304019" y="70741"/>
                  </a:lnTo>
                  <a:lnTo>
                    <a:pt x="300913" y="66458"/>
                  </a:lnTo>
                  <a:lnTo>
                    <a:pt x="297673" y="62275"/>
                  </a:lnTo>
                  <a:lnTo>
                    <a:pt x="294302" y="58197"/>
                  </a:lnTo>
                  <a:lnTo>
                    <a:pt x="290804" y="54227"/>
                  </a:lnTo>
                  <a:lnTo>
                    <a:pt x="287182" y="50370"/>
                  </a:lnTo>
                  <a:lnTo>
                    <a:pt x="283439" y="46630"/>
                  </a:lnTo>
                  <a:lnTo>
                    <a:pt x="279581" y="43010"/>
                  </a:lnTo>
                  <a:lnTo>
                    <a:pt x="275609" y="39514"/>
                  </a:lnTo>
                  <a:lnTo>
                    <a:pt x="271529" y="36145"/>
                  </a:lnTo>
                  <a:lnTo>
                    <a:pt x="267345" y="32908"/>
                  </a:lnTo>
                  <a:lnTo>
                    <a:pt x="263060" y="29804"/>
                  </a:lnTo>
                  <a:lnTo>
                    <a:pt x="258679" y="26837"/>
                  </a:lnTo>
                  <a:lnTo>
                    <a:pt x="254206" y="24011"/>
                  </a:lnTo>
                  <a:lnTo>
                    <a:pt x="249646" y="21327"/>
                  </a:lnTo>
                  <a:lnTo>
                    <a:pt x="245003" y="18789"/>
                  </a:lnTo>
                  <a:lnTo>
                    <a:pt x="240283" y="16400"/>
                  </a:lnTo>
                  <a:lnTo>
                    <a:pt x="235489" y="14161"/>
                  </a:lnTo>
                  <a:lnTo>
                    <a:pt x="230627" y="12075"/>
                  </a:lnTo>
                  <a:lnTo>
                    <a:pt x="225701" y="10143"/>
                  </a:lnTo>
                  <a:lnTo>
                    <a:pt x="220716" y="8369"/>
                  </a:lnTo>
                  <a:lnTo>
                    <a:pt x="215678" y="6753"/>
                  </a:lnTo>
                  <a:lnTo>
                    <a:pt x="210591" y="5297"/>
                  </a:lnTo>
                  <a:lnTo>
                    <a:pt x="205461" y="4004"/>
                  </a:lnTo>
                  <a:lnTo>
                    <a:pt x="200292" y="2873"/>
                  </a:lnTo>
                  <a:lnTo>
                    <a:pt x="195090" y="1906"/>
                  </a:lnTo>
                  <a:lnTo>
                    <a:pt x="189860" y="1104"/>
                  </a:lnTo>
                  <a:lnTo>
                    <a:pt x="184608" y="469"/>
                  </a:lnTo>
                  <a:lnTo>
                    <a:pt x="179338" y="0"/>
                  </a:lnTo>
                  <a:lnTo>
                    <a:pt x="167152" y="166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12185" cy="167167"/>
            </a:xfrm>
            <a:custGeom>
              <a:avLst/>
              <a:pathLst>
                <a:path w="12185" h="167167">
                  <a:moveTo>
                    <a:pt x="12185" y="44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23589" y="2633064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4" y="83"/>
                  </a:lnTo>
                  <a:lnTo>
                    <a:pt x="156596" y="334"/>
                  </a:lnTo>
                  <a:lnTo>
                    <a:pt x="151327" y="751"/>
                  </a:lnTo>
                  <a:lnTo>
                    <a:pt x="146075" y="1334"/>
                  </a:lnTo>
                  <a:lnTo>
                    <a:pt x="140843" y="2084"/>
                  </a:lnTo>
                  <a:lnTo>
                    <a:pt x="135638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2" y="6721"/>
                  </a:lnTo>
                  <a:lnTo>
                    <a:pt x="115184" y="8285"/>
                  </a:lnTo>
                  <a:lnTo>
                    <a:pt x="110188" y="10007"/>
                  </a:lnTo>
                  <a:lnTo>
                    <a:pt x="105248" y="11886"/>
                  </a:lnTo>
                  <a:lnTo>
                    <a:pt x="100371" y="13921"/>
                  </a:lnTo>
                  <a:lnTo>
                    <a:pt x="95560" y="16109"/>
                  </a:lnTo>
                  <a:lnTo>
                    <a:pt x="90821" y="18447"/>
                  </a:lnTo>
                  <a:lnTo>
                    <a:pt x="86158" y="20935"/>
                  </a:lnTo>
                  <a:lnTo>
                    <a:pt x="81576" y="23568"/>
                  </a:lnTo>
                  <a:lnTo>
                    <a:pt x="77080" y="26345"/>
                  </a:lnTo>
                  <a:lnTo>
                    <a:pt x="72673" y="29263"/>
                  </a:lnTo>
                  <a:lnTo>
                    <a:pt x="68362" y="32319"/>
                  </a:lnTo>
                  <a:lnTo>
                    <a:pt x="64148" y="35509"/>
                  </a:lnTo>
                  <a:lnTo>
                    <a:pt x="60038" y="38831"/>
                  </a:lnTo>
                  <a:lnTo>
                    <a:pt x="56035" y="42281"/>
                  </a:lnTo>
                  <a:lnTo>
                    <a:pt x="52143" y="45856"/>
                  </a:lnTo>
                  <a:lnTo>
                    <a:pt x="48366" y="49552"/>
                  </a:lnTo>
                  <a:lnTo>
                    <a:pt x="44707" y="53366"/>
                  </a:lnTo>
                  <a:lnTo>
                    <a:pt x="41171" y="57294"/>
                  </a:lnTo>
                  <a:lnTo>
                    <a:pt x="37761" y="61331"/>
                  </a:lnTo>
                  <a:lnTo>
                    <a:pt x="34480" y="65474"/>
                  </a:lnTo>
                  <a:lnTo>
                    <a:pt x="31332" y="69719"/>
                  </a:lnTo>
                  <a:lnTo>
                    <a:pt x="28320" y="74061"/>
                  </a:lnTo>
                  <a:lnTo>
                    <a:pt x="25446" y="78497"/>
                  </a:lnTo>
                  <a:lnTo>
                    <a:pt x="22714" y="83020"/>
                  </a:lnTo>
                  <a:lnTo>
                    <a:pt x="20126" y="87628"/>
                  </a:lnTo>
                  <a:lnTo>
                    <a:pt x="17685" y="92316"/>
                  </a:lnTo>
                  <a:lnTo>
                    <a:pt x="15394" y="97078"/>
                  </a:lnTo>
                  <a:lnTo>
                    <a:pt x="13254" y="101910"/>
                  </a:lnTo>
                  <a:lnTo>
                    <a:pt x="11268" y="106808"/>
                  </a:lnTo>
                  <a:lnTo>
                    <a:pt x="9438" y="111766"/>
                  </a:lnTo>
                  <a:lnTo>
                    <a:pt x="7766" y="116779"/>
                  </a:lnTo>
                  <a:lnTo>
                    <a:pt x="6253" y="121843"/>
                  </a:lnTo>
                  <a:lnTo>
                    <a:pt x="4901" y="126952"/>
                  </a:lnTo>
                  <a:lnTo>
                    <a:pt x="3710" y="132101"/>
                  </a:lnTo>
                  <a:lnTo>
                    <a:pt x="2684" y="137285"/>
                  </a:lnTo>
                  <a:lnTo>
                    <a:pt x="1821" y="142499"/>
                  </a:lnTo>
                  <a:lnTo>
                    <a:pt x="1124" y="147737"/>
                  </a:lnTo>
                  <a:lnTo>
                    <a:pt x="593" y="152995"/>
                  </a:lnTo>
                  <a:lnTo>
                    <a:pt x="228" y="158268"/>
                  </a:lnTo>
                  <a:lnTo>
                    <a:pt x="30" y="163549"/>
                  </a:lnTo>
                  <a:lnTo>
                    <a:pt x="0" y="168834"/>
                  </a:lnTo>
                  <a:lnTo>
                    <a:pt x="136" y="174117"/>
                  </a:lnTo>
                  <a:lnTo>
                    <a:pt x="439" y="179393"/>
                  </a:lnTo>
                  <a:lnTo>
                    <a:pt x="909" y="184657"/>
                  </a:lnTo>
                  <a:lnTo>
                    <a:pt x="1545" y="189903"/>
                  </a:lnTo>
                  <a:lnTo>
                    <a:pt x="2346" y="195127"/>
                  </a:lnTo>
                  <a:lnTo>
                    <a:pt x="3312" y="200323"/>
                  </a:lnTo>
                  <a:lnTo>
                    <a:pt x="4442" y="205485"/>
                  </a:lnTo>
                  <a:lnTo>
                    <a:pt x="5735" y="210610"/>
                  </a:lnTo>
                  <a:lnTo>
                    <a:pt x="7189" y="215690"/>
                  </a:lnTo>
                  <a:lnTo>
                    <a:pt x="8802" y="220723"/>
                  </a:lnTo>
                  <a:lnTo>
                    <a:pt x="10574" y="225702"/>
                  </a:lnTo>
                  <a:lnTo>
                    <a:pt x="12503" y="230622"/>
                  </a:lnTo>
                  <a:lnTo>
                    <a:pt x="14586" y="235479"/>
                  </a:lnTo>
                  <a:lnTo>
                    <a:pt x="16822" y="240268"/>
                  </a:lnTo>
                  <a:lnTo>
                    <a:pt x="19207" y="244983"/>
                  </a:lnTo>
                  <a:lnTo>
                    <a:pt x="21741" y="249621"/>
                  </a:lnTo>
                  <a:lnTo>
                    <a:pt x="24420" y="254177"/>
                  </a:lnTo>
                  <a:lnTo>
                    <a:pt x="27242" y="258645"/>
                  </a:lnTo>
                  <a:lnTo>
                    <a:pt x="30203" y="263022"/>
                  </a:lnTo>
                  <a:lnTo>
                    <a:pt x="33302" y="267304"/>
                  </a:lnTo>
                  <a:lnTo>
                    <a:pt x="36534" y="271485"/>
                  </a:lnTo>
                  <a:lnTo>
                    <a:pt x="39897" y="275562"/>
                  </a:lnTo>
                  <a:lnTo>
                    <a:pt x="43387" y="279530"/>
                  </a:lnTo>
                  <a:lnTo>
                    <a:pt x="47001" y="283386"/>
                  </a:lnTo>
                  <a:lnTo>
                    <a:pt x="50734" y="287127"/>
                  </a:lnTo>
                  <a:lnTo>
                    <a:pt x="54584" y="290747"/>
                  </a:lnTo>
                  <a:lnTo>
                    <a:pt x="58547" y="294244"/>
                  </a:lnTo>
                  <a:lnTo>
                    <a:pt x="62618" y="297613"/>
                  </a:lnTo>
                  <a:lnTo>
                    <a:pt x="66794" y="300853"/>
                  </a:lnTo>
                  <a:lnTo>
                    <a:pt x="71070" y="303958"/>
                  </a:lnTo>
                  <a:lnTo>
                    <a:pt x="75442" y="306927"/>
                  </a:lnTo>
                  <a:lnTo>
                    <a:pt x="79905" y="309757"/>
                  </a:lnTo>
                  <a:lnTo>
                    <a:pt x="84456" y="312444"/>
                  </a:lnTo>
                  <a:lnTo>
                    <a:pt x="89090" y="314985"/>
                  </a:lnTo>
                  <a:lnTo>
                    <a:pt x="93801" y="317379"/>
                  </a:lnTo>
                  <a:lnTo>
                    <a:pt x="98586" y="319623"/>
                  </a:lnTo>
                  <a:lnTo>
                    <a:pt x="103440" y="321714"/>
                  </a:lnTo>
                  <a:lnTo>
                    <a:pt x="108357" y="323651"/>
                  </a:lnTo>
                  <a:lnTo>
                    <a:pt x="113333" y="325432"/>
                  </a:lnTo>
                  <a:lnTo>
                    <a:pt x="118362" y="327054"/>
                  </a:lnTo>
                  <a:lnTo>
                    <a:pt x="123441" y="328517"/>
                  </a:lnTo>
                  <a:lnTo>
                    <a:pt x="128563" y="329818"/>
                  </a:lnTo>
                  <a:lnTo>
                    <a:pt x="133724" y="330957"/>
                  </a:lnTo>
                  <a:lnTo>
                    <a:pt x="138918" y="331932"/>
                  </a:lnTo>
                  <a:lnTo>
                    <a:pt x="144140" y="332742"/>
                  </a:lnTo>
                  <a:lnTo>
                    <a:pt x="149385" y="333387"/>
                  </a:lnTo>
                  <a:lnTo>
                    <a:pt x="154648" y="333866"/>
                  </a:lnTo>
                  <a:lnTo>
                    <a:pt x="159924" y="334178"/>
                  </a:lnTo>
                  <a:lnTo>
                    <a:pt x="165207" y="334323"/>
                  </a:lnTo>
                  <a:lnTo>
                    <a:pt x="170492" y="334301"/>
                  </a:lnTo>
                  <a:lnTo>
                    <a:pt x="175773" y="334112"/>
                  </a:lnTo>
                  <a:lnTo>
                    <a:pt x="181046" y="333757"/>
                  </a:lnTo>
                  <a:lnTo>
                    <a:pt x="186305" y="333234"/>
                  </a:lnTo>
                  <a:lnTo>
                    <a:pt x="191545" y="332546"/>
                  </a:lnTo>
                  <a:lnTo>
                    <a:pt x="196760" y="331693"/>
                  </a:lnTo>
                  <a:lnTo>
                    <a:pt x="201946" y="330675"/>
                  </a:lnTo>
                  <a:lnTo>
                    <a:pt x="207097" y="329493"/>
                  </a:lnTo>
                  <a:lnTo>
                    <a:pt x="212208" y="328150"/>
                  </a:lnTo>
                  <a:lnTo>
                    <a:pt x="217275" y="326645"/>
                  </a:lnTo>
                  <a:lnTo>
                    <a:pt x="222291" y="324981"/>
                  </a:lnTo>
                  <a:lnTo>
                    <a:pt x="227252" y="323160"/>
                  </a:lnTo>
                  <a:lnTo>
                    <a:pt x="232153" y="321182"/>
                  </a:lnTo>
                  <a:lnTo>
                    <a:pt x="236988" y="319051"/>
                  </a:lnTo>
                  <a:lnTo>
                    <a:pt x="241755" y="316768"/>
                  </a:lnTo>
                  <a:lnTo>
                    <a:pt x="246446" y="314335"/>
                  </a:lnTo>
                  <a:lnTo>
                    <a:pt x="251059" y="311755"/>
                  </a:lnTo>
                  <a:lnTo>
                    <a:pt x="255587" y="309031"/>
                  </a:lnTo>
                  <a:lnTo>
                    <a:pt x="260027" y="306165"/>
                  </a:lnTo>
                  <a:lnTo>
                    <a:pt x="264375" y="303160"/>
                  </a:lnTo>
                  <a:lnTo>
                    <a:pt x="268625" y="300019"/>
                  </a:lnTo>
                  <a:lnTo>
                    <a:pt x="272773" y="296745"/>
                  </a:lnTo>
                  <a:lnTo>
                    <a:pt x="276817" y="293342"/>
                  </a:lnTo>
                  <a:lnTo>
                    <a:pt x="280750" y="289812"/>
                  </a:lnTo>
                  <a:lnTo>
                    <a:pt x="284570" y="286160"/>
                  </a:lnTo>
                  <a:lnTo>
                    <a:pt x="288273" y="282390"/>
                  </a:lnTo>
                  <a:lnTo>
                    <a:pt x="291855" y="278504"/>
                  </a:lnTo>
                  <a:lnTo>
                    <a:pt x="295312" y="274506"/>
                  </a:lnTo>
                  <a:lnTo>
                    <a:pt x="298641" y="270402"/>
                  </a:lnTo>
                  <a:lnTo>
                    <a:pt x="301838" y="266194"/>
                  </a:lnTo>
                  <a:lnTo>
                    <a:pt x="304901" y="261887"/>
                  </a:lnTo>
                  <a:lnTo>
                    <a:pt x="307826" y="257486"/>
                  </a:lnTo>
                  <a:lnTo>
                    <a:pt x="310611" y="252994"/>
                  </a:lnTo>
                  <a:lnTo>
                    <a:pt x="313253" y="248417"/>
                  </a:lnTo>
                  <a:lnTo>
                    <a:pt x="315748" y="243758"/>
                  </a:lnTo>
                  <a:lnTo>
                    <a:pt x="318095" y="239023"/>
                  </a:lnTo>
                  <a:lnTo>
                    <a:pt x="320291" y="234216"/>
                  </a:lnTo>
                  <a:lnTo>
                    <a:pt x="322333" y="229342"/>
                  </a:lnTo>
                  <a:lnTo>
                    <a:pt x="324221" y="224406"/>
                  </a:lnTo>
                  <a:lnTo>
                    <a:pt x="325952" y="219412"/>
                  </a:lnTo>
                  <a:lnTo>
                    <a:pt x="327524" y="214367"/>
                  </a:lnTo>
                  <a:lnTo>
                    <a:pt x="328936" y="209274"/>
                  </a:lnTo>
                  <a:lnTo>
                    <a:pt x="330186" y="204139"/>
                  </a:lnTo>
                  <a:lnTo>
                    <a:pt x="331273" y="198967"/>
                  </a:lnTo>
                  <a:lnTo>
                    <a:pt x="332197" y="193764"/>
                  </a:lnTo>
                  <a:lnTo>
                    <a:pt x="332955" y="188534"/>
                  </a:lnTo>
                  <a:lnTo>
                    <a:pt x="333547" y="183282"/>
                  </a:lnTo>
                  <a:lnTo>
                    <a:pt x="333974" y="178015"/>
                  </a:lnTo>
                  <a:lnTo>
                    <a:pt x="334233" y="172736"/>
                  </a:lnTo>
                  <a:lnTo>
                    <a:pt x="334326" y="167452"/>
                  </a:lnTo>
                  <a:lnTo>
                    <a:pt x="334251" y="162168"/>
                  </a:lnTo>
                  <a:lnTo>
                    <a:pt x="334010" y="156889"/>
                  </a:lnTo>
                  <a:lnTo>
                    <a:pt x="333602" y="151619"/>
                  </a:lnTo>
                  <a:lnTo>
                    <a:pt x="333027" y="146366"/>
                  </a:lnTo>
                  <a:lnTo>
                    <a:pt x="332286" y="141133"/>
                  </a:lnTo>
                  <a:lnTo>
                    <a:pt x="331381" y="135927"/>
                  </a:lnTo>
                  <a:lnTo>
                    <a:pt x="330311" y="130751"/>
                  </a:lnTo>
                  <a:lnTo>
                    <a:pt x="329079" y="125612"/>
                  </a:lnTo>
                  <a:lnTo>
                    <a:pt x="327684" y="120515"/>
                  </a:lnTo>
                  <a:lnTo>
                    <a:pt x="326129" y="115464"/>
                  </a:lnTo>
                  <a:lnTo>
                    <a:pt x="324416" y="110464"/>
                  </a:lnTo>
                  <a:lnTo>
                    <a:pt x="322545" y="10552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8586"/>
              <a:ext cx="155386" cy="61645"/>
            </a:xfrm>
            <a:custGeom>
              <a:avLst/>
              <a:pathLst>
                <a:path w="155386" h="61645">
                  <a:moveTo>
                    <a:pt x="155386" y="0"/>
                  </a:moveTo>
                  <a:lnTo>
                    <a:pt x="0" y="616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40132"/>
              <a:ext cx="155386" cy="160098"/>
            </a:xfrm>
            <a:custGeom>
              <a:avLst/>
              <a:pathLst>
                <a:path w="155386" h="160098">
                  <a:moveTo>
                    <a:pt x="155386" y="98453"/>
                  </a:moveTo>
                  <a:lnTo>
                    <a:pt x="153242" y="93302"/>
                  </a:lnTo>
                  <a:lnTo>
                    <a:pt x="150927" y="88224"/>
                  </a:lnTo>
                  <a:lnTo>
                    <a:pt x="148444" y="83227"/>
                  </a:lnTo>
                  <a:lnTo>
                    <a:pt x="145796" y="78316"/>
                  </a:lnTo>
                  <a:lnTo>
                    <a:pt x="142985" y="73496"/>
                  </a:lnTo>
                  <a:lnTo>
                    <a:pt x="140015" y="68772"/>
                  </a:lnTo>
                  <a:lnTo>
                    <a:pt x="136889" y="64150"/>
                  </a:lnTo>
                  <a:lnTo>
                    <a:pt x="133611" y="59635"/>
                  </a:lnTo>
                  <a:lnTo>
                    <a:pt x="130183" y="55231"/>
                  </a:lnTo>
                  <a:lnTo>
                    <a:pt x="126611" y="50945"/>
                  </a:lnTo>
                  <a:lnTo>
                    <a:pt x="122898" y="46780"/>
                  </a:lnTo>
                  <a:lnTo>
                    <a:pt x="119047" y="42742"/>
                  </a:lnTo>
                  <a:lnTo>
                    <a:pt x="115064" y="38834"/>
                  </a:lnTo>
                  <a:lnTo>
                    <a:pt x="110953" y="35061"/>
                  </a:lnTo>
                  <a:lnTo>
                    <a:pt x="106718" y="31428"/>
                  </a:lnTo>
                  <a:lnTo>
                    <a:pt x="102364" y="27938"/>
                  </a:lnTo>
                  <a:lnTo>
                    <a:pt x="97897" y="24595"/>
                  </a:lnTo>
                  <a:lnTo>
                    <a:pt x="93320" y="21403"/>
                  </a:lnTo>
                  <a:lnTo>
                    <a:pt x="88639" y="18366"/>
                  </a:lnTo>
                  <a:lnTo>
                    <a:pt x="83859" y="15487"/>
                  </a:lnTo>
                  <a:lnTo>
                    <a:pt x="78986" y="12769"/>
                  </a:lnTo>
                  <a:lnTo>
                    <a:pt x="74025" y="10215"/>
                  </a:lnTo>
                  <a:lnTo>
                    <a:pt x="68982" y="7827"/>
                  </a:lnTo>
                  <a:lnTo>
                    <a:pt x="63861" y="5610"/>
                  </a:lnTo>
                  <a:lnTo>
                    <a:pt x="58670" y="3565"/>
                  </a:lnTo>
                  <a:lnTo>
                    <a:pt x="53413" y="1694"/>
                  </a:lnTo>
                  <a:lnTo>
                    <a:pt x="48096" y="0"/>
                  </a:lnTo>
                  <a:lnTo>
                    <a:pt x="0" y="160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48096" cy="167167"/>
            </a:xfrm>
            <a:custGeom>
              <a:avLst/>
              <a:pathLst>
                <a:path w="48096" h="167167">
                  <a:moveTo>
                    <a:pt x="48096" y="7068"/>
                  </a:moveTo>
                  <a:lnTo>
                    <a:pt x="42225" y="5420"/>
                  </a:lnTo>
                  <a:lnTo>
                    <a:pt x="36298" y="3988"/>
                  </a:lnTo>
                  <a:lnTo>
                    <a:pt x="30322" y="2773"/>
                  </a:lnTo>
                  <a:lnTo>
                    <a:pt x="24306" y="1776"/>
                  </a:lnTo>
                  <a:lnTo>
                    <a:pt x="18258" y="1000"/>
                  </a:lnTo>
                  <a:lnTo>
                    <a:pt x="12185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358828" y="3170392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1" y="1340"/>
                  </a:lnTo>
                  <a:lnTo>
                    <a:pt x="140778" y="2093"/>
                  </a:lnTo>
                  <a:lnTo>
                    <a:pt x="135561" y="3012"/>
                  </a:lnTo>
                  <a:lnTo>
                    <a:pt x="130377" y="4095"/>
                  </a:lnTo>
                  <a:lnTo>
                    <a:pt x="125229" y="5342"/>
                  </a:lnTo>
                  <a:lnTo>
                    <a:pt x="120123" y="6751"/>
                  </a:lnTo>
                  <a:lnTo>
                    <a:pt x="115065" y="8321"/>
                  </a:lnTo>
                  <a:lnTo>
                    <a:pt x="110058" y="10051"/>
                  </a:lnTo>
                  <a:lnTo>
                    <a:pt x="105109" y="11939"/>
                  </a:lnTo>
                  <a:lnTo>
                    <a:pt x="100223" y="13982"/>
                  </a:lnTo>
                  <a:lnTo>
                    <a:pt x="95403" y="16180"/>
                  </a:lnTo>
                  <a:lnTo>
                    <a:pt x="90656" y="18529"/>
                  </a:lnTo>
                  <a:lnTo>
                    <a:pt x="85985" y="21027"/>
                  </a:lnTo>
                  <a:lnTo>
                    <a:pt x="81396" y="23671"/>
                  </a:lnTo>
                  <a:lnTo>
                    <a:pt x="76893" y="26460"/>
                  </a:lnTo>
                  <a:lnTo>
                    <a:pt x="72481" y="29390"/>
                  </a:lnTo>
                  <a:lnTo>
                    <a:pt x="68163" y="32459"/>
                  </a:lnTo>
                  <a:lnTo>
                    <a:pt x="63945" y="35662"/>
                  </a:lnTo>
                  <a:lnTo>
                    <a:pt x="59831" y="38998"/>
                  </a:lnTo>
                  <a:lnTo>
                    <a:pt x="55824" y="42462"/>
                  </a:lnTo>
                  <a:lnTo>
                    <a:pt x="51930" y="46052"/>
                  </a:lnTo>
                  <a:lnTo>
                    <a:pt x="48150" y="49763"/>
                  </a:lnTo>
                  <a:lnTo>
                    <a:pt x="44491" y="53592"/>
                  </a:lnTo>
                  <a:lnTo>
                    <a:pt x="40954" y="57535"/>
                  </a:lnTo>
                  <a:lnTo>
                    <a:pt x="37544" y="61588"/>
                  </a:lnTo>
                  <a:lnTo>
                    <a:pt x="34264" y="65747"/>
                  </a:lnTo>
                  <a:lnTo>
                    <a:pt x="31118" y="70008"/>
                  </a:lnTo>
                  <a:lnTo>
                    <a:pt x="28108" y="74367"/>
                  </a:lnTo>
                  <a:lnTo>
                    <a:pt x="25238" y="78818"/>
                  </a:lnTo>
                  <a:lnTo>
                    <a:pt x="22510" y="83359"/>
                  </a:lnTo>
                  <a:lnTo>
                    <a:pt x="19928" y="87983"/>
                  </a:lnTo>
                  <a:lnTo>
                    <a:pt x="17493" y="92687"/>
                  </a:lnTo>
                  <a:lnTo>
                    <a:pt x="15209" y="97466"/>
                  </a:lnTo>
                  <a:lnTo>
                    <a:pt x="13077" y="102314"/>
                  </a:lnTo>
                  <a:lnTo>
                    <a:pt x="11099" y="107228"/>
                  </a:lnTo>
                  <a:lnTo>
                    <a:pt x="9279" y="112202"/>
                  </a:lnTo>
                  <a:lnTo>
                    <a:pt x="7617" y="117231"/>
                  </a:lnTo>
                  <a:lnTo>
                    <a:pt x="6115" y="122311"/>
                  </a:lnTo>
                  <a:lnTo>
                    <a:pt x="4775" y="127435"/>
                  </a:lnTo>
                  <a:lnTo>
                    <a:pt x="3597" y="132599"/>
                  </a:lnTo>
                  <a:lnTo>
                    <a:pt x="2584" y="137798"/>
                  </a:lnTo>
                  <a:lnTo>
                    <a:pt x="1736" y="143026"/>
                  </a:lnTo>
                  <a:lnTo>
                    <a:pt x="1055" y="148279"/>
                  </a:lnTo>
                  <a:lnTo>
                    <a:pt x="540" y="153551"/>
                  </a:lnTo>
                  <a:lnTo>
                    <a:pt x="192" y="158836"/>
                  </a:lnTo>
                  <a:lnTo>
                    <a:pt x="12" y="164129"/>
                  </a:lnTo>
                  <a:lnTo>
                    <a:pt x="0" y="169426"/>
                  </a:lnTo>
                  <a:lnTo>
                    <a:pt x="155" y="174720"/>
                  </a:lnTo>
                  <a:lnTo>
                    <a:pt x="478" y="180007"/>
                  </a:lnTo>
                  <a:lnTo>
                    <a:pt x="969" y="185281"/>
                  </a:lnTo>
                  <a:lnTo>
                    <a:pt x="1626" y="190537"/>
                  </a:lnTo>
                  <a:lnTo>
                    <a:pt x="2449" y="195769"/>
                  </a:lnTo>
                  <a:lnTo>
                    <a:pt x="3438" y="200973"/>
                  </a:lnTo>
                  <a:lnTo>
                    <a:pt x="4591" y="206142"/>
                  </a:lnTo>
                  <a:lnTo>
                    <a:pt x="5908" y="211273"/>
                  </a:lnTo>
                  <a:lnTo>
                    <a:pt x="7386" y="216359"/>
                  </a:lnTo>
                  <a:lnTo>
                    <a:pt x="9025" y="221396"/>
                  </a:lnTo>
                  <a:lnTo>
                    <a:pt x="10822" y="226378"/>
                  </a:lnTo>
                  <a:lnTo>
                    <a:pt x="12776" y="231301"/>
                  </a:lnTo>
                  <a:lnTo>
                    <a:pt x="14886" y="236160"/>
                  </a:lnTo>
                  <a:lnTo>
                    <a:pt x="17148" y="240949"/>
                  </a:lnTo>
                  <a:lnTo>
                    <a:pt x="19561" y="245664"/>
                  </a:lnTo>
                  <a:lnTo>
                    <a:pt x="22122" y="250301"/>
                  </a:lnTo>
                  <a:lnTo>
                    <a:pt x="24828" y="254854"/>
                  </a:lnTo>
                  <a:lnTo>
                    <a:pt x="27678" y="259319"/>
                  </a:lnTo>
                  <a:lnTo>
                    <a:pt x="30667" y="263691"/>
                  </a:lnTo>
                  <a:lnTo>
                    <a:pt x="33794" y="267967"/>
                  </a:lnTo>
                  <a:lnTo>
                    <a:pt x="37054" y="272141"/>
                  </a:lnTo>
                  <a:lnTo>
                    <a:pt x="40445" y="276210"/>
                  </a:lnTo>
                  <a:lnTo>
                    <a:pt x="43963" y="280169"/>
                  </a:lnTo>
                  <a:lnTo>
                    <a:pt x="47605" y="284015"/>
                  </a:lnTo>
                  <a:lnTo>
                    <a:pt x="51367" y="287744"/>
                  </a:lnTo>
                  <a:lnTo>
                    <a:pt x="55245" y="291352"/>
                  </a:lnTo>
                  <a:lnTo>
                    <a:pt x="59235" y="294835"/>
                  </a:lnTo>
                  <a:lnTo>
                    <a:pt x="63334" y="298189"/>
                  </a:lnTo>
                  <a:lnTo>
                    <a:pt x="67537" y="301413"/>
                  </a:lnTo>
                  <a:lnTo>
                    <a:pt x="71840" y="304501"/>
                  </a:lnTo>
                  <a:lnTo>
                    <a:pt x="76239" y="307452"/>
                  </a:lnTo>
                  <a:lnTo>
                    <a:pt x="80729" y="310262"/>
                  </a:lnTo>
                  <a:lnTo>
                    <a:pt x="85306" y="312928"/>
                  </a:lnTo>
                  <a:lnTo>
                    <a:pt x="89965" y="315447"/>
                  </a:lnTo>
                  <a:lnTo>
                    <a:pt x="94701" y="317818"/>
                  </a:lnTo>
                  <a:lnTo>
                    <a:pt x="99510" y="320038"/>
                  </a:lnTo>
                  <a:lnTo>
                    <a:pt x="104387" y="322104"/>
                  </a:lnTo>
                  <a:lnTo>
                    <a:pt x="109327" y="324015"/>
                  </a:lnTo>
                  <a:lnTo>
                    <a:pt x="114325" y="325768"/>
                  </a:lnTo>
                  <a:lnTo>
                    <a:pt x="119377" y="327362"/>
                  </a:lnTo>
                  <a:lnTo>
                    <a:pt x="124476" y="328795"/>
                  </a:lnTo>
                  <a:lnTo>
                    <a:pt x="129618" y="330066"/>
                  </a:lnTo>
                  <a:lnTo>
                    <a:pt x="134797" y="331173"/>
                  </a:lnTo>
                  <a:lnTo>
                    <a:pt x="140009" y="332116"/>
                  </a:lnTo>
                  <a:lnTo>
                    <a:pt x="145249" y="332893"/>
                  </a:lnTo>
                  <a:lnTo>
                    <a:pt x="150510" y="333504"/>
                  </a:lnTo>
                  <a:lnTo>
                    <a:pt x="155788" y="333948"/>
                  </a:lnTo>
                  <a:lnTo>
                    <a:pt x="161078" y="334224"/>
                  </a:lnTo>
                  <a:lnTo>
                    <a:pt x="166373" y="334333"/>
                  </a:lnTo>
                  <a:lnTo>
                    <a:pt x="171670" y="334273"/>
                  </a:lnTo>
                  <a:lnTo>
                    <a:pt x="176961" y="334046"/>
                  </a:lnTo>
                  <a:lnTo>
                    <a:pt x="182243" y="333652"/>
                  </a:lnTo>
                  <a:lnTo>
                    <a:pt x="187510" y="333090"/>
                  </a:lnTo>
                  <a:lnTo>
                    <a:pt x="192756" y="332362"/>
                  </a:lnTo>
                  <a:lnTo>
                    <a:pt x="197977" y="331468"/>
                  </a:lnTo>
                  <a:lnTo>
                    <a:pt x="203167" y="330409"/>
                  </a:lnTo>
                  <a:lnTo>
                    <a:pt x="208320" y="329186"/>
                  </a:lnTo>
                  <a:lnTo>
                    <a:pt x="213433" y="327800"/>
                  </a:lnTo>
                  <a:lnTo>
                    <a:pt x="218498" y="326253"/>
                  </a:lnTo>
                  <a:lnTo>
                    <a:pt x="223513" y="324547"/>
                  </a:lnTo>
                  <a:lnTo>
                    <a:pt x="228470" y="322682"/>
                  </a:lnTo>
                  <a:lnTo>
                    <a:pt x="233366" y="320661"/>
                  </a:lnTo>
                  <a:lnTo>
                    <a:pt x="238196" y="318487"/>
                  </a:lnTo>
                  <a:lnTo>
                    <a:pt x="242954" y="316160"/>
                  </a:lnTo>
                  <a:lnTo>
                    <a:pt x="247637" y="313684"/>
                  </a:lnTo>
                  <a:lnTo>
                    <a:pt x="252238" y="311060"/>
                  </a:lnTo>
                  <a:lnTo>
                    <a:pt x="256754" y="308292"/>
                  </a:lnTo>
                  <a:lnTo>
                    <a:pt x="261180" y="305383"/>
                  </a:lnTo>
                  <a:lnTo>
                    <a:pt x="265511" y="302335"/>
                  </a:lnTo>
                  <a:lnTo>
                    <a:pt x="269744" y="299151"/>
                  </a:lnTo>
                  <a:lnTo>
                    <a:pt x="273874" y="295834"/>
                  </a:lnTo>
                  <a:lnTo>
                    <a:pt x="277897" y="292389"/>
                  </a:lnTo>
                  <a:lnTo>
                    <a:pt x="281808" y="288817"/>
                  </a:lnTo>
                  <a:lnTo>
                    <a:pt x="285605" y="285124"/>
                  </a:lnTo>
                  <a:lnTo>
                    <a:pt x="289282" y="281312"/>
                  </a:lnTo>
                  <a:lnTo>
                    <a:pt x="292837" y="277385"/>
                  </a:lnTo>
                  <a:lnTo>
                    <a:pt x="296266" y="273348"/>
                  </a:lnTo>
                  <a:lnTo>
                    <a:pt x="299565" y="269204"/>
                  </a:lnTo>
                  <a:lnTo>
                    <a:pt x="302731" y="264958"/>
                  </a:lnTo>
                  <a:lnTo>
                    <a:pt x="305761" y="260614"/>
                  </a:lnTo>
                  <a:lnTo>
                    <a:pt x="308652" y="256176"/>
                  </a:lnTo>
                  <a:lnTo>
                    <a:pt x="311401" y="251648"/>
                  </a:lnTo>
                  <a:lnTo>
                    <a:pt x="314005" y="247036"/>
                  </a:lnTo>
                  <a:lnTo>
                    <a:pt x="316462" y="242343"/>
                  </a:lnTo>
                  <a:lnTo>
                    <a:pt x="318768" y="237575"/>
                  </a:lnTo>
                  <a:lnTo>
                    <a:pt x="320923" y="232736"/>
                  </a:lnTo>
                  <a:lnTo>
                    <a:pt x="322923" y="227832"/>
                  </a:lnTo>
                  <a:lnTo>
                    <a:pt x="324767" y="222866"/>
                  </a:lnTo>
                  <a:lnTo>
                    <a:pt x="326452" y="217845"/>
                  </a:lnTo>
                  <a:lnTo>
                    <a:pt x="327978" y="212773"/>
                  </a:lnTo>
                  <a:lnTo>
                    <a:pt x="329342" y="207655"/>
                  </a:lnTo>
                  <a:lnTo>
                    <a:pt x="330543" y="202496"/>
                  </a:lnTo>
                  <a:lnTo>
                    <a:pt x="331580" y="197302"/>
                  </a:lnTo>
                  <a:lnTo>
                    <a:pt x="332453" y="192078"/>
                  </a:lnTo>
                  <a:lnTo>
                    <a:pt x="333159" y="186828"/>
                  </a:lnTo>
                  <a:lnTo>
                    <a:pt x="333698" y="181559"/>
                  </a:lnTo>
                  <a:lnTo>
                    <a:pt x="334071" y="176276"/>
                  </a:lnTo>
                  <a:lnTo>
                    <a:pt x="334276" y="170983"/>
                  </a:lnTo>
                  <a:lnTo>
                    <a:pt x="334313" y="165686"/>
                  </a:lnTo>
                  <a:lnTo>
                    <a:pt x="334182" y="160391"/>
                  </a:lnTo>
                  <a:lnTo>
                    <a:pt x="333883" y="155103"/>
                  </a:lnTo>
                  <a:lnTo>
                    <a:pt x="333417" y="149827"/>
                  </a:lnTo>
                  <a:lnTo>
                    <a:pt x="332785" y="144568"/>
                  </a:lnTo>
                  <a:lnTo>
                    <a:pt x="331985" y="139332"/>
                  </a:lnTo>
                  <a:lnTo>
                    <a:pt x="331021" y="134124"/>
                  </a:lnTo>
                  <a:lnTo>
                    <a:pt x="329892" y="128949"/>
                  </a:lnTo>
                  <a:lnTo>
                    <a:pt x="328599" y="123812"/>
                  </a:lnTo>
                  <a:lnTo>
                    <a:pt x="327145" y="118719"/>
                  </a:lnTo>
                  <a:lnTo>
                    <a:pt x="325530" y="113675"/>
                  </a:lnTo>
                  <a:lnTo>
                    <a:pt x="323755" y="108684"/>
                  </a:lnTo>
                  <a:lnTo>
                    <a:pt x="321824" y="103752"/>
                  </a:lnTo>
                  <a:lnTo>
                    <a:pt x="319737" y="98884"/>
                  </a:lnTo>
                  <a:lnTo>
                    <a:pt x="317497" y="94084"/>
                  </a:lnTo>
                  <a:lnTo>
                    <a:pt x="315107" y="89358"/>
                  </a:lnTo>
                  <a:lnTo>
                    <a:pt x="312567" y="84709"/>
                  </a:lnTo>
                  <a:lnTo>
                    <a:pt x="309882" y="80144"/>
                  </a:lnTo>
                  <a:lnTo>
                    <a:pt x="307053" y="75666"/>
                  </a:lnTo>
                  <a:lnTo>
                    <a:pt x="304084" y="71279"/>
                  </a:lnTo>
                  <a:lnTo>
                    <a:pt x="300978" y="66989"/>
                  </a:lnTo>
                  <a:lnTo>
                    <a:pt x="297737" y="62800"/>
                  </a:lnTo>
                  <a:lnTo>
                    <a:pt x="294365" y="58715"/>
                  </a:lnTo>
                  <a:lnTo>
                    <a:pt x="290865" y="54740"/>
                  </a:lnTo>
                  <a:lnTo>
                    <a:pt x="287241" y="50877"/>
                  </a:lnTo>
                  <a:lnTo>
                    <a:pt x="283497" y="47130"/>
                  </a:lnTo>
                  <a:lnTo>
                    <a:pt x="279636" y="43505"/>
                  </a:lnTo>
                  <a:lnTo>
                    <a:pt x="275661" y="40003"/>
                  </a:lnTo>
                  <a:lnTo>
                    <a:pt x="271578" y="36629"/>
                  </a:lnTo>
                  <a:lnTo>
                    <a:pt x="267390" y="33387"/>
                  </a:lnTo>
                  <a:lnTo>
                    <a:pt x="263102" y="30278"/>
                  </a:lnTo>
                  <a:lnTo>
                    <a:pt x="258717" y="27307"/>
                  </a:lnTo>
                  <a:lnTo>
                    <a:pt x="254240" y="24476"/>
                  </a:lnTo>
                  <a:lnTo>
                    <a:pt x="249676" y="21789"/>
                  </a:lnTo>
                  <a:lnTo>
                    <a:pt x="245028" y="19248"/>
                  </a:lnTo>
                  <a:lnTo>
                    <a:pt x="240303" y="16855"/>
                  </a:lnTo>
                  <a:lnTo>
                    <a:pt x="235504" y="14612"/>
                  </a:lnTo>
                  <a:lnTo>
                    <a:pt x="230637" y="12524"/>
                  </a:lnTo>
                  <a:lnTo>
                    <a:pt x="225706" y="10590"/>
                  </a:lnTo>
                  <a:lnTo>
                    <a:pt x="220716" y="881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9206"/>
              <a:ext cx="53564" cy="158353"/>
            </a:xfrm>
            <a:custGeom>
              <a:avLst/>
              <a:pathLst>
                <a:path w="53564" h="158353">
                  <a:moveTo>
                    <a:pt x="53564" y="0"/>
                  </a:moveTo>
                  <a:lnTo>
                    <a:pt x="0" y="1583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6088"/>
              <a:ext cx="53564" cy="161471"/>
            </a:xfrm>
            <a:custGeom>
              <a:avLst/>
              <a:pathLst>
                <a:path w="53564" h="161471">
                  <a:moveTo>
                    <a:pt x="53564" y="3117"/>
                  </a:moveTo>
                  <a:lnTo>
                    <a:pt x="43266" y="0"/>
                  </a:lnTo>
                  <a:lnTo>
                    <a:pt x="0" y="161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43266" cy="167167"/>
            </a:xfrm>
            <a:custGeom>
              <a:avLst/>
              <a:pathLst>
                <a:path w="43266" h="167167">
                  <a:moveTo>
                    <a:pt x="43266" y="5696"/>
                  </a:moveTo>
                  <a:lnTo>
                    <a:pt x="37198" y="4191"/>
                  </a:lnTo>
                  <a:lnTo>
                    <a:pt x="31078" y="2914"/>
                  </a:lnTo>
                  <a:lnTo>
                    <a:pt x="24915" y="1867"/>
                  </a:lnTo>
                  <a:lnTo>
                    <a:pt x="18716" y="1051"/>
                  </a:lnTo>
                  <a:lnTo>
                    <a:pt x="12492" y="467"/>
                  </a:lnTo>
                  <a:lnTo>
                    <a:pt x="625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4135" y="4213821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3503" y="4659281"/>
              <a:ext cx="163021" cy="167167"/>
            </a:xfrm>
            <a:custGeom>
              <a:avLst/>
              <a:pathLst>
                <a:path w="163021" h="167167">
                  <a:moveTo>
                    <a:pt x="163021" y="0"/>
                  </a:moveTo>
                  <a:lnTo>
                    <a:pt x="157528" y="90"/>
                  </a:lnTo>
                  <a:lnTo>
                    <a:pt x="152040" y="361"/>
                  </a:lnTo>
                  <a:lnTo>
                    <a:pt x="146564" y="812"/>
                  </a:lnTo>
                  <a:lnTo>
                    <a:pt x="141106" y="1442"/>
                  </a:lnTo>
                  <a:lnTo>
                    <a:pt x="135672" y="2252"/>
                  </a:lnTo>
                  <a:lnTo>
                    <a:pt x="130267" y="3240"/>
                  </a:lnTo>
                  <a:lnTo>
                    <a:pt x="124897" y="4405"/>
                  </a:lnTo>
                  <a:lnTo>
                    <a:pt x="119569" y="5746"/>
                  </a:lnTo>
                  <a:lnTo>
                    <a:pt x="114288" y="7261"/>
                  </a:lnTo>
                  <a:lnTo>
                    <a:pt x="109059" y="8949"/>
                  </a:lnTo>
                  <a:lnTo>
                    <a:pt x="103889" y="10807"/>
                  </a:lnTo>
                  <a:lnTo>
                    <a:pt x="98782" y="12835"/>
                  </a:lnTo>
                  <a:lnTo>
                    <a:pt x="93745" y="15030"/>
                  </a:lnTo>
                  <a:lnTo>
                    <a:pt x="88783" y="17388"/>
                  </a:lnTo>
                  <a:lnTo>
                    <a:pt x="83901" y="19909"/>
                  </a:lnTo>
                  <a:lnTo>
                    <a:pt x="79104" y="22589"/>
                  </a:lnTo>
                  <a:lnTo>
                    <a:pt x="74398" y="25424"/>
                  </a:lnTo>
                  <a:lnTo>
                    <a:pt x="69788" y="28413"/>
                  </a:lnTo>
                  <a:lnTo>
                    <a:pt x="65279" y="31552"/>
                  </a:lnTo>
                  <a:lnTo>
                    <a:pt x="60875" y="34838"/>
                  </a:lnTo>
                  <a:lnTo>
                    <a:pt x="56581" y="38266"/>
                  </a:lnTo>
                  <a:lnTo>
                    <a:pt x="52403" y="41833"/>
                  </a:lnTo>
                  <a:lnTo>
                    <a:pt x="48344" y="45536"/>
                  </a:lnTo>
                  <a:lnTo>
                    <a:pt x="44408" y="49371"/>
                  </a:lnTo>
                  <a:lnTo>
                    <a:pt x="40601" y="53332"/>
                  </a:lnTo>
                  <a:lnTo>
                    <a:pt x="36926" y="57417"/>
                  </a:lnTo>
                  <a:lnTo>
                    <a:pt x="33388" y="61620"/>
                  </a:lnTo>
                  <a:lnTo>
                    <a:pt x="29989" y="65937"/>
                  </a:lnTo>
                  <a:lnTo>
                    <a:pt x="26734" y="70364"/>
                  </a:lnTo>
                  <a:lnTo>
                    <a:pt x="23627" y="74895"/>
                  </a:lnTo>
                  <a:lnTo>
                    <a:pt x="20670" y="79525"/>
                  </a:lnTo>
                  <a:lnTo>
                    <a:pt x="17867" y="84251"/>
                  </a:lnTo>
                  <a:lnTo>
                    <a:pt x="15220" y="89066"/>
                  </a:lnTo>
                  <a:lnTo>
                    <a:pt x="12733" y="93965"/>
                  </a:lnTo>
                  <a:lnTo>
                    <a:pt x="10409" y="98944"/>
                  </a:lnTo>
                  <a:lnTo>
                    <a:pt x="8249" y="103996"/>
                  </a:lnTo>
                  <a:lnTo>
                    <a:pt x="6257" y="109116"/>
                  </a:lnTo>
                  <a:lnTo>
                    <a:pt x="4434" y="114299"/>
                  </a:lnTo>
                  <a:lnTo>
                    <a:pt x="2782" y="119540"/>
                  </a:lnTo>
                  <a:lnTo>
                    <a:pt x="1303" y="124831"/>
                  </a:lnTo>
                  <a:lnTo>
                    <a:pt x="0" y="130169"/>
                  </a:lnTo>
                  <a:lnTo>
                    <a:pt x="16302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3503" y="4789450"/>
              <a:ext cx="163021" cy="36998"/>
            </a:xfrm>
            <a:custGeom>
              <a:avLst/>
              <a:pathLst>
                <a:path w="163021" h="36998">
                  <a:moveTo>
                    <a:pt x="0" y="0"/>
                  </a:moveTo>
                  <a:lnTo>
                    <a:pt x="163021" y="36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0650" y="4789450"/>
              <a:ext cx="165874" cy="36998"/>
            </a:xfrm>
            <a:custGeom>
              <a:avLst/>
              <a:pathLst>
                <a:path w="165874" h="36998">
                  <a:moveTo>
                    <a:pt x="2852" y="0"/>
                  </a:moveTo>
                  <a:lnTo>
                    <a:pt x="1225" y="8087"/>
                  </a:lnTo>
                  <a:lnTo>
                    <a:pt x="0" y="16246"/>
                  </a:lnTo>
                  <a:lnTo>
                    <a:pt x="165874" y="36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58" y="4659281"/>
              <a:ext cx="334323" cy="334328"/>
            </a:xfrm>
            <a:custGeom>
              <a:avLst/>
              <a:pathLst>
                <a:path w="334323" h="334328">
                  <a:moveTo>
                    <a:pt x="1292" y="146415"/>
                  </a:moveTo>
                  <a:lnTo>
                    <a:pt x="716" y="151703"/>
                  </a:lnTo>
                  <a:lnTo>
                    <a:pt x="308" y="157006"/>
                  </a:lnTo>
                  <a:lnTo>
                    <a:pt x="69" y="162320"/>
                  </a:lnTo>
                  <a:lnTo>
                    <a:pt x="0" y="167639"/>
                  </a:lnTo>
                  <a:lnTo>
                    <a:pt x="99" y="172957"/>
                  </a:lnTo>
                  <a:lnTo>
                    <a:pt x="368" y="178270"/>
                  </a:lnTo>
                  <a:lnTo>
                    <a:pt x="806" y="183571"/>
                  </a:lnTo>
                  <a:lnTo>
                    <a:pt x="1412" y="188856"/>
                  </a:lnTo>
                  <a:lnTo>
                    <a:pt x="2186" y="194118"/>
                  </a:lnTo>
                  <a:lnTo>
                    <a:pt x="3127" y="199354"/>
                  </a:lnTo>
                  <a:lnTo>
                    <a:pt x="4234" y="204556"/>
                  </a:lnTo>
                  <a:lnTo>
                    <a:pt x="5506" y="209721"/>
                  </a:lnTo>
                  <a:lnTo>
                    <a:pt x="6942" y="214843"/>
                  </a:lnTo>
                  <a:lnTo>
                    <a:pt x="8540" y="219917"/>
                  </a:lnTo>
                  <a:lnTo>
                    <a:pt x="10298" y="224937"/>
                  </a:lnTo>
                  <a:lnTo>
                    <a:pt x="12216" y="229899"/>
                  </a:lnTo>
                  <a:lnTo>
                    <a:pt x="14290" y="234797"/>
                  </a:lnTo>
                  <a:lnTo>
                    <a:pt x="16519" y="239626"/>
                  </a:lnTo>
                  <a:lnTo>
                    <a:pt x="18901" y="244383"/>
                  </a:lnTo>
                  <a:lnTo>
                    <a:pt x="21433" y="249061"/>
                  </a:lnTo>
                  <a:lnTo>
                    <a:pt x="24112" y="253656"/>
                  </a:lnTo>
                  <a:lnTo>
                    <a:pt x="26936" y="258164"/>
                  </a:lnTo>
                  <a:lnTo>
                    <a:pt x="29902" y="262579"/>
                  </a:lnTo>
                  <a:lnTo>
                    <a:pt x="33007" y="266898"/>
                  </a:lnTo>
                  <a:lnTo>
                    <a:pt x="36248" y="271116"/>
                  </a:lnTo>
                  <a:lnTo>
                    <a:pt x="39622" y="275229"/>
                  </a:lnTo>
                  <a:lnTo>
                    <a:pt x="43124" y="279232"/>
                  </a:lnTo>
                  <a:lnTo>
                    <a:pt x="46753" y="283122"/>
                  </a:lnTo>
                  <a:lnTo>
                    <a:pt x="50503" y="286894"/>
                  </a:lnTo>
                  <a:lnTo>
                    <a:pt x="54371" y="290545"/>
                  </a:lnTo>
                  <a:lnTo>
                    <a:pt x="58354" y="294072"/>
                  </a:lnTo>
                  <a:lnTo>
                    <a:pt x="62446" y="297469"/>
                  </a:lnTo>
                  <a:lnTo>
                    <a:pt x="66645" y="300735"/>
                  </a:lnTo>
                  <a:lnTo>
                    <a:pt x="70946" y="303866"/>
                  </a:lnTo>
                  <a:lnTo>
                    <a:pt x="75344" y="306858"/>
                  </a:lnTo>
                  <a:lnTo>
                    <a:pt x="79834" y="309709"/>
                  </a:lnTo>
                  <a:lnTo>
                    <a:pt x="84414" y="312415"/>
                  </a:lnTo>
                  <a:lnTo>
                    <a:pt x="89077" y="314974"/>
                  </a:lnTo>
                  <a:lnTo>
                    <a:pt x="93819" y="317384"/>
                  </a:lnTo>
                  <a:lnTo>
                    <a:pt x="98635" y="319641"/>
                  </a:lnTo>
                  <a:lnTo>
                    <a:pt x="103521" y="321745"/>
                  </a:lnTo>
                  <a:lnTo>
                    <a:pt x="108472" y="323691"/>
                  </a:lnTo>
                  <a:lnTo>
                    <a:pt x="113481" y="325480"/>
                  </a:lnTo>
                  <a:lnTo>
                    <a:pt x="118545" y="327107"/>
                  </a:lnTo>
                  <a:lnTo>
                    <a:pt x="123659" y="328573"/>
                  </a:lnTo>
                  <a:lnTo>
                    <a:pt x="128816" y="329876"/>
                  </a:lnTo>
                  <a:lnTo>
                    <a:pt x="134012" y="331014"/>
                  </a:lnTo>
                  <a:lnTo>
                    <a:pt x="139242" y="331986"/>
                  </a:lnTo>
                  <a:lnTo>
                    <a:pt x="144500" y="332791"/>
                  </a:lnTo>
                  <a:lnTo>
                    <a:pt x="149781" y="333428"/>
                  </a:lnTo>
                  <a:lnTo>
                    <a:pt x="155079" y="333897"/>
                  </a:lnTo>
                  <a:lnTo>
                    <a:pt x="160390" y="334197"/>
                  </a:lnTo>
                  <a:lnTo>
                    <a:pt x="165708" y="334328"/>
                  </a:lnTo>
                  <a:lnTo>
                    <a:pt x="171027" y="334290"/>
                  </a:lnTo>
                  <a:lnTo>
                    <a:pt x="176342" y="334082"/>
                  </a:lnTo>
                  <a:lnTo>
                    <a:pt x="181648" y="333706"/>
                  </a:lnTo>
                  <a:lnTo>
                    <a:pt x="186939" y="333161"/>
                  </a:lnTo>
                  <a:lnTo>
                    <a:pt x="192211" y="332448"/>
                  </a:lnTo>
                  <a:lnTo>
                    <a:pt x="197457" y="331567"/>
                  </a:lnTo>
                  <a:lnTo>
                    <a:pt x="202672" y="330520"/>
                  </a:lnTo>
                  <a:lnTo>
                    <a:pt x="207851" y="329308"/>
                  </a:lnTo>
                  <a:lnTo>
                    <a:pt x="212989" y="327931"/>
                  </a:lnTo>
                  <a:lnTo>
                    <a:pt x="218081" y="326392"/>
                  </a:lnTo>
                  <a:lnTo>
                    <a:pt x="223121" y="324692"/>
                  </a:lnTo>
                  <a:lnTo>
                    <a:pt x="228104" y="322832"/>
                  </a:lnTo>
                  <a:lnTo>
                    <a:pt x="233026" y="320814"/>
                  </a:lnTo>
                  <a:lnTo>
                    <a:pt x="237881" y="318641"/>
                  </a:lnTo>
                  <a:lnTo>
                    <a:pt x="242665" y="316314"/>
                  </a:lnTo>
                  <a:lnTo>
                    <a:pt x="247372" y="313837"/>
                  </a:lnTo>
                  <a:lnTo>
                    <a:pt x="251998" y="311211"/>
                  </a:lnTo>
                  <a:lnTo>
                    <a:pt x="256538" y="308439"/>
                  </a:lnTo>
                  <a:lnTo>
                    <a:pt x="260987" y="305524"/>
                  </a:lnTo>
                  <a:lnTo>
                    <a:pt x="265342" y="302469"/>
                  </a:lnTo>
                  <a:lnTo>
                    <a:pt x="269597" y="299277"/>
                  </a:lnTo>
                  <a:lnTo>
                    <a:pt x="273748" y="295951"/>
                  </a:lnTo>
                  <a:lnTo>
                    <a:pt x="277791" y="292495"/>
                  </a:lnTo>
                  <a:lnTo>
                    <a:pt x="281723" y="288912"/>
                  </a:lnTo>
                  <a:lnTo>
                    <a:pt x="285538" y="285205"/>
                  </a:lnTo>
                  <a:lnTo>
                    <a:pt x="289234" y="281379"/>
                  </a:lnTo>
                  <a:lnTo>
                    <a:pt x="292806" y="277438"/>
                  </a:lnTo>
                  <a:lnTo>
                    <a:pt x="296251" y="273385"/>
                  </a:lnTo>
                  <a:lnTo>
                    <a:pt x="299565" y="269224"/>
                  </a:lnTo>
                  <a:lnTo>
                    <a:pt x="302745" y="264960"/>
                  </a:lnTo>
                  <a:lnTo>
                    <a:pt x="305787" y="260597"/>
                  </a:lnTo>
                  <a:lnTo>
                    <a:pt x="308690" y="256139"/>
                  </a:lnTo>
                  <a:lnTo>
                    <a:pt x="311449" y="251591"/>
                  </a:lnTo>
                  <a:lnTo>
                    <a:pt x="314062" y="246958"/>
                  </a:lnTo>
                  <a:lnTo>
                    <a:pt x="316526" y="242244"/>
                  </a:lnTo>
                  <a:lnTo>
                    <a:pt x="318839" y="237454"/>
                  </a:lnTo>
                  <a:lnTo>
                    <a:pt x="320999" y="232593"/>
                  </a:lnTo>
                  <a:lnTo>
                    <a:pt x="323002" y="227665"/>
                  </a:lnTo>
                  <a:lnTo>
                    <a:pt x="324848" y="222677"/>
                  </a:lnTo>
                  <a:lnTo>
                    <a:pt x="326535" y="217632"/>
                  </a:lnTo>
                  <a:lnTo>
                    <a:pt x="328060" y="212536"/>
                  </a:lnTo>
                  <a:lnTo>
                    <a:pt x="329422" y="207394"/>
                  </a:lnTo>
                  <a:lnTo>
                    <a:pt x="330619" y="202211"/>
                  </a:lnTo>
                  <a:lnTo>
                    <a:pt x="331651" y="196993"/>
                  </a:lnTo>
                  <a:lnTo>
                    <a:pt x="332517" y="191745"/>
                  </a:lnTo>
                  <a:lnTo>
                    <a:pt x="333215" y="186471"/>
                  </a:lnTo>
                  <a:lnTo>
                    <a:pt x="333745" y="181178"/>
                  </a:lnTo>
                  <a:lnTo>
                    <a:pt x="334107" y="175872"/>
                  </a:lnTo>
                  <a:lnTo>
                    <a:pt x="334299" y="170556"/>
                  </a:lnTo>
                  <a:lnTo>
                    <a:pt x="334323" y="165236"/>
                  </a:lnTo>
                  <a:lnTo>
                    <a:pt x="334177" y="159919"/>
                  </a:lnTo>
                  <a:lnTo>
                    <a:pt x="333861" y="154609"/>
                  </a:lnTo>
                  <a:lnTo>
                    <a:pt x="333377" y="149312"/>
                  </a:lnTo>
                  <a:lnTo>
                    <a:pt x="332725" y="144033"/>
                  </a:lnTo>
                  <a:lnTo>
                    <a:pt x="331905" y="138777"/>
                  </a:lnTo>
                  <a:lnTo>
                    <a:pt x="330919" y="133550"/>
                  </a:lnTo>
                  <a:lnTo>
                    <a:pt x="329766" y="128357"/>
                  </a:lnTo>
                  <a:lnTo>
                    <a:pt x="328449" y="123204"/>
                  </a:lnTo>
                  <a:lnTo>
                    <a:pt x="326969" y="118095"/>
                  </a:lnTo>
                  <a:lnTo>
                    <a:pt x="325327" y="113035"/>
                  </a:lnTo>
                  <a:lnTo>
                    <a:pt x="323524" y="108030"/>
                  </a:lnTo>
                  <a:lnTo>
                    <a:pt x="321564" y="103086"/>
                  </a:lnTo>
                  <a:lnTo>
                    <a:pt x="319447" y="98206"/>
                  </a:lnTo>
                  <a:lnTo>
                    <a:pt x="317176" y="93396"/>
                  </a:lnTo>
                  <a:lnTo>
                    <a:pt x="314752" y="88660"/>
                  </a:lnTo>
                  <a:lnTo>
                    <a:pt x="312180" y="84005"/>
                  </a:lnTo>
                  <a:lnTo>
                    <a:pt x="309461" y="79433"/>
                  </a:lnTo>
                  <a:lnTo>
                    <a:pt x="306597" y="74950"/>
                  </a:lnTo>
                  <a:lnTo>
                    <a:pt x="303593" y="70561"/>
                  </a:lnTo>
                  <a:lnTo>
                    <a:pt x="300450" y="66269"/>
                  </a:lnTo>
                  <a:lnTo>
                    <a:pt x="297172" y="62080"/>
                  </a:lnTo>
                  <a:lnTo>
                    <a:pt x="293763" y="57996"/>
                  </a:lnTo>
                  <a:lnTo>
                    <a:pt x="290226" y="54024"/>
                  </a:lnTo>
                  <a:lnTo>
                    <a:pt x="286564" y="50166"/>
                  </a:lnTo>
                  <a:lnTo>
                    <a:pt x="282781" y="46426"/>
                  </a:lnTo>
                  <a:lnTo>
                    <a:pt x="278881" y="42809"/>
                  </a:lnTo>
                  <a:lnTo>
                    <a:pt x="274868" y="39318"/>
                  </a:lnTo>
                  <a:lnTo>
                    <a:pt x="270745" y="35956"/>
                  </a:lnTo>
                  <a:lnTo>
                    <a:pt x="266518" y="32727"/>
                  </a:lnTo>
                  <a:lnTo>
                    <a:pt x="262191" y="29634"/>
                  </a:lnTo>
                  <a:lnTo>
                    <a:pt x="257767" y="26680"/>
                  </a:lnTo>
                  <a:lnTo>
                    <a:pt x="253251" y="23869"/>
                  </a:lnTo>
                  <a:lnTo>
                    <a:pt x="248648" y="21203"/>
                  </a:lnTo>
                  <a:lnTo>
                    <a:pt x="243963" y="18684"/>
                  </a:lnTo>
                  <a:lnTo>
                    <a:pt x="239200" y="16316"/>
                  </a:lnTo>
                  <a:lnTo>
                    <a:pt x="234364" y="14100"/>
                  </a:lnTo>
                  <a:lnTo>
                    <a:pt x="229460" y="12040"/>
                  </a:lnTo>
                  <a:lnTo>
                    <a:pt x="224493" y="10136"/>
                  </a:lnTo>
                  <a:lnTo>
                    <a:pt x="219468" y="8392"/>
                  </a:lnTo>
                  <a:lnTo>
                    <a:pt x="214390" y="6808"/>
                  </a:lnTo>
                  <a:lnTo>
                    <a:pt x="209264" y="5387"/>
                  </a:lnTo>
                  <a:lnTo>
                    <a:pt x="204096" y="4130"/>
                  </a:lnTo>
                  <a:lnTo>
                    <a:pt x="198890" y="3037"/>
                  </a:lnTo>
                  <a:lnTo>
                    <a:pt x="193652" y="2111"/>
                  </a:lnTo>
                  <a:lnTo>
                    <a:pt x="188387" y="1352"/>
                  </a:lnTo>
                  <a:lnTo>
                    <a:pt x="183101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321563" y="5018213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8" y="334"/>
                  </a:lnTo>
                  <a:lnTo>
                    <a:pt x="151317" y="752"/>
                  </a:lnTo>
                  <a:lnTo>
                    <a:pt x="146062" y="1336"/>
                  </a:lnTo>
                  <a:lnTo>
                    <a:pt x="140827" y="2086"/>
                  </a:lnTo>
                  <a:lnTo>
                    <a:pt x="135619" y="3001"/>
                  </a:lnTo>
                  <a:lnTo>
                    <a:pt x="130443" y="4081"/>
                  </a:lnTo>
                  <a:lnTo>
                    <a:pt x="125303" y="5324"/>
                  </a:lnTo>
                  <a:lnTo>
                    <a:pt x="120205" y="6728"/>
                  </a:lnTo>
                  <a:lnTo>
                    <a:pt x="115155" y="8294"/>
                  </a:lnTo>
                  <a:lnTo>
                    <a:pt x="110156" y="10018"/>
                  </a:lnTo>
                  <a:lnTo>
                    <a:pt x="105214" y="11899"/>
                  </a:lnTo>
                  <a:lnTo>
                    <a:pt x="100334" y="13936"/>
                  </a:lnTo>
                  <a:lnTo>
                    <a:pt x="95522" y="16126"/>
                  </a:lnTo>
                  <a:lnTo>
                    <a:pt x="90780" y="18467"/>
                  </a:lnTo>
                  <a:lnTo>
                    <a:pt x="86115" y="20957"/>
                  </a:lnTo>
                  <a:lnTo>
                    <a:pt x="81532" y="23594"/>
                  </a:lnTo>
                  <a:lnTo>
                    <a:pt x="77034" y="26374"/>
                  </a:lnTo>
                  <a:lnTo>
                    <a:pt x="72626" y="29295"/>
                  </a:lnTo>
                  <a:lnTo>
                    <a:pt x="68313" y="32353"/>
                  </a:lnTo>
                  <a:lnTo>
                    <a:pt x="64098" y="35547"/>
                  </a:lnTo>
                  <a:lnTo>
                    <a:pt x="59987" y="38872"/>
                  </a:lnTo>
                  <a:lnTo>
                    <a:pt x="55983" y="42326"/>
                  </a:lnTo>
                  <a:lnTo>
                    <a:pt x="52090" y="45905"/>
                  </a:lnTo>
                  <a:lnTo>
                    <a:pt x="48312" y="49605"/>
                  </a:lnTo>
                  <a:lnTo>
                    <a:pt x="44654" y="53422"/>
                  </a:lnTo>
                  <a:lnTo>
                    <a:pt x="41117" y="57354"/>
                  </a:lnTo>
                  <a:lnTo>
                    <a:pt x="37707" y="61395"/>
                  </a:lnTo>
                  <a:lnTo>
                    <a:pt x="34427" y="65542"/>
                  </a:lnTo>
                  <a:lnTo>
                    <a:pt x="31279" y="69791"/>
                  </a:lnTo>
                  <a:lnTo>
                    <a:pt x="28267" y="74137"/>
                  </a:lnTo>
                  <a:lnTo>
                    <a:pt x="25394" y="78576"/>
                  </a:lnTo>
                  <a:lnTo>
                    <a:pt x="22663" y="83104"/>
                  </a:lnTo>
                  <a:lnTo>
                    <a:pt x="20077" y="87716"/>
                  </a:lnTo>
                  <a:lnTo>
                    <a:pt x="17638" y="92408"/>
                  </a:lnTo>
                  <a:lnTo>
                    <a:pt x="15348" y="97174"/>
                  </a:lnTo>
                  <a:lnTo>
                    <a:pt x="13210" y="102011"/>
                  </a:lnTo>
                  <a:lnTo>
                    <a:pt x="11227" y="106912"/>
                  </a:lnTo>
                  <a:lnTo>
                    <a:pt x="9399" y="111874"/>
                  </a:lnTo>
                  <a:lnTo>
                    <a:pt x="7729" y="116891"/>
                  </a:lnTo>
                  <a:lnTo>
                    <a:pt x="6219" y="121959"/>
                  </a:lnTo>
                  <a:lnTo>
                    <a:pt x="4869" y="127071"/>
                  </a:lnTo>
                  <a:lnTo>
                    <a:pt x="3682" y="132224"/>
                  </a:lnTo>
                  <a:lnTo>
                    <a:pt x="2659" y="137412"/>
                  </a:lnTo>
                  <a:lnTo>
                    <a:pt x="1800" y="142630"/>
                  </a:lnTo>
                  <a:lnTo>
                    <a:pt x="1107" y="147872"/>
                  </a:lnTo>
                  <a:lnTo>
                    <a:pt x="580" y="153133"/>
                  </a:lnTo>
                  <a:lnTo>
                    <a:pt x="219" y="158409"/>
                  </a:lnTo>
                  <a:lnTo>
                    <a:pt x="26" y="163693"/>
                  </a:lnTo>
                  <a:lnTo>
                    <a:pt x="0" y="168981"/>
                  </a:lnTo>
                  <a:lnTo>
                    <a:pt x="140" y="174266"/>
                  </a:lnTo>
                  <a:lnTo>
                    <a:pt x="449" y="179545"/>
                  </a:lnTo>
                  <a:lnTo>
                    <a:pt x="923" y="184812"/>
                  </a:lnTo>
                  <a:lnTo>
                    <a:pt x="1565" y="190060"/>
                  </a:lnTo>
                  <a:lnTo>
                    <a:pt x="2372" y="195286"/>
                  </a:lnTo>
                  <a:lnTo>
                    <a:pt x="3343" y="200484"/>
                  </a:lnTo>
                  <a:lnTo>
                    <a:pt x="4479" y="205648"/>
                  </a:lnTo>
                  <a:lnTo>
                    <a:pt x="5778" y="210774"/>
                  </a:lnTo>
                  <a:lnTo>
                    <a:pt x="7237" y="215856"/>
                  </a:lnTo>
                  <a:lnTo>
                    <a:pt x="8857" y="220890"/>
                  </a:lnTo>
                  <a:lnTo>
                    <a:pt x="10636" y="225870"/>
                  </a:lnTo>
                  <a:lnTo>
                    <a:pt x="12571" y="230791"/>
                  </a:lnTo>
                  <a:lnTo>
                    <a:pt x="14660" y="235648"/>
                  </a:lnTo>
                  <a:lnTo>
                    <a:pt x="16902" y="240437"/>
                  </a:lnTo>
                  <a:lnTo>
                    <a:pt x="19295" y="245153"/>
                  </a:lnTo>
                  <a:lnTo>
                    <a:pt x="21835" y="249790"/>
                  </a:lnTo>
                  <a:lnTo>
                    <a:pt x="24521" y="254345"/>
                  </a:lnTo>
                  <a:lnTo>
                    <a:pt x="27350" y="258813"/>
                  </a:lnTo>
                  <a:lnTo>
                    <a:pt x="30318" y="263188"/>
                  </a:lnTo>
                  <a:lnTo>
                    <a:pt x="33424" y="267468"/>
                  </a:lnTo>
                  <a:lnTo>
                    <a:pt x="36663" y="271648"/>
                  </a:lnTo>
                  <a:lnTo>
                    <a:pt x="40033" y="275723"/>
                  </a:lnTo>
                  <a:lnTo>
                    <a:pt x="43530" y="279689"/>
                  </a:lnTo>
                  <a:lnTo>
                    <a:pt x="47150" y="283543"/>
                  </a:lnTo>
                  <a:lnTo>
                    <a:pt x="50891" y="287280"/>
                  </a:lnTo>
                  <a:lnTo>
                    <a:pt x="54748" y="290897"/>
                  </a:lnTo>
                  <a:lnTo>
                    <a:pt x="58718" y="294391"/>
                  </a:lnTo>
                  <a:lnTo>
                    <a:pt x="62796" y="297757"/>
                  </a:lnTo>
                  <a:lnTo>
                    <a:pt x="66978" y="300992"/>
                  </a:lnTo>
                  <a:lnTo>
                    <a:pt x="71261" y="304093"/>
                  </a:lnTo>
                  <a:lnTo>
                    <a:pt x="75640" y="307058"/>
                  </a:lnTo>
                  <a:lnTo>
                    <a:pt x="80110" y="309882"/>
                  </a:lnTo>
                  <a:lnTo>
                    <a:pt x="84667" y="312564"/>
                  </a:lnTo>
                  <a:lnTo>
                    <a:pt x="89307" y="315100"/>
                  </a:lnTo>
                  <a:lnTo>
                    <a:pt x="94025" y="317489"/>
                  </a:lnTo>
                  <a:lnTo>
                    <a:pt x="98815" y="319726"/>
                  </a:lnTo>
                  <a:lnTo>
                    <a:pt x="103675" y="321812"/>
                  </a:lnTo>
                  <a:lnTo>
                    <a:pt x="108598" y="323742"/>
                  </a:lnTo>
                  <a:lnTo>
                    <a:pt x="113579" y="325516"/>
                  </a:lnTo>
                  <a:lnTo>
                    <a:pt x="118614" y="327131"/>
                  </a:lnTo>
                  <a:lnTo>
                    <a:pt x="123698" y="328586"/>
                  </a:lnTo>
                  <a:lnTo>
                    <a:pt x="128825" y="329880"/>
                  </a:lnTo>
                  <a:lnTo>
                    <a:pt x="133990" y="331011"/>
                  </a:lnTo>
                  <a:lnTo>
                    <a:pt x="139189" y="331978"/>
                  </a:lnTo>
                  <a:lnTo>
                    <a:pt x="144415" y="332780"/>
                  </a:lnTo>
                  <a:lnTo>
                    <a:pt x="149665" y="333417"/>
                  </a:lnTo>
                  <a:lnTo>
                    <a:pt x="154931" y="333887"/>
                  </a:lnTo>
                  <a:lnTo>
                    <a:pt x="160210" y="334190"/>
                  </a:lnTo>
                  <a:lnTo>
                    <a:pt x="165496" y="334326"/>
                  </a:lnTo>
                  <a:lnTo>
                    <a:pt x="170784" y="334295"/>
                  </a:lnTo>
                  <a:lnTo>
                    <a:pt x="176068" y="334097"/>
                  </a:lnTo>
                  <a:lnTo>
                    <a:pt x="181343" y="333731"/>
                  </a:lnTo>
                  <a:lnTo>
                    <a:pt x="186604" y="333199"/>
                  </a:lnTo>
                  <a:lnTo>
                    <a:pt x="191846" y="332501"/>
                  </a:lnTo>
                  <a:lnTo>
                    <a:pt x="197063" y="331638"/>
                  </a:lnTo>
                  <a:lnTo>
                    <a:pt x="202249" y="330610"/>
                  </a:lnTo>
                  <a:lnTo>
                    <a:pt x="207401" y="329418"/>
                  </a:lnTo>
                  <a:lnTo>
                    <a:pt x="212513" y="328064"/>
                  </a:lnTo>
                  <a:lnTo>
                    <a:pt x="217579" y="326549"/>
                  </a:lnTo>
                  <a:lnTo>
                    <a:pt x="222594" y="324874"/>
                  </a:lnTo>
                  <a:lnTo>
                    <a:pt x="227555" y="323042"/>
                  </a:lnTo>
                  <a:lnTo>
                    <a:pt x="232454" y="321054"/>
                  </a:lnTo>
                  <a:lnTo>
                    <a:pt x="237289" y="318912"/>
                  </a:lnTo>
                  <a:lnTo>
                    <a:pt x="242053" y="316618"/>
                  </a:lnTo>
                  <a:lnTo>
                    <a:pt x="246742" y="314174"/>
                  </a:lnTo>
                  <a:lnTo>
                    <a:pt x="251352" y="311584"/>
                  </a:lnTo>
                  <a:lnTo>
                    <a:pt x="255877" y="308849"/>
                  </a:lnTo>
                  <a:lnTo>
                    <a:pt x="260314" y="305972"/>
                  </a:lnTo>
                  <a:lnTo>
                    <a:pt x="264658" y="302956"/>
                  </a:lnTo>
                  <a:lnTo>
                    <a:pt x="268903" y="299804"/>
                  </a:lnTo>
                  <a:lnTo>
                    <a:pt x="273048" y="296520"/>
                  </a:lnTo>
                  <a:lnTo>
                    <a:pt x="277086" y="293106"/>
                  </a:lnTo>
                  <a:lnTo>
                    <a:pt x="281014" y="289566"/>
                  </a:lnTo>
                  <a:lnTo>
                    <a:pt x="284828" y="285904"/>
                  </a:lnTo>
                  <a:lnTo>
                    <a:pt x="288525" y="282123"/>
                  </a:lnTo>
                  <a:lnTo>
                    <a:pt x="292100" y="278227"/>
                  </a:lnTo>
                  <a:lnTo>
                    <a:pt x="295550" y="274220"/>
                  </a:lnTo>
                  <a:lnTo>
                    <a:pt x="298871" y="270105"/>
                  </a:lnTo>
                  <a:lnTo>
                    <a:pt x="302061" y="265888"/>
                  </a:lnTo>
                  <a:lnTo>
                    <a:pt x="305116" y="261572"/>
                  </a:lnTo>
                  <a:lnTo>
                    <a:pt x="308033" y="257161"/>
                  </a:lnTo>
                  <a:lnTo>
                    <a:pt x="310809" y="252661"/>
                  </a:lnTo>
                  <a:lnTo>
                    <a:pt x="313441" y="248075"/>
                  </a:lnTo>
                  <a:lnTo>
                    <a:pt x="315926" y="243408"/>
                  </a:lnTo>
                  <a:lnTo>
                    <a:pt x="318263" y="238664"/>
                  </a:lnTo>
                  <a:lnTo>
                    <a:pt x="320449" y="233849"/>
                  </a:lnTo>
                  <a:lnTo>
                    <a:pt x="322481" y="228968"/>
                  </a:lnTo>
                  <a:lnTo>
                    <a:pt x="324358" y="224024"/>
                  </a:lnTo>
                  <a:lnTo>
                    <a:pt x="326078" y="219024"/>
                  </a:lnTo>
                  <a:lnTo>
                    <a:pt x="327638" y="213972"/>
                  </a:lnTo>
                  <a:lnTo>
                    <a:pt x="329038" y="208873"/>
                  </a:lnTo>
                  <a:lnTo>
                    <a:pt x="330277" y="203732"/>
                  </a:lnTo>
                  <a:lnTo>
                    <a:pt x="331351" y="198555"/>
                  </a:lnTo>
                  <a:lnTo>
                    <a:pt x="332262" y="193346"/>
                  </a:lnTo>
                  <a:lnTo>
                    <a:pt x="333007" y="188111"/>
                  </a:lnTo>
                  <a:lnTo>
                    <a:pt x="333587" y="182855"/>
                  </a:lnTo>
                  <a:lnTo>
                    <a:pt x="334000" y="177583"/>
                  </a:lnTo>
                  <a:lnTo>
                    <a:pt x="334246" y="172301"/>
                  </a:lnTo>
                  <a:lnTo>
                    <a:pt x="334324" y="167014"/>
                  </a:lnTo>
                  <a:lnTo>
                    <a:pt x="334236" y="161727"/>
                  </a:lnTo>
                  <a:lnTo>
                    <a:pt x="333980" y="156445"/>
                  </a:lnTo>
                  <a:lnTo>
                    <a:pt x="333558" y="151174"/>
                  </a:lnTo>
                  <a:lnTo>
                    <a:pt x="332969" y="145920"/>
                  </a:lnTo>
                  <a:lnTo>
                    <a:pt x="332214" y="140686"/>
                  </a:lnTo>
                  <a:lnTo>
                    <a:pt x="331294" y="135479"/>
                  </a:lnTo>
                  <a:lnTo>
                    <a:pt x="330209" y="130304"/>
                  </a:lnTo>
                  <a:lnTo>
                    <a:pt x="328962" y="125165"/>
                  </a:lnTo>
                  <a:lnTo>
                    <a:pt x="327553" y="120069"/>
                  </a:lnTo>
                  <a:lnTo>
                    <a:pt x="325983" y="115019"/>
                  </a:lnTo>
                  <a:lnTo>
                    <a:pt x="324254" y="110022"/>
                  </a:lnTo>
                  <a:lnTo>
                    <a:pt x="322368" y="105082"/>
                  </a:lnTo>
                  <a:lnTo>
                    <a:pt x="320327" y="100204"/>
                  </a:lnTo>
                  <a:lnTo>
                    <a:pt x="318132" y="95393"/>
                  </a:lnTo>
                  <a:lnTo>
                    <a:pt x="315787" y="90654"/>
                  </a:lnTo>
                  <a:lnTo>
                    <a:pt x="313292" y="85992"/>
                  </a:lnTo>
                  <a:lnTo>
                    <a:pt x="310652" y="81410"/>
                  </a:lnTo>
                  <a:lnTo>
                    <a:pt x="307868" y="76915"/>
                  </a:lnTo>
                  <a:lnTo>
                    <a:pt x="304943" y="72510"/>
                  </a:lnTo>
                  <a:lnTo>
                    <a:pt x="301880" y="68199"/>
                  </a:lnTo>
                  <a:lnTo>
                    <a:pt x="298683" y="63988"/>
                  </a:lnTo>
                  <a:lnTo>
                    <a:pt x="295354" y="59879"/>
                  </a:lnTo>
                  <a:lnTo>
                    <a:pt x="291896" y="55879"/>
                  </a:lnTo>
                  <a:lnTo>
                    <a:pt x="288314" y="51989"/>
                  </a:lnTo>
                  <a:lnTo>
                    <a:pt x="284611" y="48215"/>
                  </a:lnTo>
                  <a:lnTo>
                    <a:pt x="280790" y="44559"/>
                  </a:lnTo>
                  <a:lnTo>
                    <a:pt x="276855" y="41027"/>
                  </a:lnTo>
                  <a:lnTo>
                    <a:pt x="272811" y="37620"/>
                  </a:lnTo>
                  <a:lnTo>
                    <a:pt x="268661" y="34344"/>
                  </a:lnTo>
                  <a:lnTo>
                    <a:pt x="264409" y="31200"/>
                  </a:lnTo>
                  <a:lnTo>
                    <a:pt x="260060" y="28192"/>
                  </a:lnTo>
                  <a:lnTo>
                    <a:pt x="255618" y="25323"/>
                  </a:lnTo>
                  <a:lnTo>
                    <a:pt x="251088" y="22596"/>
                  </a:lnTo>
                  <a:lnTo>
                    <a:pt x="246473" y="20014"/>
                  </a:lnTo>
                  <a:lnTo>
                    <a:pt x="241779" y="17579"/>
                  </a:lnTo>
                  <a:lnTo>
                    <a:pt x="237011" y="15294"/>
                  </a:lnTo>
                  <a:lnTo>
                    <a:pt x="232173" y="13161"/>
                  </a:lnTo>
                  <a:lnTo>
                    <a:pt x="227269" y="11181"/>
                  </a:lnTo>
                  <a:lnTo>
                    <a:pt x="222306" y="9358"/>
                  </a:lnTo>
                  <a:lnTo>
                    <a:pt x="217287" y="7693"/>
                  </a:lnTo>
                  <a:lnTo>
                    <a:pt x="212218" y="6187"/>
                  </a:lnTo>
                  <a:lnTo>
                    <a:pt x="207104" y="4843"/>
                  </a:lnTo>
                  <a:lnTo>
                    <a:pt x="201950" y="3660"/>
                  </a:lnTo>
                  <a:lnTo>
                    <a:pt x="196761" y="2642"/>
                  </a:lnTo>
                  <a:lnTo>
                    <a:pt x="191543" y="1788"/>
                  </a:lnTo>
                  <a:lnTo>
                    <a:pt x="186300" y="1099"/>
                  </a:lnTo>
                  <a:lnTo>
                    <a:pt x="181038" y="577"/>
                  </a:lnTo>
                  <a:lnTo>
                    <a:pt x="175763" y="22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8605" cy="167167"/>
            </a:xfrm>
            <a:custGeom>
              <a:avLst/>
              <a:pathLst>
                <a:path w="8605" h="167167">
                  <a:moveTo>
                    <a:pt x="8605" y="2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9325" y="5269756"/>
              <a:ext cx="165176" cy="167167"/>
            </a:xfrm>
            <a:custGeom>
              <a:avLst/>
              <a:pathLst>
                <a:path w="165176" h="167167">
                  <a:moveTo>
                    <a:pt x="165176" y="0"/>
                  </a:moveTo>
                  <a:lnTo>
                    <a:pt x="159796" y="86"/>
                  </a:lnTo>
                  <a:lnTo>
                    <a:pt x="154421" y="346"/>
                  </a:lnTo>
                  <a:lnTo>
                    <a:pt x="149058" y="778"/>
                  </a:lnTo>
                  <a:lnTo>
                    <a:pt x="143712" y="1383"/>
                  </a:lnTo>
                  <a:lnTo>
                    <a:pt x="138387" y="2160"/>
                  </a:lnTo>
                  <a:lnTo>
                    <a:pt x="133091" y="3107"/>
                  </a:lnTo>
                  <a:lnTo>
                    <a:pt x="127828" y="4225"/>
                  </a:lnTo>
                  <a:lnTo>
                    <a:pt x="122603" y="5511"/>
                  </a:lnTo>
                  <a:lnTo>
                    <a:pt x="117422" y="6965"/>
                  </a:lnTo>
                  <a:lnTo>
                    <a:pt x="112291" y="8585"/>
                  </a:lnTo>
                  <a:lnTo>
                    <a:pt x="107215" y="10369"/>
                  </a:lnTo>
                  <a:lnTo>
                    <a:pt x="102199" y="12316"/>
                  </a:lnTo>
                  <a:lnTo>
                    <a:pt x="97248" y="14423"/>
                  </a:lnTo>
                  <a:lnTo>
                    <a:pt x="92367" y="16688"/>
                  </a:lnTo>
                  <a:lnTo>
                    <a:pt x="87562" y="19109"/>
                  </a:lnTo>
                  <a:lnTo>
                    <a:pt x="82838" y="21684"/>
                  </a:lnTo>
                  <a:lnTo>
                    <a:pt x="78198" y="24409"/>
                  </a:lnTo>
                  <a:lnTo>
                    <a:pt x="73649" y="27282"/>
                  </a:lnTo>
                  <a:lnTo>
                    <a:pt x="69194" y="30300"/>
                  </a:lnTo>
                  <a:lnTo>
                    <a:pt x="64839" y="33460"/>
                  </a:lnTo>
                  <a:lnTo>
                    <a:pt x="60588" y="36758"/>
                  </a:lnTo>
                  <a:lnTo>
                    <a:pt x="56445" y="40192"/>
                  </a:lnTo>
                  <a:lnTo>
                    <a:pt x="52415" y="43757"/>
                  </a:lnTo>
                  <a:lnTo>
                    <a:pt x="48502" y="47450"/>
                  </a:lnTo>
                  <a:lnTo>
                    <a:pt x="44710" y="51267"/>
                  </a:lnTo>
                  <a:lnTo>
                    <a:pt x="41042" y="55203"/>
                  </a:lnTo>
                  <a:lnTo>
                    <a:pt x="37503" y="59256"/>
                  </a:lnTo>
                  <a:lnTo>
                    <a:pt x="34096" y="63421"/>
                  </a:lnTo>
                  <a:lnTo>
                    <a:pt x="30825" y="67693"/>
                  </a:lnTo>
                  <a:lnTo>
                    <a:pt x="27694" y="72069"/>
                  </a:lnTo>
                  <a:lnTo>
                    <a:pt x="24704" y="76543"/>
                  </a:lnTo>
                  <a:lnTo>
                    <a:pt x="21861" y="81110"/>
                  </a:lnTo>
                  <a:lnTo>
                    <a:pt x="19165" y="85767"/>
                  </a:lnTo>
                  <a:lnTo>
                    <a:pt x="16621" y="90508"/>
                  </a:lnTo>
                  <a:lnTo>
                    <a:pt x="14231" y="95329"/>
                  </a:lnTo>
                  <a:lnTo>
                    <a:pt x="11997" y="100224"/>
                  </a:lnTo>
                  <a:lnTo>
                    <a:pt x="9922" y="105188"/>
                  </a:lnTo>
                  <a:lnTo>
                    <a:pt x="8008" y="110217"/>
                  </a:lnTo>
                  <a:lnTo>
                    <a:pt x="6257" y="115305"/>
                  </a:lnTo>
                  <a:lnTo>
                    <a:pt x="4670" y="120446"/>
                  </a:lnTo>
                  <a:lnTo>
                    <a:pt x="3249" y="125636"/>
                  </a:lnTo>
                  <a:lnTo>
                    <a:pt x="1997" y="130869"/>
                  </a:lnTo>
                  <a:lnTo>
                    <a:pt x="913" y="136139"/>
                  </a:lnTo>
                  <a:lnTo>
                    <a:pt x="0" y="141441"/>
                  </a:lnTo>
                  <a:lnTo>
                    <a:pt x="16517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7335" y="5269756"/>
              <a:ext cx="334320" cy="334330"/>
            </a:xfrm>
            <a:custGeom>
              <a:avLst/>
              <a:pathLst>
                <a:path w="334320" h="334330">
                  <a:moveTo>
                    <a:pt x="1989" y="141441"/>
                  </a:moveTo>
                  <a:lnTo>
                    <a:pt x="1254" y="146708"/>
                  </a:lnTo>
                  <a:lnTo>
                    <a:pt x="688" y="151995"/>
                  </a:lnTo>
                  <a:lnTo>
                    <a:pt x="289" y="157297"/>
                  </a:lnTo>
                  <a:lnTo>
                    <a:pt x="60" y="162610"/>
                  </a:lnTo>
                  <a:lnTo>
                    <a:pt x="0" y="167927"/>
                  </a:lnTo>
                  <a:lnTo>
                    <a:pt x="108" y="173243"/>
                  </a:lnTo>
                  <a:lnTo>
                    <a:pt x="386" y="178553"/>
                  </a:lnTo>
                  <a:lnTo>
                    <a:pt x="832" y="183851"/>
                  </a:lnTo>
                  <a:lnTo>
                    <a:pt x="1447" y="189133"/>
                  </a:lnTo>
                  <a:lnTo>
                    <a:pt x="2230" y="194393"/>
                  </a:lnTo>
                  <a:lnTo>
                    <a:pt x="3179" y="199624"/>
                  </a:lnTo>
                  <a:lnTo>
                    <a:pt x="4294" y="204824"/>
                  </a:lnTo>
                  <a:lnTo>
                    <a:pt x="5574" y="209984"/>
                  </a:lnTo>
                  <a:lnTo>
                    <a:pt x="7018" y="215102"/>
                  </a:lnTo>
                  <a:lnTo>
                    <a:pt x="8623" y="220171"/>
                  </a:lnTo>
                  <a:lnTo>
                    <a:pt x="10389" y="225187"/>
                  </a:lnTo>
                  <a:lnTo>
                    <a:pt x="12314" y="230144"/>
                  </a:lnTo>
                  <a:lnTo>
                    <a:pt x="14395" y="235037"/>
                  </a:lnTo>
                  <a:lnTo>
                    <a:pt x="16631" y="239861"/>
                  </a:lnTo>
                  <a:lnTo>
                    <a:pt x="19019" y="244612"/>
                  </a:lnTo>
                  <a:lnTo>
                    <a:pt x="21557" y="249284"/>
                  </a:lnTo>
                  <a:lnTo>
                    <a:pt x="24243" y="253874"/>
                  </a:lnTo>
                  <a:lnTo>
                    <a:pt x="27073" y="258376"/>
                  </a:lnTo>
                  <a:lnTo>
                    <a:pt x="30044" y="262785"/>
                  </a:lnTo>
                  <a:lnTo>
                    <a:pt x="33155" y="267098"/>
                  </a:lnTo>
                  <a:lnTo>
                    <a:pt x="36401" y="271309"/>
                  </a:lnTo>
                  <a:lnTo>
                    <a:pt x="39779" y="275415"/>
                  </a:lnTo>
                  <a:lnTo>
                    <a:pt x="43286" y="279412"/>
                  </a:lnTo>
                  <a:lnTo>
                    <a:pt x="46919" y="283295"/>
                  </a:lnTo>
                  <a:lnTo>
                    <a:pt x="50673" y="287061"/>
                  </a:lnTo>
                  <a:lnTo>
                    <a:pt x="54545" y="290705"/>
                  </a:lnTo>
                  <a:lnTo>
                    <a:pt x="58531" y="294224"/>
                  </a:lnTo>
                  <a:lnTo>
                    <a:pt x="62627" y="297615"/>
                  </a:lnTo>
                  <a:lnTo>
                    <a:pt x="66829" y="300874"/>
                  </a:lnTo>
                  <a:lnTo>
                    <a:pt x="71132" y="303998"/>
                  </a:lnTo>
                  <a:lnTo>
                    <a:pt x="75533" y="306983"/>
                  </a:lnTo>
                  <a:lnTo>
                    <a:pt x="80026" y="309826"/>
                  </a:lnTo>
                  <a:lnTo>
                    <a:pt x="84607" y="312525"/>
                  </a:lnTo>
                  <a:lnTo>
                    <a:pt x="89272" y="315078"/>
                  </a:lnTo>
                  <a:lnTo>
                    <a:pt x="94015" y="317480"/>
                  </a:lnTo>
                  <a:lnTo>
                    <a:pt x="98833" y="319731"/>
                  </a:lnTo>
                  <a:lnTo>
                    <a:pt x="103720" y="321827"/>
                  </a:lnTo>
                  <a:lnTo>
                    <a:pt x="108671" y="323766"/>
                  </a:lnTo>
                  <a:lnTo>
                    <a:pt x="113681" y="325547"/>
                  </a:lnTo>
                  <a:lnTo>
                    <a:pt x="118745" y="327168"/>
                  </a:lnTo>
                  <a:lnTo>
                    <a:pt x="123858" y="328627"/>
                  </a:lnTo>
                  <a:lnTo>
                    <a:pt x="129015" y="329923"/>
                  </a:lnTo>
                  <a:lnTo>
                    <a:pt x="134211" y="331054"/>
                  </a:lnTo>
                  <a:lnTo>
                    <a:pt x="139440" y="332019"/>
                  </a:lnTo>
                  <a:lnTo>
                    <a:pt x="144697" y="332818"/>
                  </a:lnTo>
                  <a:lnTo>
                    <a:pt x="149977" y="333448"/>
                  </a:lnTo>
                  <a:lnTo>
                    <a:pt x="155274" y="333911"/>
                  </a:lnTo>
                  <a:lnTo>
                    <a:pt x="160583" y="334205"/>
                  </a:lnTo>
                  <a:lnTo>
                    <a:pt x="165899" y="334330"/>
                  </a:lnTo>
                  <a:lnTo>
                    <a:pt x="171216" y="334285"/>
                  </a:lnTo>
                  <a:lnTo>
                    <a:pt x="176529" y="334072"/>
                  </a:lnTo>
                  <a:lnTo>
                    <a:pt x="181833" y="333690"/>
                  </a:lnTo>
                  <a:lnTo>
                    <a:pt x="187122" y="333139"/>
                  </a:lnTo>
                  <a:lnTo>
                    <a:pt x="192390" y="332420"/>
                  </a:lnTo>
                  <a:lnTo>
                    <a:pt x="197633" y="331534"/>
                  </a:lnTo>
                  <a:lnTo>
                    <a:pt x="202845" y="330482"/>
                  </a:lnTo>
                  <a:lnTo>
                    <a:pt x="208021" y="329265"/>
                  </a:lnTo>
                  <a:lnTo>
                    <a:pt x="213156" y="327883"/>
                  </a:lnTo>
                  <a:lnTo>
                    <a:pt x="218244" y="326339"/>
                  </a:lnTo>
                  <a:lnTo>
                    <a:pt x="223281" y="324634"/>
                  </a:lnTo>
                  <a:lnTo>
                    <a:pt x="228261" y="322770"/>
                  </a:lnTo>
                  <a:lnTo>
                    <a:pt x="233179" y="320748"/>
                  </a:lnTo>
                  <a:lnTo>
                    <a:pt x="238030" y="318571"/>
                  </a:lnTo>
                  <a:lnTo>
                    <a:pt x="242809" y="316240"/>
                  </a:lnTo>
                  <a:lnTo>
                    <a:pt x="247512" y="313759"/>
                  </a:lnTo>
                  <a:lnTo>
                    <a:pt x="252134" y="311130"/>
                  </a:lnTo>
                  <a:lnTo>
                    <a:pt x="256670" y="308354"/>
                  </a:lnTo>
                  <a:lnTo>
                    <a:pt x="261115" y="305436"/>
                  </a:lnTo>
                  <a:lnTo>
                    <a:pt x="265465" y="302378"/>
                  </a:lnTo>
                  <a:lnTo>
                    <a:pt x="269715" y="299184"/>
                  </a:lnTo>
                  <a:lnTo>
                    <a:pt x="273862" y="295855"/>
                  </a:lnTo>
                  <a:lnTo>
                    <a:pt x="277901" y="292397"/>
                  </a:lnTo>
                  <a:lnTo>
                    <a:pt x="281828" y="288812"/>
                  </a:lnTo>
                  <a:lnTo>
                    <a:pt x="285639" y="285103"/>
                  </a:lnTo>
                  <a:lnTo>
                    <a:pt x="289330" y="281276"/>
                  </a:lnTo>
                  <a:lnTo>
                    <a:pt x="292897" y="277333"/>
                  </a:lnTo>
                  <a:lnTo>
                    <a:pt x="296337" y="273278"/>
                  </a:lnTo>
                  <a:lnTo>
                    <a:pt x="299647" y="269116"/>
                  </a:lnTo>
                  <a:lnTo>
                    <a:pt x="302822" y="264851"/>
                  </a:lnTo>
                  <a:lnTo>
                    <a:pt x="305860" y="260487"/>
                  </a:lnTo>
                  <a:lnTo>
                    <a:pt x="308758" y="256029"/>
                  </a:lnTo>
                  <a:lnTo>
                    <a:pt x="311513" y="251481"/>
                  </a:lnTo>
                  <a:lnTo>
                    <a:pt x="314121" y="246847"/>
                  </a:lnTo>
                  <a:lnTo>
                    <a:pt x="316581" y="242133"/>
                  </a:lnTo>
                  <a:lnTo>
                    <a:pt x="318890" y="237343"/>
                  </a:lnTo>
                  <a:lnTo>
                    <a:pt x="321045" y="232482"/>
                  </a:lnTo>
                  <a:lnTo>
                    <a:pt x="323044" y="227555"/>
                  </a:lnTo>
                  <a:lnTo>
                    <a:pt x="324886" y="222567"/>
                  </a:lnTo>
                  <a:lnTo>
                    <a:pt x="326568" y="217522"/>
                  </a:lnTo>
                  <a:lnTo>
                    <a:pt x="328089" y="212427"/>
                  </a:lnTo>
                  <a:lnTo>
                    <a:pt x="329447" y="207286"/>
                  </a:lnTo>
                  <a:lnTo>
                    <a:pt x="330641" y="202105"/>
                  </a:lnTo>
                  <a:lnTo>
                    <a:pt x="331669" y="196888"/>
                  </a:lnTo>
                  <a:lnTo>
                    <a:pt x="332531" y="191641"/>
                  </a:lnTo>
                  <a:lnTo>
                    <a:pt x="333226" y="186369"/>
                  </a:lnTo>
                  <a:lnTo>
                    <a:pt x="333753" y="181078"/>
                  </a:lnTo>
                  <a:lnTo>
                    <a:pt x="334111" y="175773"/>
                  </a:lnTo>
                  <a:lnTo>
                    <a:pt x="334300" y="170459"/>
                  </a:lnTo>
                  <a:lnTo>
                    <a:pt x="334320" y="165141"/>
                  </a:lnTo>
                  <a:lnTo>
                    <a:pt x="334171" y="159826"/>
                  </a:lnTo>
                  <a:lnTo>
                    <a:pt x="333853" y="154518"/>
                  </a:lnTo>
                  <a:lnTo>
                    <a:pt x="333367" y="149223"/>
                  </a:lnTo>
                  <a:lnTo>
                    <a:pt x="332712" y="143946"/>
                  </a:lnTo>
                  <a:lnTo>
                    <a:pt x="331890" y="138693"/>
                  </a:lnTo>
                  <a:lnTo>
                    <a:pt x="330901" y="133468"/>
                  </a:lnTo>
                  <a:lnTo>
                    <a:pt x="329746" y="128278"/>
                  </a:lnTo>
                  <a:lnTo>
                    <a:pt x="328427" y="123127"/>
                  </a:lnTo>
                  <a:lnTo>
                    <a:pt x="326945" y="118020"/>
                  </a:lnTo>
                  <a:lnTo>
                    <a:pt x="325301" y="112963"/>
                  </a:lnTo>
                  <a:lnTo>
                    <a:pt x="323497" y="107961"/>
                  </a:lnTo>
                  <a:lnTo>
                    <a:pt x="321535" y="103019"/>
                  </a:lnTo>
                  <a:lnTo>
                    <a:pt x="319417" y="98142"/>
                  </a:lnTo>
                  <a:lnTo>
                    <a:pt x="317144" y="93335"/>
                  </a:lnTo>
                  <a:lnTo>
                    <a:pt x="314720" y="88602"/>
                  </a:lnTo>
                  <a:lnTo>
                    <a:pt x="312147" y="83949"/>
                  </a:lnTo>
                  <a:lnTo>
                    <a:pt x="309427" y="79380"/>
                  </a:lnTo>
                  <a:lnTo>
                    <a:pt x="306563" y="74900"/>
                  </a:lnTo>
                  <a:lnTo>
                    <a:pt x="303558" y="70513"/>
                  </a:lnTo>
                  <a:lnTo>
                    <a:pt x="300415" y="66224"/>
                  </a:lnTo>
                  <a:lnTo>
                    <a:pt x="297137" y="62037"/>
                  </a:lnTo>
                  <a:lnTo>
                    <a:pt x="293728" y="57957"/>
                  </a:lnTo>
                  <a:lnTo>
                    <a:pt x="290190" y="53987"/>
                  </a:lnTo>
                  <a:lnTo>
                    <a:pt x="286529" y="50131"/>
                  </a:lnTo>
                  <a:lnTo>
                    <a:pt x="282746" y="46394"/>
                  </a:lnTo>
                  <a:lnTo>
                    <a:pt x="278846" y="42779"/>
                  </a:lnTo>
                  <a:lnTo>
                    <a:pt x="274834" y="39290"/>
                  </a:lnTo>
                  <a:lnTo>
                    <a:pt x="270712" y="35931"/>
                  </a:lnTo>
                  <a:lnTo>
                    <a:pt x="266486" y="32704"/>
                  </a:lnTo>
                  <a:lnTo>
                    <a:pt x="262159" y="29613"/>
                  </a:lnTo>
                  <a:lnTo>
                    <a:pt x="257736" y="26661"/>
                  </a:lnTo>
                  <a:lnTo>
                    <a:pt x="253222" y="23852"/>
                  </a:lnTo>
                  <a:lnTo>
                    <a:pt x="248620" y="21187"/>
                  </a:lnTo>
                  <a:lnTo>
                    <a:pt x="243936" y="18671"/>
                  </a:lnTo>
                  <a:lnTo>
                    <a:pt x="239175" y="16304"/>
                  </a:lnTo>
                  <a:lnTo>
                    <a:pt x="234340" y="14090"/>
                  </a:lnTo>
                  <a:lnTo>
                    <a:pt x="229438" y="12031"/>
                  </a:lnTo>
                  <a:lnTo>
                    <a:pt x="224472" y="10129"/>
                  </a:lnTo>
                  <a:lnTo>
                    <a:pt x="219449" y="8386"/>
                  </a:lnTo>
                  <a:lnTo>
                    <a:pt x="214372" y="6803"/>
                  </a:lnTo>
                  <a:lnTo>
                    <a:pt x="209248" y="5383"/>
                  </a:lnTo>
                  <a:lnTo>
                    <a:pt x="204081" y="4127"/>
                  </a:lnTo>
                  <a:lnTo>
                    <a:pt x="198877" y="3035"/>
                  </a:lnTo>
                  <a:lnTo>
                    <a:pt x="193641" y="2109"/>
                  </a:lnTo>
                  <a:lnTo>
                    <a:pt x="188378" y="1351"/>
                  </a:lnTo>
                  <a:lnTo>
                    <a:pt x="183094" y="760"/>
                  </a:lnTo>
                  <a:lnTo>
                    <a:pt x="177793" y="338"/>
                  </a:lnTo>
                  <a:lnTo>
                    <a:pt x="172482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1909" y="5399291"/>
              <a:ext cx="24306" cy="167167"/>
            </a:xfrm>
            <a:custGeom>
              <a:avLst/>
              <a:pathLst>
                <a:path w="24306" h="167167">
                  <a:moveTo>
                    <a:pt x="24306" y="0"/>
                  </a:moveTo>
                  <a:lnTo>
                    <a:pt x="16178" y="197"/>
                  </a:lnTo>
                  <a:lnTo>
                    <a:pt x="8070" y="790"/>
                  </a:lnTo>
                  <a:lnTo>
                    <a:pt x="0" y="1776"/>
                  </a:lnTo>
                  <a:lnTo>
                    <a:pt x="2430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1909" y="5401068"/>
              <a:ext cx="24306" cy="165390"/>
            </a:xfrm>
            <a:custGeom>
              <a:avLst/>
              <a:pathLst>
                <a:path w="24306" h="165390">
                  <a:moveTo>
                    <a:pt x="0" y="0"/>
                  </a:moveTo>
                  <a:lnTo>
                    <a:pt x="24306" y="165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1909" y="5401068"/>
              <a:ext cx="24306" cy="165390"/>
            </a:xfrm>
            <a:custGeom>
              <a:avLst/>
              <a:pathLst>
                <a:path w="24306" h="165390">
                  <a:moveTo>
                    <a:pt x="0" y="0"/>
                  </a:moveTo>
                  <a:lnTo>
                    <a:pt x="24306" y="165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1909" y="5401068"/>
              <a:ext cx="24306" cy="165390"/>
            </a:xfrm>
            <a:custGeom>
              <a:avLst/>
              <a:pathLst>
                <a:path w="24306" h="165390">
                  <a:moveTo>
                    <a:pt x="0" y="0"/>
                  </a:moveTo>
                  <a:lnTo>
                    <a:pt x="24306" y="165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1909" y="5401068"/>
              <a:ext cx="24306" cy="165390"/>
            </a:xfrm>
            <a:custGeom>
              <a:avLst/>
              <a:pathLst>
                <a:path w="24306" h="165390">
                  <a:moveTo>
                    <a:pt x="0" y="0"/>
                  </a:moveTo>
                  <a:lnTo>
                    <a:pt x="24306" y="165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1909" y="5401068"/>
              <a:ext cx="24306" cy="165390"/>
            </a:xfrm>
            <a:custGeom>
              <a:avLst/>
              <a:pathLst>
                <a:path w="24306" h="165390">
                  <a:moveTo>
                    <a:pt x="0" y="0"/>
                  </a:moveTo>
                  <a:lnTo>
                    <a:pt x="24306" y="1653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1909" y="5401068"/>
              <a:ext cx="24306" cy="165390"/>
            </a:xfrm>
            <a:custGeom>
              <a:avLst/>
              <a:pathLst>
                <a:path w="24306" h="165390">
                  <a:moveTo>
                    <a:pt x="0" y="0"/>
                  </a:moveTo>
                  <a:lnTo>
                    <a:pt x="24306" y="1653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319048" y="5399907"/>
              <a:ext cx="334333" cy="333702"/>
            </a:xfrm>
            <a:custGeom>
              <a:avLst/>
              <a:pathLst>
                <a:path w="334333" h="333702">
                  <a:moveTo>
                    <a:pt x="142860" y="1161"/>
                  </a:moveTo>
                  <a:lnTo>
                    <a:pt x="137633" y="2014"/>
                  </a:lnTo>
                  <a:lnTo>
                    <a:pt x="132436" y="3032"/>
                  </a:lnTo>
                  <a:lnTo>
                    <a:pt x="127273" y="4214"/>
                  </a:lnTo>
                  <a:lnTo>
                    <a:pt x="122151" y="5559"/>
                  </a:lnTo>
                  <a:lnTo>
                    <a:pt x="117074" y="7066"/>
                  </a:lnTo>
                  <a:lnTo>
                    <a:pt x="112047" y="8733"/>
                  </a:lnTo>
                  <a:lnTo>
                    <a:pt x="107075" y="10558"/>
                  </a:lnTo>
                  <a:lnTo>
                    <a:pt x="102164" y="12540"/>
                  </a:lnTo>
                  <a:lnTo>
                    <a:pt x="97318" y="14676"/>
                  </a:lnTo>
                  <a:lnTo>
                    <a:pt x="92542" y="16965"/>
                  </a:lnTo>
                  <a:lnTo>
                    <a:pt x="87841" y="19404"/>
                  </a:lnTo>
                  <a:lnTo>
                    <a:pt x="83219" y="21991"/>
                  </a:lnTo>
                  <a:lnTo>
                    <a:pt x="78682" y="24723"/>
                  </a:lnTo>
                  <a:lnTo>
                    <a:pt x="74234" y="27597"/>
                  </a:lnTo>
                  <a:lnTo>
                    <a:pt x="69878" y="30611"/>
                  </a:lnTo>
                  <a:lnTo>
                    <a:pt x="65621" y="33761"/>
                  </a:lnTo>
                  <a:lnTo>
                    <a:pt x="61465" y="37044"/>
                  </a:lnTo>
                  <a:lnTo>
                    <a:pt x="57416" y="40457"/>
                  </a:lnTo>
                  <a:lnTo>
                    <a:pt x="53477" y="43997"/>
                  </a:lnTo>
                  <a:lnTo>
                    <a:pt x="49652" y="47660"/>
                  </a:lnTo>
                  <a:lnTo>
                    <a:pt x="45944" y="51443"/>
                  </a:lnTo>
                  <a:lnTo>
                    <a:pt x="42359" y="55340"/>
                  </a:lnTo>
                  <a:lnTo>
                    <a:pt x="38899" y="59350"/>
                  </a:lnTo>
                  <a:lnTo>
                    <a:pt x="35567" y="63467"/>
                  </a:lnTo>
                  <a:lnTo>
                    <a:pt x="32368" y="67687"/>
                  </a:lnTo>
                  <a:lnTo>
                    <a:pt x="29304" y="72007"/>
                  </a:lnTo>
                  <a:lnTo>
                    <a:pt x="26378" y="76422"/>
                  </a:lnTo>
                  <a:lnTo>
                    <a:pt x="23593" y="80927"/>
                  </a:lnTo>
                  <a:lnTo>
                    <a:pt x="20953" y="85518"/>
                  </a:lnTo>
                  <a:lnTo>
                    <a:pt x="18459" y="90190"/>
                  </a:lnTo>
                  <a:lnTo>
                    <a:pt x="16115" y="94939"/>
                  </a:lnTo>
                  <a:lnTo>
                    <a:pt x="13922" y="99760"/>
                  </a:lnTo>
                  <a:lnTo>
                    <a:pt x="11884" y="104648"/>
                  </a:lnTo>
                  <a:lnTo>
                    <a:pt x="10001" y="109598"/>
                  </a:lnTo>
                  <a:lnTo>
                    <a:pt x="8275" y="114605"/>
                  </a:lnTo>
                  <a:lnTo>
                    <a:pt x="6709" y="119665"/>
                  </a:lnTo>
                  <a:lnTo>
                    <a:pt x="5305" y="124771"/>
                  </a:lnTo>
                  <a:lnTo>
                    <a:pt x="4062" y="129920"/>
                  </a:lnTo>
                  <a:lnTo>
                    <a:pt x="2984" y="135105"/>
                  </a:lnTo>
                  <a:lnTo>
                    <a:pt x="2070" y="140321"/>
                  </a:lnTo>
                  <a:lnTo>
                    <a:pt x="1322" y="145564"/>
                  </a:lnTo>
                  <a:lnTo>
                    <a:pt x="741" y="150828"/>
                  </a:lnTo>
                  <a:lnTo>
                    <a:pt x="326" y="156108"/>
                  </a:lnTo>
                  <a:lnTo>
                    <a:pt x="79" y="161399"/>
                  </a:lnTo>
                  <a:lnTo>
                    <a:pt x="0" y="166694"/>
                  </a:lnTo>
                  <a:lnTo>
                    <a:pt x="88" y="171990"/>
                  </a:lnTo>
                  <a:lnTo>
                    <a:pt x="344" y="177280"/>
                  </a:lnTo>
                  <a:lnTo>
                    <a:pt x="768" y="182559"/>
                  </a:lnTo>
                  <a:lnTo>
                    <a:pt x="1358" y="187822"/>
                  </a:lnTo>
                  <a:lnTo>
                    <a:pt x="2115" y="193064"/>
                  </a:lnTo>
                  <a:lnTo>
                    <a:pt x="3038" y="198279"/>
                  </a:lnTo>
                  <a:lnTo>
                    <a:pt x="4125" y="203462"/>
                  </a:lnTo>
                  <a:lnTo>
                    <a:pt x="5376" y="208608"/>
                  </a:lnTo>
                  <a:lnTo>
                    <a:pt x="6790" y="213712"/>
                  </a:lnTo>
                  <a:lnTo>
                    <a:pt x="8364" y="218769"/>
                  </a:lnTo>
                  <a:lnTo>
                    <a:pt x="10098" y="223773"/>
                  </a:lnTo>
                  <a:lnTo>
                    <a:pt x="11989" y="228720"/>
                  </a:lnTo>
                  <a:lnTo>
                    <a:pt x="14037" y="233604"/>
                  </a:lnTo>
                  <a:lnTo>
                    <a:pt x="16238" y="238422"/>
                  </a:lnTo>
                  <a:lnTo>
                    <a:pt x="18590" y="243167"/>
                  </a:lnTo>
                  <a:lnTo>
                    <a:pt x="21092" y="247835"/>
                  </a:lnTo>
                  <a:lnTo>
                    <a:pt x="23740" y="252421"/>
                  </a:lnTo>
                  <a:lnTo>
                    <a:pt x="26532" y="256922"/>
                  </a:lnTo>
                  <a:lnTo>
                    <a:pt x="29465" y="261331"/>
                  </a:lnTo>
                  <a:lnTo>
                    <a:pt x="32537" y="265646"/>
                  </a:lnTo>
                  <a:lnTo>
                    <a:pt x="35743" y="269861"/>
                  </a:lnTo>
                  <a:lnTo>
                    <a:pt x="39082" y="273972"/>
                  </a:lnTo>
                  <a:lnTo>
                    <a:pt x="42549" y="277976"/>
                  </a:lnTo>
                  <a:lnTo>
                    <a:pt x="46141" y="281867"/>
                  </a:lnTo>
                  <a:lnTo>
                    <a:pt x="49855" y="285643"/>
                  </a:lnTo>
                  <a:lnTo>
                    <a:pt x="53686" y="289300"/>
                  </a:lnTo>
                  <a:lnTo>
                    <a:pt x="57631" y="292833"/>
                  </a:lnTo>
                  <a:lnTo>
                    <a:pt x="61687" y="296239"/>
                  </a:lnTo>
                  <a:lnTo>
                    <a:pt x="65848" y="299515"/>
                  </a:lnTo>
                  <a:lnTo>
                    <a:pt x="70111" y="302658"/>
                  </a:lnTo>
                  <a:lnTo>
                    <a:pt x="74471" y="305664"/>
                  </a:lnTo>
                  <a:lnTo>
                    <a:pt x="78924" y="308531"/>
                  </a:lnTo>
                  <a:lnTo>
                    <a:pt x="83466" y="311255"/>
                  </a:lnTo>
                  <a:lnTo>
                    <a:pt x="88092" y="313834"/>
                  </a:lnTo>
                  <a:lnTo>
                    <a:pt x="92797" y="316265"/>
                  </a:lnTo>
                  <a:lnTo>
                    <a:pt x="97577" y="318546"/>
                  </a:lnTo>
                  <a:lnTo>
                    <a:pt x="102427" y="320674"/>
                  </a:lnTo>
                  <a:lnTo>
                    <a:pt x="107341" y="322647"/>
                  </a:lnTo>
                  <a:lnTo>
                    <a:pt x="112316" y="324464"/>
                  </a:lnTo>
                  <a:lnTo>
                    <a:pt x="117346" y="326122"/>
                  </a:lnTo>
                  <a:lnTo>
                    <a:pt x="122426" y="327620"/>
                  </a:lnTo>
                  <a:lnTo>
                    <a:pt x="127551" y="328957"/>
                  </a:lnTo>
                  <a:lnTo>
                    <a:pt x="132715" y="330130"/>
                  </a:lnTo>
                  <a:lnTo>
                    <a:pt x="137914" y="331140"/>
                  </a:lnTo>
                  <a:lnTo>
                    <a:pt x="143143" y="331984"/>
                  </a:lnTo>
                  <a:lnTo>
                    <a:pt x="148395" y="332662"/>
                  </a:lnTo>
                  <a:lnTo>
                    <a:pt x="153667" y="333173"/>
                  </a:lnTo>
                  <a:lnTo>
                    <a:pt x="158951" y="333517"/>
                  </a:lnTo>
                  <a:lnTo>
                    <a:pt x="164245" y="333693"/>
                  </a:lnTo>
                  <a:lnTo>
                    <a:pt x="169541" y="333702"/>
                  </a:lnTo>
                  <a:lnTo>
                    <a:pt x="174834" y="333543"/>
                  </a:lnTo>
                  <a:lnTo>
                    <a:pt x="180121" y="333216"/>
                  </a:lnTo>
                  <a:lnTo>
                    <a:pt x="185394" y="332722"/>
                  </a:lnTo>
                  <a:lnTo>
                    <a:pt x="190648" y="332062"/>
                  </a:lnTo>
                  <a:lnTo>
                    <a:pt x="195879" y="331235"/>
                  </a:lnTo>
                  <a:lnTo>
                    <a:pt x="201082" y="330242"/>
                  </a:lnTo>
                  <a:lnTo>
                    <a:pt x="206250" y="329086"/>
                  </a:lnTo>
                  <a:lnTo>
                    <a:pt x="211379" y="327766"/>
                  </a:lnTo>
                  <a:lnTo>
                    <a:pt x="216464" y="326285"/>
                  </a:lnTo>
                  <a:lnTo>
                    <a:pt x="221499" y="324643"/>
                  </a:lnTo>
                  <a:lnTo>
                    <a:pt x="226480" y="322843"/>
                  </a:lnTo>
                  <a:lnTo>
                    <a:pt x="231401" y="320885"/>
                  </a:lnTo>
                  <a:lnTo>
                    <a:pt x="236258" y="318773"/>
                  </a:lnTo>
                  <a:lnTo>
                    <a:pt x="241045" y="316508"/>
                  </a:lnTo>
                  <a:lnTo>
                    <a:pt x="245758" y="314093"/>
                  </a:lnTo>
                  <a:lnTo>
                    <a:pt x="250393" y="311529"/>
                  </a:lnTo>
                  <a:lnTo>
                    <a:pt x="254943" y="308820"/>
                  </a:lnTo>
                  <a:lnTo>
                    <a:pt x="259406" y="305968"/>
                  </a:lnTo>
                  <a:lnTo>
                    <a:pt x="263776" y="302976"/>
                  </a:lnTo>
                  <a:lnTo>
                    <a:pt x="268049" y="299847"/>
                  </a:lnTo>
                  <a:lnTo>
                    <a:pt x="272221" y="296585"/>
                  </a:lnTo>
                  <a:lnTo>
                    <a:pt x="276287" y="293191"/>
                  </a:lnTo>
                  <a:lnTo>
                    <a:pt x="280244" y="289671"/>
                  </a:lnTo>
                  <a:lnTo>
                    <a:pt x="284088" y="286027"/>
                  </a:lnTo>
                  <a:lnTo>
                    <a:pt x="287814" y="282264"/>
                  </a:lnTo>
                  <a:lnTo>
                    <a:pt x="291419" y="278384"/>
                  </a:lnTo>
                  <a:lnTo>
                    <a:pt x="294899" y="274392"/>
                  </a:lnTo>
                  <a:lnTo>
                    <a:pt x="298251" y="270291"/>
                  </a:lnTo>
                  <a:lnTo>
                    <a:pt x="301471" y="266087"/>
                  </a:lnTo>
                  <a:lnTo>
                    <a:pt x="304557" y="261782"/>
                  </a:lnTo>
                  <a:lnTo>
                    <a:pt x="307505" y="257382"/>
                  </a:lnTo>
                  <a:lnTo>
                    <a:pt x="310312" y="252891"/>
                  </a:lnTo>
                  <a:lnTo>
                    <a:pt x="312975" y="248314"/>
                  </a:lnTo>
                  <a:lnTo>
                    <a:pt x="315492" y="243654"/>
                  </a:lnTo>
                  <a:lnTo>
                    <a:pt x="317860" y="238916"/>
                  </a:lnTo>
                  <a:lnTo>
                    <a:pt x="320076" y="234106"/>
                  </a:lnTo>
                  <a:lnTo>
                    <a:pt x="322139" y="229229"/>
                  </a:lnTo>
                  <a:lnTo>
                    <a:pt x="324047" y="224288"/>
                  </a:lnTo>
                  <a:lnTo>
                    <a:pt x="325797" y="219290"/>
                  </a:lnTo>
                  <a:lnTo>
                    <a:pt x="327388" y="214238"/>
                  </a:lnTo>
                  <a:lnTo>
                    <a:pt x="328819" y="209139"/>
                  </a:lnTo>
                  <a:lnTo>
                    <a:pt x="330087" y="203997"/>
                  </a:lnTo>
                  <a:lnTo>
                    <a:pt x="331191" y="198817"/>
                  </a:lnTo>
                  <a:lnTo>
                    <a:pt x="332131" y="193605"/>
                  </a:lnTo>
                  <a:lnTo>
                    <a:pt x="332905" y="188366"/>
                  </a:lnTo>
                  <a:lnTo>
                    <a:pt x="333513" y="183105"/>
                  </a:lnTo>
                  <a:lnTo>
                    <a:pt x="333954" y="177827"/>
                  </a:lnTo>
                  <a:lnTo>
                    <a:pt x="334227" y="172538"/>
                  </a:lnTo>
                  <a:lnTo>
                    <a:pt x="334333" y="167243"/>
                  </a:lnTo>
                  <a:lnTo>
                    <a:pt x="334271" y="161947"/>
                  </a:lnTo>
                  <a:lnTo>
                    <a:pt x="334041" y="156656"/>
                  </a:lnTo>
                  <a:lnTo>
                    <a:pt x="333644" y="151375"/>
                  </a:lnTo>
                  <a:lnTo>
                    <a:pt x="333080" y="146109"/>
                  </a:lnTo>
                  <a:lnTo>
                    <a:pt x="332349" y="140863"/>
                  </a:lnTo>
                  <a:lnTo>
                    <a:pt x="331452" y="135643"/>
                  </a:lnTo>
                  <a:lnTo>
                    <a:pt x="330391" y="130455"/>
                  </a:lnTo>
                  <a:lnTo>
                    <a:pt x="329165" y="125302"/>
                  </a:lnTo>
                  <a:lnTo>
                    <a:pt x="327777" y="120191"/>
                  </a:lnTo>
                  <a:lnTo>
                    <a:pt x="326228" y="115127"/>
                  </a:lnTo>
                  <a:lnTo>
                    <a:pt x="324519" y="110114"/>
                  </a:lnTo>
                  <a:lnTo>
                    <a:pt x="322652" y="105158"/>
                  </a:lnTo>
                  <a:lnTo>
                    <a:pt x="320630" y="100263"/>
                  </a:lnTo>
                  <a:lnTo>
                    <a:pt x="318453" y="95435"/>
                  </a:lnTo>
                  <a:lnTo>
                    <a:pt x="316124" y="90678"/>
                  </a:lnTo>
                  <a:lnTo>
                    <a:pt x="313646" y="85998"/>
                  </a:lnTo>
                  <a:lnTo>
                    <a:pt x="311021" y="81398"/>
                  </a:lnTo>
                  <a:lnTo>
                    <a:pt x="308251" y="76884"/>
                  </a:lnTo>
                  <a:lnTo>
                    <a:pt x="305340" y="72460"/>
                  </a:lnTo>
                  <a:lnTo>
                    <a:pt x="302290" y="68130"/>
                  </a:lnTo>
                  <a:lnTo>
                    <a:pt x="299104" y="63899"/>
                  </a:lnTo>
                  <a:lnTo>
                    <a:pt x="295786" y="59771"/>
                  </a:lnTo>
                  <a:lnTo>
                    <a:pt x="292339" y="55750"/>
                  </a:lnTo>
                  <a:lnTo>
                    <a:pt x="288766" y="51841"/>
                  </a:lnTo>
                  <a:lnTo>
                    <a:pt x="285072" y="48047"/>
                  </a:lnTo>
                  <a:lnTo>
                    <a:pt x="281258" y="44371"/>
                  </a:lnTo>
                  <a:lnTo>
                    <a:pt x="277331" y="40818"/>
                  </a:lnTo>
                  <a:lnTo>
                    <a:pt x="273293" y="37392"/>
                  </a:lnTo>
                  <a:lnTo>
                    <a:pt x="269148" y="34095"/>
                  </a:lnTo>
                  <a:lnTo>
                    <a:pt x="264901" y="30931"/>
                  </a:lnTo>
                  <a:lnTo>
                    <a:pt x="260556" y="27903"/>
                  </a:lnTo>
                  <a:lnTo>
                    <a:pt x="256117" y="25014"/>
                  </a:lnTo>
                  <a:lnTo>
                    <a:pt x="251588" y="22267"/>
                  </a:lnTo>
                  <a:lnTo>
                    <a:pt x="246976" y="19665"/>
                  </a:lnTo>
                  <a:lnTo>
                    <a:pt x="242282" y="17211"/>
                  </a:lnTo>
                  <a:lnTo>
                    <a:pt x="237514" y="14906"/>
                  </a:lnTo>
                  <a:lnTo>
                    <a:pt x="232675" y="12754"/>
                  </a:lnTo>
                  <a:lnTo>
                    <a:pt x="227770" y="10756"/>
                  </a:lnTo>
                  <a:lnTo>
                    <a:pt x="222805" y="8915"/>
                  </a:lnTo>
                  <a:lnTo>
                    <a:pt x="217783" y="7231"/>
                  </a:lnTo>
                  <a:lnTo>
                    <a:pt x="212711" y="5708"/>
                  </a:lnTo>
                  <a:lnTo>
                    <a:pt x="207593" y="4346"/>
                  </a:lnTo>
                  <a:lnTo>
                    <a:pt x="202434" y="3147"/>
                  </a:lnTo>
                  <a:lnTo>
                    <a:pt x="197240" y="2111"/>
                  </a:lnTo>
                  <a:lnTo>
                    <a:pt x="192016" y="1241"/>
                  </a:lnTo>
                  <a:lnTo>
                    <a:pt x="186767" y="537"/>
                  </a:lnTo>
                  <a:lnTo>
                    <a:pt x="181498" y="0"/>
                  </a:lnTo>
                  <a:lnTo>
                    <a:pt x="167167" y="166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14331" cy="167167"/>
            </a:xfrm>
            <a:custGeom>
              <a:avLst/>
              <a:pathLst>
                <a:path w="14331" h="167167">
                  <a:moveTo>
                    <a:pt x="14331" y="6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56377" y="5399291"/>
              <a:ext cx="167166" cy="315058"/>
            </a:xfrm>
            <a:custGeom>
              <a:avLst/>
              <a:pathLst>
                <a:path w="167166" h="315058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39" y="770"/>
                  </a:lnTo>
                  <a:lnTo>
                    <a:pt x="145822" y="1368"/>
                  </a:lnTo>
                  <a:lnTo>
                    <a:pt x="140527" y="2136"/>
                  </a:lnTo>
                  <a:lnTo>
                    <a:pt x="135260" y="3073"/>
                  </a:lnTo>
                  <a:lnTo>
                    <a:pt x="130025" y="4178"/>
                  </a:lnTo>
                  <a:lnTo>
                    <a:pt x="124828" y="5450"/>
                  </a:lnTo>
                  <a:lnTo>
                    <a:pt x="119674" y="6888"/>
                  </a:lnTo>
                  <a:lnTo>
                    <a:pt x="114569" y="8490"/>
                  </a:lnTo>
                  <a:lnTo>
                    <a:pt x="109518" y="10254"/>
                  </a:lnTo>
                  <a:lnTo>
                    <a:pt x="104526" y="12179"/>
                  </a:lnTo>
                  <a:lnTo>
                    <a:pt x="99598" y="14263"/>
                  </a:lnTo>
                  <a:lnTo>
                    <a:pt x="94740" y="16504"/>
                  </a:lnTo>
                  <a:lnTo>
                    <a:pt x="89955" y="18899"/>
                  </a:lnTo>
                  <a:lnTo>
                    <a:pt x="85250" y="21446"/>
                  </a:lnTo>
                  <a:lnTo>
                    <a:pt x="80629" y="24142"/>
                  </a:lnTo>
                  <a:lnTo>
                    <a:pt x="76096" y="26985"/>
                  </a:lnTo>
                  <a:lnTo>
                    <a:pt x="71656" y="29971"/>
                  </a:lnTo>
                  <a:lnTo>
                    <a:pt x="67315" y="33098"/>
                  </a:lnTo>
                  <a:lnTo>
                    <a:pt x="63075" y="36362"/>
                  </a:lnTo>
                  <a:lnTo>
                    <a:pt x="58943" y="39760"/>
                  </a:lnTo>
                  <a:lnTo>
                    <a:pt x="54921" y="43288"/>
                  </a:lnTo>
                  <a:lnTo>
                    <a:pt x="51014" y="46944"/>
                  </a:lnTo>
                  <a:lnTo>
                    <a:pt x="47226" y="50723"/>
                  </a:lnTo>
                  <a:lnTo>
                    <a:pt x="43561" y="54621"/>
                  </a:lnTo>
                  <a:lnTo>
                    <a:pt x="40023" y="58634"/>
                  </a:lnTo>
                  <a:lnTo>
                    <a:pt x="36615" y="62758"/>
                  </a:lnTo>
                  <a:lnTo>
                    <a:pt x="33340" y="66990"/>
                  </a:lnTo>
                  <a:lnTo>
                    <a:pt x="30203" y="71324"/>
                  </a:lnTo>
                  <a:lnTo>
                    <a:pt x="27206" y="75756"/>
                  </a:lnTo>
                  <a:lnTo>
                    <a:pt x="24352" y="80282"/>
                  </a:lnTo>
                  <a:lnTo>
                    <a:pt x="21645" y="84897"/>
                  </a:lnTo>
                  <a:lnTo>
                    <a:pt x="19087" y="89596"/>
                  </a:lnTo>
                  <a:lnTo>
                    <a:pt x="16680" y="94374"/>
                  </a:lnTo>
                  <a:lnTo>
                    <a:pt x="14427" y="99228"/>
                  </a:lnTo>
                  <a:lnTo>
                    <a:pt x="12332" y="104150"/>
                  </a:lnTo>
                  <a:lnTo>
                    <a:pt x="10394" y="109138"/>
                  </a:lnTo>
                  <a:lnTo>
                    <a:pt x="8617" y="114184"/>
                  </a:lnTo>
                  <a:lnTo>
                    <a:pt x="7003" y="119285"/>
                  </a:lnTo>
                  <a:lnTo>
                    <a:pt x="5553" y="124435"/>
                  </a:lnTo>
                  <a:lnTo>
                    <a:pt x="4268" y="129629"/>
                  </a:lnTo>
                  <a:lnTo>
                    <a:pt x="3150" y="134862"/>
                  </a:lnTo>
                  <a:lnTo>
                    <a:pt x="2200" y="140127"/>
                  </a:lnTo>
                  <a:lnTo>
                    <a:pt x="1420" y="145420"/>
                  </a:lnTo>
                  <a:lnTo>
                    <a:pt x="809" y="150735"/>
                  </a:lnTo>
                  <a:lnTo>
                    <a:pt x="368" y="156068"/>
                  </a:lnTo>
                  <a:lnTo>
                    <a:pt x="98" y="161411"/>
                  </a:lnTo>
                  <a:lnTo>
                    <a:pt x="0" y="166761"/>
                  </a:lnTo>
                  <a:lnTo>
                    <a:pt x="72" y="172111"/>
                  </a:lnTo>
                  <a:lnTo>
                    <a:pt x="316" y="177455"/>
                  </a:lnTo>
                  <a:lnTo>
                    <a:pt x="731" y="182790"/>
                  </a:lnTo>
                  <a:lnTo>
                    <a:pt x="1316" y="188108"/>
                  </a:lnTo>
                  <a:lnTo>
                    <a:pt x="2071" y="193405"/>
                  </a:lnTo>
                  <a:lnTo>
                    <a:pt x="2995" y="198675"/>
                  </a:lnTo>
                  <a:lnTo>
                    <a:pt x="4088" y="203912"/>
                  </a:lnTo>
                  <a:lnTo>
                    <a:pt x="5347" y="209112"/>
                  </a:lnTo>
                  <a:lnTo>
                    <a:pt x="6772" y="214269"/>
                  </a:lnTo>
                  <a:lnTo>
                    <a:pt x="8362" y="219378"/>
                  </a:lnTo>
                  <a:lnTo>
                    <a:pt x="10114" y="224434"/>
                  </a:lnTo>
                  <a:lnTo>
                    <a:pt x="12027" y="229430"/>
                  </a:lnTo>
                  <a:lnTo>
                    <a:pt x="14099" y="234363"/>
                  </a:lnTo>
                  <a:lnTo>
                    <a:pt x="16328" y="239227"/>
                  </a:lnTo>
                  <a:lnTo>
                    <a:pt x="18711" y="244017"/>
                  </a:lnTo>
                  <a:lnTo>
                    <a:pt x="21247" y="248729"/>
                  </a:lnTo>
                  <a:lnTo>
                    <a:pt x="23932" y="253357"/>
                  </a:lnTo>
                  <a:lnTo>
                    <a:pt x="26763" y="257897"/>
                  </a:lnTo>
                  <a:lnTo>
                    <a:pt x="29739" y="262343"/>
                  </a:lnTo>
                  <a:lnTo>
                    <a:pt x="32855" y="266692"/>
                  </a:lnTo>
                  <a:lnTo>
                    <a:pt x="36109" y="270940"/>
                  </a:lnTo>
                  <a:lnTo>
                    <a:pt x="39497" y="275081"/>
                  </a:lnTo>
                  <a:lnTo>
                    <a:pt x="43016" y="279111"/>
                  </a:lnTo>
                  <a:lnTo>
                    <a:pt x="46662" y="283027"/>
                  </a:lnTo>
                  <a:lnTo>
                    <a:pt x="50431" y="286824"/>
                  </a:lnTo>
                  <a:lnTo>
                    <a:pt x="54320" y="290498"/>
                  </a:lnTo>
                  <a:lnTo>
                    <a:pt x="58325" y="294047"/>
                  </a:lnTo>
                  <a:lnTo>
                    <a:pt x="62441" y="297465"/>
                  </a:lnTo>
                  <a:lnTo>
                    <a:pt x="66664" y="300749"/>
                  </a:lnTo>
                  <a:lnTo>
                    <a:pt x="70991" y="303897"/>
                  </a:lnTo>
                  <a:lnTo>
                    <a:pt x="75416" y="306905"/>
                  </a:lnTo>
                  <a:lnTo>
                    <a:pt x="79934" y="309770"/>
                  </a:lnTo>
                  <a:lnTo>
                    <a:pt x="84543" y="312488"/>
                  </a:lnTo>
                  <a:lnTo>
                    <a:pt x="89236" y="31505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45613" y="5566459"/>
              <a:ext cx="77930" cy="147890"/>
            </a:xfrm>
            <a:custGeom>
              <a:avLst/>
              <a:pathLst>
                <a:path w="77930" h="147890">
                  <a:moveTo>
                    <a:pt x="0" y="147890"/>
                  </a:moveTo>
                  <a:lnTo>
                    <a:pt x="779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45613" y="5566459"/>
              <a:ext cx="77930" cy="147890"/>
            </a:xfrm>
            <a:custGeom>
              <a:avLst/>
              <a:pathLst>
                <a:path w="77930" h="147890">
                  <a:moveTo>
                    <a:pt x="0" y="147890"/>
                  </a:moveTo>
                  <a:lnTo>
                    <a:pt x="779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45613" y="5566459"/>
              <a:ext cx="77930" cy="147890"/>
            </a:xfrm>
            <a:custGeom>
              <a:avLst/>
              <a:pathLst>
                <a:path w="77930" h="147890">
                  <a:moveTo>
                    <a:pt x="0" y="147890"/>
                  </a:moveTo>
                  <a:lnTo>
                    <a:pt x="779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45613" y="5566459"/>
              <a:ext cx="77930" cy="147890"/>
            </a:xfrm>
            <a:custGeom>
              <a:avLst/>
              <a:pathLst>
                <a:path w="77930" h="147890">
                  <a:moveTo>
                    <a:pt x="0" y="147890"/>
                  </a:moveTo>
                  <a:lnTo>
                    <a:pt x="779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45613" y="5566459"/>
              <a:ext cx="77930" cy="147890"/>
            </a:xfrm>
            <a:custGeom>
              <a:avLst/>
              <a:pathLst>
                <a:path w="77930" h="147890">
                  <a:moveTo>
                    <a:pt x="0" y="147890"/>
                  </a:moveTo>
                  <a:lnTo>
                    <a:pt x="779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45613" y="5566459"/>
              <a:ext cx="84386" cy="167166"/>
            </a:xfrm>
            <a:custGeom>
              <a:avLst/>
              <a:pathLst>
                <a:path w="84386" h="167166">
                  <a:moveTo>
                    <a:pt x="0" y="147890"/>
                  </a:moveTo>
                  <a:lnTo>
                    <a:pt x="5208" y="150520"/>
                  </a:lnTo>
                  <a:lnTo>
                    <a:pt x="10506" y="152966"/>
                  </a:lnTo>
                  <a:lnTo>
                    <a:pt x="15885" y="155226"/>
                  </a:lnTo>
                  <a:lnTo>
                    <a:pt x="21340" y="157297"/>
                  </a:lnTo>
                  <a:lnTo>
                    <a:pt x="26864" y="159176"/>
                  </a:lnTo>
                  <a:lnTo>
                    <a:pt x="32451" y="160861"/>
                  </a:lnTo>
                  <a:lnTo>
                    <a:pt x="38092" y="162351"/>
                  </a:lnTo>
                  <a:lnTo>
                    <a:pt x="43783" y="163642"/>
                  </a:lnTo>
                  <a:lnTo>
                    <a:pt x="49515" y="164734"/>
                  </a:lnTo>
                  <a:lnTo>
                    <a:pt x="55281" y="165625"/>
                  </a:lnTo>
                  <a:lnTo>
                    <a:pt x="61075" y="166315"/>
                  </a:lnTo>
                  <a:lnTo>
                    <a:pt x="66890" y="166802"/>
                  </a:lnTo>
                  <a:lnTo>
                    <a:pt x="72718" y="167086"/>
                  </a:lnTo>
                  <a:lnTo>
                    <a:pt x="78552" y="167166"/>
                  </a:lnTo>
                  <a:lnTo>
                    <a:pt x="84386" y="167042"/>
                  </a:lnTo>
                  <a:lnTo>
                    <a:pt x="7793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167166" cy="334210"/>
            </a:xfrm>
            <a:custGeom>
              <a:avLst/>
              <a:pathLst>
                <a:path w="167166" h="334210">
                  <a:moveTo>
                    <a:pt x="6455" y="334210"/>
                  </a:moveTo>
                  <a:lnTo>
                    <a:pt x="11794" y="333918"/>
                  </a:lnTo>
                  <a:lnTo>
                    <a:pt x="17122" y="333455"/>
                  </a:lnTo>
                  <a:lnTo>
                    <a:pt x="22431" y="332822"/>
                  </a:lnTo>
                  <a:lnTo>
                    <a:pt x="27718" y="332020"/>
                  </a:lnTo>
                  <a:lnTo>
                    <a:pt x="32977" y="331049"/>
                  </a:lnTo>
                  <a:lnTo>
                    <a:pt x="38201" y="329911"/>
                  </a:lnTo>
                  <a:lnTo>
                    <a:pt x="43387" y="328606"/>
                  </a:lnTo>
                  <a:lnTo>
                    <a:pt x="48528" y="327135"/>
                  </a:lnTo>
                  <a:lnTo>
                    <a:pt x="53620" y="325501"/>
                  </a:lnTo>
                  <a:lnTo>
                    <a:pt x="58657" y="323705"/>
                  </a:lnTo>
                  <a:lnTo>
                    <a:pt x="63633" y="321749"/>
                  </a:lnTo>
                  <a:lnTo>
                    <a:pt x="68545" y="319635"/>
                  </a:lnTo>
                  <a:lnTo>
                    <a:pt x="73386" y="317365"/>
                  </a:lnTo>
                  <a:lnTo>
                    <a:pt x="78153" y="314941"/>
                  </a:lnTo>
                  <a:lnTo>
                    <a:pt x="82839" y="312365"/>
                  </a:lnTo>
                  <a:lnTo>
                    <a:pt x="87441" y="309641"/>
                  </a:lnTo>
                  <a:lnTo>
                    <a:pt x="91953" y="306772"/>
                  </a:lnTo>
                  <a:lnTo>
                    <a:pt x="96371" y="303759"/>
                  </a:lnTo>
                  <a:lnTo>
                    <a:pt x="100690" y="300607"/>
                  </a:lnTo>
                  <a:lnTo>
                    <a:pt x="104907" y="297318"/>
                  </a:lnTo>
                  <a:lnTo>
                    <a:pt x="109016" y="293896"/>
                  </a:lnTo>
                  <a:lnTo>
                    <a:pt x="113013" y="290345"/>
                  </a:lnTo>
                  <a:lnTo>
                    <a:pt x="116895" y="286667"/>
                  </a:lnTo>
                  <a:lnTo>
                    <a:pt x="120658" y="282867"/>
                  </a:lnTo>
                  <a:lnTo>
                    <a:pt x="124296" y="278949"/>
                  </a:lnTo>
                  <a:lnTo>
                    <a:pt x="127808" y="274916"/>
                  </a:lnTo>
                  <a:lnTo>
                    <a:pt x="131189" y="270773"/>
                  </a:lnTo>
                  <a:lnTo>
                    <a:pt x="134436" y="266524"/>
                  </a:lnTo>
                  <a:lnTo>
                    <a:pt x="137545" y="262174"/>
                  </a:lnTo>
                  <a:lnTo>
                    <a:pt x="140513" y="257726"/>
                  </a:lnTo>
                  <a:lnTo>
                    <a:pt x="143337" y="253185"/>
                  </a:lnTo>
                  <a:lnTo>
                    <a:pt x="146015" y="248557"/>
                  </a:lnTo>
                  <a:lnTo>
                    <a:pt x="148544" y="243845"/>
                  </a:lnTo>
                  <a:lnTo>
                    <a:pt x="150920" y="239055"/>
                  </a:lnTo>
                  <a:lnTo>
                    <a:pt x="153142" y="234191"/>
                  </a:lnTo>
                  <a:lnTo>
                    <a:pt x="155208" y="229259"/>
                  </a:lnTo>
                  <a:lnTo>
                    <a:pt x="157114" y="224263"/>
                  </a:lnTo>
                  <a:lnTo>
                    <a:pt x="158860" y="219208"/>
                  </a:lnTo>
                  <a:lnTo>
                    <a:pt x="160443" y="214101"/>
                  </a:lnTo>
                  <a:lnTo>
                    <a:pt x="161862" y="208945"/>
                  </a:lnTo>
                  <a:lnTo>
                    <a:pt x="163116" y="203747"/>
                  </a:lnTo>
                  <a:lnTo>
                    <a:pt x="164202" y="198511"/>
                  </a:lnTo>
                  <a:lnTo>
                    <a:pt x="165121" y="193243"/>
                  </a:lnTo>
                  <a:lnTo>
                    <a:pt x="165870" y="187949"/>
                  </a:lnTo>
                  <a:lnTo>
                    <a:pt x="166450" y="182633"/>
                  </a:lnTo>
                  <a:lnTo>
                    <a:pt x="166859" y="177301"/>
                  </a:lnTo>
                  <a:lnTo>
                    <a:pt x="167098" y="171959"/>
                  </a:lnTo>
                  <a:lnTo>
                    <a:pt x="167166" y="166612"/>
                  </a:lnTo>
                  <a:lnTo>
                    <a:pt x="167063" y="161266"/>
                  </a:lnTo>
                  <a:lnTo>
                    <a:pt x="166789" y="155926"/>
                  </a:lnTo>
                  <a:lnTo>
                    <a:pt x="166344" y="150597"/>
                  </a:lnTo>
                  <a:lnTo>
                    <a:pt x="165729" y="145285"/>
                  </a:lnTo>
                  <a:lnTo>
                    <a:pt x="164944" y="139995"/>
                  </a:lnTo>
                  <a:lnTo>
                    <a:pt x="163990" y="134734"/>
                  </a:lnTo>
                  <a:lnTo>
                    <a:pt x="162869" y="129505"/>
                  </a:lnTo>
                  <a:lnTo>
                    <a:pt x="161581" y="124315"/>
                  </a:lnTo>
                  <a:lnTo>
                    <a:pt x="160128" y="119169"/>
                  </a:lnTo>
                  <a:lnTo>
                    <a:pt x="158511" y="114072"/>
                  </a:lnTo>
                  <a:lnTo>
                    <a:pt x="156732" y="109030"/>
                  </a:lnTo>
                  <a:lnTo>
                    <a:pt x="154792" y="104046"/>
                  </a:lnTo>
                  <a:lnTo>
                    <a:pt x="152694" y="99128"/>
                  </a:lnTo>
                  <a:lnTo>
                    <a:pt x="150440" y="94279"/>
                  </a:lnTo>
                  <a:lnTo>
                    <a:pt x="148032" y="89505"/>
                  </a:lnTo>
                  <a:lnTo>
                    <a:pt x="145472" y="84810"/>
                  </a:lnTo>
                  <a:lnTo>
                    <a:pt x="142763" y="80199"/>
                  </a:lnTo>
                  <a:lnTo>
                    <a:pt x="139909" y="75677"/>
                  </a:lnTo>
                  <a:lnTo>
                    <a:pt x="136911" y="71249"/>
                  </a:lnTo>
                  <a:lnTo>
                    <a:pt x="133773" y="66919"/>
                  </a:lnTo>
                  <a:lnTo>
                    <a:pt x="130498" y="62692"/>
                  </a:lnTo>
                  <a:lnTo>
                    <a:pt x="127090" y="58572"/>
                  </a:lnTo>
                  <a:lnTo>
                    <a:pt x="123552" y="54562"/>
                  </a:lnTo>
                  <a:lnTo>
                    <a:pt x="119887" y="50668"/>
                  </a:lnTo>
                  <a:lnTo>
                    <a:pt x="116100" y="46893"/>
                  </a:lnTo>
                  <a:lnTo>
                    <a:pt x="112193" y="43242"/>
                  </a:lnTo>
                  <a:lnTo>
                    <a:pt x="108172" y="39717"/>
                  </a:lnTo>
                  <a:lnTo>
                    <a:pt x="104041" y="36322"/>
                  </a:lnTo>
                  <a:lnTo>
                    <a:pt x="99803" y="33061"/>
                  </a:lnTo>
                  <a:lnTo>
                    <a:pt x="95462" y="29938"/>
                  </a:lnTo>
                  <a:lnTo>
                    <a:pt x="91024" y="26955"/>
                  </a:lnTo>
                  <a:lnTo>
                    <a:pt x="86493" y="24115"/>
                  </a:lnTo>
                  <a:lnTo>
                    <a:pt x="81874" y="21422"/>
                  </a:lnTo>
                  <a:lnTo>
                    <a:pt x="77170" y="18878"/>
                  </a:lnTo>
                  <a:lnTo>
                    <a:pt x="72388" y="16486"/>
                  </a:lnTo>
                  <a:lnTo>
                    <a:pt x="67531" y="14247"/>
                  </a:lnTo>
                  <a:lnTo>
                    <a:pt x="62606" y="12166"/>
                  </a:lnTo>
                  <a:lnTo>
                    <a:pt x="57616" y="10243"/>
                  </a:lnTo>
                  <a:lnTo>
                    <a:pt x="52568" y="8480"/>
                  </a:lnTo>
                  <a:lnTo>
                    <a:pt x="47466" y="6880"/>
                  </a:lnTo>
                  <a:lnTo>
                    <a:pt x="42315" y="5444"/>
                  </a:lnTo>
                  <a:lnTo>
                    <a:pt x="37120" y="4173"/>
                  </a:lnTo>
                  <a:lnTo>
                    <a:pt x="31888" y="3069"/>
                  </a:lnTo>
                  <a:lnTo>
                    <a:pt x="26624" y="2133"/>
                  </a:lnTo>
                  <a:lnTo>
                    <a:pt x="21331" y="1366"/>
                  </a:lnTo>
                  <a:lnTo>
                    <a:pt x="16018" y="769"/>
                  </a:lnTo>
                  <a:lnTo>
                    <a:pt x="10687" y="342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19221" y="5269756"/>
              <a:ext cx="126037" cy="167167"/>
            </a:xfrm>
            <a:custGeom>
              <a:avLst/>
              <a:pathLst>
                <a:path w="126037" h="167167">
                  <a:moveTo>
                    <a:pt x="126037" y="0"/>
                  </a:moveTo>
                  <a:lnTo>
                    <a:pt x="120547" y="90"/>
                  </a:lnTo>
                  <a:lnTo>
                    <a:pt x="115062" y="360"/>
                  </a:lnTo>
                  <a:lnTo>
                    <a:pt x="109590" y="811"/>
                  </a:lnTo>
                  <a:lnTo>
                    <a:pt x="104135" y="1440"/>
                  </a:lnTo>
                  <a:lnTo>
                    <a:pt x="98704" y="2249"/>
                  </a:lnTo>
                  <a:lnTo>
                    <a:pt x="93302" y="3236"/>
                  </a:lnTo>
                  <a:lnTo>
                    <a:pt x="87936" y="4399"/>
                  </a:lnTo>
                  <a:lnTo>
                    <a:pt x="82611" y="5739"/>
                  </a:lnTo>
                  <a:lnTo>
                    <a:pt x="77332" y="7252"/>
                  </a:lnTo>
                  <a:lnTo>
                    <a:pt x="72107" y="8938"/>
                  </a:lnTo>
                  <a:lnTo>
                    <a:pt x="66939" y="10794"/>
                  </a:lnTo>
                  <a:lnTo>
                    <a:pt x="61835" y="12820"/>
                  </a:lnTo>
                  <a:lnTo>
                    <a:pt x="56801" y="15011"/>
                  </a:lnTo>
                  <a:lnTo>
                    <a:pt x="51841" y="17367"/>
                  </a:lnTo>
                  <a:lnTo>
                    <a:pt x="46961" y="19885"/>
                  </a:lnTo>
                  <a:lnTo>
                    <a:pt x="42166" y="22562"/>
                  </a:lnTo>
                  <a:lnTo>
                    <a:pt x="37462" y="25394"/>
                  </a:lnTo>
                  <a:lnTo>
                    <a:pt x="32854" y="28380"/>
                  </a:lnTo>
                  <a:lnTo>
                    <a:pt x="28346" y="31515"/>
                  </a:lnTo>
                  <a:lnTo>
                    <a:pt x="23944" y="34796"/>
                  </a:lnTo>
                  <a:lnTo>
                    <a:pt x="19651" y="38221"/>
                  </a:lnTo>
                  <a:lnTo>
                    <a:pt x="15474" y="41784"/>
                  </a:lnTo>
                  <a:lnTo>
                    <a:pt x="11415" y="45483"/>
                  </a:lnTo>
                  <a:lnTo>
                    <a:pt x="7481" y="49313"/>
                  </a:lnTo>
                  <a:lnTo>
                    <a:pt x="3674" y="53271"/>
                  </a:lnTo>
                  <a:lnTo>
                    <a:pt x="0" y="57351"/>
                  </a:lnTo>
                  <a:lnTo>
                    <a:pt x="1260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19221" y="5327107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19221" y="5327107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19221" y="5327107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19221" y="5327107"/>
              <a:ext cx="126037" cy="109816"/>
            </a:xfrm>
            <a:custGeom>
              <a:avLst/>
              <a:pathLst>
                <a:path w="126037" h="109816">
                  <a:moveTo>
                    <a:pt x="0" y="0"/>
                  </a:moveTo>
                  <a:lnTo>
                    <a:pt x="126037" y="1098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97703" y="5327107"/>
              <a:ext cx="147555" cy="109816"/>
            </a:xfrm>
            <a:custGeom>
              <a:avLst/>
              <a:pathLst>
                <a:path w="147555" h="109816">
                  <a:moveTo>
                    <a:pt x="21517" y="0"/>
                  </a:moveTo>
                  <a:lnTo>
                    <a:pt x="17446" y="4855"/>
                  </a:lnTo>
                  <a:lnTo>
                    <a:pt x="13561" y="9862"/>
                  </a:lnTo>
                  <a:lnTo>
                    <a:pt x="9869" y="15013"/>
                  </a:lnTo>
                  <a:lnTo>
                    <a:pt x="6375" y="20299"/>
                  </a:lnTo>
                  <a:lnTo>
                    <a:pt x="3083" y="25715"/>
                  </a:lnTo>
                  <a:lnTo>
                    <a:pt x="0" y="31251"/>
                  </a:lnTo>
                  <a:lnTo>
                    <a:pt x="147555" y="1098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106" y="5269756"/>
              <a:ext cx="334300" cy="334334"/>
            </a:xfrm>
            <a:custGeom>
              <a:avLst/>
              <a:pathLst>
                <a:path w="334300" h="334334">
                  <a:moveTo>
                    <a:pt x="19597" y="88602"/>
                  </a:moveTo>
                  <a:lnTo>
                    <a:pt x="17179" y="93321"/>
                  </a:lnTo>
                  <a:lnTo>
                    <a:pt x="14913" y="98114"/>
                  </a:lnTo>
                  <a:lnTo>
                    <a:pt x="12800" y="102977"/>
                  </a:lnTo>
                  <a:lnTo>
                    <a:pt x="10842" y="107904"/>
                  </a:lnTo>
                  <a:lnTo>
                    <a:pt x="9041" y="112890"/>
                  </a:lnTo>
                  <a:lnTo>
                    <a:pt x="7399" y="117932"/>
                  </a:lnTo>
                  <a:lnTo>
                    <a:pt x="5918" y="123023"/>
                  </a:lnTo>
                  <a:lnTo>
                    <a:pt x="4599" y="128158"/>
                  </a:lnTo>
                  <a:lnTo>
                    <a:pt x="3444" y="133332"/>
                  </a:lnTo>
                  <a:lnTo>
                    <a:pt x="2453" y="138541"/>
                  </a:lnTo>
                  <a:lnTo>
                    <a:pt x="1629" y="143778"/>
                  </a:lnTo>
                  <a:lnTo>
                    <a:pt x="970" y="149039"/>
                  </a:lnTo>
                  <a:lnTo>
                    <a:pt x="479" y="154318"/>
                  </a:lnTo>
                  <a:lnTo>
                    <a:pt x="155" y="159610"/>
                  </a:lnTo>
                  <a:lnTo>
                    <a:pt x="0" y="164910"/>
                  </a:lnTo>
                  <a:lnTo>
                    <a:pt x="12" y="170212"/>
                  </a:lnTo>
                  <a:lnTo>
                    <a:pt x="193" y="175510"/>
                  </a:lnTo>
                  <a:lnTo>
                    <a:pt x="541" y="180801"/>
                  </a:lnTo>
                  <a:lnTo>
                    <a:pt x="1057" y="186078"/>
                  </a:lnTo>
                  <a:lnTo>
                    <a:pt x="1741" y="191335"/>
                  </a:lnTo>
                  <a:lnTo>
                    <a:pt x="2590" y="196569"/>
                  </a:lnTo>
                  <a:lnTo>
                    <a:pt x="3605" y="201772"/>
                  </a:lnTo>
                  <a:lnTo>
                    <a:pt x="4785" y="206941"/>
                  </a:lnTo>
                  <a:lnTo>
                    <a:pt x="6128" y="212070"/>
                  </a:lnTo>
                  <a:lnTo>
                    <a:pt x="7633" y="217154"/>
                  </a:lnTo>
                  <a:lnTo>
                    <a:pt x="9298" y="222188"/>
                  </a:lnTo>
                  <a:lnTo>
                    <a:pt x="11123" y="227166"/>
                  </a:lnTo>
                  <a:lnTo>
                    <a:pt x="13104" y="232084"/>
                  </a:lnTo>
                  <a:lnTo>
                    <a:pt x="15240" y="236936"/>
                  </a:lnTo>
                  <a:lnTo>
                    <a:pt x="17529" y="241719"/>
                  </a:lnTo>
                  <a:lnTo>
                    <a:pt x="19968" y="246426"/>
                  </a:lnTo>
                  <a:lnTo>
                    <a:pt x="22556" y="251054"/>
                  </a:lnTo>
                  <a:lnTo>
                    <a:pt x="25289" y="255597"/>
                  </a:lnTo>
                  <a:lnTo>
                    <a:pt x="28164" y="260051"/>
                  </a:lnTo>
                  <a:lnTo>
                    <a:pt x="31180" y="264412"/>
                  </a:lnTo>
                  <a:lnTo>
                    <a:pt x="34332" y="268675"/>
                  </a:lnTo>
                  <a:lnTo>
                    <a:pt x="37618" y="272836"/>
                  </a:lnTo>
                  <a:lnTo>
                    <a:pt x="41034" y="276891"/>
                  </a:lnTo>
                  <a:lnTo>
                    <a:pt x="44577" y="280835"/>
                  </a:lnTo>
                  <a:lnTo>
                    <a:pt x="48243" y="284665"/>
                  </a:lnTo>
                  <a:lnTo>
                    <a:pt x="52029" y="288377"/>
                  </a:lnTo>
                  <a:lnTo>
                    <a:pt x="55931" y="291966"/>
                  </a:lnTo>
                  <a:lnTo>
                    <a:pt x="59944" y="295431"/>
                  </a:lnTo>
                  <a:lnTo>
                    <a:pt x="64066" y="298766"/>
                  </a:lnTo>
                  <a:lnTo>
                    <a:pt x="68291" y="301969"/>
                  </a:lnTo>
                  <a:lnTo>
                    <a:pt x="72616" y="305036"/>
                  </a:lnTo>
                  <a:lnTo>
                    <a:pt x="77035" y="307965"/>
                  </a:lnTo>
                  <a:lnTo>
                    <a:pt x="81546" y="310752"/>
                  </a:lnTo>
                  <a:lnTo>
                    <a:pt x="86142" y="313394"/>
                  </a:lnTo>
                  <a:lnTo>
                    <a:pt x="90820" y="315890"/>
                  </a:lnTo>
                  <a:lnTo>
                    <a:pt x="95575" y="318235"/>
                  </a:lnTo>
                  <a:lnTo>
                    <a:pt x="100401" y="320429"/>
                  </a:lnTo>
                  <a:lnTo>
                    <a:pt x="105295" y="322469"/>
                  </a:lnTo>
                  <a:lnTo>
                    <a:pt x="110251" y="324352"/>
                  </a:lnTo>
                  <a:lnTo>
                    <a:pt x="115265" y="326078"/>
                  </a:lnTo>
                  <a:lnTo>
                    <a:pt x="120330" y="327643"/>
                  </a:lnTo>
                  <a:lnTo>
                    <a:pt x="125443" y="329047"/>
                  </a:lnTo>
                  <a:lnTo>
                    <a:pt x="130597" y="330289"/>
                  </a:lnTo>
                  <a:lnTo>
                    <a:pt x="135788" y="331366"/>
                  </a:lnTo>
                  <a:lnTo>
                    <a:pt x="141011" y="332278"/>
                  </a:lnTo>
                  <a:lnTo>
                    <a:pt x="146260" y="333024"/>
                  </a:lnTo>
                  <a:lnTo>
                    <a:pt x="151531" y="333603"/>
                  </a:lnTo>
                  <a:lnTo>
                    <a:pt x="156817" y="334015"/>
                  </a:lnTo>
                  <a:lnTo>
                    <a:pt x="162113" y="334258"/>
                  </a:lnTo>
                  <a:lnTo>
                    <a:pt x="167414" y="334334"/>
                  </a:lnTo>
                  <a:lnTo>
                    <a:pt x="172715" y="334242"/>
                  </a:lnTo>
                  <a:lnTo>
                    <a:pt x="178011" y="333981"/>
                  </a:lnTo>
                  <a:lnTo>
                    <a:pt x="183295" y="333553"/>
                  </a:lnTo>
                  <a:lnTo>
                    <a:pt x="188564" y="332957"/>
                  </a:lnTo>
                  <a:lnTo>
                    <a:pt x="193810" y="332195"/>
                  </a:lnTo>
                  <a:lnTo>
                    <a:pt x="199030" y="331267"/>
                  </a:lnTo>
                  <a:lnTo>
                    <a:pt x="204218" y="330173"/>
                  </a:lnTo>
                  <a:lnTo>
                    <a:pt x="209369" y="328916"/>
                  </a:lnTo>
                  <a:lnTo>
                    <a:pt x="214477" y="327496"/>
                  </a:lnTo>
                  <a:lnTo>
                    <a:pt x="219538" y="325914"/>
                  </a:lnTo>
                  <a:lnTo>
                    <a:pt x="224546" y="324173"/>
                  </a:lnTo>
                  <a:lnTo>
                    <a:pt x="229496" y="322274"/>
                  </a:lnTo>
                  <a:lnTo>
                    <a:pt x="234383" y="320219"/>
                  </a:lnTo>
                  <a:lnTo>
                    <a:pt x="239203" y="318010"/>
                  </a:lnTo>
                  <a:lnTo>
                    <a:pt x="243950" y="315649"/>
                  </a:lnTo>
                  <a:lnTo>
                    <a:pt x="248620" y="313139"/>
                  </a:lnTo>
                  <a:lnTo>
                    <a:pt x="253208" y="310482"/>
                  </a:lnTo>
                  <a:lnTo>
                    <a:pt x="257710" y="307681"/>
                  </a:lnTo>
                  <a:lnTo>
                    <a:pt x="262120" y="304738"/>
                  </a:lnTo>
                  <a:lnTo>
                    <a:pt x="266435" y="301658"/>
                  </a:lnTo>
                  <a:lnTo>
                    <a:pt x="270650" y="298441"/>
                  </a:lnTo>
                  <a:lnTo>
                    <a:pt x="274761" y="295093"/>
                  </a:lnTo>
                  <a:lnTo>
                    <a:pt x="278764" y="291616"/>
                  </a:lnTo>
                  <a:lnTo>
                    <a:pt x="282654" y="288014"/>
                  </a:lnTo>
                  <a:lnTo>
                    <a:pt x="286429" y="284291"/>
                  </a:lnTo>
                  <a:lnTo>
                    <a:pt x="290083" y="280449"/>
                  </a:lnTo>
                  <a:lnTo>
                    <a:pt x="293613" y="276494"/>
                  </a:lnTo>
                  <a:lnTo>
                    <a:pt x="297017" y="272429"/>
                  </a:lnTo>
                  <a:lnTo>
                    <a:pt x="300289" y="268257"/>
                  </a:lnTo>
                  <a:lnTo>
                    <a:pt x="303428" y="263984"/>
                  </a:lnTo>
                  <a:lnTo>
                    <a:pt x="306430" y="259614"/>
                  </a:lnTo>
                  <a:lnTo>
                    <a:pt x="309292" y="255151"/>
                  </a:lnTo>
                  <a:lnTo>
                    <a:pt x="312010" y="250599"/>
                  </a:lnTo>
                  <a:lnTo>
                    <a:pt x="314583" y="245963"/>
                  </a:lnTo>
                  <a:lnTo>
                    <a:pt x="317008" y="241248"/>
                  </a:lnTo>
                  <a:lnTo>
                    <a:pt x="319282" y="236459"/>
                  </a:lnTo>
                  <a:lnTo>
                    <a:pt x="321403" y="231600"/>
                  </a:lnTo>
                  <a:lnTo>
                    <a:pt x="323368" y="226676"/>
                  </a:lnTo>
                  <a:lnTo>
                    <a:pt x="325177" y="221692"/>
                  </a:lnTo>
                  <a:lnTo>
                    <a:pt x="326827" y="216653"/>
                  </a:lnTo>
                  <a:lnTo>
                    <a:pt x="328316" y="211564"/>
                  </a:lnTo>
                  <a:lnTo>
                    <a:pt x="329643" y="206431"/>
                  </a:lnTo>
                  <a:lnTo>
                    <a:pt x="330806" y="201259"/>
                  </a:lnTo>
                  <a:lnTo>
                    <a:pt x="331805" y="196052"/>
                  </a:lnTo>
                  <a:lnTo>
                    <a:pt x="332638" y="190816"/>
                  </a:lnTo>
                  <a:lnTo>
                    <a:pt x="333305" y="185556"/>
                  </a:lnTo>
                  <a:lnTo>
                    <a:pt x="333804" y="180278"/>
                  </a:lnTo>
                  <a:lnTo>
                    <a:pt x="334136" y="174986"/>
                  </a:lnTo>
                  <a:lnTo>
                    <a:pt x="334300" y="169687"/>
                  </a:lnTo>
                  <a:lnTo>
                    <a:pt x="334296" y="164385"/>
                  </a:lnTo>
                  <a:lnTo>
                    <a:pt x="334124" y="159086"/>
                  </a:lnTo>
                  <a:lnTo>
                    <a:pt x="333783" y="153795"/>
                  </a:lnTo>
                  <a:lnTo>
                    <a:pt x="333276" y="148517"/>
                  </a:lnTo>
                  <a:lnTo>
                    <a:pt x="332601" y="143258"/>
                  </a:lnTo>
                  <a:lnTo>
                    <a:pt x="331759" y="138024"/>
                  </a:lnTo>
                  <a:lnTo>
                    <a:pt x="330752" y="132818"/>
                  </a:lnTo>
                  <a:lnTo>
                    <a:pt x="329581" y="127648"/>
                  </a:lnTo>
                  <a:lnTo>
                    <a:pt x="328246" y="122516"/>
                  </a:lnTo>
                  <a:lnTo>
                    <a:pt x="326749" y="117430"/>
                  </a:lnTo>
                  <a:lnTo>
                    <a:pt x="325091" y="112394"/>
                  </a:lnTo>
                  <a:lnTo>
                    <a:pt x="323275" y="107413"/>
                  </a:lnTo>
                  <a:lnTo>
                    <a:pt x="321301" y="102492"/>
                  </a:lnTo>
                  <a:lnTo>
                    <a:pt x="319173" y="97636"/>
                  </a:lnTo>
                  <a:lnTo>
                    <a:pt x="316891" y="92850"/>
                  </a:lnTo>
                  <a:lnTo>
                    <a:pt x="314459" y="88139"/>
                  </a:lnTo>
                  <a:lnTo>
                    <a:pt x="311879" y="83507"/>
                  </a:lnTo>
                  <a:lnTo>
                    <a:pt x="309153" y="78960"/>
                  </a:lnTo>
                  <a:lnTo>
                    <a:pt x="306285" y="74501"/>
                  </a:lnTo>
                  <a:lnTo>
                    <a:pt x="303276" y="70136"/>
                  </a:lnTo>
                  <a:lnTo>
                    <a:pt x="300131" y="65868"/>
                  </a:lnTo>
                  <a:lnTo>
                    <a:pt x="296851" y="61701"/>
                  </a:lnTo>
                  <a:lnTo>
                    <a:pt x="293442" y="57641"/>
                  </a:lnTo>
                  <a:lnTo>
                    <a:pt x="289905" y="53692"/>
                  </a:lnTo>
                  <a:lnTo>
                    <a:pt x="286244" y="49856"/>
                  </a:lnTo>
                  <a:lnTo>
                    <a:pt x="282464" y="46138"/>
                  </a:lnTo>
                  <a:lnTo>
                    <a:pt x="278568" y="42542"/>
                  </a:lnTo>
                  <a:lnTo>
                    <a:pt x="274560" y="39072"/>
                  </a:lnTo>
                  <a:lnTo>
                    <a:pt x="270444" y="35730"/>
                  </a:lnTo>
                  <a:lnTo>
                    <a:pt x="266224" y="32521"/>
                  </a:lnTo>
                  <a:lnTo>
                    <a:pt x="261904" y="29446"/>
                  </a:lnTo>
                  <a:lnTo>
                    <a:pt x="257489" y="26511"/>
                  </a:lnTo>
                  <a:lnTo>
                    <a:pt x="252983" y="23717"/>
                  </a:lnTo>
                  <a:lnTo>
                    <a:pt x="248391" y="21067"/>
                  </a:lnTo>
                  <a:lnTo>
                    <a:pt x="243717" y="18564"/>
                  </a:lnTo>
                  <a:lnTo>
                    <a:pt x="238966" y="16211"/>
                  </a:lnTo>
                  <a:lnTo>
                    <a:pt x="234143" y="14010"/>
                  </a:lnTo>
                  <a:lnTo>
                    <a:pt x="229252" y="11962"/>
                  </a:lnTo>
                  <a:lnTo>
                    <a:pt x="224299" y="10071"/>
                  </a:lnTo>
                  <a:lnTo>
                    <a:pt x="219288" y="8338"/>
                  </a:lnTo>
                  <a:lnTo>
                    <a:pt x="214225" y="6764"/>
                  </a:lnTo>
                  <a:lnTo>
                    <a:pt x="209115" y="5352"/>
                  </a:lnTo>
                  <a:lnTo>
                    <a:pt x="203962" y="4103"/>
                  </a:lnTo>
                  <a:lnTo>
                    <a:pt x="198773" y="3017"/>
                  </a:lnTo>
                  <a:lnTo>
                    <a:pt x="193551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6580" y="5018213"/>
              <a:ext cx="164458" cy="167167"/>
            </a:xfrm>
            <a:custGeom>
              <a:avLst/>
              <a:pathLst>
                <a:path w="164458" h="167167">
                  <a:moveTo>
                    <a:pt x="164458" y="0"/>
                  </a:moveTo>
                  <a:lnTo>
                    <a:pt x="159054" y="87"/>
                  </a:lnTo>
                  <a:lnTo>
                    <a:pt x="153654" y="349"/>
                  </a:lnTo>
                  <a:lnTo>
                    <a:pt x="148266" y="786"/>
                  </a:lnTo>
                  <a:lnTo>
                    <a:pt x="142895" y="1396"/>
                  </a:lnTo>
                  <a:lnTo>
                    <a:pt x="137547" y="2180"/>
                  </a:lnTo>
                  <a:lnTo>
                    <a:pt x="132226" y="3136"/>
                  </a:lnTo>
                  <a:lnTo>
                    <a:pt x="126940" y="4264"/>
                  </a:lnTo>
                  <a:lnTo>
                    <a:pt x="121692" y="5562"/>
                  </a:lnTo>
                  <a:lnTo>
                    <a:pt x="116489" y="7030"/>
                  </a:lnTo>
                  <a:lnTo>
                    <a:pt x="111337" y="8664"/>
                  </a:lnTo>
                  <a:lnTo>
                    <a:pt x="106240" y="10465"/>
                  </a:lnTo>
                  <a:lnTo>
                    <a:pt x="101204" y="12429"/>
                  </a:lnTo>
                  <a:lnTo>
                    <a:pt x="96234" y="14555"/>
                  </a:lnTo>
                  <a:lnTo>
                    <a:pt x="91335" y="16841"/>
                  </a:lnTo>
                  <a:lnTo>
                    <a:pt x="86513" y="19284"/>
                  </a:lnTo>
                  <a:lnTo>
                    <a:pt x="81772" y="21881"/>
                  </a:lnTo>
                  <a:lnTo>
                    <a:pt x="77118" y="24631"/>
                  </a:lnTo>
                  <a:lnTo>
                    <a:pt x="72555" y="27529"/>
                  </a:lnTo>
                  <a:lnTo>
                    <a:pt x="68088" y="30574"/>
                  </a:lnTo>
                  <a:lnTo>
                    <a:pt x="63722" y="33761"/>
                  </a:lnTo>
                  <a:lnTo>
                    <a:pt x="59462" y="37088"/>
                  </a:lnTo>
                  <a:lnTo>
                    <a:pt x="55311" y="40551"/>
                  </a:lnTo>
                  <a:lnTo>
                    <a:pt x="51274" y="44146"/>
                  </a:lnTo>
                  <a:lnTo>
                    <a:pt x="47356" y="47870"/>
                  </a:lnTo>
                  <a:lnTo>
                    <a:pt x="43560" y="51718"/>
                  </a:lnTo>
                  <a:lnTo>
                    <a:pt x="39890" y="55688"/>
                  </a:lnTo>
                  <a:lnTo>
                    <a:pt x="36351" y="59773"/>
                  </a:lnTo>
                  <a:lnTo>
                    <a:pt x="32945" y="63972"/>
                  </a:lnTo>
                  <a:lnTo>
                    <a:pt x="29678" y="68278"/>
                  </a:lnTo>
                  <a:lnTo>
                    <a:pt x="26551" y="72687"/>
                  </a:lnTo>
                  <a:lnTo>
                    <a:pt x="23568" y="77196"/>
                  </a:lnTo>
                  <a:lnTo>
                    <a:pt x="20733" y="81798"/>
                  </a:lnTo>
                  <a:lnTo>
                    <a:pt x="18048" y="86490"/>
                  </a:lnTo>
                  <a:lnTo>
                    <a:pt x="15516" y="91266"/>
                  </a:lnTo>
                  <a:lnTo>
                    <a:pt x="13140" y="96121"/>
                  </a:lnTo>
                  <a:lnTo>
                    <a:pt x="10922" y="101051"/>
                  </a:lnTo>
                  <a:lnTo>
                    <a:pt x="8864" y="106049"/>
                  </a:lnTo>
                  <a:lnTo>
                    <a:pt x="6969" y="111112"/>
                  </a:lnTo>
                  <a:lnTo>
                    <a:pt x="5239" y="116233"/>
                  </a:lnTo>
                  <a:lnTo>
                    <a:pt x="3676" y="121408"/>
                  </a:lnTo>
                  <a:lnTo>
                    <a:pt x="2280" y="126631"/>
                  </a:lnTo>
                  <a:lnTo>
                    <a:pt x="1054" y="131895"/>
                  </a:lnTo>
                  <a:lnTo>
                    <a:pt x="0" y="137197"/>
                  </a:lnTo>
                  <a:lnTo>
                    <a:pt x="1644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6580" y="5155410"/>
              <a:ext cx="164458" cy="29969"/>
            </a:xfrm>
            <a:custGeom>
              <a:avLst/>
              <a:pathLst>
                <a:path w="164458" h="29969">
                  <a:moveTo>
                    <a:pt x="0" y="0"/>
                  </a:moveTo>
                  <a:lnTo>
                    <a:pt x="164458" y="29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6580" y="5155410"/>
              <a:ext cx="164458" cy="29969"/>
            </a:xfrm>
            <a:custGeom>
              <a:avLst/>
              <a:pathLst>
                <a:path w="164458" h="29969">
                  <a:moveTo>
                    <a:pt x="0" y="0"/>
                  </a:moveTo>
                  <a:lnTo>
                    <a:pt x="164458" y="299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6580" y="5155410"/>
              <a:ext cx="164458" cy="29969"/>
            </a:xfrm>
            <a:custGeom>
              <a:avLst/>
              <a:pathLst>
                <a:path w="164458" h="29969">
                  <a:moveTo>
                    <a:pt x="0" y="0"/>
                  </a:moveTo>
                  <a:lnTo>
                    <a:pt x="164458" y="299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3874" y="5155410"/>
              <a:ext cx="167164" cy="37142"/>
            </a:xfrm>
            <a:custGeom>
              <a:avLst/>
              <a:pathLst>
                <a:path w="167164" h="37142">
                  <a:moveTo>
                    <a:pt x="2705" y="0"/>
                  </a:moveTo>
                  <a:lnTo>
                    <a:pt x="1704" y="6136"/>
                  </a:lnTo>
                  <a:lnTo>
                    <a:pt x="933" y="12305"/>
                  </a:lnTo>
                  <a:lnTo>
                    <a:pt x="391" y="18499"/>
                  </a:lnTo>
                  <a:lnTo>
                    <a:pt x="80" y="24709"/>
                  </a:lnTo>
                  <a:lnTo>
                    <a:pt x="0" y="30926"/>
                  </a:lnTo>
                  <a:lnTo>
                    <a:pt x="151" y="37142"/>
                  </a:lnTo>
                  <a:lnTo>
                    <a:pt x="167164" y="299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4025" y="5018213"/>
              <a:ext cx="334163" cy="334334"/>
            </a:xfrm>
            <a:custGeom>
              <a:avLst/>
              <a:pathLst>
                <a:path w="334163" h="334334">
                  <a:moveTo>
                    <a:pt x="0" y="174339"/>
                  </a:moveTo>
                  <a:lnTo>
                    <a:pt x="312" y="179640"/>
                  </a:lnTo>
                  <a:lnTo>
                    <a:pt x="792" y="184928"/>
                  </a:lnTo>
                  <a:lnTo>
                    <a:pt x="1440" y="190198"/>
                  </a:lnTo>
                  <a:lnTo>
                    <a:pt x="2255" y="195445"/>
                  </a:lnTo>
                  <a:lnTo>
                    <a:pt x="3236" y="200664"/>
                  </a:lnTo>
                  <a:lnTo>
                    <a:pt x="4382" y="205848"/>
                  </a:lnTo>
                  <a:lnTo>
                    <a:pt x="5693" y="210994"/>
                  </a:lnTo>
                  <a:lnTo>
                    <a:pt x="7166" y="216095"/>
                  </a:lnTo>
                  <a:lnTo>
                    <a:pt x="8801" y="221147"/>
                  </a:lnTo>
                  <a:lnTo>
                    <a:pt x="10595" y="226145"/>
                  </a:lnTo>
                  <a:lnTo>
                    <a:pt x="12547" y="231083"/>
                  </a:lnTo>
                  <a:lnTo>
                    <a:pt x="14655" y="235956"/>
                  </a:lnTo>
                  <a:lnTo>
                    <a:pt x="16917" y="240760"/>
                  </a:lnTo>
                  <a:lnTo>
                    <a:pt x="19330" y="245490"/>
                  </a:lnTo>
                  <a:lnTo>
                    <a:pt x="21892" y="250141"/>
                  </a:lnTo>
                  <a:lnTo>
                    <a:pt x="24600" y="254708"/>
                  </a:lnTo>
                  <a:lnTo>
                    <a:pt x="27452" y="259187"/>
                  </a:lnTo>
                  <a:lnTo>
                    <a:pt x="30445" y="263573"/>
                  </a:lnTo>
                  <a:lnTo>
                    <a:pt x="33576" y="267862"/>
                  </a:lnTo>
                  <a:lnTo>
                    <a:pt x="36841" y="272049"/>
                  </a:lnTo>
                  <a:lnTo>
                    <a:pt x="40238" y="276130"/>
                  </a:lnTo>
                  <a:lnTo>
                    <a:pt x="43763" y="280102"/>
                  </a:lnTo>
                  <a:lnTo>
                    <a:pt x="47412" y="283959"/>
                  </a:lnTo>
                  <a:lnTo>
                    <a:pt x="51181" y="287699"/>
                  </a:lnTo>
                  <a:lnTo>
                    <a:pt x="55068" y="291317"/>
                  </a:lnTo>
                  <a:lnTo>
                    <a:pt x="59067" y="294810"/>
                  </a:lnTo>
                  <a:lnTo>
                    <a:pt x="63175" y="298174"/>
                  </a:lnTo>
                  <a:lnTo>
                    <a:pt x="67389" y="301405"/>
                  </a:lnTo>
                  <a:lnTo>
                    <a:pt x="71702" y="304502"/>
                  </a:lnTo>
                  <a:lnTo>
                    <a:pt x="76112" y="307459"/>
                  </a:lnTo>
                  <a:lnTo>
                    <a:pt x="80614" y="310276"/>
                  </a:lnTo>
                  <a:lnTo>
                    <a:pt x="85202" y="312947"/>
                  </a:lnTo>
                  <a:lnTo>
                    <a:pt x="89873" y="315472"/>
                  </a:lnTo>
                  <a:lnTo>
                    <a:pt x="94623" y="317847"/>
                  </a:lnTo>
                  <a:lnTo>
                    <a:pt x="99445" y="320070"/>
                  </a:lnTo>
                  <a:lnTo>
                    <a:pt x="104335" y="322139"/>
                  </a:lnTo>
                  <a:lnTo>
                    <a:pt x="109288" y="324052"/>
                  </a:lnTo>
                  <a:lnTo>
                    <a:pt x="114300" y="325806"/>
                  </a:lnTo>
                  <a:lnTo>
                    <a:pt x="119365" y="327400"/>
                  </a:lnTo>
                  <a:lnTo>
                    <a:pt x="124478" y="328832"/>
                  </a:lnTo>
                  <a:lnTo>
                    <a:pt x="129634" y="330102"/>
                  </a:lnTo>
                  <a:lnTo>
                    <a:pt x="134828" y="331207"/>
                  </a:lnTo>
                  <a:lnTo>
                    <a:pt x="140054" y="332146"/>
                  </a:lnTo>
                  <a:lnTo>
                    <a:pt x="145307" y="332919"/>
                  </a:lnTo>
                  <a:lnTo>
                    <a:pt x="150582" y="333525"/>
                  </a:lnTo>
                  <a:lnTo>
                    <a:pt x="155874" y="333963"/>
                  </a:lnTo>
                  <a:lnTo>
                    <a:pt x="161177" y="334232"/>
                  </a:lnTo>
                  <a:lnTo>
                    <a:pt x="166486" y="334334"/>
                  </a:lnTo>
                  <a:lnTo>
                    <a:pt x="171795" y="334266"/>
                  </a:lnTo>
                  <a:lnTo>
                    <a:pt x="177100" y="334030"/>
                  </a:lnTo>
                  <a:lnTo>
                    <a:pt x="182394" y="333625"/>
                  </a:lnTo>
                  <a:lnTo>
                    <a:pt x="187673" y="333053"/>
                  </a:lnTo>
                  <a:lnTo>
                    <a:pt x="192931" y="332313"/>
                  </a:lnTo>
                  <a:lnTo>
                    <a:pt x="198163" y="331406"/>
                  </a:lnTo>
                  <a:lnTo>
                    <a:pt x="203364" y="330334"/>
                  </a:lnTo>
                  <a:lnTo>
                    <a:pt x="208528" y="329097"/>
                  </a:lnTo>
                  <a:lnTo>
                    <a:pt x="213650" y="327697"/>
                  </a:lnTo>
                  <a:lnTo>
                    <a:pt x="218724" y="326135"/>
                  </a:lnTo>
                  <a:lnTo>
                    <a:pt x="223747" y="324413"/>
                  </a:lnTo>
                  <a:lnTo>
                    <a:pt x="228713" y="322531"/>
                  </a:lnTo>
                  <a:lnTo>
                    <a:pt x="233616" y="320493"/>
                  </a:lnTo>
                  <a:lnTo>
                    <a:pt x="238452" y="318301"/>
                  </a:lnTo>
                  <a:lnTo>
                    <a:pt x="243216" y="315956"/>
                  </a:lnTo>
                  <a:lnTo>
                    <a:pt x="247903" y="313460"/>
                  </a:lnTo>
                  <a:lnTo>
                    <a:pt x="252508" y="310818"/>
                  </a:lnTo>
                  <a:lnTo>
                    <a:pt x="257027" y="308030"/>
                  </a:lnTo>
                  <a:lnTo>
                    <a:pt x="261456" y="305100"/>
                  </a:lnTo>
                  <a:lnTo>
                    <a:pt x="265789" y="302031"/>
                  </a:lnTo>
                  <a:lnTo>
                    <a:pt x="270022" y="298826"/>
                  </a:lnTo>
                  <a:lnTo>
                    <a:pt x="274152" y="295488"/>
                  </a:lnTo>
                  <a:lnTo>
                    <a:pt x="278173" y="292020"/>
                  </a:lnTo>
                  <a:lnTo>
                    <a:pt x="282082" y="288427"/>
                  </a:lnTo>
                  <a:lnTo>
                    <a:pt x="285876" y="284711"/>
                  </a:lnTo>
                  <a:lnTo>
                    <a:pt x="289549" y="280877"/>
                  </a:lnTo>
                  <a:lnTo>
                    <a:pt x="293098" y="276928"/>
                  </a:lnTo>
                  <a:lnTo>
                    <a:pt x="296521" y="272868"/>
                  </a:lnTo>
                  <a:lnTo>
                    <a:pt x="299812" y="268701"/>
                  </a:lnTo>
                  <a:lnTo>
                    <a:pt x="302970" y="264433"/>
                  </a:lnTo>
                  <a:lnTo>
                    <a:pt x="305991" y="260066"/>
                  </a:lnTo>
                  <a:lnTo>
                    <a:pt x="308871" y="255605"/>
                  </a:lnTo>
                  <a:lnTo>
                    <a:pt x="311608" y="251055"/>
                  </a:lnTo>
                  <a:lnTo>
                    <a:pt x="314200" y="246420"/>
                  </a:lnTo>
                  <a:lnTo>
                    <a:pt x="316642" y="241706"/>
                  </a:lnTo>
                  <a:lnTo>
                    <a:pt x="318934" y="236916"/>
                  </a:lnTo>
                  <a:lnTo>
                    <a:pt x="321073" y="232056"/>
                  </a:lnTo>
                  <a:lnTo>
                    <a:pt x="323056" y="227130"/>
                  </a:lnTo>
                  <a:lnTo>
                    <a:pt x="324882" y="222144"/>
                  </a:lnTo>
                  <a:lnTo>
                    <a:pt x="326548" y="217102"/>
                  </a:lnTo>
                  <a:lnTo>
                    <a:pt x="328053" y="212010"/>
                  </a:lnTo>
                  <a:lnTo>
                    <a:pt x="329396" y="206873"/>
                  </a:lnTo>
                  <a:lnTo>
                    <a:pt x="330576" y="201696"/>
                  </a:lnTo>
                  <a:lnTo>
                    <a:pt x="331590" y="196484"/>
                  </a:lnTo>
                  <a:lnTo>
                    <a:pt x="332438" y="191242"/>
                  </a:lnTo>
                  <a:lnTo>
                    <a:pt x="333119" y="185976"/>
                  </a:lnTo>
                  <a:lnTo>
                    <a:pt x="333633" y="180691"/>
                  </a:lnTo>
                  <a:lnTo>
                    <a:pt x="333978" y="175392"/>
                  </a:lnTo>
                  <a:lnTo>
                    <a:pt x="334155" y="170085"/>
                  </a:lnTo>
                  <a:lnTo>
                    <a:pt x="334163" y="164776"/>
                  </a:lnTo>
                  <a:lnTo>
                    <a:pt x="334003" y="159468"/>
                  </a:lnTo>
                  <a:lnTo>
                    <a:pt x="333674" y="154168"/>
                  </a:lnTo>
                  <a:lnTo>
                    <a:pt x="333177" y="148882"/>
                  </a:lnTo>
                  <a:lnTo>
                    <a:pt x="332513" y="143614"/>
                  </a:lnTo>
                  <a:lnTo>
                    <a:pt x="331681" y="138369"/>
                  </a:lnTo>
                  <a:lnTo>
                    <a:pt x="330684" y="133154"/>
                  </a:lnTo>
                  <a:lnTo>
                    <a:pt x="329521" y="127973"/>
                  </a:lnTo>
                  <a:lnTo>
                    <a:pt x="328194" y="122832"/>
                  </a:lnTo>
                  <a:lnTo>
                    <a:pt x="326705" y="117735"/>
                  </a:lnTo>
                  <a:lnTo>
                    <a:pt x="325054" y="112688"/>
                  </a:lnTo>
                  <a:lnTo>
                    <a:pt x="323244" y="107696"/>
                  </a:lnTo>
                  <a:lnTo>
                    <a:pt x="321277" y="102764"/>
                  </a:lnTo>
                  <a:lnTo>
                    <a:pt x="319153" y="97897"/>
                  </a:lnTo>
                  <a:lnTo>
                    <a:pt x="316877" y="93100"/>
                  </a:lnTo>
                  <a:lnTo>
                    <a:pt x="314449" y="88378"/>
                  </a:lnTo>
                  <a:lnTo>
                    <a:pt x="311872" y="83735"/>
                  </a:lnTo>
                  <a:lnTo>
                    <a:pt x="309149" y="79177"/>
                  </a:lnTo>
                  <a:lnTo>
                    <a:pt x="306283" y="74707"/>
                  </a:lnTo>
                  <a:lnTo>
                    <a:pt x="303276" y="70330"/>
                  </a:lnTo>
                  <a:lnTo>
                    <a:pt x="300132" y="66052"/>
                  </a:lnTo>
                  <a:lnTo>
                    <a:pt x="296853" y="61875"/>
                  </a:lnTo>
                  <a:lnTo>
                    <a:pt x="293444" y="57804"/>
                  </a:lnTo>
                  <a:lnTo>
                    <a:pt x="289907" y="53844"/>
                  </a:lnTo>
                  <a:lnTo>
                    <a:pt x="286246" y="49998"/>
                  </a:lnTo>
                  <a:lnTo>
                    <a:pt x="282464" y="46270"/>
                  </a:lnTo>
                  <a:lnTo>
                    <a:pt x="278566" y="42665"/>
                  </a:lnTo>
                  <a:lnTo>
                    <a:pt x="274556" y="39185"/>
                  </a:lnTo>
                  <a:lnTo>
                    <a:pt x="270437" y="35834"/>
                  </a:lnTo>
                  <a:lnTo>
                    <a:pt x="266214" y="32615"/>
                  </a:lnTo>
                  <a:lnTo>
                    <a:pt x="261890" y="29532"/>
                  </a:lnTo>
                  <a:lnTo>
                    <a:pt x="257471" y="26589"/>
                  </a:lnTo>
                  <a:lnTo>
                    <a:pt x="252961" y="23787"/>
                  </a:lnTo>
                  <a:lnTo>
                    <a:pt x="248364" y="21129"/>
                  </a:lnTo>
                  <a:lnTo>
                    <a:pt x="243685" y="18619"/>
                  </a:lnTo>
                  <a:lnTo>
                    <a:pt x="238928" y="16259"/>
                  </a:lnTo>
                  <a:lnTo>
                    <a:pt x="234099" y="14051"/>
                  </a:lnTo>
                  <a:lnTo>
                    <a:pt x="229202" y="11998"/>
                  </a:lnTo>
                  <a:lnTo>
                    <a:pt x="224243" y="10101"/>
                  </a:lnTo>
                  <a:lnTo>
                    <a:pt x="219225" y="8363"/>
                  </a:lnTo>
                  <a:lnTo>
                    <a:pt x="214155" y="6784"/>
                  </a:lnTo>
                  <a:lnTo>
                    <a:pt x="209038" y="5368"/>
                  </a:lnTo>
                  <a:lnTo>
                    <a:pt x="203878" y="4115"/>
                  </a:lnTo>
                  <a:lnTo>
                    <a:pt x="198681" y="3026"/>
                  </a:lnTo>
                  <a:lnTo>
                    <a:pt x="193452" y="2104"/>
                  </a:lnTo>
                  <a:lnTo>
                    <a:pt x="188196" y="1347"/>
                  </a:lnTo>
                  <a:lnTo>
                    <a:pt x="182919" y="758"/>
                  </a:lnTo>
                  <a:lnTo>
                    <a:pt x="177626" y="337"/>
                  </a:lnTo>
                  <a:lnTo>
                    <a:pt x="172322" y="84"/>
                  </a:lnTo>
                  <a:lnTo>
                    <a:pt x="167013" y="0"/>
                  </a:lnTo>
                  <a:lnTo>
                    <a:pt x="1670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256076" y="465928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0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1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0" y="20950"/>
                  </a:lnTo>
                  <a:lnTo>
                    <a:pt x="81547" y="23585"/>
                  </a:lnTo>
                  <a:lnTo>
                    <a:pt x="77050" y="26364"/>
                  </a:lnTo>
                  <a:lnTo>
                    <a:pt x="72642" y="29284"/>
                  </a:lnTo>
                  <a:lnTo>
                    <a:pt x="68330" y="32341"/>
                  </a:lnTo>
                  <a:lnTo>
                    <a:pt x="64116" y="35534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8" y="45888"/>
                  </a:lnTo>
                  <a:lnTo>
                    <a:pt x="48331" y="49586"/>
                  </a:lnTo>
                  <a:lnTo>
                    <a:pt x="44672" y="53403"/>
                  </a:lnTo>
                  <a:lnTo>
                    <a:pt x="41136" y="57333"/>
                  </a:lnTo>
                  <a:lnTo>
                    <a:pt x="37726" y="61373"/>
                  </a:lnTo>
                  <a:lnTo>
                    <a:pt x="34445" y="65518"/>
                  </a:lnTo>
                  <a:lnTo>
                    <a:pt x="31298" y="69766"/>
                  </a:lnTo>
                  <a:lnTo>
                    <a:pt x="28286" y="74111"/>
                  </a:lnTo>
                  <a:lnTo>
                    <a:pt x="25412" y="78548"/>
                  </a:lnTo>
                  <a:lnTo>
                    <a:pt x="22681" y="83075"/>
                  </a:lnTo>
                  <a:lnTo>
                    <a:pt x="20094" y="87686"/>
                  </a:lnTo>
                  <a:lnTo>
                    <a:pt x="17654" y="92376"/>
                  </a:lnTo>
                  <a:lnTo>
                    <a:pt x="15364" y="97141"/>
                  </a:lnTo>
                  <a:lnTo>
                    <a:pt x="13226" y="101976"/>
                  </a:lnTo>
                  <a:lnTo>
                    <a:pt x="11241" y="106876"/>
                  </a:lnTo>
                  <a:lnTo>
                    <a:pt x="9413" y="111836"/>
                  </a:lnTo>
                  <a:lnTo>
                    <a:pt x="7742" y="116852"/>
                  </a:lnTo>
                  <a:lnTo>
                    <a:pt x="6231" y="121918"/>
                  </a:lnTo>
                  <a:lnTo>
                    <a:pt x="4880" y="127030"/>
                  </a:lnTo>
                  <a:lnTo>
                    <a:pt x="3692" y="132181"/>
                  </a:lnTo>
                  <a:lnTo>
                    <a:pt x="2668" y="137368"/>
                  </a:lnTo>
                  <a:lnTo>
                    <a:pt x="1808" y="142584"/>
                  </a:lnTo>
                  <a:lnTo>
                    <a:pt x="1113" y="147825"/>
                  </a:lnTo>
                  <a:lnTo>
                    <a:pt x="584" y="153085"/>
                  </a:lnTo>
                  <a:lnTo>
                    <a:pt x="222" y="158359"/>
                  </a:lnTo>
                  <a:lnTo>
                    <a:pt x="27" y="163643"/>
                  </a:lnTo>
                  <a:lnTo>
                    <a:pt x="0" y="168929"/>
                  </a:lnTo>
                  <a:lnTo>
                    <a:pt x="139" y="174214"/>
                  </a:lnTo>
                  <a:lnTo>
                    <a:pt x="445" y="179492"/>
                  </a:lnTo>
                  <a:lnTo>
                    <a:pt x="918" y="184758"/>
                  </a:lnTo>
                  <a:lnTo>
                    <a:pt x="1558" y="190005"/>
                  </a:lnTo>
                  <a:lnTo>
                    <a:pt x="2363" y="195231"/>
                  </a:lnTo>
                  <a:lnTo>
                    <a:pt x="3332" y="200428"/>
                  </a:lnTo>
                  <a:lnTo>
                    <a:pt x="4466" y="205591"/>
                  </a:lnTo>
                  <a:lnTo>
                    <a:pt x="5763" y="210717"/>
                  </a:lnTo>
                  <a:lnTo>
                    <a:pt x="7220" y="215798"/>
                  </a:lnTo>
                  <a:lnTo>
                    <a:pt x="8838" y="220832"/>
                  </a:lnTo>
                  <a:lnTo>
                    <a:pt x="10614" y="225811"/>
                  </a:lnTo>
                  <a:lnTo>
                    <a:pt x="12547" y="230732"/>
                  </a:lnTo>
                  <a:lnTo>
                    <a:pt x="14634" y="235589"/>
                  </a:lnTo>
                  <a:lnTo>
                    <a:pt x="16874" y="240378"/>
                  </a:lnTo>
                  <a:lnTo>
                    <a:pt x="19264" y="245093"/>
                  </a:lnTo>
                  <a:lnTo>
                    <a:pt x="21803" y="249731"/>
                  </a:lnTo>
                  <a:lnTo>
                    <a:pt x="24486" y="254286"/>
                  </a:lnTo>
                  <a:lnTo>
                    <a:pt x="27312" y="258754"/>
                  </a:lnTo>
                  <a:lnTo>
                    <a:pt x="30278" y="263130"/>
                  </a:lnTo>
                  <a:lnTo>
                    <a:pt x="33381" y="267411"/>
                  </a:lnTo>
                  <a:lnTo>
                    <a:pt x="36618" y="271591"/>
                  </a:lnTo>
                  <a:lnTo>
                    <a:pt x="39985" y="275666"/>
                  </a:lnTo>
                  <a:lnTo>
                    <a:pt x="43480" y="279634"/>
                  </a:lnTo>
                  <a:lnTo>
                    <a:pt x="47098" y="283488"/>
                  </a:lnTo>
                  <a:lnTo>
                    <a:pt x="50836" y="287227"/>
                  </a:lnTo>
                  <a:lnTo>
                    <a:pt x="54691" y="290845"/>
                  </a:lnTo>
                  <a:lnTo>
                    <a:pt x="58658" y="294339"/>
                  </a:lnTo>
                  <a:lnTo>
                    <a:pt x="62734" y="297707"/>
                  </a:lnTo>
                  <a:lnTo>
                    <a:pt x="66914" y="300943"/>
                  </a:lnTo>
                  <a:lnTo>
                    <a:pt x="71194" y="304046"/>
                  </a:lnTo>
                  <a:lnTo>
                    <a:pt x="75570" y="307012"/>
                  </a:lnTo>
                  <a:lnTo>
                    <a:pt x="80038" y="309839"/>
                  </a:lnTo>
                  <a:lnTo>
                    <a:pt x="84593" y="312522"/>
                  </a:lnTo>
                  <a:lnTo>
                    <a:pt x="89231" y="315060"/>
                  </a:lnTo>
                  <a:lnTo>
                    <a:pt x="93947" y="317450"/>
                  </a:lnTo>
                  <a:lnTo>
                    <a:pt x="98735" y="319690"/>
                  </a:lnTo>
                  <a:lnTo>
                    <a:pt x="103593" y="321778"/>
                  </a:lnTo>
                  <a:lnTo>
                    <a:pt x="108514" y="323710"/>
                  </a:lnTo>
                  <a:lnTo>
                    <a:pt x="113493" y="325486"/>
                  </a:lnTo>
                  <a:lnTo>
                    <a:pt x="118526" y="327104"/>
                  </a:lnTo>
                  <a:lnTo>
                    <a:pt x="123608" y="328562"/>
                  </a:lnTo>
                  <a:lnTo>
                    <a:pt x="128733" y="329858"/>
                  </a:lnTo>
                  <a:lnTo>
                    <a:pt x="133897" y="330992"/>
                  </a:lnTo>
                  <a:lnTo>
                    <a:pt x="139094" y="331962"/>
                  </a:lnTo>
                  <a:lnTo>
                    <a:pt x="144319" y="332767"/>
                  </a:lnTo>
                  <a:lnTo>
                    <a:pt x="149567" y="333406"/>
                  </a:lnTo>
                  <a:lnTo>
                    <a:pt x="154833" y="333879"/>
                  </a:lnTo>
                  <a:lnTo>
                    <a:pt x="160110" y="334186"/>
                  </a:lnTo>
                  <a:lnTo>
                    <a:pt x="165395" y="334325"/>
                  </a:lnTo>
                  <a:lnTo>
                    <a:pt x="170682" y="334297"/>
                  </a:lnTo>
                  <a:lnTo>
                    <a:pt x="175965" y="334102"/>
                  </a:lnTo>
                  <a:lnTo>
                    <a:pt x="181240" y="333740"/>
                  </a:lnTo>
                  <a:lnTo>
                    <a:pt x="186500" y="333212"/>
                  </a:lnTo>
                  <a:lnTo>
                    <a:pt x="191741" y="332517"/>
                  </a:lnTo>
                  <a:lnTo>
                    <a:pt x="196957" y="331657"/>
                  </a:lnTo>
                  <a:lnTo>
                    <a:pt x="202144" y="330632"/>
                  </a:lnTo>
                  <a:lnTo>
                    <a:pt x="207295" y="329444"/>
                  </a:lnTo>
                  <a:lnTo>
                    <a:pt x="212406" y="328094"/>
                  </a:lnTo>
                  <a:lnTo>
                    <a:pt x="217473" y="326583"/>
                  </a:lnTo>
                  <a:lnTo>
                    <a:pt x="222488" y="324912"/>
                  </a:lnTo>
                  <a:lnTo>
                    <a:pt x="227449" y="323083"/>
                  </a:lnTo>
                  <a:lnTo>
                    <a:pt x="232349" y="321099"/>
                  </a:lnTo>
                  <a:lnTo>
                    <a:pt x="237184" y="318960"/>
                  </a:lnTo>
                  <a:lnTo>
                    <a:pt x="241949" y="316670"/>
                  </a:lnTo>
                  <a:lnTo>
                    <a:pt x="246639" y="314230"/>
                  </a:lnTo>
                  <a:lnTo>
                    <a:pt x="251250" y="311644"/>
                  </a:lnTo>
                  <a:lnTo>
                    <a:pt x="255776" y="308912"/>
                  </a:lnTo>
                  <a:lnTo>
                    <a:pt x="260214" y="306039"/>
                  </a:lnTo>
                  <a:lnTo>
                    <a:pt x="264559" y="303027"/>
                  </a:lnTo>
                  <a:lnTo>
                    <a:pt x="268806" y="299879"/>
                  </a:lnTo>
                  <a:lnTo>
                    <a:pt x="272952" y="296598"/>
                  </a:lnTo>
                  <a:lnTo>
                    <a:pt x="276992" y="293188"/>
                  </a:lnTo>
                  <a:lnTo>
                    <a:pt x="280922" y="289652"/>
                  </a:lnTo>
                  <a:lnTo>
                    <a:pt x="284738" y="285994"/>
                  </a:lnTo>
                  <a:lnTo>
                    <a:pt x="288437" y="282216"/>
                  </a:lnTo>
                  <a:lnTo>
                    <a:pt x="292014" y="278324"/>
                  </a:lnTo>
                  <a:lnTo>
                    <a:pt x="295467" y="274320"/>
                  </a:lnTo>
                  <a:lnTo>
                    <a:pt x="298791" y="270209"/>
                  </a:lnTo>
                  <a:lnTo>
                    <a:pt x="301983" y="265995"/>
                  </a:lnTo>
                  <a:lnTo>
                    <a:pt x="305041" y="261682"/>
                  </a:lnTo>
                  <a:lnTo>
                    <a:pt x="307961" y="257275"/>
                  </a:lnTo>
                  <a:lnTo>
                    <a:pt x="310740" y="252777"/>
                  </a:lnTo>
                  <a:lnTo>
                    <a:pt x="313375" y="248194"/>
                  </a:lnTo>
                  <a:lnTo>
                    <a:pt x="315864" y="243530"/>
                  </a:lnTo>
                  <a:lnTo>
                    <a:pt x="318205" y="238790"/>
                  </a:lnTo>
                  <a:lnTo>
                    <a:pt x="320394" y="233977"/>
                  </a:lnTo>
                  <a:lnTo>
                    <a:pt x="322430" y="229098"/>
                  </a:lnTo>
                  <a:lnTo>
                    <a:pt x="324311" y="224158"/>
                  </a:lnTo>
                  <a:lnTo>
                    <a:pt x="326034" y="219160"/>
                  </a:lnTo>
                  <a:lnTo>
                    <a:pt x="327599" y="214110"/>
                  </a:lnTo>
                  <a:lnTo>
                    <a:pt x="329003" y="209013"/>
                  </a:lnTo>
                  <a:lnTo>
                    <a:pt x="330245" y="203874"/>
                  </a:lnTo>
                  <a:lnTo>
                    <a:pt x="331324" y="198699"/>
                  </a:lnTo>
                  <a:lnTo>
                    <a:pt x="332239" y="193492"/>
                  </a:lnTo>
                  <a:lnTo>
                    <a:pt x="332989" y="188258"/>
                  </a:lnTo>
                  <a:lnTo>
                    <a:pt x="333573" y="183004"/>
                  </a:lnTo>
                  <a:lnTo>
                    <a:pt x="333991" y="177734"/>
                  </a:lnTo>
                  <a:lnTo>
                    <a:pt x="334241" y="172453"/>
                  </a:lnTo>
                  <a:lnTo>
                    <a:pt x="334325" y="16716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26449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742244"/>
              <a:ext cx="167167" cy="84204"/>
            </a:xfrm>
            <a:custGeom>
              <a:avLst/>
              <a:pathLst>
                <a:path w="167167" h="84204">
                  <a:moveTo>
                    <a:pt x="167167" y="84204"/>
                  </a:moveTo>
                  <a:lnTo>
                    <a:pt x="167063" y="78322"/>
                  </a:lnTo>
                  <a:lnTo>
                    <a:pt x="166753" y="72447"/>
                  </a:lnTo>
                  <a:lnTo>
                    <a:pt x="166236" y="66587"/>
                  </a:lnTo>
                  <a:lnTo>
                    <a:pt x="165513" y="60749"/>
                  </a:lnTo>
                  <a:lnTo>
                    <a:pt x="164586" y="54940"/>
                  </a:lnTo>
                  <a:lnTo>
                    <a:pt x="163454" y="49167"/>
                  </a:lnTo>
                  <a:lnTo>
                    <a:pt x="162120" y="43438"/>
                  </a:lnTo>
                  <a:lnTo>
                    <a:pt x="160585" y="37758"/>
                  </a:lnTo>
                  <a:lnTo>
                    <a:pt x="158852" y="32137"/>
                  </a:lnTo>
                  <a:lnTo>
                    <a:pt x="156921" y="26580"/>
                  </a:lnTo>
                  <a:lnTo>
                    <a:pt x="154797" y="21094"/>
                  </a:lnTo>
                  <a:lnTo>
                    <a:pt x="152480" y="15687"/>
                  </a:lnTo>
                  <a:lnTo>
                    <a:pt x="149975" y="10364"/>
                  </a:lnTo>
                  <a:lnTo>
                    <a:pt x="147284" y="5133"/>
                  </a:lnTo>
                  <a:lnTo>
                    <a:pt x="144411" y="0"/>
                  </a:lnTo>
                  <a:lnTo>
                    <a:pt x="0" y="842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144411" cy="167167"/>
            </a:xfrm>
            <a:custGeom>
              <a:avLst/>
              <a:pathLst>
                <a:path w="144411" h="167167">
                  <a:moveTo>
                    <a:pt x="144411" y="82963"/>
                  </a:moveTo>
                  <a:lnTo>
                    <a:pt x="141590" y="78302"/>
                  </a:lnTo>
                  <a:lnTo>
                    <a:pt x="138619" y="73735"/>
                  </a:lnTo>
                  <a:lnTo>
                    <a:pt x="135501" y="69268"/>
                  </a:lnTo>
                  <a:lnTo>
                    <a:pt x="132239" y="64905"/>
                  </a:lnTo>
                  <a:lnTo>
                    <a:pt x="128837" y="60650"/>
                  </a:lnTo>
                  <a:lnTo>
                    <a:pt x="125298" y="56508"/>
                  </a:lnTo>
                  <a:lnTo>
                    <a:pt x="121625" y="52484"/>
                  </a:lnTo>
                  <a:lnTo>
                    <a:pt x="117824" y="48582"/>
                  </a:lnTo>
                  <a:lnTo>
                    <a:pt x="113897" y="44806"/>
                  </a:lnTo>
                  <a:lnTo>
                    <a:pt x="109849" y="41159"/>
                  </a:lnTo>
                  <a:lnTo>
                    <a:pt x="105685" y="37647"/>
                  </a:lnTo>
                  <a:lnTo>
                    <a:pt x="101408" y="34272"/>
                  </a:lnTo>
                  <a:lnTo>
                    <a:pt x="97024" y="31038"/>
                  </a:lnTo>
                  <a:lnTo>
                    <a:pt x="92537" y="27948"/>
                  </a:lnTo>
                  <a:lnTo>
                    <a:pt x="87951" y="25007"/>
                  </a:lnTo>
                  <a:lnTo>
                    <a:pt x="83272" y="22217"/>
                  </a:lnTo>
                  <a:lnTo>
                    <a:pt x="78505" y="19580"/>
                  </a:lnTo>
                  <a:lnTo>
                    <a:pt x="73654" y="17100"/>
                  </a:lnTo>
                  <a:lnTo>
                    <a:pt x="68725" y="14780"/>
                  </a:lnTo>
                  <a:lnTo>
                    <a:pt x="63723" y="12622"/>
                  </a:lnTo>
                  <a:lnTo>
                    <a:pt x="58653" y="10627"/>
                  </a:lnTo>
                  <a:lnTo>
                    <a:pt x="53521" y="8799"/>
                  </a:lnTo>
                  <a:lnTo>
                    <a:pt x="48333" y="7139"/>
                  </a:lnTo>
                  <a:lnTo>
                    <a:pt x="43092" y="5649"/>
                  </a:lnTo>
                  <a:lnTo>
                    <a:pt x="37806" y="4331"/>
                  </a:lnTo>
                  <a:lnTo>
                    <a:pt x="32480" y="3185"/>
                  </a:lnTo>
                  <a:lnTo>
                    <a:pt x="27120" y="2214"/>
                  </a:lnTo>
                  <a:lnTo>
                    <a:pt x="21730" y="1418"/>
                  </a:lnTo>
                  <a:lnTo>
                    <a:pt x="16318" y="798"/>
                  </a:lnTo>
                  <a:lnTo>
                    <a:pt x="10888" y="354"/>
                  </a:lnTo>
                  <a:lnTo>
                    <a:pt x="544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61323" y="4213821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3" y="2101"/>
                  </a:lnTo>
                  <a:lnTo>
                    <a:pt x="135497" y="3023"/>
                  </a:lnTo>
                  <a:lnTo>
                    <a:pt x="130302" y="4111"/>
                  </a:lnTo>
                  <a:lnTo>
                    <a:pt x="125145" y="5362"/>
                  </a:lnTo>
                  <a:lnTo>
                    <a:pt x="120030" y="6777"/>
                  </a:lnTo>
                  <a:lnTo>
                    <a:pt x="114963" y="8354"/>
                  </a:lnTo>
                  <a:lnTo>
                    <a:pt x="109948" y="10090"/>
                  </a:lnTo>
                  <a:lnTo>
                    <a:pt x="104991" y="11985"/>
                  </a:lnTo>
                  <a:lnTo>
                    <a:pt x="100096" y="14036"/>
                  </a:lnTo>
                  <a:lnTo>
                    <a:pt x="95269" y="16242"/>
                  </a:lnTo>
                  <a:lnTo>
                    <a:pt x="90515" y="18599"/>
                  </a:lnTo>
                  <a:lnTo>
                    <a:pt x="85837" y="21107"/>
                  </a:lnTo>
                  <a:lnTo>
                    <a:pt x="81242" y="23761"/>
                  </a:lnTo>
                  <a:lnTo>
                    <a:pt x="76733" y="26561"/>
                  </a:lnTo>
                  <a:lnTo>
                    <a:pt x="72316" y="29501"/>
                  </a:lnTo>
                  <a:lnTo>
                    <a:pt x="67993" y="32581"/>
                  </a:lnTo>
                  <a:lnTo>
                    <a:pt x="63771" y="35796"/>
                  </a:lnTo>
                  <a:lnTo>
                    <a:pt x="59653" y="39144"/>
                  </a:lnTo>
                  <a:lnTo>
                    <a:pt x="55644" y="42621"/>
                  </a:lnTo>
                  <a:lnTo>
                    <a:pt x="51747" y="46223"/>
                  </a:lnTo>
                  <a:lnTo>
                    <a:pt x="47966" y="49947"/>
                  </a:lnTo>
                  <a:lnTo>
                    <a:pt x="44305" y="53789"/>
                  </a:lnTo>
                  <a:lnTo>
                    <a:pt x="40768" y="57746"/>
                  </a:lnTo>
                  <a:lnTo>
                    <a:pt x="37358" y="61812"/>
                  </a:lnTo>
                  <a:lnTo>
                    <a:pt x="34079" y="65985"/>
                  </a:lnTo>
                  <a:lnTo>
                    <a:pt x="30935" y="70260"/>
                  </a:lnTo>
                  <a:lnTo>
                    <a:pt x="27927" y="74633"/>
                  </a:lnTo>
                  <a:lnTo>
                    <a:pt x="25060" y="79099"/>
                  </a:lnTo>
                  <a:lnTo>
                    <a:pt x="22336" y="83653"/>
                  </a:lnTo>
                  <a:lnTo>
                    <a:pt x="19758" y="88292"/>
                  </a:lnTo>
                  <a:lnTo>
                    <a:pt x="17329" y="93010"/>
                  </a:lnTo>
                  <a:lnTo>
                    <a:pt x="15050" y="97803"/>
                  </a:lnTo>
                  <a:lnTo>
                    <a:pt x="12925" y="102666"/>
                  </a:lnTo>
                  <a:lnTo>
                    <a:pt x="10955" y="107594"/>
                  </a:lnTo>
                  <a:lnTo>
                    <a:pt x="9143" y="112582"/>
                  </a:lnTo>
                  <a:lnTo>
                    <a:pt x="7490" y="117625"/>
                  </a:lnTo>
                  <a:lnTo>
                    <a:pt x="5998" y="122718"/>
                  </a:lnTo>
                  <a:lnTo>
                    <a:pt x="4668" y="127856"/>
                  </a:lnTo>
                  <a:lnTo>
                    <a:pt x="3502" y="133033"/>
                  </a:lnTo>
                  <a:lnTo>
                    <a:pt x="2501" y="138245"/>
                  </a:lnTo>
                  <a:lnTo>
                    <a:pt x="1666" y="143486"/>
                  </a:lnTo>
                  <a:lnTo>
                    <a:pt x="998" y="148750"/>
                  </a:lnTo>
                  <a:lnTo>
                    <a:pt x="497" y="154034"/>
                  </a:lnTo>
                  <a:lnTo>
                    <a:pt x="164" y="159330"/>
                  </a:lnTo>
                  <a:lnTo>
                    <a:pt x="0" y="164635"/>
                  </a:lnTo>
                  <a:lnTo>
                    <a:pt x="3" y="169942"/>
                  </a:lnTo>
                  <a:lnTo>
                    <a:pt x="176" y="175246"/>
                  </a:lnTo>
                  <a:lnTo>
                    <a:pt x="516" y="180542"/>
                  </a:lnTo>
                  <a:lnTo>
                    <a:pt x="1025" y="185824"/>
                  </a:lnTo>
                  <a:lnTo>
                    <a:pt x="1701" y="191088"/>
                  </a:lnTo>
                  <a:lnTo>
                    <a:pt x="2543" y="196328"/>
                  </a:lnTo>
                  <a:lnTo>
                    <a:pt x="3552" y="201538"/>
                  </a:lnTo>
                  <a:lnTo>
                    <a:pt x="4725" y="206714"/>
                  </a:lnTo>
                  <a:lnTo>
                    <a:pt x="6063" y="211850"/>
                  </a:lnTo>
                  <a:lnTo>
                    <a:pt x="7562" y="216940"/>
                  </a:lnTo>
                  <a:lnTo>
                    <a:pt x="9222" y="221981"/>
                  </a:lnTo>
                  <a:lnTo>
                    <a:pt x="11042" y="226966"/>
                  </a:lnTo>
                  <a:lnTo>
                    <a:pt x="13019" y="231891"/>
                  </a:lnTo>
                  <a:lnTo>
                    <a:pt x="15151" y="236751"/>
                  </a:lnTo>
                  <a:lnTo>
                    <a:pt x="17436" y="241541"/>
                  </a:lnTo>
                  <a:lnTo>
                    <a:pt x="19873" y="246255"/>
                  </a:lnTo>
                  <a:lnTo>
                    <a:pt x="22457" y="250891"/>
                  </a:lnTo>
                  <a:lnTo>
                    <a:pt x="25188" y="255441"/>
                  </a:lnTo>
                  <a:lnTo>
                    <a:pt x="28061" y="259903"/>
                  </a:lnTo>
                  <a:lnTo>
                    <a:pt x="31075" y="264271"/>
                  </a:lnTo>
                  <a:lnTo>
                    <a:pt x="34226" y="268541"/>
                  </a:lnTo>
                  <a:lnTo>
                    <a:pt x="37511" y="272710"/>
                  </a:lnTo>
                  <a:lnTo>
                    <a:pt x="40927" y="276771"/>
                  </a:lnTo>
                  <a:lnTo>
                    <a:pt x="44469" y="280723"/>
                  </a:lnTo>
                  <a:lnTo>
                    <a:pt x="48136" y="284560"/>
                  </a:lnTo>
                  <a:lnTo>
                    <a:pt x="51922" y="288278"/>
                  </a:lnTo>
                  <a:lnTo>
                    <a:pt x="55824" y="291875"/>
                  </a:lnTo>
                  <a:lnTo>
                    <a:pt x="59839" y="295346"/>
                  </a:lnTo>
                  <a:lnTo>
                    <a:pt x="63962" y="298687"/>
                  </a:lnTo>
                  <a:lnTo>
                    <a:pt x="68189" y="301896"/>
                  </a:lnTo>
                  <a:lnTo>
                    <a:pt x="72515" y="304970"/>
                  </a:lnTo>
                  <a:lnTo>
                    <a:pt x="76937" y="307904"/>
                  </a:lnTo>
                  <a:lnTo>
                    <a:pt x="81450" y="310697"/>
                  </a:lnTo>
                  <a:lnTo>
                    <a:pt x="86049" y="313345"/>
                  </a:lnTo>
                  <a:lnTo>
                    <a:pt x="90730" y="315845"/>
                  </a:lnTo>
                  <a:lnTo>
                    <a:pt x="95488" y="318196"/>
                  </a:lnTo>
                  <a:lnTo>
                    <a:pt x="100318" y="320395"/>
                  </a:lnTo>
                  <a:lnTo>
                    <a:pt x="105216" y="322439"/>
                  </a:lnTo>
                  <a:lnTo>
                    <a:pt x="110176" y="324326"/>
                  </a:lnTo>
                  <a:lnTo>
                    <a:pt x="115193" y="326056"/>
                  </a:lnTo>
                  <a:lnTo>
                    <a:pt x="120263" y="327625"/>
                  </a:lnTo>
                  <a:lnTo>
                    <a:pt x="125380" y="329032"/>
                  </a:lnTo>
                  <a:lnTo>
                    <a:pt x="130539" y="330277"/>
                  </a:lnTo>
                  <a:lnTo>
                    <a:pt x="135735" y="331356"/>
                  </a:lnTo>
                  <a:lnTo>
                    <a:pt x="140962" y="332271"/>
                  </a:lnTo>
                  <a:lnTo>
                    <a:pt x="146216" y="333019"/>
                  </a:lnTo>
                  <a:lnTo>
                    <a:pt x="151491" y="333600"/>
                  </a:lnTo>
                  <a:lnTo>
                    <a:pt x="156782" y="334013"/>
                  </a:lnTo>
                  <a:lnTo>
                    <a:pt x="162084" y="334258"/>
                  </a:lnTo>
                  <a:lnTo>
                    <a:pt x="167390" y="334334"/>
                  </a:lnTo>
                  <a:lnTo>
                    <a:pt x="172696" y="334242"/>
                  </a:lnTo>
                  <a:lnTo>
                    <a:pt x="177997" y="333982"/>
                  </a:lnTo>
                  <a:lnTo>
                    <a:pt x="183287" y="333554"/>
                  </a:lnTo>
                  <a:lnTo>
                    <a:pt x="188560" y="332957"/>
                  </a:lnTo>
                  <a:lnTo>
                    <a:pt x="193812" y="332194"/>
                  </a:lnTo>
                  <a:lnTo>
                    <a:pt x="199037" y="331265"/>
                  </a:lnTo>
                  <a:lnTo>
                    <a:pt x="204230" y="330170"/>
                  </a:lnTo>
                  <a:lnTo>
                    <a:pt x="209385" y="328910"/>
                  </a:lnTo>
                  <a:lnTo>
                    <a:pt x="214498" y="327488"/>
                  </a:lnTo>
                  <a:lnTo>
                    <a:pt x="219563" y="325904"/>
                  </a:lnTo>
                  <a:lnTo>
                    <a:pt x="224575" y="324161"/>
                  </a:lnTo>
                  <a:lnTo>
                    <a:pt x="229530" y="322259"/>
                  </a:lnTo>
                  <a:lnTo>
                    <a:pt x="234421" y="320200"/>
                  </a:lnTo>
                  <a:lnTo>
                    <a:pt x="239245" y="317988"/>
                  </a:lnTo>
                  <a:lnTo>
                    <a:pt x="243996" y="315623"/>
                  </a:lnTo>
                  <a:lnTo>
                    <a:pt x="248670" y="313109"/>
                  </a:lnTo>
                  <a:lnTo>
                    <a:pt x="253261" y="310448"/>
                  </a:lnTo>
                  <a:lnTo>
                    <a:pt x="257766" y="307642"/>
                  </a:lnTo>
                  <a:lnTo>
                    <a:pt x="262179" y="304695"/>
                  </a:lnTo>
                  <a:lnTo>
                    <a:pt x="266497" y="301609"/>
                  </a:lnTo>
                  <a:lnTo>
                    <a:pt x="270715" y="298388"/>
                  </a:lnTo>
                  <a:lnTo>
                    <a:pt x="274828" y="295034"/>
                  </a:lnTo>
                  <a:lnTo>
                    <a:pt x="278832" y="291552"/>
                  </a:lnTo>
                  <a:lnTo>
                    <a:pt x="282724" y="287944"/>
                  </a:lnTo>
                  <a:lnTo>
                    <a:pt x="286500" y="284214"/>
                  </a:lnTo>
                  <a:lnTo>
                    <a:pt x="290155" y="280367"/>
                  </a:lnTo>
                  <a:lnTo>
                    <a:pt x="293686" y="276405"/>
                  </a:lnTo>
                  <a:lnTo>
                    <a:pt x="297090" y="272333"/>
                  </a:lnTo>
                  <a:lnTo>
                    <a:pt x="300363" y="268156"/>
                  </a:lnTo>
                  <a:lnTo>
                    <a:pt x="303501" y="263876"/>
                  </a:lnTo>
                  <a:lnTo>
                    <a:pt x="306502" y="259499"/>
                  </a:lnTo>
                  <a:lnTo>
                    <a:pt x="309363" y="255029"/>
                  </a:lnTo>
                  <a:lnTo>
                    <a:pt x="312080" y="250471"/>
                  </a:lnTo>
                  <a:lnTo>
                    <a:pt x="314652" y="245828"/>
                  </a:lnTo>
                  <a:lnTo>
                    <a:pt x="317074" y="241106"/>
                  </a:lnTo>
                  <a:lnTo>
                    <a:pt x="319346" y="236310"/>
                  </a:lnTo>
                  <a:lnTo>
                    <a:pt x="321464" y="231444"/>
                  </a:lnTo>
                  <a:lnTo>
                    <a:pt x="323426" y="226513"/>
                  </a:lnTo>
                  <a:lnTo>
                    <a:pt x="325231" y="221523"/>
                  </a:lnTo>
                  <a:lnTo>
                    <a:pt x="326877" y="216477"/>
                  </a:lnTo>
                  <a:lnTo>
                    <a:pt x="328362" y="211382"/>
                  </a:lnTo>
                  <a:lnTo>
                    <a:pt x="329684" y="206243"/>
                  </a:lnTo>
                  <a:lnTo>
                    <a:pt x="330842" y="201064"/>
                  </a:lnTo>
                  <a:lnTo>
                    <a:pt x="331836" y="195851"/>
                  </a:lnTo>
                  <a:lnTo>
                    <a:pt x="332663" y="190608"/>
                  </a:lnTo>
                  <a:lnTo>
                    <a:pt x="333324" y="185343"/>
                  </a:lnTo>
                  <a:lnTo>
                    <a:pt x="333817" y="180059"/>
                  </a:lnTo>
                  <a:lnTo>
                    <a:pt x="334143" y="174762"/>
                  </a:lnTo>
                  <a:lnTo>
                    <a:pt x="334300" y="169457"/>
                  </a:lnTo>
                  <a:lnTo>
                    <a:pt x="334288" y="164150"/>
                  </a:lnTo>
                  <a:lnTo>
                    <a:pt x="334108" y="158846"/>
                  </a:lnTo>
                  <a:lnTo>
                    <a:pt x="333760" y="15355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367372"/>
              <a:ext cx="166611" cy="13616"/>
            </a:xfrm>
            <a:custGeom>
              <a:avLst/>
              <a:pathLst>
                <a:path w="166611" h="13616">
                  <a:moveTo>
                    <a:pt x="166611" y="0"/>
                  </a:moveTo>
                  <a:lnTo>
                    <a:pt x="0" y="136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81803"/>
              <a:ext cx="166611" cy="99184"/>
            </a:xfrm>
            <a:custGeom>
              <a:avLst/>
              <a:pathLst>
                <a:path w="166611" h="99184">
                  <a:moveTo>
                    <a:pt x="166611" y="85568"/>
                  </a:moveTo>
                  <a:lnTo>
                    <a:pt x="166041" y="79812"/>
                  </a:lnTo>
                  <a:lnTo>
                    <a:pt x="165271" y="74079"/>
                  </a:lnTo>
                  <a:lnTo>
                    <a:pt x="164304" y="68377"/>
                  </a:lnTo>
                  <a:lnTo>
                    <a:pt x="163139" y="62711"/>
                  </a:lnTo>
                  <a:lnTo>
                    <a:pt x="161780" y="57089"/>
                  </a:lnTo>
                  <a:lnTo>
                    <a:pt x="160227" y="51517"/>
                  </a:lnTo>
                  <a:lnTo>
                    <a:pt x="158482" y="46003"/>
                  </a:lnTo>
                  <a:lnTo>
                    <a:pt x="156547" y="40552"/>
                  </a:lnTo>
                  <a:lnTo>
                    <a:pt x="154425" y="35171"/>
                  </a:lnTo>
                  <a:lnTo>
                    <a:pt x="152118" y="29867"/>
                  </a:lnTo>
                  <a:lnTo>
                    <a:pt x="149629" y="24646"/>
                  </a:lnTo>
                  <a:lnTo>
                    <a:pt x="146960" y="19514"/>
                  </a:lnTo>
                  <a:lnTo>
                    <a:pt x="144116" y="14477"/>
                  </a:lnTo>
                  <a:lnTo>
                    <a:pt x="141099" y="9542"/>
                  </a:lnTo>
                  <a:lnTo>
                    <a:pt x="137914" y="4714"/>
                  </a:lnTo>
                  <a:lnTo>
                    <a:pt x="134563" y="0"/>
                  </a:lnTo>
                  <a:lnTo>
                    <a:pt x="0" y="991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134563" cy="167167"/>
            </a:xfrm>
            <a:custGeom>
              <a:avLst/>
              <a:pathLst>
                <a:path w="134563" h="167167">
                  <a:moveTo>
                    <a:pt x="134563" y="67982"/>
                  </a:moveTo>
                  <a:lnTo>
                    <a:pt x="131174" y="63542"/>
                  </a:lnTo>
                  <a:lnTo>
                    <a:pt x="127639" y="59217"/>
                  </a:lnTo>
                  <a:lnTo>
                    <a:pt x="123961" y="55013"/>
                  </a:lnTo>
                  <a:lnTo>
                    <a:pt x="120145" y="50935"/>
                  </a:lnTo>
                  <a:lnTo>
                    <a:pt x="116195" y="46986"/>
                  </a:lnTo>
                  <a:lnTo>
                    <a:pt x="112115" y="43171"/>
                  </a:lnTo>
                  <a:lnTo>
                    <a:pt x="107910" y="39494"/>
                  </a:lnTo>
                  <a:lnTo>
                    <a:pt x="103584" y="35961"/>
                  </a:lnTo>
                  <a:lnTo>
                    <a:pt x="99143" y="32573"/>
                  </a:lnTo>
                  <a:lnTo>
                    <a:pt x="94591" y="29336"/>
                  </a:lnTo>
                  <a:lnTo>
                    <a:pt x="89934" y="26253"/>
                  </a:lnTo>
                  <a:lnTo>
                    <a:pt x="85176" y="23327"/>
                  </a:lnTo>
                  <a:lnTo>
                    <a:pt x="80323" y="20562"/>
                  </a:lnTo>
                  <a:lnTo>
                    <a:pt x="75380" y="17960"/>
                  </a:lnTo>
                  <a:lnTo>
                    <a:pt x="70353" y="15525"/>
                  </a:lnTo>
                  <a:lnTo>
                    <a:pt x="65248" y="13259"/>
                  </a:lnTo>
                  <a:lnTo>
                    <a:pt x="60070" y="11165"/>
                  </a:lnTo>
                  <a:lnTo>
                    <a:pt x="54824" y="9245"/>
                  </a:lnTo>
                  <a:lnTo>
                    <a:pt x="49518" y="7502"/>
                  </a:lnTo>
                  <a:lnTo>
                    <a:pt x="44156" y="5937"/>
                  </a:lnTo>
                  <a:lnTo>
                    <a:pt x="38745" y="4552"/>
                  </a:lnTo>
                  <a:lnTo>
                    <a:pt x="33291" y="3348"/>
                  </a:lnTo>
                  <a:lnTo>
                    <a:pt x="27799" y="2327"/>
                  </a:lnTo>
                  <a:lnTo>
                    <a:pt x="22276" y="1490"/>
                  </a:lnTo>
                  <a:lnTo>
                    <a:pt x="16729" y="839"/>
                  </a:lnTo>
                  <a:lnTo>
                    <a:pt x="11163" y="373"/>
                  </a:lnTo>
                  <a:lnTo>
                    <a:pt x="558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751848" y="3707720"/>
              <a:ext cx="217317" cy="334317"/>
            </a:xfrm>
            <a:custGeom>
              <a:avLst/>
              <a:pathLst>
                <a:path w="217317" h="334317">
                  <a:moveTo>
                    <a:pt x="167163" y="0"/>
                  </a:moveTo>
                  <a:lnTo>
                    <a:pt x="161829" y="85"/>
                  </a:lnTo>
                  <a:lnTo>
                    <a:pt x="156501" y="340"/>
                  </a:lnTo>
                  <a:lnTo>
                    <a:pt x="151184" y="765"/>
                  </a:lnTo>
                  <a:lnTo>
                    <a:pt x="145883" y="1359"/>
                  </a:lnTo>
                  <a:lnTo>
                    <a:pt x="140604" y="2123"/>
                  </a:lnTo>
                  <a:lnTo>
                    <a:pt x="135352" y="3054"/>
                  </a:lnTo>
                  <a:lnTo>
                    <a:pt x="130132" y="4153"/>
                  </a:lnTo>
                  <a:lnTo>
                    <a:pt x="124950" y="5417"/>
                  </a:lnTo>
                  <a:lnTo>
                    <a:pt x="119811" y="6846"/>
                  </a:lnTo>
                  <a:lnTo>
                    <a:pt x="114720" y="8439"/>
                  </a:lnTo>
                  <a:lnTo>
                    <a:pt x="109682" y="10193"/>
                  </a:lnTo>
                  <a:lnTo>
                    <a:pt x="104703" y="12106"/>
                  </a:lnTo>
                  <a:lnTo>
                    <a:pt x="99788" y="14178"/>
                  </a:lnTo>
                  <a:lnTo>
                    <a:pt x="94941" y="16406"/>
                  </a:lnTo>
                  <a:lnTo>
                    <a:pt x="90168" y="18787"/>
                  </a:lnTo>
                  <a:lnTo>
                    <a:pt x="85473" y="21319"/>
                  </a:lnTo>
                  <a:lnTo>
                    <a:pt x="80861" y="23999"/>
                  </a:lnTo>
                  <a:lnTo>
                    <a:pt x="76337" y="26825"/>
                  </a:lnTo>
                  <a:lnTo>
                    <a:pt x="71906" y="29795"/>
                  </a:lnTo>
                  <a:lnTo>
                    <a:pt x="67572" y="32904"/>
                  </a:lnTo>
                  <a:lnTo>
                    <a:pt x="63339" y="36150"/>
                  </a:lnTo>
                  <a:lnTo>
                    <a:pt x="59212" y="39529"/>
                  </a:lnTo>
                  <a:lnTo>
                    <a:pt x="55194" y="43038"/>
                  </a:lnTo>
                  <a:lnTo>
                    <a:pt x="51291" y="46673"/>
                  </a:lnTo>
                  <a:lnTo>
                    <a:pt x="47506" y="50432"/>
                  </a:lnTo>
                  <a:lnTo>
                    <a:pt x="43842" y="54309"/>
                  </a:lnTo>
                  <a:lnTo>
                    <a:pt x="40304" y="58301"/>
                  </a:lnTo>
                  <a:lnTo>
                    <a:pt x="36895" y="62403"/>
                  </a:lnTo>
                  <a:lnTo>
                    <a:pt x="33619" y="66613"/>
                  </a:lnTo>
                  <a:lnTo>
                    <a:pt x="30479" y="70925"/>
                  </a:lnTo>
                  <a:lnTo>
                    <a:pt x="27478" y="75335"/>
                  </a:lnTo>
                  <a:lnTo>
                    <a:pt x="24619" y="79838"/>
                  </a:lnTo>
                  <a:lnTo>
                    <a:pt x="21906" y="84430"/>
                  </a:lnTo>
                  <a:lnTo>
                    <a:pt x="19340" y="89107"/>
                  </a:lnTo>
                  <a:lnTo>
                    <a:pt x="16925" y="93863"/>
                  </a:lnTo>
                  <a:lnTo>
                    <a:pt x="14662" y="98694"/>
                  </a:lnTo>
                  <a:lnTo>
                    <a:pt x="12555" y="103594"/>
                  </a:lnTo>
                  <a:lnTo>
                    <a:pt x="10606" y="108559"/>
                  </a:lnTo>
                  <a:lnTo>
                    <a:pt x="8816" y="113584"/>
                  </a:lnTo>
                  <a:lnTo>
                    <a:pt x="7187" y="118663"/>
                  </a:lnTo>
                  <a:lnTo>
                    <a:pt x="5721" y="123792"/>
                  </a:lnTo>
                  <a:lnTo>
                    <a:pt x="4419" y="128965"/>
                  </a:lnTo>
                  <a:lnTo>
                    <a:pt x="3283" y="134176"/>
                  </a:lnTo>
                  <a:lnTo>
                    <a:pt x="2314" y="139422"/>
                  </a:lnTo>
                  <a:lnTo>
                    <a:pt x="1512" y="144695"/>
                  </a:lnTo>
                  <a:lnTo>
                    <a:pt x="880" y="149992"/>
                  </a:lnTo>
                  <a:lnTo>
                    <a:pt x="417" y="155306"/>
                  </a:lnTo>
                  <a:lnTo>
                    <a:pt x="123" y="160632"/>
                  </a:lnTo>
                  <a:lnTo>
                    <a:pt x="0" y="165965"/>
                  </a:lnTo>
                  <a:lnTo>
                    <a:pt x="46" y="171298"/>
                  </a:lnTo>
                  <a:lnTo>
                    <a:pt x="263" y="176628"/>
                  </a:lnTo>
                  <a:lnTo>
                    <a:pt x="650" y="181948"/>
                  </a:lnTo>
                  <a:lnTo>
                    <a:pt x="1206" y="187253"/>
                  </a:lnTo>
                  <a:lnTo>
                    <a:pt x="1932" y="192538"/>
                  </a:lnTo>
                  <a:lnTo>
                    <a:pt x="2825" y="197797"/>
                  </a:lnTo>
                  <a:lnTo>
                    <a:pt x="3886" y="203024"/>
                  </a:lnTo>
                  <a:lnTo>
                    <a:pt x="5113" y="208215"/>
                  </a:lnTo>
                  <a:lnTo>
                    <a:pt x="6505" y="213365"/>
                  </a:lnTo>
                  <a:lnTo>
                    <a:pt x="8061" y="218467"/>
                  </a:lnTo>
                  <a:lnTo>
                    <a:pt x="9779" y="223517"/>
                  </a:lnTo>
                  <a:lnTo>
                    <a:pt x="11657" y="228509"/>
                  </a:lnTo>
                  <a:lnTo>
                    <a:pt x="13693" y="233440"/>
                  </a:lnTo>
                  <a:lnTo>
                    <a:pt x="15886" y="238302"/>
                  </a:lnTo>
                  <a:lnTo>
                    <a:pt x="18232" y="243093"/>
                  </a:lnTo>
                  <a:lnTo>
                    <a:pt x="20730" y="247805"/>
                  </a:lnTo>
                  <a:lnTo>
                    <a:pt x="23378" y="252436"/>
                  </a:lnTo>
                  <a:lnTo>
                    <a:pt x="26171" y="256980"/>
                  </a:lnTo>
                  <a:lnTo>
                    <a:pt x="29109" y="261433"/>
                  </a:lnTo>
                  <a:lnTo>
                    <a:pt x="32187" y="265790"/>
                  </a:lnTo>
                  <a:lnTo>
                    <a:pt x="35402" y="270046"/>
                  </a:lnTo>
                  <a:lnTo>
                    <a:pt x="38751" y="274197"/>
                  </a:lnTo>
                  <a:lnTo>
                    <a:pt x="42231" y="278240"/>
                  </a:lnTo>
                  <a:lnTo>
                    <a:pt x="45839" y="282169"/>
                  </a:lnTo>
                  <a:lnTo>
                    <a:pt x="49570" y="285981"/>
                  </a:lnTo>
                  <a:lnTo>
                    <a:pt x="53420" y="289673"/>
                  </a:lnTo>
                  <a:lnTo>
                    <a:pt x="57387" y="293239"/>
                  </a:lnTo>
                  <a:lnTo>
                    <a:pt x="61465" y="296677"/>
                  </a:lnTo>
                  <a:lnTo>
                    <a:pt x="65651" y="299984"/>
                  </a:lnTo>
                  <a:lnTo>
                    <a:pt x="69940" y="303155"/>
                  </a:lnTo>
                  <a:lnTo>
                    <a:pt x="74328" y="306187"/>
                  </a:lnTo>
                  <a:lnTo>
                    <a:pt x="78811" y="309079"/>
                  </a:lnTo>
                  <a:lnTo>
                    <a:pt x="83383" y="311825"/>
                  </a:lnTo>
                  <a:lnTo>
                    <a:pt x="88041" y="314424"/>
                  </a:lnTo>
                  <a:lnTo>
                    <a:pt x="92780" y="316874"/>
                  </a:lnTo>
                  <a:lnTo>
                    <a:pt x="97594" y="319171"/>
                  </a:lnTo>
                  <a:lnTo>
                    <a:pt x="102479" y="321313"/>
                  </a:lnTo>
                  <a:lnTo>
                    <a:pt x="107430" y="323298"/>
                  </a:lnTo>
                  <a:lnTo>
                    <a:pt x="112442" y="325125"/>
                  </a:lnTo>
                  <a:lnTo>
                    <a:pt x="117509" y="326790"/>
                  </a:lnTo>
                  <a:lnTo>
                    <a:pt x="122627" y="328293"/>
                  </a:lnTo>
                  <a:lnTo>
                    <a:pt x="127791" y="329632"/>
                  </a:lnTo>
                  <a:lnTo>
                    <a:pt x="132994" y="330805"/>
                  </a:lnTo>
                  <a:lnTo>
                    <a:pt x="138232" y="331812"/>
                  </a:lnTo>
                  <a:lnTo>
                    <a:pt x="143500" y="332651"/>
                  </a:lnTo>
                  <a:lnTo>
                    <a:pt x="148792" y="333322"/>
                  </a:lnTo>
                  <a:lnTo>
                    <a:pt x="154102" y="333823"/>
                  </a:lnTo>
                  <a:lnTo>
                    <a:pt x="159426" y="334155"/>
                  </a:lnTo>
                  <a:lnTo>
                    <a:pt x="164758" y="334317"/>
                  </a:lnTo>
                  <a:lnTo>
                    <a:pt x="170092" y="334309"/>
                  </a:lnTo>
                  <a:lnTo>
                    <a:pt x="175423" y="334130"/>
                  </a:lnTo>
                  <a:lnTo>
                    <a:pt x="180746" y="333782"/>
                  </a:lnTo>
                  <a:lnTo>
                    <a:pt x="186055" y="333263"/>
                  </a:lnTo>
                  <a:lnTo>
                    <a:pt x="191344" y="332576"/>
                  </a:lnTo>
                  <a:lnTo>
                    <a:pt x="196610" y="331720"/>
                  </a:lnTo>
                  <a:lnTo>
                    <a:pt x="201845" y="330697"/>
                  </a:lnTo>
                  <a:lnTo>
                    <a:pt x="207044" y="329507"/>
                  </a:lnTo>
                  <a:lnTo>
                    <a:pt x="212203" y="328152"/>
                  </a:lnTo>
                  <a:lnTo>
                    <a:pt x="217317" y="32663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8022"/>
              <a:ext cx="167158" cy="326332"/>
            </a:xfrm>
            <a:custGeom>
              <a:avLst/>
              <a:pathLst>
                <a:path w="167158" h="326332">
                  <a:moveTo>
                    <a:pt x="50154" y="326332"/>
                  </a:moveTo>
                  <a:lnTo>
                    <a:pt x="55217" y="324650"/>
                  </a:lnTo>
                  <a:lnTo>
                    <a:pt x="60224" y="322807"/>
                  </a:lnTo>
                  <a:lnTo>
                    <a:pt x="65170" y="320806"/>
                  </a:lnTo>
                  <a:lnTo>
                    <a:pt x="70049" y="318648"/>
                  </a:lnTo>
                  <a:lnTo>
                    <a:pt x="74857" y="316335"/>
                  </a:lnTo>
                  <a:lnTo>
                    <a:pt x="79589" y="313870"/>
                  </a:lnTo>
                  <a:lnTo>
                    <a:pt x="84239" y="311256"/>
                  </a:lnTo>
                  <a:lnTo>
                    <a:pt x="88804" y="308494"/>
                  </a:lnTo>
                  <a:lnTo>
                    <a:pt x="93279" y="305588"/>
                  </a:lnTo>
                  <a:lnTo>
                    <a:pt x="97658" y="302541"/>
                  </a:lnTo>
                  <a:lnTo>
                    <a:pt x="101938" y="299355"/>
                  </a:lnTo>
                  <a:lnTo>
                    <a:pt x="106114" y="296034"/>
                  </a:lnTo>
                  <a:lnTo>
                    <a:pt x="110182" y="292582"/>
                  </a:lnTo>
                  <a:lnTo>
                    <a:pt x="114138" y="289002"/>
                  </a:lnTo>
                  <a:lnTo>
                    <a:pt x="117977" y="285298"/>
                  </a:lnTo>
                  <a:lnTo>
                    <a:pt x="121696" y="281473"/>
                  </a:lnTo>
                  <a:lnTo>
                    <a:pt x="125292" y="277531"/>
                  </a:lnTo>
                  <a:lnTo>
                    <a:pt x="128759" y="273476"/>
                  </a:lnTo>
                  <a:lnTo>
                    <a:pt x="132096" y="269313"/>
                  </a:lnTo>
                  <a:lnTo>
                    <a:pt x="135298" y="265045"/>
                  </a:lnTo>
                  <a:lnTo>
                    <a:pt x="138362" y="260677"/>
                  </a:lnTo>
                  <a:lnTo>
                    <a:pt x="141285" y="256214"/>
                  </a:lnTo>
                  <a:lnTo>
                    <a:pt x="144065" y="251660"/>
                  </a:lnTo>
                  <a:lnTo>
                    <a:pt x="146697" y="247020"/>
                  </a:lnTo>
                  <a:lnTo>
                    <a:pt x="149180" y="242297"/>
                  </a:lnTo>
                  <a:lnTo>
                    <a:pt x="151512" y="237498"/>
                  </a:lnTo>
                  <a:lnTo>
                    <a:pt x="153688" y="232627"/>
                  </a:lnTo>
                  <a:lnTo>
                    <a:pt x="155709" y="227689"/>
                  </a:lnTo>
                  <a:lnTo>
                    <a:pt x="157570" y="222689"/>
                  </a:lnTo>
                  <a:lnTo>
                    <a:pt x="159272" y="217633"/>
                  </a:lnTo>
                  <a:lnTo>
                    <a:pt x="160811" y="212524"/>
                  </a:lnTo>
                  <a:lnTo>
                    <a:pt x="162186" y="207369"/>
                  </a:lnTo>
                  <a:lnTo>
                    <a:pt x="163396" y="202173"/>
                  </a:lnTo>
                  <a:lnTo>
                    <a:pt x="164439" y="196941"/>
                  </a:lnTo>
                  <a:lnTo>
                    <a:pt x="165315" y="191678"/>
                  </a:lnTo>
                  <a:lnTo>
                    <a:pt x="166023" y="186390"/>
                  </a:lnTo>
                  <a:lnTo>
                    <a:pt x="166561" y="181082"/>
                  </a:lnTo>
                  <a:lnTo>
                    <a:pt x="166930" y="175759"/>
                  </a:lnTo>
                  <a:lnTo>
                    <a:pt x="167129" y="170428"/>
                  </a:lnTo>
                  <a:lnTo>
                    <a:pt x="167158" y="165092"/>
                  </a:lnTo>
                  <a:lnTo>
                    <a:pt x="167016" y="159759"/>
                  </a:lnTo>
                  <a:lnTo>
                    <a:pt x="166704" y="154433"/>
                  </a:lnTo>
                  <a:lnTo>
                    <a:pt x="166222" y="149119"/>
                  </a:lnTo>
                  <a:lnTo>
                    <a:pt x="165571" y="143824"/>
                  </a:lnTo>
                  <a:lnTo>
                    <a:pt x="164752" y="138552"/>
                  </a:lnTo>
                  <a:lnTo>
                    <a:pt x="163764" y="133309"/>
                  </a:lnTo>
                  <a:lnTo>
                    <a:pt x="162610" y="128100"/>
                  </a:lnTo>
                  <a:lnTo>
                    <a:pt x="161290" y="122930"/>
                  </a:lnTo>
                  <a:lnTo>
                    <a:pt x="159806" y="117806"/>
                  </a:lnTo>
                  <a:lnTo>
                    <a:pt x="158159" y="112731"/>
                  </a:lnTo>
                  <a:lnTo>
                    <a:pt x="156351" y="107711"/>
                  </a:lnTo>
                  <a:lnTo>
                    <a:pt x="154384" y="102752"/>
                  </a:lnTo>
                  <a:lnTo>
                    <a:pt x="152259" y="97858"/>
                  </a:lnTo>
                  <a:lnTo>
                    <a:pt x="149979" y="93034"/>
                  </a:lnTo>
                  <a:lnTo>
                    <a:pt x="147547" y="88286"/>
                  </a:lnTo>
                  <a:lnTo>
                    <a:pt x="144964" y="83617"/>
                  </a:lnTo>
                  <a:lnTo>
                    <a:pt x="142234" y="79034"/>
                  </a:lnTo>
                  <a:lnTo>
                    <a:pt x="139358" y="74540"/>
                  </a:lnTo>
                  <a:lnTo>
                    <a:pt x="136341" y="70139"/>
                  </a:lnTo>
                  <a:lnTo>
                    <a:pt x="133185" y="65838"/>
                  </a:lnTo>
                  <a:lnTo>
                    <a:pt x="129893" y="61639"/>
                  </a:lnTo>
                  <a:lnTo>
                    <a:pt x="126469" y="57548"/>
                  </a:lnTo>
                  <a:lnTo>
                    <a:pt x="122916" y="53567"/>
                  </a:lnTo>
                  <a:lnTo>
                    <a:pt x="119238" y="49703"/>
                  </a:lnTo>
                  <a:lnTo>
                    <a:pt x="115439" y="45957"/>
                  </a:lnTo>
                  <a:lnTo>
                    <a:pt x="111521" y="42335"/>
                  </a:lnTo>
                  <a:lnTo>
                    <a:pt x="107491" y="38839"/>
                  </a:lnTo>
                  <a:lnTo>
                    <a:pt x="103350" y="35474"/>
                  </a:lnTo>
                  <a:lnTo>
                    <a:pt x="99105" y="32243"/>
                  </a:lnTo>
                  <a:lnTo>
                    <a:pt x="94758" y="29149"/>
                  </a:lnTo>
                  <a:lnTo>
                    <a:pt x="90315" y="26195"/>
                  </a:lnTo>
                  <a:lnTo>
                    <a:pt x="85780" y="23385"/>
                  </a:lnTo>
                  <a:lnTo>
                    <a:pt x="81158" y="20721"/>
                  </a:lnTo>
                  <a:lnTo>
                    <a:pt x="76453" y="18205"/>
                  </a:lnTo>
                  <a:lnTo>
                    <a:pt x="71670" y="15841"/>
                  </a:lnTo>
                  <a:lnTo>
                    <a:pt x="66814" y="13631"/>
                  </a:lnTo>
                  <a:lnTo>
                    <a:pt x="61890" y="11577"/>
                  </a:lnTo>
                  <a:lnTo>
                    <a:pt x="56903" y="9681"/>
                  </a:lnTo>
                  <a:lnTo>
                    <a:pt x="51858" y="7945"/>
                  </a:lnTo>
                  <a:lnTo>
                    <a:pt x="46760" y="6371"/>
                  </a:lnTo>
                  <a:lnTo>
                    <a:pt x="41615" y="4961"/>
                  </a:lnTo>
                  <a:lnTo>
                    <a:pt x="36427" y="3715"/>
                  </a:lnTo>
                  <a:lnTo>
                    <a:pt x="31202" y="2636"/>
                  </a:lnTo>
                  <a:lnTo>
                    <a:pt x="25945" y="1724"/>
                  </a:lnTo>
                  <a:lnTo>
                    <a:pt x="20662" y="980"/>
                  </a:lnTo>
                  <a:lnTo>
                    <a:pt x="15358" y="405"/>
                  </a:lnTo>
                  <a:lnTo>
                    <a:pt x="10038" y="0"/>
                  </a:lnTo>
                  <a:lnTo>
                    <a:pt x="0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10038" cy="167167"/>
            </a:xfrm>
            <a:custGeom>
              <a:avLst/>
              <a:pathLst>
                <a:path w="10038" h="167167">
                  <a:moveTo>
                    <a:pt x="10038" y="30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tx80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2025-06-06T06:16:15Z</dcterms:modified>
  <cp:category/>
</cp:coreProperties>
</file>