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7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4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1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2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89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6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4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211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8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6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691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30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2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3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1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5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5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1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2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41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49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19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46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33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6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8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52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44" y="3170392"/>
              <a:ext cx="1334" cy="167167"/>
            </a:xfrm>
            <a:custGeom>
              <a:avLst/>
              <a:pathLst>
                <a:path w="1334" h="167167">
                  <a:moveTo>
                    <a:pt x="1334" y="0"/>
                  </a:moveTo>
                  <a:lnTo>
                    <a:pt x="0" y="5"/>
                  </a:lnTo>
                  <a:lnTo>
                    <a:pt x="13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444" y="3170397"/>
              <a:ext cx="1334" cy="167162"/>
            </a:xfrm>
            <a:custGeom>
              <a:avLst/>
              <a:pathLst>
                <a:path w="1334" h="167162">
                  <a:moveTo>
                    <a:pt x="0" y="0"/>
                  </a:moveTo>
                  <a:lnTo>
                    <a:pt x="1334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20" y="3170397"/>
              <a:ext cx="334309" cy="334328"/>
            </a:xfrm>
            <a:custGeom>
              <a:avLst/>
              <a:pathLst>
                <a:path w="334309" h="334328">
                  <a:moveTo>
                    <a:pt x="165824" y="0"/>
                  </a:moveTo>
                  <a:lnTo>
                    <a:pt x="160528" y="126"/>
                  </a:lnTo>
                  <a:lnTo>
                    <a:pt x="155239" y="420"/>
                  </a:lnTo>
                  <a:lnTo>
                    <a:pt x="149962" y="881"/>
                  </a:lnTo>
                  <a:lnTo>
                    <a:pt x="144702" y="1509"/>
                  </a:lnTo>
                  <a:lnTo>
                    <a:pt x="139464" y="2304"/>
                  </a:lnTo>
                  <a:lnTo>
                    <a:pt x="134254" y="3264"/>
                  </a:lnTo>
                  <a:lnTo>
                    <a:pt x="129078" y="4389"/>
                  </a:lnTo>
                  <a:lnTo>
                    <a:pt x="123939" y="5678"/>
                  </a:lnTo>
                  <a:lnTo>
                    <a:pt x="118844" y="7128"/>
                  </a:lnTo>
                  <a:lnTo>
                    <a:pt x="113798" y="8739"/>
                  </a:lnTo>
                  <a:lnTo>
                    <a:pt x="108805" y="10510"/>
                  </a:lnTo>
                  <a:lnTo>
                    <a:pt x="103871" y="12437"/>
                  </a:lnTo>
                  <a:lnTo>
                    <a:pt x="99000" y="14520"/>
                  </a:lnTo>
                  <a:lnTo>
                    <a:pt x="94198" y="16757"/>
                  </a:lnTo>
                  <a:lnTo>
                    <a:pt x="89469" y="19144"/>
                  </a:lnTo>
                  <a:lnTo>
                    <a:pt x="84818" y="21680"/>
                  </a:lnTo>
                  <a:lnTo>
                    <a:pt x="80249" y="24362"/>
                  </a:lnTo>
                  <a:lnTo>
                    <a:pt x="75768" y="27188"/>
                  </a:lnTo>
                  <a:lnTo>
                    <a:pt x="71379" y="30154"/>
                  </a:lnTo>
                  <a:lnTo>
                    <a:pt x="67086" y="33257"/>
                  </a:lnTo>
                  <a:lnTo>
                    <a:pt x="62893" y="36495"/>
                  </a:lnTo>
                  <a:lnTo>
                    <a:pt x="58805" y="39865"/>
                  </a:lnTo>
                  <a:lnTo>
                    <a:pt x="54826" y="43362"/>
                  </a:lnTo>
                  <a:lnTo>
                    <a:pt x="50960" y="46983"/>
                  </a:lnTo>
                  <a:lnTo>
                    <a:pt x="47210" y="50725"/>
                  </a:lnTo>
                  <a:lnTo>
                    <a:pt x="43581" y="54585"/>
                  </a:lnTo>
                  <a:lnTo>
                    <a:pt x="40076" y="58557"/>
                  </a:lnTo>
                  <a:lnTo>
                    <a:pt x="36699" y="62638"/>
                  </a:lnTo>
                  <a:lnTo>
                    <a:pt x="33452" y="66824"/>
                  </a:lnTo>
                  <a:lnTo>
                    <a:pt x="30340" y="71111"/>
                  </a:lnTo>
                  <a:lnTo>
                    <a:pt x="27366" y="75494"/>
                  </a:lnTo>
                  <a:lnTo>
                    <a:pt x="24531" y="79970"/>
                  </a:lnTo>
                  <a:lnTo>
                    <a:pt x="21840" y="84533"/>
                  </a:lnTo>
                  <a:lnTo>
                    <a:pt x="19295" y="89179"/>
                  </a:lnTo>
                  <a:lnTo>
                    <a:pt x="16898" y="93903"/>
                  </a:lnTo>
                  <a:lnTo>
                    <a:pt x="14653" y="98701"/>
                  </a:lnTo>
                  <a:lnTo>
                    <a:pt x="12560" y="103568"/>
                  </a:lnTo>
                  <a:lnTo>
                    <a:pt x="10623" y="108498"/>
                  </a:lnTo>
                  <a:lnTo>
                    <a:pt x="8842" y="113488"/>
                  </a:lnTo>
                  <a:lnTo>
                    <a:pt x="7221" y="118531"/>
                  </a:lnTo>
                  <a:lnTo>
                    <a:pt x="5761" y="123623"/>
                  </a:lnTo>
                  <a:lnTo>
                    <a:pt x="4462" y="128759"/>
                  </a:lnTo>
                  <a:lnTo>
                    <a:pt x="3327" y="133933"/>
                  </a:lnTo>
                  <a:lnTo>
                    <a:pt x="2356" y="139141"/>
                  </a:lnTo>
                  <a:lnTo>
                    <a:pt x="1551" y="144377"/>
                  </a:lnTo>
                  <a:lnTo>
                    <a:pt x="912" y="149636"/>
                  </a:lnTo>
                  <a:lnTo>
                    <a:pt x="441" y="154912"/>
                  </a:lnTo>
                  <a:lnTo>
                    <a:pt x="136" y="160201"/>
                  </a:lnTo>
                  <a:lnTo>
                    <a:pt x="0" y="165497"/>
                  </a:lnTo>
                  <a:lnTo>
                    <a:pt x="31" y="170794"/>
                  </a:lnTo>
                  <a:lnTo>
                    <a:pt x="230" y="176088"/>
                  </a:lnTo>
                  <a:lnTo>
                    <a:pt x="596" y="181372"/>
                  </a:lnTo>
                  <a:lnTo>
                    <a:pt x="1130" y="186643"/>
                  </a:lnTo>
                  <a:lnTo>
                    <a:pt x="1831" y="191894"/>
                  </a:lnTo>
                  <a:lnTo>
                    <a:pt x="2698" y="197120"/>
                  </a:lnTo>
                  <a:lnTo>
                    <a:pt x="3729" y="202316"/>
                  </a:lnTo>
                  <a:lnTo>
                    <a:pt x="4925" y="207477"/>
                  </a:lnTo>
                  <a:lnTo>
                    <a:pt x="6284" y="212597"/>
                  </a:lnTo>
                  <a:lnTo>
                    <a:pt x="7805" y="217671"/>
                  </a:lnTo>
                  <a:lnTo>
                    <a:pt x="9485" y="222695"/>
                  </a:lnTo>
                  <a:lnTo>
                    <a:pt x="11324" y="227663"/>
                  </a:lnTo>
                  <a:lnTo>
                    <a:pt x="13319" y="232571"/>
                  </a:lnTo>
                  <a:lnTo>
                    <a:pt x="15469" y="237412"/>
                  </a:lnTo>
                  <a:lnTo>
                    <a:pt x="17771" y="242184"/>
                  </a:lnTo>
                  <a:lnTo>
                    <a:pt x="20223" y="246879"/>
                  </a:lnTo>
                  <a:lnTo>
                    <a:pt x="22823" y="251495"/>
                  </a:lnTo>
                  <a:lnTo>
                    <a:pt x="25567" y="256026"/>
                  </a:lnTo>
                  <a:lnTo>
                    <a:pt x="28454" y="260468"/>
                  </a:lnTo>
                  <a:lnTo>
                    <a:pt x="31480" y="264816"/>
                  </a:lnTo>
                  <a:lnTo>
                    <a:pt x="34643" y="269066"/>
                  </a:lnTo>
                  <a:lnTo>
                    <a:pt x="37938" y="273214"/>
                  </a:lnTo>
                  <a:lnTo>
                    <a:pt x="41363" y="277255"/>
                  </a:lnTo>
                  <a:lnTo>
                    <a:pt x="44915" y="281185"/>
                  </a:lnTo>
                  <a:lnTo>
                    <a:pt x="48589" y="285001"/>
                  </a:lnTo>
                  <a:lnTo>
                    <a:pt x="52383" y="288699"/>
                  </a:lnTo>
                  <a:lnTo>
                    <a:pt x="56291" y="292275"/>
                  </a:lnTo>
                  <a:lnTo>
                    <a:pt x="60311" y="295725"/>
                  </a:lnTo>
                  <a:lnTo>
                    <a:pt x="64438" y="299046"/>
                  </a:lnTo>
                  <a:lnTo>
                    <a:pt x="68669" y="302235"/>
                  </a:lnTo>
                  <a:lnTo>
                    <a:pt x="72998" y="305287"/>
                  </a:lnTo>
                  <a:lnTo>
                    <a:pt x="77422" y="308202"/>
                  </a:lnTo>
                  <a:lnTo>
                    <a:pt x="81936" y="310974"/>
                  </a:lnTo>
                  <a:lnTo>
                    <a:pt x="86536" y="313602"/>
                  </a:lnTo>
                  <a:lnTo>
                    <a:pt x="91216" y="316083"/>
                  </a:lnTo>
                  <a:lnTo>
                    <a:pt x="95973" y="318415"/>
                  </a:lnTo>
                  <a:lnTo>
                    <a:pt x="100801" y="320594"/>
                  </a:lnTo>
                  <a:lnTo>
                    <a:pt x="105696" y="322620"/>
                  </a:lnTo>
                  <a:lnTo>
                    <a:pt x="110653" y="324489"/>
                  </a:lnTo>
                  <a:lnTo>
                    <a:pt x="115666" y="326201"/>
                  </a:lnTo>
                  <a:lnTo>
                    <a:pt x="120731" y="327753"/>
                  </a:lnTo>
                  <a:lnTo>
                    <a:pt x="125843" y="329143"/>
                  </a:lnTo>
                  <a:lnTo>
                    <a:pt x="130996" y="330371"/>
                  </a:lnTo>
                  <a:lnTo>
                    <a:pt x="136186" y="331435"/>
                  </a:lnTo>
                  <a:lnTo>
                    <a:pt x="141406" y="332334"/>
                  </a:lnTo>
                  <a:lnTo>
                    <a:pt x="146653" y="333067"/>
                  </a:lnTo>
                  <a:lnTo>
                    <a:pt x="151920" y="333633"/>
                  </a:lnTo>
                  <a:lnTo>
                    <a:pt x="157202" y="334032"/>
                  </a:lnTo>
                  <a:lnTo>
                    <a:pt x="162495" y="334264"/>
                  </a:lnTo>
                  <a:lnTo>
                    <a:pt x="167792" y="334328"/>
                  </a:lnTo>
                  <a:lnTo>
                    <a:pt x="173088" y="334224"/>
                  </a:lnTo>
                  <a:lnTo>
                    <a:pt x="178379" y="333952"/>
                  </a:lnTo>
                  <a:lnTo>
                    <a:pt x="183658" y="333513"/>
                  </a:lnTo>
                  <a:lnTo>
                    <a:pt x="188921" y="332907"/>
                  </a:lnTo>
                  <a:lnTo>
                    <a:pt x="194161" y="332134"/>
                  </a:lnTo>
                  <a:lnTo>
                    <a:pt x="199375" y="331195"/>
                  </a:lnTo>
                  <a:lnTo>
                    <a:pt x="204556" y="330092"/>
                  </a:lnTo>
                  <a:lnTo>
                    <a:pt x="209700" y="328825"/>
                  </a:lnTo>
                  <a:lnTo>
                    <a:pt x="214801" y="327396"/>
                  </a:lnTo>
                  <a:lnTo>
                    <a:pt x="219855" y="325806"/>
                  </a:lnTo>
                  <a:lnTo>
                    <a:pt x="224855" y="324057"/>
                  </a:lnTo>
                  <a:lnTo>
                    <a:pt x="229797" y="322150"/>
                  </a:lnTo>
                  <a:lnTo>
                    <a:pt x="234677" y="320087"/>
                  </a:lnTo>
                  <a:lnTo>
                    <a:pt x="239488" y="317871"/>
                  </a:lnTo>
                  <a:lnTo>
                    <a:pt x="244227" y="315504"/>
                  </a:lnTo>
                  <a:lnTo>
                    <a:pt x="248889" y="312987"/>
                  </a:lnTo>
                  <a:lnTo>
                    <a:pt x="253468" y="310324"/>
                  </a:lnTo>
                  <a:lnTo>
                    <a:pt x="257961" y="307518"/>
                  </a:lnTo>
                  <a:lnTo>
                    <a:pt x="262363" y="304570"/>
                  </a:lnTo>
                  <a:lnTo>
                    <a:pt x="266669" y="301485"/>
                  </a:lnTo>
                  <a:lnTo>
                    <a:pt x="270875" y="298264"/>
                  </a:lnTo>
                  <a:lnTo>
                    <a:pt x="274977" y="294912"/>
                  </a:lnTo>
                  <a:lnTo>
                    <a:pt x="278971" y="291431"/>
                  </a:lnTo>
                  <a:lnTo>
                    <a:pt x="282852" y="287826"/>
                  </a:lnTo>
                  <a:lnTo>
                    <a:pt x="286617" y="284100"/>
                  </a:lnTo>
                  <a:lnTo>
                    <a:pt x="290263" y="280256"/>
                  </a:lnTo>
                  <a:lnTo>
                    <a:pt x="293784" y="276299"/>
                  </a:lnTo>
                  <a:lnTo>
                    <a:pt x="297179" y="272232"/>
                  </a:lnTo>
                  <a:lnTo>
                    <a:pt x="300443" y="268059"/>
                  </a:lnTo>
                  <a:lnTo>
                    <a:pt x="303573" y="263785"/>
                  </a:lnTo>
                  <a:lnTo>
                    <a:pt x="306566" y="259414"/>
                  </a:lnTo>
                  <a:lnTo>
                    <a:pt x="309419" y="254951"/>
                  </a:lnTo>
                  <a:lnTo>
                    <a:pt x="312129" y="250399"/>
                  </a:lnTo>
                  <a:lnTo>
                    <a:pt x="314694" y="245764"/>
                  </a:lnTo>
                  <a:lnTo>
                    <a:pt x="317110" y="241050"/>
                  </a:lnTo>
                  <a:lnTo>
                    <a:pt x="319376" y="236261"/>
                  </a:lnTo>
                  <a:lnTo>
                    <a:pt x="321489" y="231403"/>
                  </a:lnTo>
                  <a:lnTo>
                    <a:pt x="323447" y="226481"/>
                  </a:lnTo>
                  <a:lnTo>
                    <a:pt x="325248" y="221499"/>
                  </a:lnTo>
                  <a:lnTo>
                    <a:pt x="326891" y="216463"/>
                  </a:lnTo>
                  <a:lnTo>
                    <a:pt x="328373" y="211377"/>
                  </a:lnTo>
                  <a:lnTo>
                    <a:pt x="329693" y="206246"/>
                  </a:lnTo>
                  <a:lnTo>
                    <a:pt x="330850" y="201077"/>
                  </a:lnTo>
                  <a:lnTo>
                    <a:pt x="331842" y="195873"/>
                  </a:lnTo>
                  <a:lnTo>
                    <a:pt x="332669" y="190641"/>
                  </a:lnTo>
                  <a:lnTo>
                    <a:pt x="333330" y="185385"/>
                  </a:lnTo>
                  <a:lnTo>
                    <a:pt x="333824" y="180110"/>
                  </a:lnTo>
                  <a:lnTo>
                    <a:pt x="334150" y="174823"/>
                  </a:lnTo>
                  <a:lnTo>
                    <a:pt x="334309" y="169528"/>
                  </a:lnTo>
                  <a:lnTo>
                    <a:pt x="334300" y="164230"/>
                  </a:lnTo>
                  <a:lnTo>
                    <a:pt x="334124" y="158936"/>
                  </a:lnTo>
                  <a:lnTo>
                    <a:pt x="333779" y="153649"/>
                  </a:lnTo>
                  <a:lnTo>
                    <a:pt x="333267" y="148377"/>
                  </a:lnTo>
                  <a:lnTo>
                    <a:pt x="332589" y="143123"/>
                  </a:lnTo>
                  <a:lnTo>
                    <a:pt x="331744" y="137893"/>
                  </a:lnTo>
                  <a:lnTo>
                    <a:pt x="330734" y="132693"/>
                  </a:lnTo>
                  <a:lnTo>
                    <a:pt x="329560" y="127527"/>
                  </a:lnTo>
                  <a:lnTo>
                    <a:pt x="328222" y="122401"/>
                  </a:lnTo>
                  <a:lnTo>
                    <a:pt x="326723" y="117321"/>
                  </a:lnTo>
                  <a:lnTo>
                    <a:pt x="325064" y="112290"/>
                  </a:lnTo>
                  <a:lnTo>
                    <a:pt x="323246" y="107314"/>
                  </a:lnTo>
                  <a:lnTo>
                    <a:pt x="321271" y="102398"/>
                  </a:lnTo>
                  <a:lnTo>
                    <a:pt x="319142" y="97548"/>
                  </a:lnTo>
                  <a:lnTo>
                    <a:pt x="316860" y="92767"/>
                  </a:lnTo>
                  <a:lnTo>
                    <a:pt x="314427" y="88061"/>
                  </a:lnTo>
                  <a:lnTo>
                    <a:pt x="311847" y="83434"/>
                  </a:lnTo>
                  <a:lnTo>
                    <a:pt x="309121" y="78892"/>
                  </a:lnTo>
                  <a:lnTo>
                    <a:pt x="306253" y="74438"/>
                  </a:lnTo>
                  <a:lnTo>
                    <a:pt x="303245" y="70077"/>
                  </a:lnTo>
                  <a:lnTo>
                    <a:pt x="300101" y="65814"/>
                  </a:lnTo>
                  <a:lnTo>
                    <a:pt x="296823" y="61653"/>
                  </a:lnTo>
                  <a:lnTo>
                    <a:pt x="293415" y="57597"/>
                  </a:lnTo>
                  <a:lnTo>
                    <a:pt x="289880" y="53652"/>
                  </a:lnTo>
                  <a:lnTo>
                    <a:pt x="286221" y="49820"/>
                  </a:lnTo>
                  <a:lnTo>
                    <a:pt x="282444" y="46106"/>
                  </a:lnTo>
                  <a:lnTo>
                    <a:pt x="278550" y="42514"/>
                  </a:lnTo>
                  <a:lnTo>
                    <a:pt x="274544" y="39047"/>
                  </a:lnTo>
                  <a:lnTo>
                    <a:pt x="270431" y="35709"/>
                  </a:lnTo>
                  <a:lnTo>
                    <a:pt x="266214" y="32503"/>
                  </a:lnTo>
                  <a:lnTo>
                    <a:pt x="261898" y="29432"/>
                  </a:lnTo>
                  <a:lnTo>
                    <a:pt x="257486" y="26499"/>
                  </a:lnTo>
                  <a:lnTo>
                    <a:pt x="252984" y="23708"/>
                  </a:lnTo>
                  <a:lnTo>
                    <a:pt x="248395" y="21060"/>
                  </a:lnTo>
                  <a:lnTo>
                    <a:pt x="243725" y="18560"/>
                  </a:lnTo>
                  <a:lnTo>
                    <a:pt x="238978" y="16208"/>
                  </a:lnTo>
                  <a:lnTo>
                    <a:pt x="234159" y="14008"/>
                  </a:lnTo>
                  <a:lnTo>
                    <a:pt x="229273" y="11962"/>
                  </a:lnTo>
                  <a:lnTo>
                    <a:pt x="224324" y="10072"/>
                  </a:lnTo>
                  <a:lnTo>
                    <a:pt x="219318" y="8340"/>
                  </a:lnTo>
                  <a:lnTo>
                    <a:pt x="214259" y="6767"/>
                  </a:lnTo>
                  <a:lnTo>
                    <a:pt x="209153" y="5355"/>
                  </a:lnTo>
                  <a:lnTo>
                    <a:pt x="204005" y="4106"/>
                  </a:lnTo>
                  <a:lnTo>
                    <a:pt x="198820" y="3020"/>
                  </a:lnTo>
                  <a:lnTo>
                    <a:pt x="193603" y="2099"/>
                  </a:lnTo>
                  <a:lnTo>
                    <a:pt x="188360" y="1344"/>
                  </a:lnTo>
                  <a:lnTo>
                    <a:pt x="183095" y="756"/>
                  </a:lnTo>
                  <a:lnTo>
                    <a:pt x="167159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15936" cy="167167"/>
            </a:xfrm>
            <a:custGeom>
              <a:avLst/>
              <a:pathLst>
                <a:path w="15936" h="167167">
                  <a:moveTo>
                    <a:pt x="15936" y="761"/>
                  </a:moveTo>
                  <a:lnTo>
                    <a:pt x="7977" y="1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7182" y="2633064"/>
              <a:ext cx="31829" cy="167167"/>
            </a:xfrm>
            <a:custGeom>
              <a:avLst/>
              <a:pathLst>
                <a:path w="31829" h="167167">
                  <a:moveTo>
                    <a:pt x="31829" y="0"/>
                  </a:moveTo>
                  <a:lnTo>
                    <a:pt x="25425" y="122"/>
                  </a:lnTo>
                  <a:lnTo>
                    <a:pt x="19031" y="490"/>
                  </a:lnTo>
                  <a:lnTo>
                    <a:pt x="12656" y="1103"/>
                  </a:lnTo>
                  <a:lnTo>
                    <a:pt x="6309" y="1959"/>
                  </a:lnTo>
                  <a:lnTo>
                    <a:pt x="0" y="3058"/>
                  </a:lnTo>
                  <a:lnTo>
                    <a:pt x="3182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7182" y="2636122"/>
              <a:ext cx="31829" cy="164109"/>
            </a:xfrm>
            <a:custGeom>
              <a:avLst/>
              <a:pathLst>
                <a:path w="31829" h="164109">
                  <a:moveTo>
                    <a:pt x="0" y="0"/>
                  </a:moveTo>
                  <a:lnTo>
                    <a:pt x="31829" y="164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63" y="2636122"/>
              <a:ext cx="334303" cy="331276"/>
            </a:xfrm>
            <a:custGeom>
              <a:avLst/>
              <a:pathLst>
                <a:path w="334303" h="331276">
                  <a:moveTo>
                    <a:pt x="135318" y="0"/>
                  </a:moveTo>
                  <a:lnTo>
                    <a:pt x="130134" y="1091"/>
                  </a:lnTo>
                  <a:lnTo>
                    <a:pt x="124986" y="2345"/>
                  </a:lnTo>
                  <a:lnTo>
                    <a:pt x="119881" y="3763"/>
                  </a:lnTo>
                  <a:lnTo>
                    <a:pt x="114823" y="5341"/>
                  </a:lnTo>
                  <a:lnTo>
                    <a:pt x="109818" y="7079"/>
                  </a:lnTo>
                  <a:lnTo>
                    <a:pt x="104871" y="8975"/>
                  </a:lnTo>
                  <a:lnTo>
                    <a:pt x="99986" y="11026"/>
                  </a:lnTo>
                  <a:lnTo>
                    <a:pt x="95168" y="13231"/>
                  </a:lnTo>
                  <a:lnTo>
                    <a:pt x="90423" y="15588"/>
                  </a:lnTo>
                  <a:lnTo>
                    <a:pt x="85755" y="18094"/>
                  </a:lnTo>
                  <a:lnTo>
                    <a:pt x="81169" y="20747"/>
                  </a:lnTo>
                  <a:lnTo>
                    <a:pt x="76669" y="23543"/>
                  </a:lnTo>
                  <a:lnTo>
                    <a:pt x="72260" y="26481"/>
                  </a:lnTo>
                  <a:lnTo>
                    <a:pt x="67946" y="29557"/>
                  </a:lnTo>
                  <a:lnTo>
                    <a:pt x="63732" y="32769"/>
                  </a:lnTo>
                  <a:lnTo>
                    <a:pt x="59622" y="36112"/>
                  </a:lnTo>
                  <a:lnTo>
                    <a:pt x="55619" y="39584"/>
                  </a:lnTo>
                  <a:lnTo>
                    <a:pt x="51729" y="43181"/>
                  </a:lnTo>
                  <a:lnTo>
                    <a:pt x="47955" y="46899"/>
                  </a:lnTo>
                  <a:lnTo>
                    <a:pt x="44300" y="50735"/>
                  </a:lnTo>
                  <a:lnTo>
                    <a:pt x="40769" y="54685"/>
                  </a:lnTo>
                  <a:lnTo>
                    <a:pt x="37365" y="58745"/>
                  </a:lnTo>
                  <a:lnTo>
                    <a:pt x="34091" y="62911"/>
                  </a:lnTo>
                  <a:lnTo>
                    <a:pt x="30951" y="67178"/>
                  </a:lnTo>
                  <a:lnTo>
                    <a:pt x="27948" y="71543"/>
                  </a:lnTo>
                  <a:lnTo>
                    <a:pt x="25084" y="76000"/>
                  </a:lnTo>
                  <a:lnTo>
                    <a:pt x="22363" y="80547"/>
                  </a:lnTo>
                  <a:lnTo>
                    <a:pt x="19788" y="85177"/>
                  </a:lnTo>
                  <a:lnTo>
                    <a:pt x="17361" y="89886"/>
                  </a:lnTo>
                  <a:lnTo>
                    <a:pt x="15084" y="94670"/>
                  </a:lnTo>
                  <a:lnTo>
                    <a:pt x="12960" y="99524"/>
                  </a:lnTo>
                  <a:lnTo>
                    <a:pt x="10990" y="104443"/>
                  </a:lnTo>
                  <a:lnTo>
                    <a:pt x="9178" y="109421"/>
                  </a:lnTo>
                  <a:lnTo>
                    <a:pt x="7524" y="114455"/>
                  </a:lnTo>
                  <a:lnTo>
                    <a:pt x="6031" y="119538"/>
                  </a:lnTo>
                  <a:lnTo>
                    <a:pt x="4699" y="124666"/>
                  </a:lnTo>
                  <a:lnTo>
                    <a:pt x="3531" y="129834"/>
                  </a:lnTo>
                  <a:lnTo>
                    <a:pt x="2527" y="135036"/>
                  </a:lnTo>
                  <a:lnTo>
                    <a:pt x="1689" y="140268"/>
                  </a:lnTo>
                  <a:lnTo>
                    <a:pt x="1016" y="145523"/>
                  </a:lnTo>
                  <a:lnTo>
                    <a:pt x="511" y="150797"/>
                  </a:lnTo>
                  <a:lnTo>
                    <a:pt x="172" y="156085"/>
                  </a:lnTo>
                  <a:lnTo>
                    <a:pt x="2" y="161380"/>
                  </a:lnTo>
                  <a:lnTo>
                    <a:pt x="0" y="166678"/>
                  </a:lnTo>
                  <a:lnTo>
                    <a:pt x="165" y="171974"/>
                  </a:lnTo>
                  <a:lnTo>
                    <a:pt x="498" y="177262"/>
                  </a:lnTo>
                  <a:lnTo>
                    <a:pt x="999" y="182536"/>
                  </a:lnTo>
                  <a:lnTo>
                    <a:pt x="1666" y="187792"/>
                  </a:lnTo>
                  <a:lnTo>
                    <a:pt x="2500" y="193024"/>
                  </a:lnTo>
                  <a:lnTo>
                    <a:pt x="3499" y="198228"/>
                  </a:lnTo>
                  <a:lnTo>
                    <a:pt x="4662" y="203397"/>
                  </a:lnTo>
                  <a:lnTo>
                    <a:pt x="5989" y="208526"/>
                  </a:lnTo>
                  <a:lnTo>
                    <a:pt x="7477" y="213611"/>
                  </a:lnTo>
                  <a:lnTo>
                    <a:pt x="9126" y="218646"/>
                  </a:lnTo>
                  <a:lnTo>
                    <a:pt x="10934" y="223626"/>
                  </a:lnTo>
                  <a:lnTo>
                    <a:pt x="12898" y="228547"/>
                  </a:lnTo>
                  <a:lnTo>
                    <a:pt x="15018" y="233402"/>
                  </a:lnTo>
                  <a:lnTo>
                    <a:pt x="17290" y="238189"/>
                  </a:lnTo>
                  <a:lnTo>
                    <a:pt x="19713" y="242900"/>
                  </a:lnTo>
                  <a:lnTo>
                    <a:pt x="22284" y="247533"/>
                  </a:lnTo>
                  <a:lnTo>
                    <a:pt x="25000" y="252082"/>
                  </a:lnTo>
                  <a:lnTo>
                    <a:pt x="27860" y="256542"/>
                  </a:lnTo>
                  <a:lnTo>
                    <a:pt x="30859" y="260910"/>
                  </a:lnTo>
                  <a:lnTo>
                    <a:pt x="33995" y="265180"/>
                  </a:lnTo>
                  <a:lnTo>
                    <a:pt x="37265" y="269349"/>
                  </a:lnTo>
                  <a:lnTo>
                    <a:pt x="40665" y="273412"/>
                  </a:lnTo>
                  <a:lnTo>
                    <a:pt x="44193" y="277366"/>
                  </a:lnTo>
                  <a:lnTo>
                    <a:pt x="47843" y="281205"/>
                  </a:lnTo>
                  <a:lnTo>
                    <a:pt x="51614" y="284927"/>
                  </a:lnTo>
                  <a:lnTo>
                    <a:pt x="55501" y="288528"/>
                  </a:lnTo>
                  <a:lnTo>
                    <a:pt x="59500" y="292003"/>
                  </a:lnTo>
                  <a:lnTo>
                    <a:pt x="63607" y="295350"/>
                  </a:lnTo>
                  <a:lnTo>
                    <a:pt x="67818" y="298566"/>
                  </a:lnTo>
                  <a:lnTo>
                    <a:pt x="72129" y="301646"/>
                  </a:lnTo>
                  <a:lnTo>
                    <a:pt x="76535" y="304588"/>
                  </a:lnTo>
                  <a:lnTo>
                    <a:pt x="81032" y="307389"/>
                  </a:lnTo>
                  <a:lnTo>
                    <a:pt x="85616" y="310046"/>
                  </a:lnTo>
                  <a:lnTo>
                    <a:pt x="90282" y="312556"/>
                  </a:lnTo>
                  <a:lnTo>
                    <a:pt x="95025" y="314918"/>
                  </a:lnTo>
                  <a:lnTo>
                    <a:pt x="99840" y="317127"/>
                  </a:lnTo>
                  <a:lnTo>
                    <a:pt x="104723" y="319184"/>
                  </a:lnTo>
                  <a:lnTo>
                    <a:pt x="109669" y="321084"/>
                  </a:lnTo>
                  <a:lnTo>
                    <a:pt x="114672" y="322827"/>
                  </a:lnTo>
                  <a:lnTo>
                    <a:pt x="119728" y="324410"/>
                  </a:lnTo>
                  <a:lnTo>
                    <a:pt x="124832" y="325832"/>
                  </a:lnTo>
                  <a:lnTo>
                    <a:pt x="129978" y="327092"/>
                  </a:lnTo>
                  <a:lnTo>
                    <a:pt x="135162" y="328188"/>
                  </a:lnTo>
                  <a:lnTo>
                    <a:pt x="140378" y="329119"/>
                  </a:lnTo>
                  <a:lnTo>
                    <a:pt x="145620" y="329884"/>
                  </a:lnTo>
                  <a:lnTo>
                    <a:pt x="150885" y="330483"/>
                  </a:lnTo>
                  <a:lnTo>
                    <a:pt x="156165" y="330915"/>
                  </a:lnTo>
                  <a:lnTo>
                    <a:pt x="161457" y="331179"/>
                  </a:lnTo>
                  <a:lnTo>
                    <a:pt x="166754" y="331276"/>
                  </a:lnTo>
                  <a:lnTo>
                    <a:pt x="172052" y="331204"/>
                  </a:lnTo>
                  <a:lnTo>
                    <a:pt x="177345" y="330965"/>
                  </a:lnTo>
                  <a:lnTo>
                    <a:pt x="182627" y="330558"/>
                  </a:lnTo>
                  <a:lnTo>
                    <a:pt x="187894" y="329984"/>
                  </a:lnTo>
                  <a:lnTo>
                    <a:pt x="193140" y="329243"/>
                  </a:lnTo>
                  <a:lnTo>
                    <a:pt x="198360" y="328336"/>
                  </a:lnTo>
                  <a:lnTo>
                    <a:pt x="203549" y="327265"/>
                  </a:lnTo>
                  <a:lnTo>
                    <a:pt x="208701" y="326029"/>
                  </a:lnTo>
                  <a:lnTo>
                    <a:pt x="213812" y="324631"/>
                  </a:lnTo>
                  <a:lnTo>
                    <a:pt x="218875" y="323072"/>
                  </a:lnTo>
                  <a:lnTo>
                    <a:pt x="223887" y="321352"/>
                  </a:lnTo>
                  <a:lnTo>
                    <a:pt x="228841" y="319475"/>
                  </a:lnTo>
                  <a:lnTo>
                    <a:pt x="233734" y="317442"/>
                  </a:lnTo>
                  <a:lnTo>
                    <a:pt x="238560" y="315255"/>
                  </a:lnTo>
                  <a:lnTo>
                    <a:pt x="243314" y="312916"/>
                  </a:lnTo>
                  <a:lnTo>
                    <a:pt x="247991" y="310428"/>
                  </a:lnTo>
                  <a:lnTo>
                    <a:pt x="252587" y="307792"/>
                  </a:lnTo>
                  <a:lnTo>
                    <a:pt x="257098" y="305013"/>
                  </a:lnTo>
                  <a:lnTo>
                    <a:pt x="261518" y="302091"/>
                  </a:lnTo>
                  <a:lnTo>
                    <a:pt x="265843" y="299031"/>
                  </a:lnTo>
                  <a:lnTo>
                    <a:pt x="270069" y="295836"/>
                  </a:lnTo>
                  <a:lnTo>
                    <a:pt x="274192" y="292508"/>
                  </a:lnTo>
                  <a:lnTo>
                    <a:pt x="278207" y="289051"/>
                  </a:lnTo>
                  <a:lnTo>
                    <a:pt x="282111" y="285469"/>
                  </a:lnTo>
                  <a:lnTo>
                    <a:pt x="285899" y="281765"/>
                  </a:lnTo>
                  <a:lnTo>
                    <a:pt x="289568" y="277943"/>
                  </a:lnTo>
                  <a:lnTo>
                    <a:pt x="293114" y="274006"/>
                  </a:lnTo>
                  <a:lnTo>
                    <a:pt x="296533" y="269959"/>
                  </a:lnTo>
                  <a:lnTo>
                    <a:pt x="299823" y="265805"/>
                  </a:lnTo>
                  <a:lnTo>
                    <a:pt x="302979" y="261550"/>
                  </a:lnTo>
                  <a:lnTo>
                    <a:pt x="305998" y="257196"/>
                  </a:lnTo>
                  <a:lnTo>
                    <a:pt x="308879" y="252749"/>
                  </a:lnTo>
                  <a:lnTo>
                    <a:pt x="311616" y="248213"/>
                  </a:lnTo>
                  <a:lnTo>
                    <a:pt x="314209" y="243593"/>
                  </a:lnTo>
                  <a:lnTo>
                    <a:pt x="316654" y="238893"/>
                  </a:lnTo>
                  <a:lnTo>
                    <a:pt x="318949" y="234117"/>
                  </a:lnTo>
                  <a:lnTo>
                    <a:pt x="321091" y="229271"/>
                  </a:lnTo>
                  <a:lnTo>
                    <a:pt x="323079" y="224360"/>
                  </a:lnTo>
                  <a:lnTo>
                    <a:pt x="324910" y="219388"/>
                  </a:lnTo>
                  <a:lnTo>
                    <a:pt x="326583" y="214361"/>
                  </a:lnTo>
                  <a:lnTo>
                    <a:pt x="328095" y="209283"/>
                  </a:lnTo>
                  <a:lnTo>
                    <a:pt x="329446" y="204160"/>
                  </a:lnTo>
                  <a:lnTo>
                    <a:pt x="330634" y="198997"/>
                  </a:lnTo>
                  <a:lnTo>
                    <a:pt x="331657" y="193798"/>
                  </a:lnTo>
                  <a:lnTo>
                    <a:pt x="332515" y="188570"/>
                  </a:lnTo>
                  <a:lnTo>
                    <a:pt x="333207" y="183317"/>
                  </a:lnTo>
                  <a:lnTo>
                    <a:pt x="333733" y="178045"/>
                  </a:lnTo>
                  <a:lnTo>
                    <a:pt x="334091" y="172759"/>
                  </a:lnTo>
                  <a:lnTo>
                    <a:pt x="334281" y="167464"/>
                  </a:lnTo>
                  <a:lnTo>
                    <a:pt x="334303" y="162166"/>
                  </a:lnTo>
                  <a:lnTo>
                    <a:pt x="334158" y="156870"/>
                  </a:lnTo>
                  <a:lnTo>
                    <a:pt x="333845" y="151581"/>
                  </a:lnTo>
                  <a:lnTo>
                    <a:pt x="333364" y="146305"/>
                  </a:lnTo>
                  <a:lnTo>
                    <a:pt x="332716" y="141046"/>
                  </a:lnTo>
                  <a:lnTo>
                    <a:pt x="331902" y="135811"/>
                  </a:lnTo>
                  <a:lnTo>
                    <a:pt x="330923" y="130604"/>
                  </a:lnTo>
                  <a:lnTo>
                    <a:pt x="329779" y="125431"/>
                  </a:lnTo>
                  <a:lnTo>
                    <a:pt x="328471" y="120296"/>
                  </a:lnTo>
                  <a:lnTo>
                    <a:pt x="327002" y="115206"/>
                  </a:lnTo>
                  <a:lnTo>
                    <a:pt x="325372" y="110165"/>
                  </a:lnTo>
                  <a:lnTo>
                    <a:pt x="323583" y="105178"/>
                  </a:lnTo>
                  <a:lnTo>
                    <a:pt x="321637" y="100250"/>
                  </a:lnTo>
                  <a:lnTo>
                    <a:pt x="319535" y="95386"/>
                  </a:lnTo>
                  <a:lnTo>
                    <a:pt x="317281" y="90592"/>
                  </a:lnTo>
                  <a:lnTo>
                    <a:pt x="314876" y="85871"/>
                  </a:lnTo>
                  <a:lnTo>
                    <a:pt x="312322" y="81229"/>
                  </a:lnTo>
                  <a:lnTo>
                    <a:pt x="309623" y="76670"/>
                  </a:lnTo>
                  <a:lnTo>
                    <a:pt x="306780" y="72198"/>
                  </a:lnTo>
                  <a:lnTo>
                    <a:pt x="303798" y="67820"/>
                  </a:lnTo>
                  <a:lnTo>
                    <a:pt x="300678" y="63537"/>
                  </a:lnTo>
                  <a:lnTo>
                    <a:pt x="297423" y="59356"/>
                  </a:lnTo>
                  <a:lnTo>
                    <a:pt x="294038" y="55281"/>
                  </a:lnTo>
                  <a:lnTo>
                    <a:pt x="290526" y="51314"/>
                  </a:lnTo>
                  <a:lnTo>
                    <a:pt x="286889" y="47461"/>
                  </a:lnTo>
                  <a:lnTo>
                    <a:pt x="283133" y="43725"/>
                  </a:lnTo>
                  <a:lnTo>
                    <a:pt x="279259" y="40110"/>
                  </a:lnTo>
                  <a:lnTo>
                    <a:pt x="275274" y="36619"/>
                  </a:lnTo>
                  <a:lnTo>
                    <a:pt x="271179" y="33257"/>
                  </a:lnTo>
                  <a:lnTo>
                    <a:pt x="266980" y="30025"/>
                  </a:lnTo>
                  <a:lnTo>
                    <a:pt x="262681" y="26929"/>
                  </a:lnTo>
                  <a:lnTo>
                    <a:pt x="258286" y="23971"/>
                  </a:lnTo>
                  <a:lnTo>
                    <a:pt x="253799" y="21153"/>
                  </a:lnTo>
                  <a:lnTo>
                    <a:pt x="249225" y="18479"/>
                  </a:lnTo>
                  <a:lnTo>
                    <a:pt x="244569" y="15951"/>
                  </a:lnTo>
                  <a:lnTo>
                    <a:pt x="239835" y="13572"/>
                  </a:lnTo>
                  <a:lnTo>
                    <a:pt x="235028" y="11344"/>
                  </a:lnTo>
                  <a:lnTo>
                    <a:pt x="167147" y="164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7880" cy="167167"/>
            </a:xfrm>
            <a:custGeom>
              <a:avLst/>
              <a:pathLst>
                <a:path w="67880" h="167167">
                  <a:moveTo>
                    <a:pt x="67880" y="14402"/>
                  </a:moveTo>
                  <a:lnTo>
                    <a:pt x="62517" y="12130"/>
                  </a:lnTo>
                  <a:lnTo>
                    <a:pt x="57078" y="10046"/>
                  </a:lnTo>
                  <a:lnTo>
                    <a:pt x="51569" y="8153"/>
                  </a:lnTo>
                  <a:lnTo>
                    <a:pt x="45998" y="6453"/>
                  </a:lnTo>
                  <a:lnTo>
                    <a:pt x="40371" y="4948"/>
                  </a:lnTo>
                  <a:lnTo>
                    <a:pt x="34695" y="3640"/>
                  </a:lnTo>
                  <a:lnTo>
                    <a:pt x="28977" y="2530"/>
                  </a:lnTo>
                  <a:lnTo>
                    <a:pt x="23224" y="1621"/>
                  </a:lnTo>
                  <a:lnTo>
                    <a:pt x="17443" y="912"/>
                  </a:lnTo>
                  <a:lnTo>
                    <a:pt x="11640" y="405"/>
                  </a:lnTo>
                  <a:lnTo>
                    <a:pt x="5823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853" y="2126963"/>
              <a:ext cx="6618" cy="167167"/>
            </a:xfrm>
            <a:custGeom>
              <a:avLst/>
              <a:pathLst>
                <a:path w="6618" h="167167">
                  <a:moveTo>
                    <a:pt x="6618" y="0"/>
                  </a:moveTo>
                  <a:lnTo>
                    <a:pt x="0" y="131"/>
                  </a:lnTo>
                  <a:lnTo>
                    <a:pt x="661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853" y="2127094"/>
              <a:ext cx="6618" cy="167036"/>
            </a:xfrm>
            <a:custGeom>
              <a:avLst/>
              <a:pathLst>
                <a:path w="6618" h="167036">
                  <a:moveTo>
                    <a:pt x="0" y="0"/>
                  </a:moveTo>
                  <a:lnTo>
                    <a:pt x="6618" y="1670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12" y="2127094"/>
              <a:ext cx="334314" cy="334201"/>
            </a:xfrm>
            <a:custGeom>
              <a:avLst/>
              <a:pathLst>
                <a:path w="334314" h="334201">
                  <a:moveTo>
                    <a:pt x="160541" y="0"/>
                  </a:moveTo>
                  <a:lnTo>
                    <a:pt x="155249" y="293"/>
                  </a:lnTo>
                  <a:lnTo>
                    <a:pt x="149970" y="755"/>
                  </a:lnTo>
                  <a:lnTo>
                    <a:pt x="144708" y="1383"/>
                  </a:lnTo>
                  <a:lnTo>
                    <a:pt x="139468" y="2178"/>
                  </a:lnTo>
                  <a:lnTo>
                    <a:pt x="134256" y="3139"/>
                  </a:lnTo>
                  <a:lnTo>
                    <a:pt x="129078" y="4264"/>
                  </a:lnTo>
                  <a:lnTo>
                    <a:pt x="123937" y="5553"/>
                  </a:lnTo>
                  <a:lnTo>
                    <a:pt x="118840" y="7004"/>
                  </a:lnTo>
                  <a:lnTo>
                    <a:pt x="113792" y="8616"/>
                  </a:lnTo>
                  <a:lnTo>
                    <a:pt x="108797" y="10387"/>
                  </a:lnTo>
                  <a:lnTo>
                    <a:pt x="103861" y="12316"/>
                  </a:lnTo>
                  <a:lnTo>
                    <a:pt x="98988" y="14400"/>
                  </a:lnTo>
                  <a:lnTo>
                    <a:pt x="94184" y="16638"/>
                  </a:lnTo>
                  <a:lnTo>
                    <a:pt x="89454" y="19027"/>
                  </a:lnTo>
                  <a:lnTo>
                    <a:pt x="84801" y="21564"/>
                  </a:lnTo>
                  <a:lnTo>
                    <a:pt x="80231" y="24248"/>
                  </a:lnTo>
                  <a:lnTo>
                    <a:pt x="75749" y="27075"/>
                  </a:lnTo>
                  <a:lnTo>
                    <a:pt x="71358" y="30043"/>
                  </a:lnTo>
                  <a:lnTo>
                    <a:pt x="67064" y="33149"/>
                  </a:lnTo>
                  <a:lnTo>
                    <a:pt x="62870" y="36389"/>
                  </a:lnTo>
                  <a:lnTo>
                    <a:pt x="58781" y="39760"/>
                  </a:lnTo>
                  <a:lnTo>
                    <a:pt x="54801" y="43259"/>
                  </a:lnTo>
                  <a:lnTo>
                    <a:pt x="50934" y="46883"/>
                  </a:lnTo>
                  <a:lnTo>
                    <a:pt x="47184" y="50628"/>
                  </a:lnTo>
                  <a:lnTo>
                    <a:pt x="43555" y="54489"/>
                  </a:lnTo>
                  <a:lnTo>
                    <a:pt x="40049" y="58464"/>
                  </a:lnTo>
                  <a:lnTo>
                    <a:pt x="36671" y="62547"/>
                  </a:lnTo>
                  <a:lnTo>
                    <a:pt x="33425" y="66736"/>
                  </a:lnTo>
                  <a:lnTo>
                    <a:pt x="30313" y="71026"/>
                  </a:lnTo>
                  <a:lnTo>
                    <a:pt x="27338" y="75412"/>
                  </a:lnTo>
                  <a:lnTo>
                    <a:pt x="24504" y="79890"/>
                  </a:lnTo>
                  <a:lnTo>
                    <a:pt x="21814" y="84456"/>
                  </a:lnTo>
                  <a:lnTo>
                    <a:pt x="19269" y="89104"/>
                  </a:lnTo>
                  <a:lnTo>
                    <a:pt x="16873" y="93831"/>
                  </a:lnTo>
                  <a:lnTo>
                    <a:pt x="14628" y="98632"/>
                  </a:lnTo>
                  <a:lnTo>
                    <a:pt x="12536" y="103501"/>
                  </a:lnTo>
                  <a:lnTo>
                    <a:pt x="10600" y="108435"/>
                  </a:lnTo>
                  <a:lnTo>
                    <a:pt x="8821" y="113427"/>
                  </a:lnTo>
                  <a:lnTo>
                    <a:pt x="7202" y="118473"/>
                  </a:lnTo>
                  <a:lnTo>
                    <a:pt x="5743" y="123567"/>
                  </a:lnTo>
                  <a:lnTo>
                    <a:pt x="4446" y="128706"/>
                  </a:lnTo>
                  <a:lnTo>
                    <a:pt x="3313" y="133883"/>
                  </a:lnTo>
                  <a:lnTo>
                    <a:pt x="2344" y="139093"/>
                  </a:lnTo>
                  <a:lnTo>
                    <a:pt x="1541" y="144332"/>
                  </a:lnTo>
                  <a:lnTo>
                    <a:pt x="905" y="149593"/>
                  </a:lnTo>
                  <a:lnTo>
                    <a:pt x="435" y="154871"/>
                  </a:lnTo>
                  <a:lnTo>
                    <a:pt x="133" y="160162"/>
                  </a:lnTo>
                  <a:lnTo>
                    <a:pt x="0" y="165460"/>
                  </a:lnTo>
                  <a:lnTo>
                    <a:pt x="34" y="170760"/>
                  </a:lnTo>
                  <a:lnTo>
                    <a:pt x="236" y="176055"/>
                  </a:lnTo>
                  <a:lnTo>
                    <a:pt x="605" y="181342"/>
                  </a:lnTo>
                  <a:lnTo>
                    <a:pt x="1143" y="186614"/>
                  </a:lnTo>
                  <a:lnTo>
                    <a:pt x="1847" y="191867"/>
                  </a:lnTo>
                  <a:lnTo>
                    <a:pt x="2717" y="197095"/>
                  </a:lnTo>
                  <a:lnTo>
                    <a:pt x="3752" y="202292"/>
                  </a:lnTo>
                  <a:lnTo>
                    <a:pt x="4952" y="207454"/>
                  </a:lnTo>
                  <a:lnTo>
                    <a:pt x="6315" y="212575"/>
                  </a:lnTo>
                  <a:lnTo>
                    <a:pt x="7839" y="217651"/>
                  </a:lnTo>
                  <a:lnTo>
                    <a:pt x="9523" y="222676"/>
                  </a:lnTo>
                  <a:lnTo>
                    <a:pt x="11366" y="227645"/>
                  </a:lnTo>
                  <a:lnTo>
                    <a:pt x="13366" y="232553"/>
                  </a:lnTo>
                  <a:lnTo>
                    <a:pt x="15520" y="237395"/>
                  </a:lnTo>
                  <a:lnTo>
                    <a:pt x="17826" y="242166"/>
                  </a:lnTo>
                  <a:lnTo>
                    <a:pt x="20283" y="246862"/>
                  </a:lnTo>
                  <a:lnTo>
                    <a:pt x="22887" y="251477"/>
                  </a:lnTo>
                  <a:lnTo>
                    <a:pt x="25636" y="256008"/>
                  </a:lnTo>
                  <a:lnTo>
                    <a:pt x="28527" y="260449"/>
                  </a:lnTo>
                  <a:lnTo>
                    <a:pt x="31558" y="264797"/>
                  </a:lnTo>
                  <a:lnTo>
                    <a:pt x="34725" y="269046"/>
                  </a:lnTo>
                  <a:lnTo>
                    <a:pt x="38025" y="273193"/>
                  </a:lnTo>
                  <a:lnTo>
                    <a:pt x="41455" y="277233"/>
                  </a:lnTo>
                  <a:lnTo>
                    <a:pt x="45011" y="281162"/>
                  </a:lnTo>
                  <a:lnTo>
                    <a:pt x="48690" y="284976"/>
                  </a:lnTo>
                  <a:lnTo>
                    <a:pt x="52488" y="288672"/>
                  </a:lnTo>
                  <a:lnTo>
                    <a:pt x="56402" y="292246"/>
                  </a:lnTo>
                  <a:lnTo>
                    <a:pt x="60426" y="295694"/>
                  </a:lnTo>
                  <a:lnTo>
                    <a:pt x="64558" y="299013"/>
                  </a:lnTo>
                  <a:lnTo>
                    <a:pt x="68793" y="302199"/>
                  </a:lnTo>
                  <a:lnTo>
                    <a:pt x="73127" y="305249"/>
                  </a:lnTo>
                  <a:lnTo>
                    <a:pt x="77555" y="308160"/>
                  </a:lnTo>
                  <a:lnTo>
                    <a:pt x="82074" y="310929"/>
                  </a:lnTo>
                  <a:lnTo>
                    <a:pt x="86678" y="313554"/>
                  </a:lnTo>
                  <a:lnTo>
                    <a:pt x="91362" y="316032"/>
                  </a:lnTo>
                  <a:lnTo>
                    <a:pt x="96123" y="318359"/>
                  </a:lnTo>
                  <a:lnTo>
                    <a:pt x="100956" y="320535"/>
                  </a:lnTo>
                  <a:lnTo>
                    <a:pt x="105855" y="322556"/>
                  </a:lnTo>
                  <a:lnTo>
                    <a:pt x="110815" y="324422"/>
                  </a:lnTo>
                  <a:lnTo>
                    <a:pt x="115832" y="326129"/>
                  </a:lnTo>
                  <a:lnTo>
                    <a:pt x="120901" y="327676"/>
                  </a:lnTo>
                  <a:lnTo>
                    <a:pt x="126016" y="329061"/>
                  </a:lnTo>
                  <a:lnTo>
                    <a:pt x="131173" y="330284"/>
                  </a:lnTo>
                  <a:lnTo>
                    <a:pt x="136366" y="331343"/>
                  </a:lnTo>
                  <a:lnTo>
                    <a:pt x="141589" y="332236"/>
                  </a:lnTo>
                  <a:lnTo>
                    <a:pt x="146839" y="332964"/>
                  </a:lnTo>
                  <a:lnTo>
                    <a:pt x="152109" y="333524"/>
                  </a:lnTo>
                  <a:lnTo>
                    <a:pt x="157393" y="333918"/>
                  </a:lnTo>
                  <a:lnTo>
                    <a:pt x="162688" y="334143"/>
                  </a:lnTo>
                  <a:lnTo>
                    <a:pt x="167987" y="334201"/>
                  </a:lnTo>
                  <a:lnTo>
                    <a:pt x="173286" y="334091"/>
                  </a:lnTo>
                  <a:lnTo>
                    <a:pt x="178578" y="333813"/>
                  </a:lnTo>
                  <a:lnTo>
                    <a:pt x="183859" y="333367"/>
                  </a:lnTo>
                  <a:lnTo>
                    <a:pt x="189123" y="332754"/>
                  </a:lnTo>
                  <a:lnTo>
                    <a:pt x="194365" y="331975"/>
                  </a:lnTo>
                  <a:lnTo>
                    <a:pt x="199580" y="331029"/>
                  </a:lnTo>
                  <a:lnTo>
                    <a:pt x="204762" y="329919"/>
                  </a:lnTo>
                  <a:lnTo>
                    <a:pt x="209906" y="328646"/>
                  </a:lnTo>
                  <a:lnTo>
                    <a:pt x="215007" y="327209"/>
                  </a:lnTo>
                  <a:lnTo>
                    <a:pt x="220060" y="325612"/>
                  </a:lnTo>
                  <a:lnTo>
                    <a:pt x="225060" y="323856"/>
                  </a:lnTo>
                  <a:lnTo>
                    <a:pt x="230002" y="321942"/>
                  </a:lnTo>
                  <a:lnTo>
                    <a:pt x="234881" y="319872"/>
                  </a:lnTo>
                  <a:lnTo>
                    <a:pt x="239691" y="317648"/>
                  </a:lnTo>
                  <a:lnTo>
                    <a:pt x="244429" y="315274"/>
                  </a:lnTo>
                  <a:lnTo>
                    <a:pt x="249089" y="312750"/>
                  </a:lnTo>
                  <a:lnTo>
                    <a:pt x="253667" y="310079"/>
                  </a:lnTo>
                  <a:lnTo>
                    <a:pt x="258157" y="307265"/>
                  </a:lnTo>
                  <a:lnTo>
                    <a:pt x="262557" y="304311"/>
                  </a:lnTo>
                  <a:lnTo>
                    <a:pt x="266860" y="301218"/>
                  </a:lnTo>
                  <a:lnTo>
                    <a:pt x="271063" y="297990"/>
                  </a:lnTo>
                  <a:lnTo>
                    <a:pt x="275162" y="294631"/>
                  </a:lnTo>
                  <a:lnTo>
                    <a:pt x="279152" y="291143"/>
                  </a:lnTo>
                  <a:lnTo>
                    <a:pt x="283030" y="287531"/>
                  </a:lnTo>
                  <a:lnTo>
                    <a:pt x="286791" y="283797"/>
                  </a:lnTo>
                  <a:lnTo>
                    <a:pt x="290432" y="279946"/>
                  </a:lnTo>
                  <a:lnTo>
                    <a:pt x="293949" y="275982"/>
                  </a:lnTo>
                  <a:lnTo>
                    <a:pt x="297339" y="271908"/>
                  </a:lnTo>
                  <a:lnTo>
                    <a:pt x="300598" y="267729"/>
                  </a:lnTo>
                  <a:lnTo>
                    <a:pt x="303723" y="263449"/>
                  </a:lnTo>
                  <a:lnTo>
                    <a:pt x="306710" y="259072"/>
                  </a:lnTo>
                  <a:lnTo>
                    <a:pt x="309557" y="254602"/>
                  </a:lnTo>
                  <a:lnTo>
                    <a:pt x="312262" y="250044"/>
                  </a:lnTo>
                  <a:lnTo>
                    <a:pt x="314820" y="245403"/>
                  </a:lnTo>
                  <a:lnTo>
                    <a:pt x="317230" y="240683"/>
                  </a:lnTo>
                  <a:lnTo>
                    <a:pt x="319489" y="235889"/>
                  </a:lnTo>
                  <a:lnTo>
                    <a:pt x="321595" y="231026"/>
                  </a:lnTo>
                  <a:lnTo>
                    <a:pt x="323545" y="226098"/>
                  </a:lnTo>
                  <a:lnTo>
                    <a:pt x="325339" y="221112"/>
                  </a:lnTo>
                  <a:lnTo>
                    <a:pt x="326974" y="216070"/>
                  </a:lnTo>
                  <a:lnTo>
                    <a:pt x="328448" y="210980"/>
                  </a:lnTo>
                  <a:lnTo>
                    <a:pt x="329760" y="205845"/>
                  </a:lnTo>
                  <a:lnTo>
                    <a:pt x="330908" y="200672"/>
                  </a:lnTo>
                  <a:lnTo>
                    <a:pt x="331892" y="195464"/>
                  </a:lnTo>
                  <a:lnTo>
                    <a:pt x="332710" y="190228"/>
                  </a:lnTo>
                  <a:lnTo>
                    <a:pt x="333362" y="184969"/>
                  </a:lnTo>
                  <a:lnTo>
                    <a:pt x="333847" y="179692"/>
                  </a:lnTo>
                  <a:lnTo>
                    <a:pt x="334165" y="174402"/>
                  </a:lnTo>
                  <a:lnTo>
                    <a:pt x="334314" y="169104"/>
                  </a:lnTo>
                  <a:lnTo>
                    <a:pt x="334296" y="163805"/>
                  </a:lnTo>
                  <a:lnTo>
                    <a:pt x="334109" y="158508"/>
                  </a:lnTo>
                  <a:lnTo>
                    <a:pt x="333755" y="153221"/>
                  </a:lnTo>
                  <a:lnTo>
                    <a:pt x="167160" y="167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6595" cy="167167"/>
            </a:xfrm>
            <a:custGeom>
              <a:avLst/>
              <a:pathLst>
                <a:path w="166595" h="167167">
                  <a:moveTo>
                    <a:pt x="166595" y="153352"/>
                  </a:moveTo>
                  <a:lnTo>
                    <a:pt x="166061" y="147971"/>
                  </a:lnTo>
                  <a:lnTo>
                    <a:pt x="165353" y="142610"/>
                  </a:lnTo>
                  <a:lnTo>
                    <a:pt x="164473" y="137274"/>
                  </a:lnTo>
                  <a:lnTo>
                    <a:pt x="163420" y="131970"/>
                  </a:lnTo>
                  <a:lnTo>
                    <a:pt x="162196" y="126703"/>
                  </a:lnTo>
                  <a:lnTo>
                    <a:pt x="160802" y="121478"/>
                  </a:lnTo>
                  <a:lnTo>
                    <a:pt x="159240" y="116301"/>
                  </a:lnTo>
                  <a:lnTo>
                    <a:pt x="157512" y="111178"/>
                  </a:lnTo>
                  <a:lnTo>
                    <a:pt x="155619" y="106112"/>
                  </a:lnTo>
                  <a:lnTo>
                    <a:pt x="153562" y="101111"/>
                  </a:lnTo>
                  <a:lnTo>
                    <a:pt x="151346" y="96179"/>
                  </a:lnTo>
                  <a:lnTo>
                    <a:pt x="148970" y="91321"/>
                  </a:lnTo>
                  <a:lnTo>
                    <a:pt x="146439" y="86542"/>
                  </a:lnTo>
                  <a:lnTo>
                    <a:pt x="143755" y="81848"/>
                  </a:lnTo>
                  <a:lnTo>
                    <a:pt x="140920" y="77243"/>
                  </a:lnTo>
                  <a:lnTo>
                    <a:pt x="137938" y="72732"/>
                  </a:lnTo>
                  <a:lnTo>
                    <a:pt x="134812" y="68320"/>
                  </a:lnTo>
                  <a:lnTo>
                    <a:pt x="131544" y="64012"/>
                  </a:lnTo>
                  <a:lnTo>
                    <a:pt x="128139" y="59811"/>
                  </a:lnTo>
                  <a:lnTo>
                    <a:pt x="124600" y="55723"/>
                  </a:lnTo>
                  <a:lnTo>
                    <a:pt x="120930" y="51751"/>
                  </a:lnTo>
                  <a:lnTo>
                    <a:pt x="117134" y="47900"/>
                  </a:lnTo>
                  <a:lnTo>
                    <a:pt x="113215" y="44174"/>
                  </a:lnTo>
                  <a:lnTo>
                    <a:pt x="109178" y="40577"/>
                  </a:lnTo>
                  <a:lnTo>
                    <a:pt x="105026" y="37112"/>
                  </a:lnTo>
                  <a:lnTo>
                    <a:pt x="100765" y="33783"/>
                  </a:lnTo>
                  <a:lnTo>
                    <a:pt x="96398" y="30594"/>
                  </a:lnTo>
                  <a:lnTo>
                    <a:pt x="91930" y="27547"/>
                  </a:lnTo>
                  <a:lnTo>
                    <a:pt x="87366" y="24647"/>
                  </a:lnTo>
                  <a:lnTo>
                    <a:pt x="82711" y="21896"/>
                  </a:lnTo>
                  <a:lnTo>
                    <a:pt x="77969" y="19297"/>
                  </a:lnTo>
                  <a:lnTo>
                    <a:pt x="73146" y="16852"/>
                  </a:lnTo>
                  <a:lnTo>
                    <a:pt x="68246" y="14565"/>
                  </a:lnTo>
                  <a:lnTo>
                    <a:pt x="63275" y="12437"/>
                  </a:lnTo>
                  <a:lnTo>
                    <a:pt x="58237" y="10472"/>
                  </a:lnTo>
                  <a:lnTo>
                    <a:pt x="53138" y="8670"/>
                  </a:lnTo>
                  <a:lnTo>
                    <a:pt x="47984" y="7034"/>
                  </a:lnTo>
                  <a:lnTo>
                    <a:pt x="42780" y="5566"/>
                  </a:lnTo>
                  <a:lnTo>
                    <a:pt x="37531" y="4267"/>
                  </a:lnTo>
                  <a:lnTo>
                    <a:pt x="32242" y="3138"/>
                  </a:lnTo>
                  <a:lnTo>
                    <a:pt x="26920" y="2181"/>
                  </a:lnTo>
                  <a:lnTo>
                    <a:pt x="21570" y="1397"/>
                  </a:lnTo>
                  <a:lnTo>
                    <a:pt x="16197" y="786"/>
                  </a:lnTo>
                  <a:lnTo>
                    <a:pt x="10807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5334" y="1681503"/>
              <a:ext cx="7900" cy="167167"/>
            </a:xfrm>
            <a:custGeom>
              <a:avLst/>
              <a:pathLst>
                <a:path w="7900" h="167167">
                  <a:moveTo>
                    <a:pt x="7900" y="0"/>
                  </a:moveTo>
                  <a:lnTo>
                    <a:pt x="0" y="186"/>
                  </a:lnTo>
                  <a:lnTo>
                    <a:pt x="790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9" y="1681690"/>
              <a:ext cx="334320" cy="334143"/>
            </a:xfrm>
            <a:custGeom>
              <a:avLst/>
              <a:pathLst>
                <a:path w="334320" h="334143">
                  <a:moveTo>
                    <a:pt x="159265" y="0"/>
                  </a:moveTo>
                  <a:lnTo>
                    <a:pt x="153985" y="333"/>
                  </a:lnTo>
                  <a:lnTo>
                    <a:pt x="148717" y="834"/>
                  </a:lnTo>
                  <a:lnTo>
                    <a:pt x="143469" y="1501"/>
                  </a:lnTo>
                  <a:lnTo>
                    <a:pt x="138244" y="2334"/>
                  </a:lnTo>
                  <a:lnTo>
                    <a:pt x="133048" y="3331"/>
                  </a:lnTo>
                  <a:lnTo>
                    <a:pt x="127886" y="4493"/>
                  </a:lnTo>
                  <a:lnTo>
                    <a:pt x="122763" y="5817"/>
                  </a:lnTo>
                  <a:lnTo>
                    <a:pt x="117685" y="7303"/>
                  </a:lnTo>
                  <a:lnTo>
                    <a:pt x="112657" y="8949"/>
                  </a:lnTo>
                  <a:lnTo>
                    <a:pt x="107683" y="10753"/>
                  </a:lnTo>
                  <a:lnTo>
                    <a:pt x="102769" y="12714"/>
                  </a:lnTo>
                  <a:lnTo>
                    <a:pt x="97919" y="14829"/>
                  </a:lnTo>
                  <a:lnTo>
                    <a:pt x="93139" y="17097"/>
                  </a:lnTo>
                  <a:lnTo>
                    <a:pt x="88433" y="19514"/>
                  </a:lnTo>
                  <a:lnTo>
                    <a:pt x="83805" y="22080"/>
                  </a:lnTo>
                  <a:lnTo>
                    <a:pt x="79262" y="24791"/>
                  </a:lnTo>
                  <a:lnTo>
                    <a:pt x="74806" y="27644"/>
                  </a:lnTo>
                  <a:lnTo>
                    <a:pt x="70443" y="30636"/>
                  </a:lnTo>
                  <a:lnTo>
                    <a:pt x="66176" y="33765"/>
                  </a:lnTo>
                  <a:lnTo>
                    <a:pt x="62011" y="37028"/>
                  </a:lnTo>
                  <a:lnTo>
                    <a:pt x="57951" y="40421"/>
                  </a:lnTo>
                  <a:lnTo>
                    <a:pt x="54001" y="43941"/>
                  </a:lnTo>
                  <a:lnTo>
                    <a:pt x="50164" y="47583"/>
                  </a:lnTo>
                  <a:lnTo>
                    <a:pt x="46444" y="51346"/>
                  </a:lnTo>
                  <a:lnTo>
                    <a:pt x="42845" y="55224"/>
                  </a:lnTo>
                  <a:lnTo>
                    <a:pt x="39371" y="59214"/>
                  </a:lnTo>
                  <a:lnTo>
                    <a:pt x="36024" y="63313"/>
                  </a:lnTo>
                  <a:lnTo>
                    <a:pt x="32809" y="67515"/>
                  </a:lnTo>
                  <a:lnTo>
                    <a:pt x="29729" y="71816"/>
                  </a:lnTo>
                  <a:lnTo>
                    <a:pt x="26786" y="76214"/>
                  </a:lnTo>
                  <a:lnTo>
                    <a:pt x="23984" y="80701"/>
                  </a:lnTo>
                  <a:lnTo>
                    <a:pt x="21325" y="85276"/>
                  </a:lnTo>
                  <a:lnTo>
                    <a:pt x="18813" y="89932"/>
                  </a:lnTo>
                  <a:lnTo>
                    <a:pt x="16449" y="94666"/>
                  </a:lnTo>
                  <a:lnTo>
                    <a:pt x="14236" y="99471"/>
                  </a:lnTo>
                  <a:lnTo>
                    <a:pt x="12176" y="104345"/>
                  </a:lnTo>
                  <a:lnTo>
                    <a:pt x="10271" y="109281"/>
                  </a:lnTo>
                  <a:lnTo>
                    <a:pt x="8524" y="114275"/>
                  </a:lnTo>
                  <a:lnTo>
                    <a:pt x="6935" y="119322"/>
                  </a:lnTo>
                  <a:lnTo>
                    <a:pt x="5507" y="124417"/>
                  </a:lnTo>
                  <a:lnTo>
                    <a:pt x="4241" y="129554"/>
                  </a:lnTo>
                  <a:lnTo>
                    <a:pt x="3139" y="134728"/>
                  </a:lnTo>
                  <a:lnTo>
                    <a:pt x="2200" y="139935"/>
                  </a:lnTo>
                  <a:lnTo>
                    <a:pt x="1427" y="145170"/>
                  </a:lnTo>
                  <a:lnTo>
                    <a:pt x="820" y="150425"/>
                  </a:lnTo>
                  <a:lnTo>
                    <a:pt x="379" y="155698"/>
                  </a:lnTo>
                  <a:lnTo>
                    <a:pt x="106" y="160982"/>
                  </a:lnTo>
                  <a:lnTo>
                    <a:pt x="0" y="166272"/>
                  </a:lnTo>
                  <a:lnTo>
                    <a:pt x="61" y="171562"/>
                  </a:lnTo>
                  <a:lnTo>
                    <a:pt x="290" y="176848"/>
                  </a:lnTo>
                  <a:lnTo>
                    <a:pt x="685" y="182124"/>
                  </a:lnTo>
                  <a:lnTo>
                    <a:pt x="1248" y="187385"/>
                  </a:lnTo>
                  <a:lnTo>
                    <a:pt x="1977" y="192626"/>
                  </a:lnTo>
                  <a:lnTo>
                    <a:pt x="2871" y="197840"/>
                  </a:lnTo>
                  <a:lnTo>
                    <a:pt x="3930" y="203024"/>
                  </a:lnTo>
                  <a:lnTo>
                    <a:pt x="5153" y="208172"/>
                  </a:lnTo>
                  <a:lnTo>
                    <a:pt x="6537" y="213279"/>
                  </a:lnTo>
                  <a:lnTo>
                    <a:pt x="8083" y="218339"/>
                  </a:lnTo>
                  <a:lnTo>
                    <a:pt x="9788" y="223347"/>
                  </a:lnTo>
                  <a:lnTo>
                    <a:pt x="11651" y="228299"/>
                  </a:lnTo>
                  <a:lnTo>
                    <a:pt x="13669" y="233190"/>
                  </a:lnTo>
                  <a:lnTo>
                    <a:pt x="15841" y="238015"/>
                  </a:lnTo>
                  <a:lnTo>
                    <a:pt x="18165" y="242768"/>
                  </a:lnTo>
                  <a:lnTo>
                    <a:pt x="20638" y="247445"/>
                  </a:lnTo>
                  <a:lnTo>
                    <a:pt x="23258" y="252042"/>
                  </a:lnTo>
                  <a:lnTo>
                    <a:pt x="26022" y="256554"/>
                  </a:lnTo>
                  <a:lnTo>
                    <a:pt x="28927" y="260975"/>
                  </a:lnTo>
                  <a:lnTo>
                    <a:pt x="31971" y="265303"/>
                  </a:lnTo>
                  <a:lnTo>
                    <a:pt x="35150" y="269532"/>
                  </a:lnTo>
                  <a:lnTo>
                    <a:pt x="38462" y="273659"/>
                  </a:lnTo>
                  <a:lnTo>
                    <a:pt x="41902" y="277678"/>
                  </a:lnTo>
                  <a:lnTo>
                    <a:pt x="45468" y="281587"/>
                  </a:lnTo>
                  <a:lnTo>
                    <a:pt x="49156" y="285381"/>
                  </a:lnTo>
                  <a:lnTo>
                    <a:pt x="52962" y="289056"/>
                  </a:lnTo>
                  <a:lnTo>
                    <a:pt x="56883" y="292609"/>
                  </a:lnTo>
                  <a:lnTo>
                    <a:pt x="60913" y="296036"/>
                  </a:lnTo>
                  <a:lnTo>
                    <a:pt x="65051" y="299334"/>
                  </a:lnTo>
                  <a:lnTo>
                    <a:pt x="69291" y="302499"/>
                  </a:lnTo>
                  <a:lnTo>
                    <a:pt x="73628" y="305529"/>
                  </a:lnTo>
                  <a:lnTo>
                    <a:pt x="78060" y="308420"/>
                  </a:lnTo>
                  <a:lnTo>
                    <a:pt x="82580" y="311169"/>
                  </a:lnTo>
                  <a:lnTo>
                    <a:pt x="87186" y="313773"/>
                  </a:lnTo>
                  <a:lnTo>
                    <a:pt x="91871" y="316231"/>
                  </a:lnTo>
                  <a:lnTo>
                    <a:pt x="96632" y="318539"/>
                  </a:lnTo>
                  <a:lnTo>
                    <a:pt x="101464" y="320695"/>
                  </a:lnTo>
                  <a:lnTo>
                    <a:pt x="106361" y="322697"/>
                  </a:lnTo>
                  <a:lnTo>
                    <a:pt x="111320" y="324543"/>
                  </a:lnTo>
                  <a:lnTo>
                    <a:pt x="116334" y="326232"/>
                  </a:lnTo>
                  <a:lnTo>
                    <a:pt x="121399" y="327761"/>
                  </a:lnTo>
                  <a:lnTo>
                    <a:pt x="126510" y="329129"/>
                  </a:lnTo>
                  <a:lnTo>
                    <a:pt x="131662" y="330334"/>
                  </a:lnTo>
                  <a:lnTo>
                    <a:pt x="136849" y="331376"/>
                  </a:lnTo>
                  <a:lnTo>
                    <a:pt x="142067" y="332253"/>
                  </a:lnTo>
                  <a:lnTo>
                    <a:pt x="147310" y="332964"/>
                  </a:lnTo>
                  <a:lnTo>
                    <a:pt x="152572" y="333509"/>
                  </a:lnTo>
                  <a:lnTo>
                    <a:pt x="157850" y="333888"/>
                  </a:lnTo>
                  <a:lnTo>
                    <a:pt x="163137" y="334099"/>
                  </a:lnTo>
                  <a:lnTo>
                    <a:pt x="168427" y="334143"/>
                  </a:lnTo>
                  <a:lnTo>
                    <a:pt x="173717" y="334019"/>
                  </a:lnTo>
                  <a:lnTo>
                    <a:pt x="179000" y="333728"/>
                  </a:lnTo>
                  <a:lnTo>
                    <a:pt x="184271" y="333270"/>
                  </a:lnTo>
                  <a:lnTo>
                    <a:pt x="189525" y="332646"/>
                  </a:lnTo>
                  <a:lnTo>
                    <a:pt x="194756" y="331855"/>
                  </a:lnTo>
                  <a:lnTo>
                    <a:pt x="199960" y="330899"/>
                  </a:lnTo>
                  <a:lnTo>
                    <a:pt x="205131" y="329779"/>
                  </a:lnTo>
                  <a:lnTo>
                    <a:pt x="210264" y="328496"/>
                  </a:lnTo>
                  <a:lnTo>
                    <a:pt x="215354" y="327051"/>
                  </a:lnTo>
                  <a:lnTo>
                    <a:pt x="220395" y="325446"/>
                  </a:lnTo>
                  <a:lnTo>
                    <a:pt x="225384" y="323682"/>
                  </a:lnTo>
                  <a:lnTo>
                    <a:pt x="230313" y="321762"/>
                  </a:lnTo>
                  <a:lnTo>
                    <a:pt x="235180" y="319686"/>
                  </a:lnTo>
                  <a:lnTo>
                    <a:pt x="239979" y="317457"/>
                  </a:lnTo>
                  <a:lnTo>
                    <a:pt x="244704" y="315077"/>
                  </a:lnTo>
                  <a:lnTo>
                    <a:pt x="249352" y="312549"/>
                  </a:lnTo>
                  <a:lnTo>
                    <a:pt x="253918" y="309875"/>
                  </a:lnTo>
                  <a:lnTo>
                    <a:pt x="258396" y="307058"/>
                  </a:lnTo>
                  <a:lnTo>
                    <a:pt x="262784" y="304101"/>
                  </a:lnTo>
                  <a:lnTo>
                    <a:pt x="267075" y="301006"/>
                  </a:lnTo>
                  <a:lnTo>
                    <a:pt x="271266" y="297777"/>
                  </a:lnTo>
                  <a:lnTo>
                    <a:pt x="275354" y="294418"/>
                  </a:lnTo>
                  <a:lnTo>
                    <a:pt x="279332" y="290930"/>
                  </a:lnTo>
                  <a:lnTo>
                    <a:pt x="283199" y="287318"/>
                  </a:lnTo>
                  <a:lnTo>
                    <a:pt x="286949" y="283586"/>
                  </a:lnTo>
                  <a:lnTo>
                    <a:pt x="290579" y="279737"/>
                  </a:lnTo>
                  <a:lnTo>
                    <a:pt x="294085" y="275775"/>
                  </a:lnTo>
                  <a:lnTo>
                    <a:pt x="297465" y="271704"/>
                  </a:lnTo>
                  <a:lnTo>
                    <a:pt x="300714" y="267528"/>
                  </a:lnTo>
                  <a:lnTo>
                    <a:pt x="303829" y="263251"/>
                  </a:lnTo>
                  <a:lnTo>
                    <a:pt x="306807" y="258878"/>
                  </a:lnTo>
                  <a:lnTo>
                    <a:pt x="309645" y="254413"/>
                  </a:lnTo>
                  <a:lnTo>
                    <a:pt x="312341" y="249860"/>
                  </a:lnTo>
                  <a:lnTo>
                    <a:pt x="314891" y="245224"/>
                  </a:lnTo>
                  <a:lnTo>
                    <a:pt x="317293" y="240510"/>
                  </a:lnTo>
                  <a:lnTo>
                    <a:pt x="319545" y="235722"/>
                  </a:lnTo>
                  <a:lnTo>
                    <a:pt x="321644" y="230866"/>
                  </a:lnTo>
                  <a:lnTo>
                    <a:pt x="323588" y="225945"/>
                  </a:lnTo>
                  <a:lnTo>
                    <a:pt x="325376" y="220965"/>
                  </a:lnTo>
                  <a:lnTo>
                    <a:pt x="327005" y="215931"/>
                  </a:lnTo>
                  <a:lnTo>
                    <a:pt x="328474" y="210848"/>
                  </a:lnTo>
                  <a:lnTo>
                    <a:pt x="329782" y="205722"/>
                  </a:lnTo>
                  <a:lnTo>
                    <a:pt x="330926" y="200556"/>
                  </a:lnTo>
                  <a:lnTo>
                    <a:pt x="331907" y="195357"/>
                  </a:lnTo>
                  <a:lnTo>
                    <a:pt x="332722" y="190129"/>
                  </a:lnTo>
                  <a:lnTo>
                    <a:pt x="333372" y="184878"/>
                  </a:lnTo>
                  <a:lnTo>
                    <a:pt x="333855" y="179609"/>
                  </a:lnTo>
                  <a:lnTo>
                    <a:pt x="334171" y="174328"/>
                  </a:lnTo>
                  <a:lnTo>
                    <a:pt x="334320" y="169039"/>
                  </a:lnTo>
                  <a:lnTo>
                    <a:pt x="334302" y="163748"/>
                  </a:lnTo>
                  <a:lnTo>
                    <a:pt x="334116" y="158461"/>
                  </a:lnTo>
                  <a:lnTo>
                    <a:pt x="333762" y="153181"/>
                  </a:lnTo>
                  <a:lnTo>
                    <a:pt x="333242" y="147916"/>
                  </a:lnTo>
                  <a:lnTo>
                    <a:pt x="332556" y="142670"/>
                  </a:lnTo>
                  <a:lnTo>
                    <a:pt x="331704" y="137448"/>
                  </a:lnTo>
                  <a:lnTo>
                    <a:pt x="330687" y="132256"/>
                  </a:lnTo>
                  <a:lnTo>
                    <a:pt x="329506" y="127098"/>
                  </a:lnTo>
                  <a:lnTo>
                    <a:pt x="328162" y="121981"/>
                  </a:lnTo>
                  <a:lnTo>
                    <a:pt x="326658" y="116909"/>
                  </a:lnTo>
                  <a:lnTo>
                    <a:pt x="324993" y="111886"/>
                  </a:lnTo>
                  <a:lnTo>
                    <a:pt x="323171" y="106919"/>
                  </a:lnTo>
                  <a:lnTo>
                    <a:pt x="321192" y="102012"/>
                  </a:lnTo>
                  <a:lnTo>
                    <a:pt x="319059" y="97170"/>
                  </a:lnTo>
                  <a:lnTo>
                    <a:pt x="316773" y="92399"/>
                  </a:lnTo>
                  <a:lnTo>
                    <a:pt x="314338" y="87701"/>
                  </a:lnTo>
                  <a:lnTo>
                    <a:pt x="311756" y="83084"/>
                  </a:lnTo>
                  <a:lnTo>
                    <a:pt x="309028" y="78550"/>
                  </a:lnTo>
                  <a:lnTo>
                    <a:pt x="306159" y="74105"/>
                  </a:lnTo>
                  <a:lnTo>
                    <a:pt x="303150" y="69753"/>
                  </a:lnTo>
                  <a:lnTo>
                    <a:pt x="300005" y="65498"/>
                  </a:lnTo>
                  <a:lnTo>
                    <a:pt x="296727" y="61345"/>
                  </a:lnTo>
                  <a:lnTo>
                    <a:pt x="293319" y="57298"/>
                  </a:lnTo>
                  <a:lnTo>
                    <a:pt x="289785" y="53360"/>
                  </a:lnTo>
                  <a:lnTo>
                    <a:pt x="286128" y="49537"/>
                  </a:lnTo>
                  <a:lnTo>
                    <a:pt x="282351" y="45831"/>
                  </a:lnTo>
                  <a:lnTo>
                    <a:pt x="278460" y="42246"/>
                  </a:lnTo>
                  <a:lnTo>
                    <a:pt x="274457" y="38787"/>
                  </a:lnTo>
                  <a:lnTo>
                    <a:pt x="270346" y="35455"/>
                  </a:lnTo>
                  <a:lnTo>
                    <a:pt x="266132" y="32256"/>
                  </a:lnTo>
                  <a:lnTo>
                    <a:pt x="261819" y="29192"/>
                  </a:lnTo>
                  <a:lnTo>
                    <a:pt x="257411" y="26265"/>
                  </a:lnTo>
                  <a:lnTo>
                    <a:pt x="252913" y="23480"/>
                  </a:lnTo>
                  <a:lnTo>
                    <a:pt x="248328" y="20838"/>
                  </a:lnTo>
                  <a:lnTo>
                    <a:pt x="243663" y="18343"/>
                  </a:lnTo>
                  <a:lnTo>
                    <a:pt x="238921" y="15996"/>
                  </a:lnTo>
                  <a:lnTo>
                    <a:pt x="234107" y="13801"/>
                  </a:lnTo>
                  <a:lnTo>
                    <a:pt x="167165" y="1669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66941" cy="167167"/>
            </a:xfrm>
            <a:custGeom>
              <a:avLst/>
              <a:pathLst>
                <a:path w="66941" h="167167">
                  <a:moveTo>
                    <a:pt x="66941" y="13988"/>
                  </a:moveTo>
                  <a:lnTo>
                    <a:pt x="61643" y="11780"/>
                  </a:lnTo>
                  <a:lnTo>
                    <a:pt x="56273" y="9756"/>
                  </a:lnTo>
                  <a:lnTo>
                    <a:pt x="50836" y="7917"/>
                  </a:lnTo>
                  <a:lnTo>
                    <a:pt x="45340" y="6266"/>
                  </a:lnTo>
                  <a:lnTo>
                    <a:pt x="39790" y="4804"/>
                  </a:lnTo>
                  <a:lnTo>
                    <a:pt x="34193" y="3534"/>
                  </a:lnTo>
                  <a:lnTo>
                    <a:pt x="28556" y="2457"/>
                  </a:lnTo>
                  <a:lnTo>
                    <a:pt x="22885" y="1573"/>
                  </a:lnTo>
                  <a:lnTo>
                    <a:pt x="17187" y="885"/>
                  </a:lnTo>
                  <a:lnTo>
                    <a:pt x="11469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5" y="1322571"/>
              <a:ext cx="167163" cy="329661"/>
            </a:xfrm>
            <a:custGeom>
              <a:avLst/>
              <a:pathLst>
                <a:path w="167163" h="329661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0" y="765"/>
                  </a:lnTo>
                  <a:lnTo>
                    <a:pt x="145878" y="1360"/>
                  </a:lnTo>
                  <a:lnTo>
                    <a:pt x="140598" y="2124"/>
                  </a:lnTo>
                  <a:lnTo>
                    <a:pt x="135344" y="3056"/>
                  </a:lnTo>
                  <a:lnTo>
                    <a:pt x="130123" y="4155"/>
                  </a:lnTo>
                  <a:lnTo>
                    <a:pt x="124940" y="5420"/>
                  </a:lnTo>
                  <a:lnTo>
                    <a:pt x="119799" y="6850"/>
                  </a:lnTo>
                  <a:lnTo>
                    <a:pt x="114707" y="8443"/>
                  </a:lnTo>
                  <a:lnTo>
                    <a:pt x="109668" y="10198"/>
                  </a:lnTo>
                  <a:lnTo>
                    <a:pt x="104688" y="12113"/>
                  </a:lnTo>
                  <a:lnTo>
                    <a:pt x="99772" y="14185"/>
                  </a:lnTo>
                  <a:lnTo>
                    <a:pt x="94924" y="16414"/>
                  </a:lnTo>
                  <a:lnTo>
                    <a:pt x="90150" y="18796"/>
                  </a:lnTo>
                  <a:lnTo>
                    <a:pt x="85454" y="21329"/>
                  </a:lnTo>
                  <a:lnTo>
                    <a:pt x="80842" y="24011"/>
                  </a:lnTo>
                  <a:lnTo>
                    <a:pt x="76317" y="26839"/>
                  </a:lnTo>
                  <a:lnTo>
                    <a:pt x="71885" y="29810"/>
                  </a:lnTo>
                  <a:lnTo>
                    <a:pt x="67550" y="32920"/>
                  </a:lnTo>
                  <a:lnTo>
                    <a:pt x="63317" y="36167"/>
                  </a:lnTo>
                  <a:lnTo>
                    <a:pt x="59189" y="39548"/>
                  </a:lnTo>
                  <a:lnTo>
                    <a:pt x="55171" y="43059"/>
                  </a:lnTo>
                  <a:lnTo>
                    <a:pt x="51268" y="46696"/>
                  </a:lnTo>
                  <a:lnTo>
                    <a:pt x="47482" y="50456"/>
                  </a:lnTo>
                  <a:lnTo>
                    <a:pt x="43818" y="54335"/>
                  </a:lnTo>
                  <a:lnTo>
                    <a:pt x="40280" y="58329"/>
                  </a:lnTo>
                  <a:lnTo>
                    <a:pt x="36872" y="62433"/>
                  </a:lnTo>
                  <a:lnTo>
                    <a:pt x="33596" y="66645"/>
                  </a:lnTo>
                  <a:lnTo>
                    <a:pt x="30456" y="70959"/>
                  </a:lnTo>
                  <a:lnTo>
                    <a:pt x="27455" y="75370"/>
                  </a:lnTo>
                  <a:lnTo>
                    <a:pt x="24597" y="79876"/>
                  </a:lnTo>
                  <a:lnTo>
                    <a:pt x="21884" y="84470"/>
                  </a:lnTo>
                  <a:lnTo>
                    <a:pt x="19318" y="89148"/>
                  </a:lnTo>
                  <a:lnTo>
                    <a:pt x="16904" y="93906"/>
                  </a:lnTo>
                  <a:lnTo>
                    <a:pt x="14643" y="98739"/>
                  </a:lnTo>
                  <a:lnTo>
                    <a:pt x="12536" y="103641"/>
                  </a:lnTo>
                  <a:lnTo>
                    <a:pt x="10588" y="108608"/>
                  </a:lnTo>
                  <a:lnTo>
                    <a:pt x="8799" y="113635"/>
                  </a:lnTo>
                  <a:lnTo>
                    <a:pt x="7171" y="118716"/>
                  </a:lnTo>
                  <a:lnTo>
                    <a:pt x="5706" y="123846"/>
                  </a:lnTo>
                  <a:lnTo>
                    <a:pt x="4406" y="129021"/>
                  </a:lnTo>
                  <a:lnTo>
                    <a:pt x="3272" y="134234"/>
                  </a:lnTo>
                  <a:lnTo>
                    <a:pt x="2304" y="139481"/>
                  </a:lnTo>
                  <a:lnTo>
                    <a:pt x="1505" y="144757"/>
                  </a:lnTo>
                  <a:lnTo>
                    <a:pt x="874" y="150055"/>
                  </a:lnTo>
                  <a:lnTo>
                    <a:pt x="412" y="155370"/>
                  </a:lnTo>
                  <a:lnTo>
                    <a:pt x="121" y="160698"/>
                  </a:lnTo>
                  <a:lnTo>
                    <a:pt x="0" y="166032"/>
                  </a:lnTo>
                  <a:lnTo>
                    <a:pt x="48" y="171367"/>
                  </a:lnTo>
                  <a:lnTo>
                    <a:pt x="268" y="176698"/>
                  </a:lnTo>
                  <a:lnTo>
                    <a:pt x="657" y="182020"/>
                  </a:lnTo>
                  <a:lnTo>
                    <a:pt x="1216" y="187326"/>
                  </a:lnTo>
                  <a:lnTo>
                    <a:pt x="1943" y="192611"/>
                  </a:lnTo>
                  <a:lnTo>
                    <a:pt x="2840" y="197871"/>
                  </a:lnTo>
                  <a:lnTo>
                    <a:pt x="3903" y="203099"/>
                  </a:lnTo>
                  <a:lnTo>
                    <a:pt x="5133" y="208291"/>
                  </a:lnTo>
                  <a:lnTo>
                    <a:pt x="6528" y="213441"/>
                  </a:lnTo>
                  <a:lnTo>
                    <a:pt x="8087" y="218544"/>
                  </a:lnTo>
                  <a:lnTo>
                    <a:pt x="9807" y="223594"/>
                  </a:lnTo>
                  <a:lnTo>
                    <a:pt x="11688" y="228587"/>
                  </a:lnTo>
                  <a:lnTo>
                    <a:pt x="13727" y="233518"/>
                  </a:lnTo>
                  <a:lnTo>
                    <a:pt x="15923" y="238381"/>
                  </a:lnTo>
                  <a:lnTo>
                    <a:pt x="18273" y="243171"/>
                  </a:lnTo>
                  <a:lnTo>
                    <a:pt x="20774" y="247884"/>
                  </a:lnTo>
                  <a:lnTo>
                    <a:pt x="23425" y="252514"/>
                  </a:lnTo>
                  <a:lnTo>
                    <a:pt x="26221" y="257058"/>
                  </a:lnTo>
                  <a:lnTo>
                    <a:pt x="29162" y="261510"/>
                  </a:lnTo>
                  <a:lnTo>
                    <a:pt x="32243" y="265866"/>
                  </a:lnTo>
                  <a:lnTo>
                    <a:pt x="35462" y="270122"/>
                  </a:lnTo>
                  <a:lnTo>
                    <a:pt x="38814" y="274272"/>
                  </a:lnTo>
                  <a:lnTo>
                    <a:pt x="42298" y="278314"/>
                  </a:lnTo>
                  <a:lnTo>
                    <a:pt x="45908" y="282242"/>
                  </a:lnTo>
                  <a:lnTo>
                    <a:pt x="49642" y="286053"/>
                  </a:lnTo>
                  <a:lnTo>
                    <a:pt x="53496" y="289743"/>
                  </a:lnTo>
                  <a:lnTo>
                    <a:pt x="57466" y="293308"/>
                  </a:lnTo>
                  <a:lnTo>
                    <a:pt x="61547" y="296744"/>
                  </a:lnTo>
                  <a:lnTo>
                    <a:pt x="65736" y="300049"/>
                  </a:lnTo>
                  <a:lnTo>
                    <a:pt x="70029" y="303218"/>
                  </a:lnTo>
                  <a:lnTo>
                    <a:pt x="74420" y="306248"/>
                  </a:lnTo>
                  <a:lnTo>
                    <a:pt x="78906" y="309137"/>
                  </a:lnTo>
                  <a:lnTo>
                    <a:pt x="83481" y="311882"/>
                  </a:lnTo>
                  <a:lnTo>
                    <a:pt x="88142" y="314478"/>
                  </a:lnTo>
                  <a:lnTo>
                    <a:pt x="92884" y="316925"/>
                  </a:lnTo>
                  <a:lnTo>
                    <a:pt x="97701" y="319219"/>
                  </a:lnTo>
                  <a:lnTo>
                    <a:pt x="102589" y="321359"/>
                  </a:lnTo>
                  <a:lnTo>
                    <a:pt x="107542" y="323341"/>
                  </a:lnTo>
                  <a:lnTo>
                    <a:pt x="112557" y="325164"/>
                  </a:lnTo>
                  <a:lnTo>
                    <a:pt x="117627" y="326826"/>
                  </a:lnTo>
                  <a:lnTo>
                    <a:pt x="122747" y="328326"/>
                  </a:lnTo>
                  <a:lnTo>
                    <a:pt x="127913" y="32966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1788" y="1489739"/>
              <a:ext cx="39250" cy="162494"/>
            </a:xfrm>
            <a:custGeom>
              <a:avLst/>
              <a:pathLst>
                <a:path w="39250" h="162494">
                  <a:moveTo>
                    <a:pt x="0" y="162494"/>
                  </a:moveTo>
                  <a:lnTo>
                    <a:pt x="392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1788" y="1322628"/>
              <a:ext cx="206405" cy="334262"/>
            </a:xfrm>
            <a:custGeom>
              <a:avLst/>
              <a:pathLst>
                <a:path w="206405" h="334262">
                  <a:moveTo>
                    <a:pt x="0" y="329604"/>
                  </a:moveTo>
                  <a:lnTo>
                    <a:pt x="5207" y="330774"/>
                  </a:lnTo>
                  <a:lnTo>
                    <a:pt x="10449" y="331778"/>
                  </a:lnTo>
                  <a:lnTo>
                    <a:pt x="15720" y="332613"/>
                  </a:lnTo>
                  <a:lnTo>
                    <a:pt x="21016" y="333280"/>
                  </a:lnTo>
                  <a:lnTo>
                    <a:pt x="26330" y="333777"/>
                  </a:lnTo>
                  <a:lnTo>
                    <a:pt x="31657" y="334105"/>
                  </a:lnTo>
                  <a:lnTo>
                    <a:pt x="36992" y="334262"/>
                  </a:lnTo>
                  <a:lnTo>
                    <a:pt x="42329" y="334249"/>
                  </a:lnTo>
                  <a:lnTo>
                    <a:pt x="47663" y="334066"/>
                  </a:lnTo>
                  <a:lnTo>
                    <a:pt x="52988" y="333712"/>
                  </a:lnTo>
                  <a:lnTo>
                    <a:pt x="58300" y="333188"/>
                  </a:lnTo>
                  <a:lnTo>
                    <a:pt x="63592" y="332496"/>
                  </a:lnTo>
                  <a:lnTo>
                    <a:pt x="68859" y="331634"/>
                  </a:lnTo>
                  <a:lnTo>
                    <a:pt x="74096" y="330605"/>
                  </a:lnTo>
                  <a:lnTo>
                    <a:pt x="79298" y="329409"/>
                  </a:lnTo>
                  <a:lnTo>
                    <a:pt x="84458" y="328048"/>
                  </a:lnTo>
                  <a:lnTo>
                    <a:pt x="89573" y="326523"/>
                  </a:lnTo>
                  <a:lnTo>
                    <a:pt x="94636" y="324835"/>
                  </a:lnTo>
                  <a:lnTo>
                    <a:pt x="99643" y="322987"/>
                  </a:lnTo>
                  <a:lnTo>
                    <a:pt x="104589" y="320979"/>
                  </a:lnTo>
                  <a:lnTo>
                    <a:pt x="109467" y="318815"/>
                  </a:lnTo>
                  <a:lnTo>
                    <a:pt x="114274" y="316496"/>
                  </a:lnTo>
                  <a:lnTo>
                    <a:pt x="119005" y="314025"/>
                  </a:lnTo>
                  <a:lnTo>
                    <a:pt x="123654" y="311404"/>
                  </a:lnTo>
                  <a:lnTo>
                    <a:pt x="128218" y="308636"/>
                  </a:lnTo>
                  <a:lnTo>
                    <a:pt x="132690" y="305724"/>
                  </a:lnTo>
                  <a:lnTo>
                    <a:pt x="137068" y="302670"/>
                  </a:lnTo>
                  <a:lnTo>
                    <a:pt x="141345" y="299479"/>
                  </a:lnTo>
                  <a:lnTo>
                    <a:pt x="145519" y="296152"/>
                  </a:lnTo>
                  <a:lnTo>
                    <a:pt x="149584" y="292694"/>
                  </a:lnTo>
                  <a:lnTo>
                    <a:pt x="153537" y="289107"/>
                  </a:lnTo>
                  <a:lnTo>
                    <a:pt x="157373" y="285397"/>
                  </a:lnTo>
                  <a:lnTo>
                    <a:pt x="161089" y="281566"/>
                  </a:lnTo>
                  <a:lnTo>
                    <a:pt x="164681" y="277618"/>
                  </a:lnTo>
                  <a:lnTo>
                    <a:pt x="168145" y="273557"/>
                  </a:lnTo>
                  <a:lnTo>
                    <a:pt x="171477" y="269388"/>
                  </a:lnTo>
                  <a:lnTo>
                    <a:pt x="174675" y="265115"/>
                  </a:lnTo>
                  <a:lnTo>
                    <a:pt x="177734" y="260742"/>
                  </a:lnTo>
                  <a:lnTo>
                    <a:pt x="180653" y="256273"/>
                  </a:lnTo>
                  <a:lnTo>
                    <a:pt x="183427" y="251714"/>
                  </a:lnTo>
                  <a:lnTo>
                    <a:pt x="186055" y="247068"/>
                  </a:lnTo>
                  <a:lnTo>
                    <a:pt x="188532" y="242341"/>
                  </a:lnTo>
                  <a:lnTo>
                    <a:pt x="190858" y="237537"/>
                  </a:lnTo>
                  <a:lnTo>
                    <a:pt x="193029" y="232661"/>
                  </a:lnTo>
                  <a:lnTo>
                    <a:pt x="195043" y="227719"/>
                  </a:lnTo>
                  <a:lnTo>
                    <a:pt x="196898" y="222714"/>
                  </a:lnTo>
                  <a:lnTo>
                    <a:pt x="198593" y="217653"/>
                  </a:lnTo>
                  <a:lnTo>
                    <a:pt x="200125" y="212541"/>
                  </a:lnTo>
                  <a:lnTo>
                    <a:pt x="201494" y="207382"/>
                  </a:lnTo>
                  <a:lnTo>
                    <a:pt x="202697" y="202182"/>
                  </a:lnTo>
                  <a:lnTo>
                    <a:pt x="203733" y="196947"/>
                  </a:lnTo>
                  <a:lnTo>
                    <a:pt x="204602" y="191681"/>
                  </a:lnTo>
                  <a:lnTo>
                    <a:pt x="205302" y="186390"/>
                  </a:lnTo>
                  <a:lnTo>
                    <a:pt x="205833" y="181079"/>
                  </a:lnTo>
                  <a:lnTo>
                    <a:pt x="206194" y="175754"/>
                  </a:lnTo>
                  <a:lnTo>
                    <a:pt x="206384" y="170420"/>
                  </a:lnTo>
                  <a:lnTo>
                    <a:pt x="206405" y="165083"/>
                  </a:lnTo>
                  <a:lnTo>
                    <a:pt x="206255" y="159748"/>
                  </a:lnTo>
                  <a:lnTo>
                    <a:pt x="205935" y="154420"/>
                  </a:lnTo>
                  <a:lnTo>
                    <a:pt x="205445" y="149106"/>
                  </a:lnTo>
                  <a:lnTo>
                    <a:pt x="204785" y="143809"/>
                  </a:lnTo>
                  <a:lnTo>
                    <a:pt x="203957" y="138537"/>
                  </a:lnTo>
                  <a:lnTo>
                    <a:pt x="202961" y="133293"/>
                  </a:lnTo>
                  <a:lnTo>
                    <a:pt x="201798" y="128084"/>
                  </a:lnTo>
                  <a:lnTo>
                    <a:pt x="200469" y="122915"/>
                  </a:lnTo>
                  <a:lnTo>
                    <a:pt x="198976" y="117791"/>
                  </a:lnTo>
                  <a:lnTo>
                    <a:pt x="197321" y="112717"/>
                  </a:lnTo>
                  <a:lnTo>
                    <a:pt x="195504" y="107699"/>
                  </a:lnTo>
                  <a:lnTo>
                    <a:pt x="193527" y="102741"/>
                  </a:lnTo>
                  <a:lnTo>
                    <a:pt x="191394" y="97849"/>
                  </a:lnTo>
                  <a:lnTo>
                    <a:pt x="189105" y="93027"/>
                  </a:lnTo>
                  <a:lnTo>
                    <a:pt x="186664" y="88281"/>
                  </a:lnTo>
                  <a:lnTo>
                    <a:pt x="184072" y="83615"/>
                  </a:lnTo>
                  <a:lnTo>
                    <a:pt x="181333" y="79035"/>
                  </a:lnTo>
                  <a:lnTo>
                    <a:pt x="178449" y="74544"/>
                  </a:lnTo>
                  <a:lnTo>
                    <a:pt x="175423" y="70147"/>
                  </a:lnTo>
                  <a:lnTo>
                    <a:pt x="172258" y="65850"/>
                  </a:lnTo>
                  <a:lnTo>
                    <a:pt x="168958" y="61655"/>
                  </a:lnTo>
                  <a:lnTo>
                    <a:pt x="165525" y="57568"/>
                  </a:lnTo>
                  <a:lnTo>
                    <a:pt x="161964" y="53593"/>
                  </a:lnTo>
                  <a:lnTo>
                    <a:pt x="158278" y="49733"/>
                  </a:lnTo>
                  <a:lnTo>
                    <a:pt x="154470" y="45993"/>
                  </a:lnTo>
                  <a:lnTo>
                    <a:pt x="150545" y="42377"/>
                  </a:lnTo>
                  <a:lnTo>
                    <a:pt x="146506" y="38888"/>
                  </a:lnTo>
                  <a:lnTo>
                    <a:pt x="142358" y="35529"/>
                  </a:lnTo>
                  <a:lnTo>
                    <a:pt x="138105" y="32304"/>
                  </a:lnTo>
                  <a:lnTo>
                    <a:pt x="133751" y="29217"/>
                  </a:lnTo>
                  <a:lnTo>
                    <a:pt x="129301" y="26271"/>
                  </a:lnTo>
                  <a:lnTo>
                    <a:pt x="124759" y="23468"/>
                  </a:lnTo>
                  <a:lnTo>
                    <a:pt x="120130" y="20811"/>
                  </a:lnTo>
                  <a:lnTo>
                    <a:pt x="115419" y="18304"/>
                  </a:lnTo>
                  <a:lnTo>
                    <a:pt x="110630" y="15948"/>
                  </a:lnTo>
                  <a:lnTo>
                    <a:pt x="105768" y="13747"/>
                  </a:lnTo>
                  <a:lnTo>
                    <a:pt x="100838" y="11701"/>
                  </a:lnTo>
                  <a:lnTo>
                    <a:pt x="95845" y="9814"/>
                  </a:lnTo>
                  <a:lnTo>
                    <a:pt x="90795" y="8088"/>
                  </a:lnTo>
                  <a:lnTo>
                    <a:pt x="85692" y="6523"/>
                  </a:lnTo>
                  <a:lnTo>
                    <a:pt x="80542" y="5123"/>
                  </a:lnTo>
                  <a:lnTo>
                    <a:pt x="75350" y="3887"/>
                  </a:lnTo>
                  <a:lnTo>
                    <a:pt x="70121" y="2818"/>
                  </a:lnTo>
                  <a:lnTo>
                    <a:pt x="64861" y="1916"/>
                  </a:lnTo>
                  <a:lnTo>
                    <a:pt x="59574" y="1183"/>
                  </a:lnTo>
                  <a:lnTo>
                    <a:pt x="54267" y="618"/>
                  </a:lnTo>
                  <a:lnTo>
                    <a:pt x="48944" y="224"/>
                  </a:lnTo>
                  <a:lnTo>
                    <a:pt x="43612" y="0"/>
                  </a:lnTo>
                  <a:lnTo>
                    <a:pt x="39250" y="167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4361" cy="167167"/>
            </a:xfrm>
            <a:custGeom>
              <a:avLst/>
              <a:pathLst>
                <a:path w="4361" h="167167">
                  <a:moveTo>
                    <a:pt x="4361" y="5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5" y="1071028"/>
              <a:ext cx="167162" cy="289654"/>
            </a:xfrm>
            <a:custGeom>
              <a:avLst/>
              <a:pathLst>
                <a:path w="167162" h="289654">
                  <a:moveTo>
                    <a:pt x="167162" y="0"/>
                  </a:moveTo>
                  <a:lnTo>
                    <a:pt x="161829" y="85"/>
                  </a:lnTo>
                  <a:lnTo>
                    <a:pt x="156502" y="340"/>
                  </a:lnTo>
                  <a:lnTo>
                    <a:pt x="151185" y="765"/>
                  </a:lnTo>
                  <a:lnTo>
                    <a:pt x="145884" y="1359"/>
                  </a:lnTo>
                  <a:lnTo>
                    <a:pt x="140605" y="2122"/>
                  </a:lnTo>
                  <a:lnTo>
                    <a:pt x="135354" y="3054"/>
                  </a:lnTo>
                  <a:lnTo>
                    <a:pt x="130134" y="4152"/>
                  </a:lnTo>
                  <a:lnTo>
                    <a:pt x="124952" y="5416"/>
                  </a:lnTo>
                  <a:lnTo>
                    <a:pt x="119814" y="6845"/>
                  </a:lnTo>
                  <a:lnTo>
                    <a:pt x="114723" y="8437"/>
                  </a:lnTo>
                  <a:lnTo>
                    <a:pt x="109686" y="10191"/>
                  </a:lnTo>
                  <a:lnTo>
                    <a:pt x="104707" y="12105"/>
                  </a:lnTo>
                  <a:lnTo>
                    <a:pt x="99792" y="14176"/>
                  </a:lnTo>
                  <a:lnTo>
                    <a:pt x="94945" y="16403"/>
                  </a:lnTo>
                  <a:lnTo>
                    <a:pt x="90172" y="18784"/>
                  </a:lnTo>
                  <a:lnTo>
                    <a:pt x="85478" y="21316"/>
                  </a:lnTo>
                  <a:lnTo>
                    <a:pt x="80866" y="23996"/>
                  </a:lnTo>
                  <a:lnTo>
                    <a:pt x="76343" y="26822"/>
                  </a:lnTo>
                  <a:lnTo>
                    <a:pt x="71912" y="29791"/>
                  </a:lnTo>
                  <a:lnTo>
                    <a:pt x="67577" y="32900"/>
                  </a:lnTo>
                  <a:lnTo>
                    <a:pt x="63345" y="36145"/>
                  </a:lnTo>
                  <a:lnTo>
                    <a:pt x="59217" y="39524"/>
                  </a:lnTo>
                  <a:lnTo>
                    <a:pt x="55200" y="43032"/>
                  </a:lnTo>
                  <a:lnTo>
                    <a:pt x="51297" y="46667"/>
                  </a:lnTo>
                  <a:lnTo>
                    <a:pt x="47512" y="50425"/>
                  </a:lnTo>
                  <a:lnTo>
                    <a:pt x="43848" y="54302"/>
                  </a:lnTo>
                  <a:lnTo>
                    <a:pt x="40310" y="58293"/>
                  </a:lnTo>
                  <a:lnTo>
                    <a:pt x="36901" y="62396"/>
                  </a:lnTo>
                  <a:lnTo>
                    <a:pt x="33625" y="66605"/>
                  </a:lnTo>
                  <a:lnTo>
                    <a:pt x="30485" y="70916"/>
                  </a:lnTo>
                  <a:lnTo>
                    <a:pt x="27484" y="75326"/>
                  </a:lnTo>
                  <a:lnTo>
                    <a:pt x="24625" y="79828"/>
                  </a:lnTo>
                  <a:lnTo>
                    <a:pt x="21911" y="84420"/>
                  </a:lnTo>
                  <a:lnTo>
                    <a:pt x="19345" y="89096"/>
                  </a:lnTo>
                  <a:lnTo>
                    <a:pt x="16930" y="93852"/>
                  </a:lnTo>
                  <a:lnTo>
                    <a:pt x="14667" y="98682"/>
                  </a:lnTo>
                  <a:lnTo>
                    <a:pt x="12560" y="103582"/>
                  </a:lnTo>
                  <a:lnTo>
                    <a:pt x="10610" y="108546"/>
                  </a:lnTo>
                  <a:lnTo>
                    <a:pt x="8820" y="113571"/>
                  </a:lnTo>
                  <a:lnTo>
                    <a:pt x="7191" y="118649"/>
                  </a:lnTo>
                  <a:lnTo>
                    <a:pt x="5724" y="123778"/>
                  </a:lnTo>
                  <a:lnTo>
                    <a:pt x="4422" y="128950"/>
                  </a:lnTo>
                  <a:lnTo>
                    <a:pt x="3286" y="134161"/>
                  </a:lnTo>
                  <a:lnTo>
                    <a:pt x="2316" y="139406"/>
                  </a:lnTo>
                  <a:lnTo>
                    <a:pt x="1514" y="144680"/>
                  </a:lnTo>
                  <a:lnTo>
                    <a:pt x="881" y="149976"/>
                  </a:lnTo>
                  <a:lnTo>
                    <a:pt x="418" y="155289"/>
                  </a:lnTo>
                  <a:lnTo>
                    <a:pt x="124" y="160615"/>
                  </a:lnTo>
                  <a:lnTo>
                    <a:pt x="0" y="165947"/>
                  </a:lnTo>
                  <a:lnTo>
                    <a:pt x="46" y="171281"/>
                  </a:lnTo>
                  <a:lnTo>
                    <a:pt x="262" y="176610"/>
                  </a:lnTo>
                  <a:lnTo>
                    <a:pt x="648" y="181930"/>
                  </a:lnTo>
                  <a:lnTo>
                    <a:pt x="1204" y="187235"/>
                  </a:lnTo>
                  <a:lnTo>
                    <a:pt x="1929" y="192519"/>
                  </a:lnTo>
                  <a:lnTo>
                    <a:pt x="2822" y="197778"/>
                  </a:lnTo>
                  <a:lnTo>
                    <a:pt x="3882" y="203005"/>
                  </a:lnTo>
                  <a:lnTo>
                    <a:pt x="5108" y="208196"/>
                  </a:lnTo>
                  <a:lnTo>
                    <a:pt x="6500" y="213345"/>
                  </a:lnTo>
                  <a:lnTo>
                    <a:pt x="8055" y="218447"/>
                  </a:lnTo>
                  <a:lnTo>
                    <a:pt x="9772" y="223497"/>
                  </a:lnTo>
                  <a:lnTo>
                    <a:pt x="11649" y="228489"/>
                  </a:lnTo>
                  <a:lnTo>
                    <a:pt x="13684" y="233419"/>
                  </a:lnTo>
                  <a:lnTo>
                    <a:pt x="15876" y="238282"/>
                  </a:lnTo>
                  <a:lnTo>
                    <a:pt x="18222" y="243072"/>
                  </a:lnTo>
                  <a:lnTo>
                    <a:pt x="20719" y="247785"/>
                  </a:lnTo>
                  <a:lnTo>
                    <a:pt x="23366" y="252416"/>
                  </a:lnTo>
                  <a:lnTo>
                    <a:pt x="26159" y="256960"/>
                  </a:lnTo>
                  <a:lnTo>
                    <a:pt x="29095" y="261413"/>
                  </a:lnTo>
                  <a:lnTo>
                    <a:pt x="32172" y="265770"/>
                  </a:lnTo>
                  <a:lnTo>
                    <a:pt x="35386" y="270026"/>
                  </a:lnTo>
                  <a:lnTo>
                    <a:pt x="38735" y="274178"/>
                  </a:lnTo>
                  <a:lnTo>
                    <a:pt x="42214" y="278221"/>
                  </a:lnTo>
                  <a:lnTo>
                    <a:pt x="45821" y="282150"/>
                  </a:lnTo>
                  <a:lnTo>
                    <a:pt x="49551" y="285963"/>
                  </a:lnTo>
                  <a:lnTo>
                    <a:pt x="53401" y="289654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1496" y="1238196"/>
              <a:ext cx="113761" cy="122487"/>
            </a:xfrm>
            <a:custGeom>
              <a:avLst/>
              <a:pathLst>
                <a:path w="113761" h="122487">
                  <a:moveTo>
                    <a:pt x="0" y="122487"/>
                  </a:moveTo>
                  <a:lnTo>
                    <a:pt x="1137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1496" y="1136854"/>
              <a:ext cx="280916" cy="268493"/>
            </a:xfrm>
            <a:custGeom>
              <a:avLst/>
              <a:pathLst>
                <a:path w="280916" h="268493">
                  <a:moveTo>
                    <a:pt x="0" y="223829"/>
                  </a:moveTo>
                  <a:lnTo>
                    <a:pt x="3969" y="227400"/>
                  </a:lnTo>
                  <a:lnTo>
                    <a:pt x="8051" y="230842"/>
                  </a:lnTo>
                  <a:lnTo>
                    <a:pt x="12241" y="234152"/>
                  </a:lnTo>
                  <a:lnTo>
                    <a:pt x="16534" y="237326"/>
                  </a:lnTo>
                  <a:lnTo>
                    <a:pt x="20927" y="240362"/>
                  </a:lnTo>
                  <a:lnTo>
                    <a:pt x="25414" y="243256"/>
                  </a:lnTo>
                  <a:lnTo>
                    <a:pt x="29991" y="246005"/>
                  </a:lnTo>
                  <a:lnTo>
                    <a:pt x="34654" y="248607"/>
                  </a:lnTo>
                  <a:lnTo>
                    <a:pt x="39397" y="251058"/>
                  </a:lnTo>
                  <a:lnTo>
                    <a:pt x="44217" y="253356"/>
                  </a:lnTo>
                  <a:lnTo>
                    <a:pt x="49107" y="255500"/>
                  </a:lnTo>
                  <a:lnTo>
                    <a:pt x="54063" y="257486"/>
                  </a:lnTo>
                  <a:lnTo>
                    <a:pt x="59080" y="259313"/>
                  </a:lnTo>
                  <a:lnTo>
                    <a:pt x="64153" y="260979"/>
                  </a:lnTo>
                  <a:lnTo>
                    <a:pt x="69277" y="262482"/>
                  </a:lnTo>
                  <a:lnTo>
                    <a:pt x="74446" y="263820"/>
                  </a:lnTo>
                  <a:lnTo>
                    <a:pt x="79655" y="264993"/>
                  </a:lnTo>
                  <a:lnTo>
                    <a:pt x="84899" y="265999"/>
                  </a:lnTo>
                  <a:lnTo>
                    <a:pt x="90172" y="266836"/>
                  </a:lnTo>
                  <a:lnTo>
                    <a:pt x="95469" y="267505"/>
                  </a:lnTo>
                  <a:lnTo>
                    <a:pt x="100785" y="268005"/>
                  </a:lnTo>
                  <a:lnTo>
                    <a:pt x="106114" y="268334"/>
                  </a:lnTo>
                  <a:lnTo>
                    <a:pt x="111451" y="268493"/>
                  </a:lnTo>
                  <a:lnTo>
                    <a:pt x="116791" y="268482"/>
                  </a:lnTo>
                  <a:lnTo>
                    <a:pt x="122127" y="268300"/>
                  </a:lnTo>
                  <a:lnTo>
                    <a:pt x="127455" y="267947"/>
                  </a:lnTo>
                  <a:lnTo>
                    <a:pt x="132769" y="267425"/>
                  </a:lnTo>
                  <a:lnTo>
                    <a:pt x="138063" y="266733"/>
                  </a:lnTo>
                  <a:lnTo>
                    <a:pt x="143333" y="265873"/>
                  </a:lnTo>
                  <a:lnTo>
                    <a:pt x="148572" y="264844"/>
                  </a:lnTo>
                  <a:lnTo>
                    <a:pt x="153776" y="263649"/>
                  </a:lnTo>
                  <a:lnTo>
                    <a:pt x="158939" y="262289"/>
                  </a:lnTo>
                  <a:lnTo>
                    <a:pt x="164056" y="260764"/>
                  </a:lnTo>
                  <a:lnTo>
                    <a:pt x="169122" y="259076"/>
                  </a:lnTo>
                  <a:lnTo>
                    <a:pt x="174131" y="257228"/>
                  </a:lnTo>
                  <a:lnTo>
                    <a:pt x="179079" y="255220"/>
                  </a:lnTo>
                  <a:lnTo>
                    <a:pt x="183960" y="253056"/>
                  </a:lnTo>
                  <a:lnTo>
                    <a:pt x="188769" y="250736"/>
                  </a:lnTo>
                  <a:lnTo>
                    <a:pt x="193502" y="248265"/>
                  </a:lnTo>
                  <a:lnTo>
                    <a:pt x="198154" y="245643"/>
                  </a:lnTo>
                  <a:lnTo>
                    <a:pt x="202719" y="242874"/>
                  </a:lnTo>
                  <a:lnTo>
                    <a:pt x="207194" y="239961"/>
                  </a:lnTo>
                  <a:lnTo>
                    <a:pt x="211573" y="236907"/>
                  </a:lnTo>
                  <a:lnTo>
                    <a:pt x="215853" y="233714"/>
                  </a:lnTo>
                  <a:lnTo>
                    <a:pt x="220028" y="230386"/>
                  </a:lnTo>
                  <a:lnTo>
                    <a:pt x="224095" y="226926"/>
                  </a:lnTo>
                  <a:lnTo>
                    <a:pt x="228049" y="223338"/>
                  </a:lnTo>
                  <a:lnTo>
                    <a:pt x="231887" y="219626"/>
                  </a:lnTo>
                  <a:lnTo>
                    <a:pt x="235605" y="215793"/>
                  </a:lnTo>
                  <a:lnTo>
                    <a:pt x="239198" y="211844"/>
                  </a:lnTo>
                  <a:lnTo>
                    <a:pt x="242663" y="207781"/>
                  </a:lnTo>
                  <a:lnTo>
                    <a:pt x="245996" y="203610"/>
                  </a:lnTo>
                  <a:lnTo>
                    <a:pt x="249195" y="199335"/>
                  </a:lnTo>
                  <a:lnTo>
                    <a:pt x="252255" y="194960"/>
                  </a:lnTo>
                  <a:lnTo>
                    <a:pt x="255174" y="190489"/>
                  </a:lnTo>
                  <a:lnTo>
                    <a:pt x="257949" y="185927"/>
                  </a:lnTo>
                  <a:lnTo>
                    <a:pt x="260577" y="181279"/>
                  </a:lnTo>
                  <a:lnTo>
                    <a:pt x="263055" y="176550"/>
                  </a:lnTo>
                  <a:lnTo>
                    <a:pt x="265381" y="171744"/>
                  </a:lnTo>
                  <a:lnTo>
                    <a:pt x="267552" y="166866"/>
                  </a:lnTo>
                  <a:lnTo>
                    <a:pt x="269566" y="161921"/>
                  </a:lnTo>
                  <a:lnTo>
                    <a:pt x="271421" y="156914"/>
                  </a:lnTo>
                  <a:lnTo>
                    <a:pt x="273116" y="151850"/>
                  </a:lnTo>
                  <a:lnTo>
                    <a:pt x="274648" y="146735"/>
                  </a:lnTo>
                  <a:lnTo>
                    <a:pt x="276015" y="141574"/>
                  </a:lnTo>
                  <a:lnTo>
                    <a:pt x="277217" y="136372"/>
                  </a:lnTo>
                  <a:lnTo>
                    <a:pt x="278253" y="131134"/>
                  </a:lnTo>
                  <a:lnTo>
                    <a:pt x="279120" y="125865"/>
                  </a:lnTo>
                  <a:lnTo>
                    <a:pt x="279819" y="120572"/>
                  </a:lnTo>
                  <a:lnTo>
                    <a:pt x="280348" y="115259"/>
                  </a:lnTo>
                  <a:lnTo>
                    <a:pt x="280708" y="109931"/>
                  </a:lnTo>
                  <a:lnTo>
                    <a:pt x="280897" y="104595"/>
                  </a:lnTo>
                  <a:lnTo>
                    <a:pt x="280916" y="99256"/>
                  </a:lnTo>
                  <a:lnTo>
                    <a:pt x="280764" y="93919"/>
                  </a:lnTo>
                  <a:lnTo>
                    <a:pt x="280442" y="88589"/>
                  </a:lnTo>
                  <a:lnTo>
                    <a:pt x="279949" y="83272"/>
                  </a:lnTo>
                  <a:lnTo>
                    <a:pt x="279288" y="77974"/>
                  </a:lnTo>
                  <a:lnTo>
                    <a:pt x="278457" y="72700"/>
                  </a:lnTo>
                  <a:lnTo>
                    <a:pt x="277458" y="67455"/>
                  </a:lnTo>
                  <a:lnTo>
                    <a:pt x="276292" y="62244"/>
                  </a:lnTo>
                  <a:lnTo>
                    <a:pt x="274961" y="57073"/>
                  </a:lnTo>
                  <a:lnTo>
                    <a:pt x="273465" y="51948"/>
                  </a:lnTo>
                  <a:lnTo>
                    <a:pt x="271806" y="46873"/>
                  </a:lnTo>
                  <a:lnTo>
                    <a:pt x="269986" y="41853"/>
                  </a:lnTo>
                  <a:lnTo>
                    <a:pt x="268006" y="36894"/>
                  </a:lnTo>
                  <a:lnTo>
                    <a:pt x="265869" y="32001"/>
                  </a:lnTo>
                  <a:lnTo>
                    <a:pt x="263577" y="27179"/>
                  </a:lnTo>
                  <a:lnTo>
                    <a:pt x="261132" y="22432"/>
                  </a:lnTo>
                  <a:lnTo>
                    <a:pt x="258537" y="17766"/>
                  </a:lnTo>
                  <a:lnTo>
                    <a:pt x="255794" y="13185"/>
                  </a:lnTo>
                  <a:lnTo>
                    <a:pt x="252906" y="8694"/>
                  </a:lnTo>
                  <a:lnTo>
                    <a:pt x="249876" y="4297"/>
                  </a:lnTo>
                  <a:lnTo>
                    <a:pt x="246708" y="0"/>
                  </a:lnTo>
                  <a:lnTo>
                    <a:pt x="113761" y="1013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2946" cy="167167"/>
            </a:xfrm>
            <a:custGeom>
              <a:avLst/>
              <a:pathLst>
                <a:path w="132946" h="167167">
                  <a:moveTo>
                    <a:pt x="132946" y="65825"/>
                  </a:moveTo>
                  <a:lnTo>
                    <a:pt x="129547" y="61514"/>
                  </a:lnTo>
                  <a:lnTo>
                    <a:pt x="126008" y="57318"/>
                  </a:lnTo>
                  <a:lnTo>
                    <a:pt x="122334" y="53240"/>
                  </a:lnTo>
                  <a:lnTo>
                    <a:pt x="118527" y="49285"/>
                  </a:lnTo>
                  <a:lnTo>
                    <a:pt x="114593" y="45457"/>
                  </a:lnTo>
                  <a:lnTo>
                    <a:pt x="110535" y="41760"/>
                  </a:lnTo>
                  <a:lnTo>
                    <a:pt x="106358" y="38198"/>
                  </a:lnTo>
                  <a:lnTo>
                    <a:pt x="102066" y="34776"/>
                  </a:lnTo>
                  <a:lnTo>
                    <a:pt x="97664" y="31496"/>
                  </a:lnTo>
                  <a:lnTo>
                    <a:pt x="93157" y="28363"/>
                  </a:lnTo>
                  <a:lnTo>
                    <a:pt x="88550" y="25379"/>
                  </a:lnTo>
                  <a:lnTo>
                    <a:pt x="83847" y="22548"/>
                  </a:lnTo>
                  <a:lnTo>
                    <a:pt x="79053" y="19873"/>
                  </a:lnTo>
                  <a:lnTo>
                    <a:pt x="74174" y="17357"/>
                  </a:lnTo>
                  <a:lnTo>
                    <a:pt x="69216" y="15002"/>
                  </a:lnTo>
                  <a:lnTo>
                    <a:pt x="64182" y="12812"/>
                  </a:lnTo>
                  <a:lnTo>
                    <a:pt x="59080" y="10788"/>
                  </a:lnTo>
                  <a:lnTo>
                    <a:pt x="53914" y="8932"/>
                  </a:lnTo>
                  <a:lnTo>
                    <a:pt x="48689" y="7247"/>
                  </a:lnTo>
                  <a:lnTo>
                    <a:pt x="43413" y="5735"/>
                  </a:lnTo>
                  <a:lnTo>
                    <a:pt x="38089" y="4397"/>
                  </a:lnTo>
                  <a:lnTo>
                    <a:pt x="32724" y="3234"/>
                  </a:lnTo>
                  <a:lnTo>
                    <a:pt x="27324" y="2248"/>
                  </a:lnTo>
                  <a:lnTo>
                    <a:pt x="21895" y="1440"/>
                  </a:lnTo>
                  <a:lnTo>
                    <a:pt x="16442" y="810"/>
                  </a:lnTo>
                  <a:lnTo>
                    <a:pt x="10971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242" y="941493"/>
              <a:ext cx="86302" cy="167167"/>
            </a:xfrm>
            <a:custGeom>
              <a:avLst/>
              <a:pathLst>
                <a:path w="86302" h="167167">
                  <a:moveTo>
                    <a:pt x="86302" y="0"/>
                  </a:moveTo>
                  <a:lnTo>
                    <a:pt x="80635" y="96"/>
                  </a:lnTo>
                  <a:lnTo>
                    <a:pt x="74975" y="384"/>
                  </a:lnTo>
                  <a:lnTo>
                    <a:pt x="69327" y="864"/>
                  </a:lnTo>
                  <a:lnTo>
                    <a:pt x="63700" y="1534"/>
                  </a:lnTo>
                  <a:lnTo>
                    <a:pt x="58098" y="2396"/>
                  </a:lnTo>
                  <a:lnTo>
                    <a:pt x="52529" y="3447"/>
                  </a:lnTo>
                  <a:lnTo>
                    <a:pt x="46998" y="4686"/>
                  </a:lnTo>
                  <a:lnTo>
                    <a:pt x="41513" y="6111"/>
                  </a:lnTo>
                  <a:lnTo>
                    <a:pt x="36079" y="7722"/>
                  </a:lnTo>
                  <a:lnTo>
                    <a:pt x="30703" y="9516"/>
                  </a:lnTo>
                  <a:lnTo>
                    <a:pt x="25391" y="11491"/>
                  </a:lnTo>
                  <a:lnTo>
                    <a:pt x="20149" y="13646"/>
                  </a:lnTo>
                  <a:lnTo>
                    <a:pt x="14983" y="15976"/>
                  </a:lnTo>
                  <a:lnTo>
                    <a:pt x="9899" y="18481"/>
                  </a:lnTo>
                  <a:lnTo>
                    <a:pt x="4902" y="21156"/>
                  </a:lnTo>
                  <a:lnTo>
                    <a:pt x="0" y="24000"/>
                  </a:lnTo>
                  <a:lnTo>
                    <a:pt x="863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7242" y="965493"/>
              <a:ext cx="86302" cy="143167"/>
            </a:xfrm>
            <a:custGeom>
              <a:avLst/>
              <a:pathLst>
                <a:path w="86302" h="143167">
                  <a:moveTo>
                    <a:pt x="0" y="0"/>
                  </a:moveTo>
                  <a:lnTo>
                    <a:pt x="86302" y="143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9" y="949607"/>
              <a:ext cx="334310" cy="326220"/>
            </a:xfrm>
            <a:custGeom>
              <a:avLst/>
              <a:pathLst>
                <a:path w="334310" h="326220">
                  <a:moveTo>
                    <a:pt x="80852" y="15886"/>
                  </a:moveTo>
                  <a:lnTo>
                    <a:pt x="76351" y="18697"/>
                  </a:lnTo>
                  <a:lnTo>
                    <a:pt x="71943" y="21649"/>
                  </a:lnTo>
                  <a:lnTo>
                    <a:pt x="67630" y="24740"/>
                  </a:lnTo>
                  <a:lnTo>
                    <a:pt x="63418" y="27966"/>
                  </a:lnTo>
                  <a:lnTo>
                    <a:pt x="59310" y="31325"/>
                  </a:lnTo>
                  <a:lnTo>
                    <a:pt x="55310" y="34812"/>
                  </a:lnTo>
                  <a:lnTo>
                    <a:pt x="51424" y="38424"/>
                  </a:lnTo>
                  <a:lnTo>
                    <a:pt x="47653" y="42157"/>
                  </a:lnTo>
                  <a:lnTo>
                    <a:pt x="44004" y="46009"/>
                  </a:lnTo>
                  <a:lnTo>
                    <a:pt x="40478" y="49974"/>
                  </a:lnTo>
                  <a:lnTo>
                    <a:pt x="37080" y="54049"/>
                  </a:lnTo>
                  <a:lnTo>
                    <a:pt x="33813" y="58230"/>
                  </a:lnTo>
                  <a:lnTo>
                    <a:pt x="30681" y="62513"/>
                  </a:lnTo>
                  <a:lnTo>
                    <a:pt x="27686" y="66893"/>
                  </a:lnTo>
                  <a:lnTo>
                    <a:pt x="24831" y="71365"/>
                  </a:lnTo>
                  <a:lnTo>
                    <a:pt x="22120" y="75926"/>
                  </a:lnTo>
                  <a:lnTo>
                    <a:pt x="19555" y="80571"/>
                  </a:lnTo>
                  <a:lnTo>
                    <a:pt x="17138" y="85295"/>
                  </a:lnTo>
                  <a:lnTo>
                    <a:pt x="14873" y="90093"/>
                  </a:lnTo>
                  <a:lnTo>
                    <a:pt x="12761" y="94961"/>
                  </a:lnTo>
                  <a:lnTo>
                    <a:pt x="10805" y="99893"/>
                  </a:lnTo>
                  <a:lnTo>
                    <a:pt x="9006" y="104885"/>
                  </a:lnTo>
                  <a:lnTo>
                    <a:pt x="7366" y="109931"/>
                  </a:lnTo>
                  <a:lnTo>
                    <a:pt x="5888" y="115027"/>
                  </a:lnTo>
                  <a:lnTo>
                    <a:pt x="4572" y="120167"/>
                  </a:lnTo>
                  <a:lnTo>
                    <a:pt x="3420" y="125346"/>
                  </a:lnTo>
                  <a:lnTo>
                    <a:pt x="2433" y="130560"/>
                  </a:lnTo>
                  <a:lnTo>
                    <a:pt x="1611" y="135802"/>
                  </a:lnTo>
                  <a:lnTo>
                    <a:pt x="957" y="141067"/>
                  </a:lnTo>
                  <a:lnTo>
                    <a:pt x="470" y="146351"/>
                  </a:lnTo>
                  <a:lnTo>
                    <a:pt x="150" y="151647"/>
                  </a:lnTo>
                  <a:lnTo>
                    <a:pt x="0" y="156951"/>
                  </a:lnTo>
                  <a:lnTo>
                    <a:pt x="17" y="162257"/>
                  </a:lnTo>
                  <a:lnTo>
                    <a:pt x="203" y="167560"/>
                  </a:lnTo>
                  <a:lnTo>
                    <a:pt x="557" y="172854"/>
                  </a:lnTo>
                  <a:lnTo>
                    <a:pt x="1079" y="178134"/>
                  </a:lnTo>
                  <a:lnTo>
                    <a:pt x="1768" y="183395"/>
                  </a:lnTo>
                  <a:lnTo>
                    <a:pt x="2624" y="188632"/>
                  </a:lnTo>
                  <a:lnTo>
                    <a:pt x="3645" y="193838"/>
                  </a:lnTo>
                  <a:lnTo>
                    <a:pt x="4832" y="199010"/>
                  </a:lnTo>
                  <a:lnTo>
                    <a:pt x="6182" y="204142"/>
                  </a:lnTo>
                  <a:lnTo>
                    <a:pt x="7694" y="209228"/>
                  </a:lnTo>
                  <a:lnTo>
                    <a:pt x="9366" y="214263"/>
                  </a:lnTo>
                  <a:lnTo>
                    <a:pt x="11198" y="219243"/>
                  </a:lnTo>
                  <a:lnTo>
                    <a:pt x="13187" y="224162"/>
                  </a:lnTo>
                  <a:lnTo>
                    <a:pt x="15331" y="229016"/>
                  </a:lnTo>
                  <a:lnTo>
                    <a:pt x="17628" y="233799"/>
                  </a:lnTo>
                  <a:lnTo>
                    <a:pt x="20075" y="238506"/>
                  </a:lnTo>
                  <a:lnTo>
                    <a:pt x="22671" y="243134"/>
                  </a:lnTo>
                  <a:lnTo>
                    <a:pt x="25412" y="247677"/>
                  </a:lnTo>
                  <a:lnTo>
                    <a:pt x="28296" y="252131"/>
                  </a:lnTo>
                  <a:lnTo>
                    <a:pt x="31320" y="256491"/>
                  </a:lnTo>
                  <a:lnTo>
                    <a:pt x="34481" y="260753"/>
                  </a:lnTo>
                  <a:lnTo>
                    <a:pt x="37775" y="264912"/>
                  </a:lnTo>
                  <a:lnTo>
                    <a:pt x="41200" y="268965"/>
                  </a:lnTo>
                  <a:lnTo>
                    <a:pt x="44751" y="272907"/>
                  </a:lnTo>
                  <a:lnTo>
                    <a:pt x="48426" y="276734"/>
                  </a:lnTo>
                  <a:lnTo>
                    <a:pt x="52221" y="280443"/>
                  </a:lnTo>
                  <a:lnTo>
                    <a:pt x="56131" y="284029"/>
                  </a:lnTo>
                  <a:lnTo>
                    <a:pt x="60154" y="287490"/>
                  </a:lnTo>
                  <a:lnTo>
                    <a:pt x="64284" y="290821"/>
                  </a:lnTo>
                  <a:lnTo>
                    <a:pt x="68517" y="294019"/>
                  </a:lnTo>
                  <a:lnTo>
                    <a:pt x="72850" y="297082"/>
                  </a:lnTo>
                  <a:lnTo>
                    <a:pt x="77279" y="300005"/>
                  </a:lnTo>
                  <a:lnTo>
                    <a:pt x="81797" y="302786"/>
                  </a:lnTo>
                  <a:lnTo>
                    <a:pt x="86402" y="305423"/>
                  </a:lnTo>
                  <a:lnTo>
                    <a:pt x="91088" y="307912"/>
                  </a:lnTo>
                  <a:lnTo>
                    <a:pt x="95850" y="310251"/>
                  </a:lnTo>
                  <a:lnTo>
                    <a:pt x="100685" y="312438"/>
                  </a:lnTo>
                  <a:lnTo>
                    <a:pt x="105586" y="314470"/>
                  </a:lnTo>
                  <a:lnTo>
                    <a:pt x="110549" y="316346"/>
                  </a:lnTo>
                  <a:lnTo>
                    <a:pt x="115570" y="318063"/>
                  </a:lnTo>
                  <a:lnTo>
                    <a:pt x="120642" y="319620"/>
                  </a:lnTo>
                  <a:lnTo>
                    <a:pt x="125762" y="321015"/>
                  </a:lnTo>
                  <a:lnTo>
                    <a:pt x="130923" y="322247"/>
                  </a:lnTo>
                  <a:lnTo>
                    <a:pt x="136120" y="323315"/>
                  </a:lnTo>
                  <a:lnTo>
                    <a:pt x="141349" y="324217"/>
                  </a:lnTo>
                  <a:lnTo>
                    <a:pt x="146603" y="324953"/>
                  </a:lnTo>
                  <a:lnTo>
                    <a:pt x="151879" y="325521"/>
                  </a:lnTo>
                  <a:lnTo>
                    <a:pt x="157170" y="325922"/>
                  </a:lnTo>
                  <a:lnTo>
                    <a:pt x="162471" y="326155"/>
                  </a:lnTo>
                  <a:lnTo>
                    <a:pt x="167776" y="326220"/>
                  </a:lnTo>
                  <a:lnTo>
                    <a:pt x="173081" y="326116"/>
                  </a:lnTo>
                  <a:lnTo>
                    <a:pt x="178380" y="325843"/>
                  </a:lnTo>
                  <a:lnTo>
                    <a:pt x="183668" y="325403"/>
                  </a:lnTo>
                  <a:lnTo>
                    <a:pt x="188939" y="324795"/>
                  </a:lnTo>
                  <a:lnTo>
                    <a:pt x="194188" y="324020"/>
                  </a:lnTo>
                  <a:lnTo>
                    <a:pt x="199410" y="323079"/>
                  </a:lnTo>
                  <a:lnTo>
                    <a:pt x="204599" y="321973"/>
                  </a:lnTo>
                  <a:lnTo>
                    <a:pt x="209751" y="320702"/>
                  </a:lnTo>
                  <a:lnTo>
                    <a:pt x="214860" y="319269"/>
                  </a:lnTo>
                  <a:lnTo>
                    <a:pt x="219920" y="317674"/>
                  </a:lnTo>
                  <a:lnTo>
                    <a:pt x="224928" y="315920"/>
                  </a:lnTo>
                  <a:lnTo>
                    <a:pt x="229877" y="314007"/>
                  </a:lnTo>
                  <a:lnTo>
                    <a:pt x="234763" y="311939"/>
                  </a:lnTo>
                  <a:lnTo>
                    <a:pt x="239581" y="309716"/>
                  </a:lnTo>
                  <a:lnTo>
                    <a:pt x="244326" y="307341"/>
                  </a:lnTo>
                  <a:lnTo>
                    <a:pt x="248994" y="304817"/>
                  </a:lnTo>
                  <a:lnTo>
                    <a:pt x="253578" y="302147"/>
                  </a:lnTo>
                  <a:lnTo>
                    <a:pt x="258076" y="299332"/>
                  </a:lnTo>
                  <a:lnTo>
                    <a:pt x="262482" y="296376"/>
                  </a:lnTo>
                  <a:lnTo>
                    <a:pt x="266792" y="293281"/>
                  </a:lnTo>
                  <a:lnTo>
                    <a:pt x="271002" y="290051"/>
                  </a:lnTo>
                  <a:lnTo>
                    <a:pt x="275107" y="286689"/>
                  </a:lnTo>
                  <a:lnTo>
                    <a:pt x="279104" y="283199"/>
                  </a:lnTo>
                  <a:lnTo>
                    <a:pt x="282987" y="279584"/>
                  </a:lnTo>
                  <a:lnTo>
                    <a:pt x="286754" y="275847"/>
                  </a:lnTo>
                  <a:lnTo>
                    <a:pt x="290400" y="271992"/>
                  </a:lnTo>
                  <a:lnTo>
                    <a:pt x="293923" y="268024"/>
                  </a:lnTo>
                  <a:lnTo>
                    <a:pt x="297317" y="263946"/>
                  </a:lnTo>
                  <a:lnTo>
                    <a:pt x="300581" y="259762"/>
                  </a:lnTo>
                  <a:lnTo>
                    <a:pt x="303709" y="255477"/>
                  </a:lnTo>
                  <a:lnTo>
                    <a:pt x="306701" y="251094"/>
                  </a:lnTo>
                  <a:lnTo>
                    <a:pt x="309552" y="246619"/>
                  </a:lnTo>
                  <a:lnTo>
                    <a:pt x="312259" y="242056"/>
                  </a:lnTo>
                  <a:lnTo>
                    <a:pt x="314820" y="237409"/>
                  </a:lnTo>
                  <a:lnTo>
                    <a:pt x="317232" y="232683"/>
                  </a:lnTo>
                  <a:lnTo>
                    <a:pt x="319494" y="227883"/>
                  </a:lnTo>
                  <a:lnTo>
                    <a:pt x="321601" y="223014"/>
                  </a:lnTo>
                  <a:lnTo>
                    <a:pt x="323553" y="218080"/>
                  </a:lnTo>
                  <a:lnTo>
                    <a:pt x="325348" y="213086"/>
                  </a:lnTo>
                  <a:lnTo>
                    <a:pt x="326983" y="208039"/>
                  </a:lnTo>
                  <a:lnTo>
                    <a:pt x="328457" y="202942"/>
                  </a:lnTo>
                  <a:lnTo>
                    <a:pt x="329769" y="197800"/>
                  </a:lnTo>
                  <a:lnTo>
                    <a:pt x="330916" y="192620"/>
                  </a:lnTo>
                  <a:lnTo>
                    <a:pt x="331899" y="187406"/>
                  </a:lnTo>
                  <a:lnTo>
                    <a:pt x="332716" y="182163"/>
                  </a:lnTo>
                  <a:lnTo>
                    <a:pt x="333366" y="176897"/>
                  </a:lnTo>
                  <a:lnTo>
                    <a:pt x="333849" y="171613"/>
                  </a:lnTo>
                  <a:lnTo>
                    <a:pt x="334163" y="166316"/>
                  </a:lnTo>
                  <a:lnTo>
                    <a:pt x="334310" y="161012"/>
                  </a:lnTo>
                  <a:lnTo>
                    <a:pt x="334288" y="155706"/>
                  </a:lnTo>
                  <a:lnTo>
                    <a:pt x="334097" y="150404"/>
                  </a:lnTo>
                  <a:lnTo>
                    <a:pt x="333739" y="145110"/>
                  </a:lnTo>
                  <a:lnTo>
                    <a:pt x="333212" y="139830"/>
                  </a:lnTo>
                  <a:lnTo>
                    <a:pt x="332518" y="134570"/>
                  </a:lnTo>
                  <a:lnTo>
                    <a:pt x="331658" y="129334"/>
                  </a:lnTo>
                  <a:lnTo>
                    <a:pt x="330632" y="124128"/>
                  </a:lnTo>
                  <a:lnTo>
                    <a:pt x="329441" y="118957"/>
                  </a:lnTo>
                  <a:lnTo>
                    <a:pt x="328087" y="113827"/>
                  </a:lnTo>
                  <a:lnTo>
                    <a:pt x="326571" y="108742"/>
                  </a:lnTo>
                  <a:lnTo>
                    <a:pt x="324894" y="103708"/>
                  </a:lnTo>
                  <a:lnTo>
                    <a:pt x="323058" y="98730"/>
                  </a:lnTo>
                  <a:lnTo>
                    <a:pt x="321065" y="93813"/>
                  </a:lnTo>
                  <a:lnTo>
                    <a:pt x="318917" y="88961"/>
                  </a:lnTo>
                  <a:lnTo>
                    <a:pt x="316616" y="84180"/>
                  </a:lnTo>
                  <a:lnTo>
                    <a:pt x="314164" y="79474"/>
                  </a:lnTo>
                  <a:lnTo>
                    <a:pt x="311565" y="74849"/>
                  </a:lnTo>
                  <a:lnTo>
                    <a:pt x="308820" y="70308"/>
                  </a:lnTo>
                  <a:lnTo>
                    <a:pt x="305932" y="65857"/>
                  </a:lnTo>
                  <a:lnTo>
                    <a:pt x="302904" y="61499"/>
                  </a:lnTo>
                  <a:lnTo>
                    <a:pt x="299740" y="57240"/>
                  </a:lnTo>
                  <a:lnTo>
                    <a:pt x="296442" y="53084"/>
                  </a:lnTo>
                  <a:lnTo>
                    <a:pt x="293013" y="49034"/>
                  </a:lnTo>
                  <a:lnTo>
                    <a:pt x="289458" y="45095"/>
                  </a:lnTo>
                  <a:lnTo>
                    <a:pt x="285780" y="41271"/>
                  </a:lnTo>
                  <a:lnTo>
                    <a:pt x="281982" y="37565"/>
                  </a:lnTo>
                  <a:lnTo>
                    <a:pt x="278069" y="33982"/>
                  </a:lnTo>
                  <a:lnTo>
                    <a:pt x="274044" y="30525"/>
                  </a:lnTo>
                  <a:lnTo>
                    <a:pt x="269911" y="27198"/>
                  </a:lnTo>
                  <a:lnTo>
                    <a:pt x="265674" y="24003"/>
                  </a:lnTo>
                  <a:lnTo>
                    <a:pt x="261339" y="20944"/>
                  </a:lnTo>
                  <a:lnTo>
                    <a:pt x="256908" y="18025"/>
                  </a:lnTo>
                  <a:lnTo>
                    <a:pt x="252387" y="15247"/>
                  </a:lnTo>
                  <a:lnTo>
                    <a:pt x="247780" y="12615"/>
                  </a:lnTo>
                  <a:lnTo>
                    <a:pt x="243092" y="10129"/>
                  </a:lnTo>
                  <a:lnTo>
                    <a:pt x="238328" y="7794"/>
                  </a:lnTo>
                  <a:lnTo>
                    <a:pt x="233491" y="5612"/>
                  </a:lnTo>
                  <a:lnTo>
                    <a:pt x="228588" y="3584"/>
                  </a:lnTo>
                  <a:lnTo>
                    <a:pt x="223623" y="1712"/>
                  </a:lnTo>
                  <a:lnTo>
                    <a:pt x="218601" y="0"/>
                  </a:lnTo>
                  <a:lnTo>
                    <a:pt x="167154" y="1590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51447" cy="167167"/>
            </a:xfrm>
            <a:custGeom>
              <a:avLst/>
              <a:pathLst>
                <a:path w="51447" h="167167">
                  <a:moveTo>
                    <a:pt x="51447" y="8113"/>
                  </a:moveTo>
                  <a:lnTo>
                    <a:pt x="45190" y="6223"/>
                  </a:lnTo>
                  <a:lnTo>
                    <a:pt x="38863" y="4580"/>
                  </a:lnTo>
                  <a:lnTo>
                    <a:pt x="32477" y="3185"/>
                  </a:lnTo>
                  <a:lnTo>
                    <a:pt x="26041" y="2040"/>
                  </a:lnTo>
                  <a:lnTo>
                    <a:pt x="19566" y="1149"/>
                  </a:lnTo>
                  <a:lnTo>
                    <a:pt x="13060" y="511"/>
                  </a:lnTo>
                  <a:lnTo>
                    <a:pt x="6535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1362" y="941493"/>
              <a:ext cx="54853" cy="167167"/>
            </a:xfrm>
            <a:custGeom>
              <a:avLst/>
              <a:pathLst>
                <a:path w="54853" h="167167">
                  <a:moveTo>
                    <a:pt x="54853" y="0"/>
                  </a:moveTo>
                  <a:lnTo>
                    <a:pt x="48645" y="115"/>
                  </a:lnTo>
                  <a:lnTo>
                    <a:pt x="42445" y="461"/>
                  </a:lnTo>
                  <a:lnTo>
                    <a:pt x="36262" y="1037"/>
                  </a:lnTo>
                  <a:lnTo>
                    <a:pt x="30105" y="1842"/>
                  </a:lnTo>
                  <a:lnTo>
                    <a:pt x="23982" y="2875"/>
                  </a:lnTo>
                  <a:lnTo>
                    <a:pt x="17902" y="4135"/>
                  </a:lnTo>
                  <a:lnTo>
                    <a:pt x="11872" y="5619"/>
                  </a:lnTo>
                  <a:lnTo>
                    <a:pt x="5902" y="7327"/>
                  </a:lnTo>
                  <a:lnTo>
                    <a:pt x="0" y="9255"/>
                  </a:lnTo>
                  <a:lnTo>
                    <a:pt x="548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1362" y="950749"/>
              <a:ext cx="54853" cy="157911"/>
            </a:xfrm>
            <a:custGeom>
              <a:avLst/>
              <a:pathLst>
                <a:path w="54853" h="157911">
                  <a:moveTo>
                    <a:pt x="0" y="0"/>
                  </a:moveTo>
                  <a:lnTo>
                    <a:pt x="54853" y="1579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62" y="950749"/>
              <a:ext cx="167153" cy="312395"/>
            </a:xfrm>
            <a:custGeom>
              <a:avLst/>
              <a:pathLst>
                <a:path w="167153" h="312395">
                  <a:moveTo>
                    <a:pt x="112300" y="0"/>
                  </a:moveTo>
                  <a:lnTo>
                    <a:pt x="107244" y="1848"/>
                  </a:lnTo>
                  <a:lnTo>
                    <a:pt x="102250" y="3857"/>
                  </a:lnTo>
                  <a:lnTo>
                    <a:pt x="97324" y="6027"/>
                  </a:lnTo>
                  <a:lnTo>
                    <a:pt x="92470" y="8354"/>
                  </a:lnTo>
                  <a:lnTo>
                    <a:pt x="87693" y="10836"/>
                  </a:lnTo>
                  <a:lnTo>
                    <a:pt x="82999" y="13471"/>
                  </a:lnTo>
                  <a:lnTo>
                    <a:pt x="78392" y="16255"/>
                  </a:lnTo>
                  <a:lnTo>
                    <a:pt x="73877" y="19187"/>
                  </a:lnTo>
                  <a:lnTo>
                    <a:pt x="69459" y="22262"/>
                  </a:lnTo>
                  <a:lnTo>
                    <a:pt x="65142" y="25478"/>
                  </a:lnTo>
                  <a:lnTo>
                    <a:pt x="60931" y="28831"/>
                  </a:lnTo>
                  <a:lnTo>
                    <a:pt x="56830" y="32318"/>
                  </a:lnTo>
                  <a:lnTo>
                    <a:pt x="52843" y="35935"/>
                  </a:lnTo>
                  <a:lnTo>
                    <a:pt x="48975" y="39679"/>
                  </a:lnTo>
                  <a:lnTo>
                    <a:pt x="45230" y="43545"/>
                  </a:lnTo>
                  <a:lnTo>
                    <a:pt x="41611" y="47530"/>
                  </a:lnTo>
                  <a:lnTo>
                    <a:pt x="38122" y="51629"/>
                  </a:lnTo>
                  <a:lnTo>
                    <a:pt x="34767" y="55839"/>
                  </a:lnTo>
                  <a:lnTo>
                    <a:pt x="31549" y="60154"/>
                  </a:lnTo>
                  <a:lnTo>
                    <a:pt x="28472" y="64571"/>
                  </a:lnTo>
                  <a:lnTo>
                    <a:pt x="25538" y="69085"/>
                  </a:lnTo>
                  <a:lnTo>
                    <a:pt x="22752" y="73690"/>
                  </a:lnTo>
                  <a:lnTo>
                    <a:pt x="20115" y="78383"/>
                  </a:lnTo>
                  <a:lnTo>
                    <a:pt x="17630" y="83159"/>
                  </a:lnTo>
                  <a:lnTo>
                    <a:pt x="15301" y="88012"/>
                  </a:lnTo>
                  <a:lnTo>
                    <a:pt x="13129" y="92937"/>
                  </a:lnTo>
                  <a:lnTo>
                    <a:pt x="11117" y="97930"/>
                  </a:lnTo>
                  <a:lnTo>
                    <a:pt x="9267" y="102985"/>
                  </a:lnTo>
                  <a:lnTo>
                    <a:pt x="7580" y="108097"/>
                  </a:lnTo>
                  <a:lnTo>
                    <a:pt x="6059" y="113261"/>
                  </a:lnTo>
                  <a:lnTo>
                    <a:pt x="4705" y="118471"/>
                  </a:lnTo>
                  <a:lnTo>
                    <a:pt x="3519" y="123722"/>
                  </a:lnTo>
                  <a:lnTo>
                    <a:pt x="2503" y="129008"/>
                  </a:lnTo>
                  <a:lnTo>
                    <a:pt x="1658" y="134324"/>
                  </a:lnTo>
                  <a:lnTo>
                    <a:pt x="985" y="139665"/>
                  </a:lnTo>
                  <a:lnTo>
                    <a:pt x="483" y="145025"/>
                  </a:lnTo>
                  <a:lnTo>
                    <a:pt x="155" y="150398"/>
                  </a:lnTo>
                  <a:lnTo>
                    <a:pt x="0" y="155778"/>
                  </a:lnTo>
                  <a:lnTo>
                    <a:pt x="18" y="161161"/>
                  </a:lnTo>
                  <a:lnTo>
                    <a:pt x="209" y="166541"/>
                  </a:lnTo>
                  <a:lnTo>
                    <a:pt x="573" y="171912"/>
                  </a:lnTo>
                  <a:lnTo>
                    <a:pt x="1110" y="177268"/>
                  </a:lnTo>
                  <a:lnTo>
                    <a:pt x="1820" y="182604"/>
                  </a:lnTo>
                  <a:lnTo>
                    <a:pt x="2700" y="187915"/>
                  </a:lnTo>
                  <a:lnTo>
                    <a:pt x="3752" y="193194"/>
                  </a:lnTo>
                  <a:lnTo>
                    <a:pt x="4973" y="198437"/>
                  </a:lnTo>
                  <a:lnTo>
                    <a:pt x="6361" y="203638"/>
                  </a:lnTo>
                  <a:lnTo>
                    <a:pt x="7917" y="208791"/>
                  </a:lnTo>
                  <a:lnTo>
                    <a:pt x="9638" y="213891"/>
                  </a:lnTo>
                  <a:lnTo>
                    <a:pt x="11522" y="218934"/>
                  </a:lnTo>
                  <a:lnTo>
                    <a:pt x="13567" y="223913"/>
                  </a:lnTo>
                  <a:lnTo>
                    <a:pt x="15772" y="228824"/>
                  </a:lnTo>
                  <a:lnTo>
                    <a:pt x="18134" y="233661"/>
                  </a:lnTo>
                  <a:lnTo>
                    <a:pt x="20650" y="238420"/>
                  </a:lnTo>
                  <a:lnTo>
                    <a:pt x="23318" y="243095"/>
                  </a:lnTo>
                  <a:lnTo>
                    <a:pt x="26135" y="247682"/>
                  </a:lnTo>
                  <a:lnTo>
                    <a:pt x="29099" y="252176"/>
                  </a:lnTo>
                  <a:lnTo>
                    <a:pt x="32206" y="256572"/>
                  </a:lnTo>
                  <a:lnTo>
                    <a:pt x="35452" y="260866"/>
                  </a:lnTo>
                  <a:lnTo>
                    <a:pt x="38835" y="265053"/>
                  </a:lnTo>
                  <a:lnTo>
                    <a:pt x="42352" y="269129"/>
                  </a:lnTo>
                  <a:lnTo>
                    <a:pt x="45997" y="273090"/>
                  </a:lnTo>
                  <a:lnTo>
                    <a:pt x="49769" y="276931"/>
                  </a:lnTo>
                  <a:lnTo>
                    <a:pt x="53662" y="280649"/>
                  </a:lnTo>
                  <a:lnTo>
                    <a:pt x="57672" y="284239"/>
                  </a:lnTo>
                  <a:lnTo>
                    <a:pt x="61796" y="287699"/>
                  </a:lnTo>
                  <a:lnTo>
                    <a:pt x="66030" y="291024"/>
                  </a:lnTo>
                  <a:lnTo>
                    <a:pt x="70368" y="294211"/>
                  </a:lnTo>
                  <a:lnTo>
                    <a:pt x="74807" y="297256"/>
                  </a:lnTo>
                  <a:lnTo>
                    <a:pt x="79341" y="300157"/>
                  </a:lnTo>
                  <a:lnTo>
                    <a:pt x="83967" y="302911"/>
                  </a:lnTo>
                  <a:lnTo>
                    <a:pt x="88678" y="305514"/>
                  </a:lnTo>
                  <a:lnTo>
                    <a:pt x="93472" y="307964"/>
                  </a:lnTo>
                  <a:lnTo>
                    <a:pt x="98341" y="310259"/>
                  </a:lnTo>
                  <a:lnTo>
                    <a:pt x="103282" y="312395"/>
                  </a:lnTo>
                  <a:lnTo>
                    <a:pt x="167153" y="157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22344" y="941493"/>
              <a:ext cx="231028" cy="334326"/>
            </a:xfrm>
            <a:custGeom>
              <a:avLst/>
              <a:pathLst>
                <a:path w="231028" h="334326">
                  <a:moveTo>
                    <a:pt x="0" y="321651"/>
                  </a:moveTo>
                  <a:lnTo>
                    <a:pt x="4949" y="323606"/>
                  </a:lnTo>
                  <a:lnTo>
                    <a:pt x="9958" y="325402"/>
                  </a:lnTo>
                  <a:lnTo>
                    <a:pt x="15022" y="327038"/>
                  </a:lnTo>
                  <a:lnTo>
                    <a:pt x="20135" y="328512"/>
                  </a:lnTo>
                  <a:lnTo>
                    <a:pt x="25293" y="329822"/>
                  </a:lnTo>
                  <a:lnTo>
                    <a:pt x="30490" y="330968"/>
                  </a:lnTo>
                  <a:lnTo>
                    <a:pt x="35720" y="331947"/>
                  </a:lnTo>
                  <a:lnTo>
                    <a:pt x="40979" y="332760"/>
                  </a:lnTo>
                  <a:lnTo>
                    <a:pt x="46262" y="333404"/>
                  </a:lnTo>
                  <a:lnTo>
                    <a:pt x="51562" y="333881"/>
                  </a:lnTo>
                  <a:lnTo>
                    <a:pt x="56874" y="334188"/>
                  </a:lnTo>
                  <a:lnTo>
                    <a:pt x="62194" y="334326"/>
                  </a:lnTo>
                  <a:lnTo>
                    <a:pt x="67515" y="334295"/>
                  </a:lnTo>
                  <a:lnTo>
                    <a:pt x="72833" y="334094"/>
                  </a:lnTo>
                  <a:lnTo>
                    <a:pt x="78142" y="333724"/>
                  </a:lnTo>
                  <a:lnTo>
                    <a:pt x="83436" y="333186"/>
                  </a:lnTo>
                  <a:lnTo>
                    <a:pt x="88710" y="332479"/>
                  </a:lnTo>
                  <a:lnTo>
                    <a:pt x="93959" y="331604"/>
                  </a:lnTo>
                  <a:lnTo>
                    <a:pt x="99178" y="330563"/>
                  </a:lnTo>
                  <a:lnTo>
                    <a:pt x="104361" y="329357"/>
                  </a:lnTo>
                  <a:lnTo>
                    <a:pt x="109503" y="327986"/>
                  </a:lnTo>
                  <a:lnTo>
                    <a:pt x="114598" y="326452"/>
                  </a:lnTo>
                  <a:lnTo>
                    <a:pt x="119643" y="324757"/>
                  </a:lnTo>
                  <a:lnTo>
                    <a:pt x="124630" y="322902"/>
                  </a:lnTo>
                  <a:lnTo>
                    <a:pt x="129556" y="320889"/>
                  </a:lnTo>
                  <a:lnTo>
                    <a:pt x="134416" y="318720"/>
                  </a:lnTo>
                  <a:lnTo>
                    <a:pt x="139204" y="316398"/>
                  </a:lnTo>
                  <a:lnTo>
                    <a:pt x="143916" y="313924"/>
                  </a:lnTo>
                  <a:lnTo>
                    <a:pt x="148546" y="311302"/>
                  </a:lnTo>
                  <a:lnTo>
                    <a:pt x="153091" y="308534"/>
                  </a:lnTo>
                  <a:lnTo>
                    <a:pt x="157546" y="305623"/>
                  </a:lnTo>
                  <a:lnTo>
                    <a:pt x="161905" y="302571"/>
                  </a:lnTo>
                  <a:lnTo>
                    <a:pt x="166165" y="299382"/>
                  </a:lnTo>
                  <a:lnTo>
                    <a:pt x="170322" y="296059"/>
                  </a:lnTo>
                  <a:lnTo>
                    <a:pt x="174370" y="292606"/>
                  </a:lnTo>
                  <a:lnTo>
                    <a:pt x="178307" y="289025"/>
                  </a:lnTo>
                  <a:lnTo>
                    <a:pt x="182128" y="285321"/>
                  </a:lnTo>
                  <a:lnTo>
                    <a:pt x="185828" y="281497"/>
                  </a:lnTo>
                  <a:lnTo>
                    <a:pt x="189406" y="277557"/>
                  </a:lnTo>
                  <a:lnTo>
                    <a:pt x="192856" y="273506"/>
                  </a:lnTo>
                  <a:lnTo>
                    <a:pt x="196175" y="269346"/>
                  </a:lnTo>
                  <a:lnTo>
                    <a:pt x="199360" y="265083"/>
                  </a:lnTo>
                  <a:lnTo>
                    <a:pt x="202408" y="260721"/>
                  </a:lnTo>
                  <a:lnTo>
                    <a:pt x="205316" y="256264"/>
                  </a:lnTo>
                  <a:lnTo>
                    <a:pt x="208080" y="251717"/>
                  </a:lnTo>
                  <a:lnTo>
                    <a:pt x="210698" y="247084"/>
                  </a:lnTo>
                  <a:lnTo>
                    <a:pt x="213167" y="242370"/>
                  </a:lnTo>
                  <a:lnTo>
                    <a:pt x="215485" y="237580"/>
                  </a:lnTo>
                  <a:lnTo>
                    <a:pt x="217650" y="232719"/>
                  </a:lnTo>
                  <a:lnTo>
                    <a:pt x="219658" y="227791"/>
                  </a:lnTo>
                  <a:lnTo>
                    <a:pt x="221509" y="222801"/>
                  </a:lnTo>
                  <a:lnTo>
                    <a:pt x="223200" y="217756"/>
                  </a:lnTo>
                  <a:lnTo>
                    <a:pt x="224729" y="212659"/>
                  </a:lnTo>
                  <a:lnTo>
                    <a:pt x="226096" y="207516"/>
                  </a:lnTo>
                  <a:lnTo>
                    <a:pt x="227298" y="202332"/>
                  </a:lnTo>
                  <a:lnTo>
                    <a:pt x="228334" y="197112"/>
                  </a:lnTo>
                  <a:lnTo>
                    <a:pt x="229204" y="191862"/>
                  </a:lnTo>
                  <a:lnTo>
                    <a:pt x="229906" y="186587"/>
                  </a:lnTo>
                  <a:lnTo>
                    <a:pt x="230440" y="181293"/>
                  </a:lnTo>
                  <a:lnTo>
                    <a:pt x="230806" y="175984"/>
                  </a:lnTo>
                  <a:lnTo>
                    <a:pt x="231002" y="170666"/>
                  </a:lnTo>
                  <a:lnTo>
                    <a:pt x="231028" y="165345"/>
                  </a:lnTo>
                  <a:lnTo>
                    <a:pt x="230886" y="160025"/>
                  </a:lnTo>
                  <a:lnTo>
                    <a:pt x="230574" y="154713"/>
                  </a:lnTo>
                  <a:lnTo>
                    <a:pt x="230093" y="149413"/>
                  </a:lnTo>
                  <a:lnTo>
                    <a:pt x="229444" y="144131"/>
                  </a:lnTo>
                  <a:lnTo>
                    <a:pt x="228627" y="138873"/>
                  </a:lnTo>
                  <a:lnTo>
                    <a:pt x="227642" y="133643"/>
                  </a:lnTo>
                  <a:lnTo>
                    <a:pt x="226492" y="128447"/>
                  </a:lnTo>
                  <a:lnTo>
                    <a:pt x="225178" y="123291"/>
                  </a:lnTo>
                  <a:lnTo>
                    <a:pt x="223699" y="118179"/>
                  </a:lnTo>
                  <a:lnTo>
                    <a:pt x="222059" y="113117"/>
                  </a:lnTo>
                  <a:lnTo>
                    <a:pt x="220259" y="108109"/>
                  </a:lnTo>
                  <a:lnTo>
                    <a:pt x="218300" y="103161"/>
                  </a:lnTo>
                  <a:lnTo>
                    <a:pt x="216184" y="98278"/>
                  </a:lnTo>
                  <a:lnTo>
                    <a:pt x="213914" y="93465"/>
                  </a:lnTo>
                  <a:lnTo>
                    <a:pt x="211492" y="88727"/>
                  </a:lnTo>
                  <a:lnTo>
                    <a:pt x="208921" y="84068"/>
                  </a:lnTo>
                  <a:lnTo>
                    <a:pt x="206202" y="79493"/>
                  </a:lnTo>
                  <a:lnTo>
                    <a:pt x="203340" y="75007"/>
                  </a:lnTo>
                  <a:lnTo>
                    <a:pt x="200336" y="70615"/>
                  </a:lnTo>
                  <a:lnTo>
                    <a:pt x="197193" y="66320"/>
                  </a:lnTo>
                  <a:lnTo>
                    <a:pt x="193916" y="62128"/>
                  </a:lnTo>
                  <a:lnTo>
                    <a:pt x="190507" y="58042"/>
                  </a:lnTo>
                  <a:lnTo>
                    <a:pt x="186969" y="54066"/>
                  </a:lnTo>
                  <a:lnTo>
                    <a:pt x="183307" y="50205"/>
                  </a:lnTo>
                  <a:lnTo>
                    <a:pt x="179524" y="46463"/>
                  </a:lnTo>
                  <a:lnTo>
                    <a:pt x="175623" y="42843"/>
                  </a:lnTo>
                  <a:lnTo>
                    <a:pt x="171609" y="39349"/>
                  </a:lnTo>
                  <a:lnTo>
                    <a:pt x="167486" y="35985"/>
                  </a:lnTo>
                  <a:lnTo>
                    <a:pt x="163258" y="32753"/>
                  </a:lnTo>
                  <a:lnTo>
                    <a:pt x="158930" y="29658"/>
                  </a:lnTo>
                  <a:lnTo>
                    <a:pt x="154505" y="26702"/>
                  </a:lnTo>
                  <a:lnTo>
                    <a:pt x="149988" y="23888"/>
                  </a:lnTo>
                  <a:lnTo>
                    <a:pt x="145384" y="21220"/>
                  </a:lnTo>
                  <a:lnTo>
                    <a:pt x="140697" y="18699"/>
                  </a:lnTo>
                  <a:lnTo>
                    <a:pt x="135933" y="16329"/>
                  </a:lnTo>
                  <a:lnTo>
                    <a:pt x="131095" y="14112"/>
                  </a:lnTo>
                  <a:lnTo>
                    <a:pt x="126189" y="12050"/>
                  </a:lnTo>
                  <a:lnTo>
                    <a:pt x="121221" y="10145"/>
                  </a:lnTo>
                  <a:lnTo>
                    <a:pt x="116194" y="8399"/>
                  </a:lnTo>
                  <a:lnTo>
                    <a:pt x="111114" y="6814"/>
                  </a:lnTo>
                  <a:lnTo>
                    <a:pt x="105986" y="5392"/>
                  </a:lnTo>
                  <a:lnTo>
                    <a:pt x="100815" y="4133"/>
                  </a:lnTo>
                  <a:lnTo>
                    <a:pt x="95607" y="3040"/>
                  </a:lnTo>
                  <a:lnTo>
                    <a:pt x="90367" y="2113"/>
                  </a:lnTo>
                  <a:lnTo>
                    <a:pt x="85100" y="1353"/>
                  </a:lnTo>
                  <a:lnTo>
                    <a:pt x="79812" y="761"/>
                  </a:lnTo>
                  <a:lnTo>
                    <a:pt x="74507" y="338"/>
                  </a:lnTo>
                  <a:lnTo>
                    <a:pt x="69192" y="84"/>
                  </a:lnTo>
                  <a:lnTo>
                    <a:pt x="63871" y="0"/>
                  </a:lnTo>
                  <a:lnTo>
                    <a:pt x="638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54" y="1071028"/>
              <a:ext cx="167147" cy="186192"/>
            </a:xfrm>
            <a:custGeom>
              <a:avLst/>
              <a:pathLst>
                <a:path w="167147" h="186192">
                  <a:moveTo>
                    <a:pt x="167147" y="0"/>
                  </a:moveTo>
                  <a:lnTo>
                    <a:pt x="161731" y="87"/>
                  </a:lnTo>
                  <a:lnTo>
                    <a:pt x="156322" y="350"/>
                  </a:lnTo>
                  <a:lnTo>
                    <a:pt x="150923" y="789"/>
                  </a:lnTo>
                  <a:lnTo>
                    <a:pt x="145542" y="1402"/>
                  </a:lnTo>
                  <a:lnTo>
                    <a:pt x="140183" y="2188"/>
                  </a:lnTo>
                  <a:lnTo>
                    <a:pt x="134853" y="3148"/>
                  </a:lnTo>
                  <a:lnTo>
                    <a:pt x="129556" y="4281"/>
                  </a:lnTo>
                  <a:lnTo>
                    <a:pt x="124299" y="5584"/>
                  </a:lnTo>
                  <a:lnTo>
                    <a:pt x="119087" y="7057"/>
                  </a:lnTo>
                  <a:lnTo>
                    <a:pt x="113926" y="8698"/>
                  </a:lnTo>
                  <a:lnTo>
                    <a:pt x="108820" y="10505"/>
                  </a:lnTo>
                  <a:lnTo>
                    <a:pt x="103775" y="12477"/>
                  </a:lnTo>
                  <a:lnTo>
                    <a:pt x="98797" y="14611"/>
                  </a:lnTo>
                  <a:lnTo>
                    <a:pt x="93891" y="16905"/>
                  </a:lnTo>
                  <a:lnTo>
                    <a:pt x="89062" y="19357"/>
                  </a:lnTo>
                  <a:lnTo>
                    <a:pt x="84315" y="21964"/>
                  </a:lnTo>
                  <a:lnTo>
                    <a:pt x="79654" y="24724"/>
                  </a:lnTo>
                  <a:lnTo>
                    <a:pt x="75086" y="27633"/>
                  </a:lnTo>
                  <a:lnTo>
                    <a:pt x="70614" y="30689"/>
                  </a:lnTo>
                  <a:lnTo>
                    <a:pt x="66243" y="33887"/>
                  </a:lnTo>
                  <a:lnTo>
                    <a:pt x="61978" y="37226"/>
                  </a:lnTo>
                  <a:lnTo>
                    <a:pt x="57824" y="40701"/>
                  </a:lnTo>
                  <a:lnTo>
                    <a:pt x="53785" y="44309"/>
                  </a:lnTo>
                  <a:lnTo>
                    <a:pt x="49864" y="48046"/>
                  </a:lnTo>
                  <a:lnTo>
                    <a:pt x="46067" y="51908"/>
                  </a:lnTo>
                  <a:lnTo>
                    <a:pt x="42396" y="55891"/>
                  </a:lnTo>
                  <a:lnTo>
                    <a:pt x="38857" y="59991"/>
                  </a:lnTo>
                  <a:lnTo>
                    <a:pt x="35452" y="64203"/>
                  </a:lnTo>
                  <a:lnTo>
                    <a:pt x="32186" y="68523"/>
                  </a:lnTo>
                  <a:lnTo>
                    <a:pt x="29061" y="72947"/>
                  </a:lnTo>
                  <a:lnTo>
                    <a:pt x="26082" y="77470"/>
                  </a:lnTo>
                  <a:lnTo>
                    <a:pt x="23250" y="82087"/>
                  </a:lnTo>
                  <a:lnTo>
                    <a:pt x="20569" y="86793"/>
                  </a:lnTo>
                  <a:lnTo>
                    <a:pt x="18042" y="91584"/>
                  </a:lnTo>
                  <a:lnTo>
                    <a:pt x="15672" y="96454"/>
                  </a:lnTo>
                  <a:lnTo>
                    <a:pt x="13461" y="101398"/>
                  </a:lnTo>
                  <a:lnTo>
                    <a:pt x="11411" y="106411"/>
                  </a:lnTo>
                  <a:lnTo>
                    <a:pt x="9524" y="111488"/>
                  </a:lnTo>
                  <a:lnTo>
                    <a:pt x="7803" y="116623"/>
                  </a:lnTo>
                  <a:lnTo>
                    <a:pt x="6250" y="121812"/>
                  </a:lnTo>
                  <a:lnTo>
                    <a:pt x="4865" y="127048"/>
                  </a:lnTo>
                  <a:lnTo>
                    <a:pt x="3650" y="132326"/>
                  </a:lnTo>
                  <a:lnTo>
                    <a:pt x="2607" y="137641"/>
                  </a:lnTo>
                  <a:lnTo>
                    <a:pt x="1737" y="142987"/>
                  </a:lnTo>
                  <a:lnTo>
                    <a:pt x="1041" y="148358"/>
                  </a:lnTo>
                  <a:lnTo>
                    <a:pt x="519" y="153749"/>
                  </a:lnTo>
                  <a:lnTo>
                    <a:pt x="171" y="159154"/>
                  </a:lnTo>
                  <a:lnTo>
                    <a:pt x="0" y="164567"/>
                  </a:lnTo>
                  <a:lnTo>
                    <a:pt x="3" y="169984"/>
                  </a:lnTo>
                  <a:lnTo>
                    <a:pt x="182" y="175397"/>
                  </a:lnTo>
                  <a:lnTo>
                    <a:pt x="536" y="180801"/>
                  </a:lnTo>
                  <a:lnTo>
                    <a:pt x="1065" y="186192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420" y="1238196"/>
              <a:ext cx="166081" cy="19024"/>
            </a:xfrm>
            <a:custGeom>
              <a:avLst/>
              <a:pathLst>
                <a:path w="166081" h="19024">
                  <a:moveTo>
                    <a:pt x="0" y="19024"/>
                  </a:moveTo>
                  <a:lnTo>
                    <a:pt x="1660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420" y="1074145"/>
              <a:ext cx="333230" cy="331217"/>
            </a:xfrm>
            <a:custGeom>
              <a:avLst/>
              <a:pathLst>
                <a:path w="333230" h="331217">
                  <a:moveTo>
                    <a:pt x="0" y="183074"/>
                  </a:moveTo>
                  <a:lnTo>
                    <a:pt x="686" y="188327"/>
                  </a:lnTo>
                  <a:lnTo>
                    <a:pt x="1538" y="193556"/>
                  </a:lnTo>
                  <a:lnTo>
                    <a:pt x="2555" y="198754"/>
                  </a:lnTo>
                  <a:lnTo>
                    <a:pt x="3737" y="203918"/>
                  </a:lnTo>
                  <a:lnTo>
                    <a:pt x="5082" y="209042"/>
                  </a:lnTo>
                  <a:lnTo>
                    <a:pt x="6588" y="214120"/>
                  </a:lnTo>
                  <a:lnTo>
                    <a:pt x="8255" y="219149"/>
                  </a:lnTo>
                  <a:lnTo>
                    <a:pt x="10080" y="224122"/>
                  </a:lnTo>
                  <a:lnTo>
                    <a:pt x="12062" y="229035"/>
                  </a:lnTo>
                  <a:lnTo>
                    <a:pt x="14198" y="233882"/>
                  </a:lnTo>
                  <a:lnTo>
                    <a:pt x="16487" y="238659"/>
                  </a:lnTo>
                  <a:lnTo>
                    <a:pt x="18926" y="243362"/>
                  </a:lnTo>
                  <a:lnTo>
                    <a:pt x="21513" y="247984"/>
                  </a:lnTo>
                  <a:lnTo>
                    <a:pt x="24245" y="252523"/>
                  </a:lnTo>
                  <a:lnTo>
                    <a:pt x="27119" y="256973"/>
                  </a:lnTo>
                  <a:lnTo>
                    <a:pt x="30133" y="261329"/>
                  </a:lnTo>
                  <a:lnTo>
                    <a:pt x="33284" y="265588"/>
                  </a:lnTo>
                  <a:lnTo>
                    <a:pt x="36568" y="269744"/>
                  </a:lnTo>
                  <a:lnTo>
                    <a:pt x="39982" y="273795"/>
                  </a:lnTo>
                  <a:lnTo>
                    <a:pt x="43522" y="277735"/>
                  </a:lnTo>
                  <a:lnTo>
                    <a:pt x="47186" y="281561"/>
                  </a:lnTo>
                  <a:lnTo>
                    <a:pt x="50969" y="285269"/>
                  </a:lnTo>
                  <a:lnTo>
                    <a:pt x="54867" y="288856"/>
                  </a:lnTo>
                  <a:lnTo>
                    <a:pt x="58878" y="292317"/>
                  </a:lnTo>
                  <a:lnTo>
                    <a:pt x="62996" y="295649"/>
                  </a:lnTo>
                  <a:lnTo>
                    <a:pt x="67217" y="298849"/>
                  </a:lnTo>
                  <a:lnTo>
                    <a:pt x="71538" y="301914"/>
                  </a:lnTo>
                  <a:lnTo>
                    <a:pt x="75953" y="304841"/>
                  </a:lnTo>
                  <a:lnTo>
                    <a:pt x="80460" y="307626"/>
                  </a:lnTo>
                  <a:lnTo>
                    <a:pt x="85052" y="310266"/>
                  </a:lnTo>
                  <a:lnTo>
                    <a:pt x="89725" y="312760"/>
                  </a:lnTo>
                  <a:lnTo>
                    <a:pt x="94475" y="315105"/>
                  </a:lnTo>
                  <a:lnTo>
                    <a:pt x="99298" y="317298"/>
                  </a:lnTo>
                  <a:lnTo>
                    <a:pt x="104187" y="319337"/>
                  </a:lnTo>
                  <a:lnTo>
                    <a:pt x="109138" y="321220"/>
                  </a:lnTo>
                  <a:lnTo>
                    <a:pt x="114147" y="322945"/>
                  </a:lnTo>
                  <a:lnTo>
                    <a:pt x="119207" y="324511"/>
                  </a:lnTo>
                  <a:lnTo>
                    <a:pt x="124315" y="325916"/>
                  </a:lnTo>
                  <a:lnTo>
                    <a:pt x="129465" y="327158"/>
                  </a:lnTo>
                  <a:lnTo>
                    <a:pt x="134651" y="328236"/>
                  </a:lnTo>
                  <a:lnTo>
                    <a:pt x="139869" y="329150"/>
                  </a:lnTo>
                  <a:lnTo>
                    <a:pt x="145113" y="329897"/>
                  </a:lnTo>
                  <a:lnTo>
                    <a:pt x="150379" y="330478"/>
                  </a:lnTo>
                  <a:lnTo>
                    <a:pt x="155660" y="330892"/>
                  </a:lnTo>
                  <a:lnTo>
                    <a:pt x="160951" y="331139"/>
                  </a:lnTo>
                  <a:lnTo>
                    <a:pt x="166248" y="331217"/>
                  </a:lnTo>
                  <a:lnTo>
                    <a:pt x="171545" y="331128"/>
                  </a:lnTo>
                  <a:lnTo>
                    <a:pt x="176836" y="330871"/>
                  </a:lnTo>
                  <a:lnTo>
                    <a:pt x="182116" y="330446"/>
                  </a:lnTo>
                  <a:lnTo>
                    <a:pt x="187380" y="329855"/>
                  </a:lnTo>
                  <a:lnTo>
                    <a:pt x="192623" y="329097"/>
                  </a:lnTo>
                  <a:lnTo>
                    <a:pt x="197839" y="328173"/>
                  </a:lnTo>
                  <a:lnTo>
                    <a:pt x="203023" y="327084"/>
                  </a:lnTo>
                  <a:lnTo>
                    <a:pt x="208171" y="325832"/>
                  </a:lnTo>
                  <a:lnTo>
                    <a:pt x="213276" y="324417"/>
                  </a:lnTo>
                  <a:lnTo>
                    <a:pt x="218333" y="322841"/>
                  </a:lnTo>
                  <a:lnTo>
                    <a:pt x="223338" y="321106"/>
                  </a:lnTo>
                  <a:lnTo>
                    <a:pt x="228286" y="319213"/>
                  </a:lnTo>
                  <a:lnTo>
                    <a:pt x="233171" y="317164"/>
                  </a:lnTo>
                  <a:lnTo>
                    <a:pt x="237988" y="314961"/>
                  </a:lnTo>
                  <a:lnTo>
                    <a:pt x="242734" y="312607"/>
                  </a:lnTo>
                  <a:lnTo>
                    <a:pt x="247402" y="310104"/>
                  </a:lnTo>
                  <a:lnTo>
                    <a:pt x="251989" y="307454"/>
                  </a:lnTo>
                  <a:lnTo>
                    <a:pt x="256490" y="304660"/>
                  </a:lnTo>
                  <a:lnTo>
                    <a:pt x="260900" y="301725"/>
                  </a:lnTo>
                  <a:lnTo>
                    <a:pt x="265214" y="298651"/>
                  </a:lnTo>
                  <a:lnTo>
                    <a:pt x="269429" y="295443"/>
                  </a:lnTo>
                  <a:lnTo>
                    <a:pt x="273541" y="292102"/>
                  </a:lnTo>
                  <a:lnTo>
                    <a:pt x="277544" y="288633"/>
                  </a:lnTo>
                  <a:lnTo>
                    <a:pt x="281435" y="285039"/>
                  </a:lnTo>
                  <a:lnTo>
                    <a:pt x="285211" y="281323"/>
                  </a:lnTo>
                  <a:lnTo>
                    <a:pt x="288867" y="277490"/>
                  </a:lnTo>
                  <a:lnTo>
                    <a:pt x="292400" y="273542"/>
                  </a:lnTo>
                  <a:lnTo>
                    <a:pt x="295805" y="269485"/>
                  </a:lnTo>
                  <a:lnTo>
                    <a:pt x="299081" y="265322"/>
                  </a:lnTo>
                  <a:lnTo>
                    <a:pt x="302223" y="261057"/>
                  </a:lnTo>
                  <a:lnTo>
                    <a:pt x="305228" y="256694"/>
                  </a:lnTo>
                  <a:lnTo>
                    <a:pt x="308094" y="252239"/>
                  </a:lnTo>
                  <a:lnTo>
                    <a:pt x="310817" y="247695"/>
                  </a:lnTo>
                  <a:lnTo>
                    <a:pt x="313394" y="243067"/>
                  </a:lnTo>
                  <a:lnTo>
                    <a:pt x="315824" y="238360"/>
                  </a:lnTo>
                  <a:lnTo>
                    <a:pt x="318103" y="233578"/>
                  </a:lnTo>
                  <a:lnTo>
                    <a:pt x="320230" y="228726"/>
                  </a:lnTo>
                  <a:lnTo>
                    <a:pt x="322202" y="223810"/>
                  </a:lnTo>
                  <a:lnTo>
                    <a:pt x="324017" y="218833"/>
                  </a:lnTo>
                  <a:lnTo>
                    <a:pt x="325673" y="213801"/>
                  </a:lnTo>
                  <a:lnTo>
                    <a:pt x="327170" y="208720"/>
                  </a:lnTo>
                  <a:lnTo>
                    <a:pt x="328504" y="203593"/>
                  </a:lnTo>
                  <a:lnTo>
                    <a:pt x="329675" y="198427"/>
                  </a:lnTo>
                  <a:lnTo>
                    <a:pt x="330682" y="193226"/>
                  </a:lnTo>
                  <a:lnTo>
                    <a:pt x="331524" y="187996"/>
                  </a:lnTo>
                  <a:lnTo>
                    <a:pt x="332200" y="182742"/>
                  </a:lnTo>
                  <a:lnTo>
                    <a:pt x="332709" y="177469"/>
                  </a:lnTo>
                  <a:lnTo>
                    <a:pt x="333050" y="172183"/>
                  </a:lnTo>
                  <a:lnTo>
                    <a:pt x="333224" y="166889"/>
                  </a:lnTo>
                  <a:lnTo>
                    <a:pt x="333230" y="161591"/>
                  </a:lnTo>
                  <a:lnTo>
                    <a:pt x="333068" y="156296"/>
                  </a:lnTo>
                  <a:lnTo>
                    <a:pt x="332739" y="151009"/>
                  </a:lnTo>
                  <a:lnTo>
                    <a:pt x="332242" y="145735"/>
                  </a:lnTo>
                  <a:lnTo>
                    <a:pt x="331578" y="140480"/>
                  </a:lnTo>
                  <a:lnTo>
                    <a:pt x="330748" y="135248"/>
                  </a:lnTo>
                  <a:lnTo>
                    <a:pt x="329753" y="130045"/>
                  </a:lnTo>
                  <a:lnTo>
                    <a:pt x="328593" y="124876"/>
                  </a:lnTo>
                  <a:lnTo>
                    <a:pt x="327271" y="119746"/>
                  </a:lnTo>
                  <a:lnTo>
                    <a:pt x="325786" y="114661"/>
                  </a:lnTo>
                  <a:lnTo>
                    <a:pt x="324141" y="109626"/>
                  </a:lnTo>
                  <a:lnTo>
                    <a:pt x="322337" y="104645"/>
                  </a:lnTo>
                  <a:lnTo>
                    <a:pt x="320376" y="99724"/>
                  </a:lnTo>
                  <a:lnTo>
                    <a:pt x="318261" y="94868"/>
                  </a:lnTo>
                  <a:lnTo>
                    <a:pt x="315992" y="90081"/>
                  </a:lnTo>
                  <a:lnTo>
                    <a:pt x="313573" y="85368"/>
                  </a:lnTo>
                  <a:lnTo>
                    <a:pt x="311006" y="80734"/>
                  </a:lnTo>
                  <a:lnTo>
                    <a:pt x="308294" y="76184"/>
                  </a:lnTo>
                  <a:lnTo>
                    <a:pt x="305438" y="71722"/>
                  </a:lnTo>
                  <a:lnTo>
                    <a:pt x="302443" y="67353"/>
                  </a:lnTo>
                  <a:lnTo>
                    <a:pt x="299311" y="63081"/>
                  </a:lnTo>
                  <a:lnTo>
                    <a:pt x="296045" y="58910"/>
                  </a:lnTo>
                  <a:lnTo>
                    <a:pt x="292648" y="54845"/>
                  </a:lnTo>
                  <a:lnTo>
                    <a:pt x="289124" y="50890"/>
                  </a:lnTo>
                  <a:lnTo>
                    <a:pt x="285477" y="47048"/>
                  </a:lnTo>
                  <a:lnTo>
                    <a:pt x="281710" y="43324"/>
                  </a:lnTo>
                  <a:lnTo>
                    <a:pt x="277827" y="39720"/>
                  </a:lnTo>
                  <a:lnTo>
                    <a:pt x="273831" y="36242"/>
                  </a:lnTo>
                  <a:lnTo>
                    <a:pt x="269728" y="32892"/>
                  </a:lnTo>
                  <a:lnTo>
                    <a:pt x="265520" y="29674"/>
                  </a:lnTo>
                  <a:lnTo>
                    <a:pt x="261212" y="26591"/>
                  </a:lnTo>
                  <a:lnTo>
                    <a:pt x="256809" y="23646"/>
                  </a:lnTo>
                  <a:lnTo>
                    <a:pt x="252315" y="20842"/>
                  </a:lnTo>
                  <a:lnTo>
                    <a:pt x="247734" y="18181"/>
                  </a:lnTo>
                  <a:lnTo>
                    <a:pt x="243071" y="15667"/>
                  </a:lnTo>
                  <a:lnTo>
                    <a:pt x="238331" y="13302"/>
                  </a:lnTo>
                  <a:lnTo>
                    <a:pt x="233518" y="11089"/>
                  </a:lnTo>
                  <a:lnTo>
                    <a:pt x="228638" y="9029"/>
                  </a:lnTo>
                  <a:lnTo>
                    <a:pt x="223695" y="7125"/>
                  </a:lnTo>
                  <a:lnTo>
                    <a:pt x="218694" y="5378"/>
                  </a:lnTo>
                  <a:lnTo>
                    <a:pt x="213640" y="3790"/>
                  </a:lnTo>
                  <a:lnTo>
                    <a:pt x="208538" y="2364"/>
                  </a:lnTo>
                  <a:lnTo>
                    <a:pt x="203394" y="1100"/>
                  </a:lnTo>
                  <a:lnTo>
                    <a:pt x="198212" y="0"/>
                  </a:lnTo>
                  <a:lnTo>
                    <a:pt x="166081" y="164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131" cy="167167"/>
            </a:xfrm>
            <a:custGeom>
              <a:avLst/>
              <a:pathLst>
                <a:path w="32131" h="167167">
                  <a:moveTo>
                    <a:pt x="32131" y="3117"/>
                  </a:moveTo>
                  <a:lnTo>
                    <a:pt x="25762" y="1997"/>
                  </a:lnTo>
                  <a:lnTo>
                    <a:pt x="19355" y="1124"/>
                  </a:lnTo>
                  <a:lnTo>
                    <a:pt x="12920" y="500"/>
                  </a:lnTo>
                  <a:lnTo>
                    <a:pt x="6464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1958" y="1322571"/>
              <a:ext cx="76762" cy="167167"/>
            </a:xfrm>
            <a:custGeom>
              <a:avLst/>
              <a:pathLst>
                <a:path w="76762" h="167167">
                  <a:moveTo>
                    <a:pt x="76762" y="0"/>
                  </a:moveTo>
                  <a:lnTo>
                    <a:pt x="71066" y="97"/>
                  </a:lnTo>
                  <a:lnTo>
                    <a:pt x="65377" y="388"/>
                  </a:lnTo>
                  <a:lnTo>
                    <a:pt x="59701" y="872"/>
                  </a:lnTo>
                  <a:lnTo>
                    <a:pt x="54046" y="1550"/>
                  </a:lnTo>
                  <a:lnTo>
                    <a:pt x="48416" y="2420"/>
                  </a:lnTo>
                  <a:lnTo>
                    <a:pt x="42819" y="3482"/>
                  </a:lnTo>
                  <a:lnTo>
                    <a:pt x="37262" y="4733"/>
                  </a:lnTo>
                  <a:lnTo>
                    <a:pt x="31751" y="6173"/>
                  </a:lnTo>
                  <a:lnTo>
                    <a:pt x="26292" y="7800"/>
                  </a:lnTo>
                  <a:lnTo>
                    <a:pt x="20891" y="9612"/>
                  </a:lnTo>
                  <a:lnTo>
                    <a:pt x="15556" y="11607"/>
                  </a:lnTo>
                  <a:lnTo>
                    <a:pt x="10291" y="13783"/>
                  </a:lnTo>
                  <a:lnTo>
                    <a:pt x="5104" y="16137"/>
                  </a:lnTo>
                  <a:lnTo>
                    <a:pt x="0" y="18666"/>
                  </a:lnTo>
                  <a:lnTo>
                    <a:pt x="767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73" y="1341238"/>
              <a:ext cx="334297" cy="315668"/>
            </a:xfrm>
            <a:custGeom>
              <a:avLst/>
              <a:pathLst>
                <a:path w="334297" h="315668">
                  <a:moveTo>
                    <a:pt x="90385" y="0"/>
                  </a:moveTo>
                  <a:lnTo>
                    <a:pt x="85715" y="2508"/>
                  </a:lnTo>
                  <a:lnTo>
                    <a:pt x="81126" y="5164"/>
                  </a:lnTo>
                  <a:lnTo>
                    <a:pt x="76625" y="7963"/>
                  </a:lnTo>
                  <a:lnTo>
                    <a:pt x="72214" y="10904"/>
                  </a:lnTo>
                  <a:lnTo>
                    <a:pt x="67899" y="13984"/>
                  </a:lnTo>
                  <a:lnTo>
                    <a:pt x="63684" y="17198"/>
                  </a:lnTo>
                  <a:lnTo>
                    <a:pt x="59572" y="20545"/>
                  </a:lnTo>
                  <a:lnTo>
                    <a:pt x="55569" y="24020"/>
                  </a:lnTo>
                  <a:lnTo>
                    <a:pt x="51678" y="27621"/>
                  </a:lnTo>
                  <a:lnTo>
                    <a:pt x="47903" y="31343"/>
                  </a:lnTo>
                  <a:lnTo>
                    <a:pt x="44248" y="35183"/>
                  </a:lnTo>
                  <a:lnTo>
                    <a:pt x="40717" y="39137"/>
                  </a:lnTo>
                  <a:lnTo>
                    <a:pt x="37313" y="43200"/>
                  </a:lnTo>
                  <a:lnTo>
                    <a:pt x="34039" y="47370"/>
                  </a:lnTo>
                  <a:lnTo>
                    <a:pt x="30900" y="51642"/>
                  </a:lnTo>
                  <a:lnTo>
                    <a:pt x="27897" y="56011"/>
                  </a:lnTo>
                  <a:lnTo>
                    <a:pt x="25034" y="60472"/>
                  </a:lnTo>
                  <a:lnTo>
                    <a:pt x="22314" y="65023"/>
                  </a:lnTo>
                  <a:lnTo>
                    <a:pt x="19740" y="69657"/>
                  </a:lnTo>
                  <a:lnTo>
                    <a:pt x="17315" y="74371"/>
                  </a:lnTo>
                  <a:lnTo>
                    <a:pt x="15039" y="79159"/>
                  </a:lnTo>
                  <a:lnTo>
                    <a:pt x="12917" y="84017"/>
                  </a:lnTo>
                  <a:lnTo>
                    <a:pt x="10950" y="88940"/>
                  </a:lnTo>
                  <a:lnTo>
                    <a:pt x="9140" y="93922"/>
                  </a:lnTo>
                  <a:lnTo>
                    <a:pt x="7489" y="98960"/>
                  </a:lnTo>
                  <a:lnTo>
                    <a:pt x="5998" y="104047"/>
                  </a:lnTo>
                  <a:lnTo>
                    <a:pt x="4670" y="109179"/>
                  </a:lnTo>
                  <a:lnTo>
                    <a:pt x="3505" y="114351"/>
                  </a:lnTo>
                  <a:lnTo>
                    <a:pt x="2504" y="119557"/>
                  </a:lnTo>
                  <a:lnTo>
                    <a:pt x="1669" y="124792"/>
                  </a:lnTo>
                  <a:lnTo>
                    <a:pt x="1001" y="130051"/>
                  </a:lnTo>
                  <a:lnTo>
                    <a:pt x="499" y="135329"/>
                  </a:lnTo>
                  <a:lnTo>
                    <a:pt x="165" y="140619"/>
                  </a:lnTo>
                  <a:lnTo>
                    <a:pt x="0" y="145918"/>
                  </a:lnTo>
                  <a:lnTo>
                    <a:pt x="2" y="151219"/>
                  </a:lnTo>
                  <a:lnTo>
                    <a:pt x="172" y="156518"/>
                  </a:lnTo>
                  <a:lnTo>
                    <a:pt x="510" y="161808"/>
                  </a:lnTo>
                  <a:lnTo>
                    <a:pt x="1016" y="167085"/>
                  </a:lnTo>
                  <a:lnTo>
                    <a:pt x="1689" y="172344"/>
                  </a:lnTo>
                  <a:lnTo>
                    <a:pt x="2528" y="177578"/>
                  </a:lnTo>
                  <a:lnTo>
                    <a:pt x="3533" y="182783"/>
                  </a:lnTo>
                  <a:lnTo>
                    <a:pt x="4702" y="187954"/>
                  </a:lnTo>
                  <a:lnTo>
                    <a:pt x="6035" y="193085"/>
                  </a:lnTo>
                  <a:lnTo>
                    <a:pt x="7529" y="198171"/>
                  </a:lnTo>
                  <a:lnTo>
                    <a:pt x="9185" y="203207"/>
                  </a:lnTo>
                  <a:lnTo>
                    <a:pt x="10999" y="208188"/>
                  </a:lnTo>
                  <a:lnTo>
                    <a:pt x="12970" y="213110"/>
                  </a:lnTo>
                  <a:lnTo>
                    <a:pt x="15096" y="217966"/>
                  </a:lnTo>
                  <a:lnTo>
                    <a:pt x="17375" y="222752"/>
                  </a:lnTo>
                  <a:lnTo>
                    <a:pt x="19805" y="227464"/>
                  </a:lnTo>
                  <a:lnTo>
                    <a:pt x="22383" y="232096"/>
                  </a:lnTo>
                  <a:lnTo>
                    <a:pt x="25106" y="236644"/>
                  </a:lnTo>
                  <a:lnTo>
                    <a:pt x="27972" y="241104"/>
                  </a:lnTo>
                  <a:lnTo>
                    <a:pt x="30979" y="245470"/>
                  </a:lnTo>
                  <a:lnTo>
                    <a:pt x="34122" y="249739"/>
                  </a:lnTo>
                  <a:lnTo>
                    <a:pt x="37399" y="253906"/>
                  </a:lnTo>
                  <a:lnTo>
                    <a:pt x="40806" y="257967"/>
                  </a:lnTo>
                  <a:lnTo>
                    <a:pt x="44341" y="261918"/>
                  </a:lnTo>
                  <a:lnTo>
                    <a:pt x="47999" y="265755"/>
                  </a:lnTo>
                  <a:lnTo>
                    <a:pt x="51777" y="269474"/>
                  </a:lnTo>
                  <a:lnTo>
                    <a:pt x="55671" y="273071"/>
                  </a:lnTo>
                  <a:lnTo>
                    <a:pt x="59677" y="276544"/>
                  </a:lnTo>
                  <a:lnTo>
                    <a:pt x="63791" y="279887"/>
                  </a:lnTo>
                  <a:lnTo>
                    <a:pt x="68009" y="283098"/>
                  </a:lnTo>
                  <a:lnTo>
                    <a:pt x="72326" y="286174"/>
                  </a:lnTo>
                  <a:lnTo>
                    <a:pt x="76739" y="289111"/>
                  </a:lnTo>
                  <a:lnTo>
                    <a:pt x="81243" y="291907"/>
                  </a:lnTo>
                  <a:lnTo>
                    <a:pt x="85834" y="294559"/>
                  </a:lnTo>
                  <a:lnTo>
                    <a:pt x="90506" y="297064"/>
                  </a:lnTo>
                  <a:lnTo>
                    <a:pt x="95255" y="299419"/>
                  </a:lnTo>
                  <a:lnTo>
                    <a:pt x="100077" y="301623"/>
                  </a:lnTo>
                  <a:lnTo>
                    <a:pt x="104966" y="303673"/>
                  </a:lnTo>
                  <a:lnTo>
                    <a:pt x="109917" y="305566"/>
                  </a:lnTo>
                  <a:lnTo>
                    <a:pt x="114926" y="307302"/>
                  </a:lnTo>
                  <a:lnTo>
                    <a:pt x="119988" y="308878"/>
                  </a:lnTo>
                  <a:lnTo>
                    <a:pt x="125097" y="310293"/>
                  </a:lnTo>
                  <a:lnTo>
                    <a:pt x="130248" y="311545"/>
                  </a:lnTo>
                  <a:lnTo>
                    <a:pt x="135436" y="312633"/>
                  </a:lnTo>
                  <a:lnTo>
                    <a:pt x="140657" y="313556"/>
                  </a:lnTo>
                  <a:lnTo>
                    <a:pt x="145904" y="314313"/>
                  </a:lnTo>
                  <a:lnTo>
                    <a:pt x="151172" y="314903"/>
                  </a:lnTo>
                  <a:lnTo>
                    <a:pt x="156456" y="315326"/>
                  </a:lnTo>
                  <a:lnTo>
                    <a:pt x="161751" y="315581"/>
                  </a:lnTo>
                  <a:lnTo>
                    <a:pt x="167052" y="315668"/>
                  </a:lnTo>
                  <a:lnTo>
                    <a:pt x="172352" y="315587"/>
                  </a:lnTo>
                  <a:lnTo>
                    <a:pt x="177648" y="315338"/>
                  </a:lnTo>
                  <a:lnTo>
                    <a:pt x="182933" y="314921"/>
                  </a:lnTo>
                  <a:lnTo>
                    <a:pt x="188202" y="314337"/>
                  </a:lnTo>
                  <a:lnTo>
                    <a:pt x="193449" y="313586"/>
                  </a:lnTo>
                  <a:lnTo>
                    <a:pt x="198671" y="312669"/>
                  </a:lnTo>
                  <a:lnTo>
                    <a:pt x="203860" y="311586"/>
                  </a:lnTo>
                  <a:lnTo>
                    <a:pt x="209013" y="310340"/>
                  </a:lnTo>
                  <a:lnTo>
                    <a:pt x="214124" y="308931"/>
                  </a:lnTo>
                  <a:lnTo>
                    <a:pt x="219187" y="307361"/>
                  </a:lnTo>
                  <a:lnTo>
                    <a:pt x="224198" y="305631"/>
                  </a:lnTo>
                  <a:lnTo>
                    <a:pt x="229152" y="303743"/>
                  </a:lnTo>
                  <a:lnTo>
                    <a:pt x="234043" y="301699"/>
                  </a:lnTo>
                  <a:lnTo>
                    <a:pt x="238867" y="299501"/>
                  </a:lnTo>
                  <a:lnTo>
                    <a:pt x="243619" y="297151"/>
                  </a:lnTo>
                  <a:lnTo>
                    <a:pt x="248294" y="294651"/>
                  </a:lnTo>
                  <a:lnTo>
                    <a:pt x="252887" y="292005"/>
                  </a:lnTo>
                  <a:lnTo>
                    <a:pt x="257395" y="289214"/>
                  </a:lnTo>
                  <a:lnTo>
                    <a:pt x="261811" y="286282"/>
                  </a:lnTo>
                  <a:lnTo>
                    <a:pt x="266132" y="283211"/>
                  </a:lnTo>
                  <a:lnTo>
                    <a:pt x="270354" y="280004"/>
                  </a:lnTo>
                  <a:lnTo>
                    <a:pt x="274472" y="276666"/>
                  </a:lnTo>
                  <a:lnTo>
                    <a:pt x="278482" y="273198"/>
                  </a:lnTo>
                  <a:lnTo>
                    <a:pt x="282380" y="269605"/>
                  </a:lnTo>
                  <a:lnTo>
                    <a:pt x="286162" y="265891"/>
                  </a:lnTo>
                  <a:lnTo>
                    <a:pt x="289824" y="262058"/>
                  </a:lnTo>
                  <a:lnTo>
                    <a:pt x="293363" y="258111"/>
                  </a:lnTo>
                  <a:lnTo>
                    <a:pt x="296775" y="254054"/>
                  </a:lnTo>
                  <a:lnTo>
                    <a:pt x="300057" y="249890"/>
                  </a:lnTo>
                  <a:lnTo>
                    <a:pt x="303205" y="245625"/>
                  </a:lnTo>
                  <a:lnTo>
                    <a:pt x="306216" y="241262"/>
                  </a:lnTo>
                  <a:lnTo>
                    <a:pt x="309088" y="236806"/>
                  </a:lnTo>
                  <a:lnTo>
                    <a:pt x="311816" y="232261"/>
                  </a:lnTo>
                  <a:lnTo>
                    <a:pt x="314399" y="227631"/>
                  </a:lnTo>
                  <a:lnTo>
                    <a:pt x="316834" y="222922"/>
                  </a:lnTo>
                  <a:lnTo>
                    <a:pt x="319119" y="218139"/>
                  </a:lnTo>
                  <a:lnTo>
                    <a:pt x="321251" y="213285"/>
                  </a:lnTo>
                  <a:lnTo>
                    <a:pt x="323227" y="208366"/>
                  </a:lnTo>
                  <a:lnTo>
                    <a:pt x="325047" y="203387"/>
                  </a:lnTo>
                  <a:lnTo>
                    <a:pt x="326708" y="198353"/>
                  </a:lnTo>
                  <a:lnTo>
                    <a:pt x="328208" y="193268"/>
                  </a:lnTo>
                  <a:lnTo>
                    <a:pt x="329547" y="188139"/>
                  </a:lnTo>
                  <a:lnTo>
                    <a:pt x="330722" y="182969"/>
                  </a:lnTo>
                  <a:lnTo>
                    <a:pt x="331733" y="177765"/>
                  </a:lnTo>
                  <a:lnTo>
                    <a:pt x="332578" y="172532"/>
                  </a:lnTo>
                  <a:lnTo>
                    <a:pt x="333257" y="167274"/>
                  </a:lnTo>
                  <a:lnTo>
                    <a:pt x="333769" y="161998"/>
                  </a:lnTo>
                  <a:lnTo>
                    <a:pt x="334113" y="156708"/>
                  </a:lnTo>
                  <a:lnTo>
                    <a:pt x="334289" y="151409"/>
                  </a:lnTo>
                  <a:lnTo>
                    <a:pt x="334297" y="146108"/>
                  </a:lnTo>
                  <a:lnTo>
                    <a:pt x="334137" y="140809"/>
                  </a:lnTo>
                  <a:lnTo>
                    <a:pt x="333810" y="135518"/>
                  </a:lnTo>
                  <a:lnTo>
                    <a:pt x="333314" y="130240"/>
                  </a:lnTo>
                  <a:lnTo>
                    <a:pt x="332652" y="124980"/>
                  </a:lnTo>
                  <a:lnTo>
                    <a:pt x="331823" y="119744"/>
                  </a:lnTo>
                  <a:lnTo>
                    <a:pt x="330828" y="114537"/>
                  </a:lnTo>
                  <a:lnTo>
                    <a:pt x="329669" y="109364"/>
                  </a:lnTo>
                  <a:lnTo>
                    <a:pt x="328346" y="104231"/>
                  </a:lnTo>
                  <a:lnTo>
                    <a:pt x="326861" y="99142"/>
                  </a:lnTo>
                  <a:lnTo>
                    <a:pt x="325216" y="94102"/>
                  </a:lnTo>
                  <a:lnTo>
                    <a:pt x="323412" y="89118"/>
                  </a:lnTo>
                  <a:lnTo>
                    <a:pt x="321450" y="84193"/>
                  </a:lnTo>
                  <a:lnTo>
                    <a:pt x="319333" y="79332"/>
                  </a:lnTo>
                  <a:lnTo>
                    <a:pt x="317064" y="74541"/>
                  </a:lnTo>
                  <a:lnTo>
                    <a:pt x="314643" y="69825"/>
                  </a:lnTo>
                  <a:lnTo>
                    <a:pt x="312074" y="65188"/>
                  </a:lnTo>
                  <a:lnTo>
                    <a:pt x="309360" y="60634"/>
                  </a:lnTo>
                  <a:lnTo>
                    <a:pt x="306502" y="56169"/>
                  </a:lnTo>
                  <a:lnTo>
                    <a:pt x="303505" y="51797"/>
                  </a:lnTo>
                  <a:lnTo>
                    <a:pt x="300370" y="47522"/>
                  </a:lnTo>
                  <a:lnTo>
                    <a:pt x="297101" y="43348"/>
                  </a:lnTo>
                  <a:lnTo>
                    <a:pt x="293701" y="39281"/>
                  </a:lnTo>
                  <a:lnTo>
                    <a:pt x="290174" y="35323"/>
                  </a:lnTo>
                  <a:lnTo>
                    <a:pt x="167147" y="1485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123027" cy="167167"/>
            </a:xfrm>
            <a:custGeom>
              <a:avLst/>
              <a:pathLst>
                <a:path w="123027" h="167167">
                  <a:moveTo>
                    <a:pt x="123027" y="53989"/>
                  </a:moveTo>
                  <a:lnTo>
                    <a:pt x="119216" y="49982"/>
                  </a:lnTo>
                  <a:lnTo>
                    <a:pt x="115275" y="46103"/>
                  </a:lnTo>
                  <a:lnTo>
                    <a:pt x="111207" y="42356"/>
                  </a:lnTo>
                  <a:lnTo>
                    <a:pt x="107018" y="38746"/>
                  </a:lnTo>
                  <a:lnTo>
                    <a:pt x="102712" y="35276"/>
                  </a:lnTo>
                  <a:lnTo>
                    <a:pt x="98293" y="31951"/>
                  </a:lnTo>
                  <a:lnTo>
                    <a:pt x="93767" y="28774"/>
                  </a:lnTo>
                  <a:lnTo>
                    <a:pt x="89138" y="25748"/>
                  </a:lnTo>
                  <a:lnTo>
                    <a:pt x="84411" y="22877"/>
                  </a:lnTo>
                  <a:lnTo>
                    <a:pt x="79592" y="20164"/>
                  </a:lnTo>
                  <a:lnTo>
                    <a:pt x="74686" y="17612"/>
                  </a:lnTo>
                  <a:lnTo>
                    <a:pt x="69699" y="15223"/>
                  </a:lnTo>
                  <a:lnTo>
                    <a:pt x="64635" y="13001"/>
                  </a:lnTo>
                  <a:lnTo>
                    <a:pt x="59500" y="10947"/>
                  </a:lnTo>
                  <a:lnTo>
                    <a:pt x="54300" y="9064"/>
                  </a:lnTo>
                  <a:lnTo>
                    <a:pt x="49041" y="7355"/>
                  </a:lnTo>
                  <a:lnTo>
                    <a:pt x="43728" y="5820"/>
                  </a:lnTo>
                  <a:lnTo>
                    <a:pt x="38367" y="4462"/>
                  </a:lnTo>
                  <a:lnTo>
                    <a:pt x="32964" y="3282"/>
                  </a:lnTo>
                  <a:lnTo>
                    <a:pt x="27526" y="2281"/>
                  </a:lnTo>
                  <a:lnTo>
                    <a:pt x="22057" y="1461"/>
                  </a:lnTo>
                  <a:lnTo>
                    <a:pt x="16563" y="822"/>
                  </a:lnTo>
                  <a:lnTo>
                    <a:pt x="11052" y="365"/>
                  </a:lnTo>
                  <a:lnTo>
                    <a:pt x="5529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1393" y="1681503"/>
              <a:ext cx="5131" cy="167167"/>
            </a:xfrm>
            <a:custGeom>
              <a:avLst/>
              <a:pathLst>
                <a:path w="5131" h="167167">
                  <a:moveTo>
                    <a:pt x="5131" y="0"/>
                  </a:moveTo>
                  <a:lnTo>
                    <a:pt x="0" y="78"/>
                  </a:lnTo>
                  <a:lnTo>
                    <a:pt x="513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393" y="1681582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9493" y="1681582"/>
              <a:ext cx="137031" cy="167088"/>
            </a:xfrm>
            <a:custGeom>
              <a:avLst/>
              <a:pathLst>
                <a:path w="137031" h="167088">
                  <a:moveTo>
                    <a:pt x="131899" y="0"/>
                  </a:moveTo>
                  <a:lnTo>
                    <a:pt x="126352" y="262"/>
                  </a:lnTo>
                  <a:lnTo>
                    <a:pt x="120817" y="709"/>
                  </a:lnTo>
                  <a:lnTo>
                    <a:pt x="115299" y="1339"/>
                  </a:lnTo>
                  <a:lnTo>
                    <a:pt x="109805" y="2153"/>
                  </a:lnTo>
                  <a:lnTo>
                    <a:pt x="104342" y="3148"/>
                  </a:lnTo>
                  <a:lnTo>
                    <a:pt x="98914" y="4324"/>
                  </a:lnTo>
                  <a:lnTo>
                    <a:pt x="93529" y="5680"/>
                  </a:lnTo>
                  <a:lnTo>
                    <a:pt x="88192" y="7214"/>
                  </a:lnTo>
                  <a:lnTo>
                    <a:pt x="82908" y="8925"/>
                  </a:lnTo>
                  <a:lnTo>
                    <a:pt x="77685" y="10810"/>
                  </a:lnTo>
                  <a:lnTo>
                    <a:pt x="72526" y="12867"/>
                  </a:lnTo>
                  <a:lnTo>
                    <a:pt x="67439" y="15095"/>
                  </a:lnTo>
                  <a:lnTo>
                    <a:pt x="62429" y="17490"/>
                  </a:lnTo>
                  <a:lnTo>
                    <a:pt x="57501" y="20051"/>
                  </a:lnTo>
                  <a:lnTo>
                    <a:pt x="52661" y="22774"/>
                  </a:lnTo>
                  <a:lnTo>
                    <a:pt x="47914" y="25656"/>
                  </a:lnTo>
                  <a:lnTo>
                    <a:pt x="43265" y="28694"/>
                  </a:lnTo>
                  <a:lnTo>
                    <a:pt x="38720" y="31885"/>
                  </a:lnTo>
                  <a:lnTo>
                    <a:pt x="34283" y="35225"/>
                  </a:lnTo>
                  <a:lnTo>
                    <a:pt x="29960" y="38711"/>
                  </a:lnTo>
                  <a:lnTo>
                    <a:pt x="25755" y="42338"/>
                  </a:lnTo>
                  <a:lnTo>
                    <a:pt x="21672" y="46103"/>
                  </a:lnTo>
                  <a:lnTo>
                    <a:pt x="17717" y="50001"/>
                  </a:lnTo>
                  <a:lnTo>
                    <a:pt x="13894" y="54029"/>
                  </a:lnTo>
                  <a:lnTo>
                    <a:pt x="10207" y="58182"/>
                  </a:lnTo>
                  <a:lnTo>
                    <a:pt x="6659" y="62454"/>
                  </a:lnTo>
                  <a:lnTo>
                    <a:pt x="3255" y="66843"/>
                  </a:lnTo>
                  <a:lnTo>
                    <a:pt x="0" y="71342"/>
                  </a:lnTo>
                  <a:lnTo>
                    <a:pt x="137031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2" y="1681503"/>
              <a:ext cx="334315" cy="334332"/>
            </a:xfrm>
            <a:custGeom>
              <a:avLst/>
              <a:pathLst>
                <a:path w="334315" h="334332">
                  <a:moveTo>
                    <a:pt x="30131" y="71420"/>
                  </a:moveTo>
                  <a:lnTo>
                    <a:pt x="27167" y="75809"/>
                  </a:lnTo>
                  <a:lnTo>
                    <a:pt x="24343" y="80289"/>
                  </a:lnTo>
                  <a:lnTo>
                    <a:pt x="21663" y="84856"/>
                  </a:lnTo>
                  <a:lnTo>
                    <a:pt x="19129" y="89506"/>
                  </a:lnTo>
                  <a:lnTo>
                    <a:pt x="16743" y="94234"/>
                  </a:lnTo>
                  <a:lnTo>
                    <a:pt x="14508" y="99035"/>
                  </a:lnTo>
                  <a:lnTo>
                    <a:pt x="12427" y="103905"/>
                  </a:lnTo>
                  <a:lnTo>
                    <a:pt x="10501" y="108838"/>
                  </a:lnTo>
                  <a:lnTo>
                    <a:pt x="8732" y="113829"/>
                  </a:lnTo>
                  <a:lnTo>
                    <a:pt x="7122" y="118874"/>
                  </a:lnTo>
                  <a:lnTo>
                    <a:pt x="5672" y="123968"/>
                  </a:lnTo>
                  <a:lnTo>
                    <a:pt x="4385" y="129104"/>
                  </a:lnTo>
                  <a:lnTo>
                    <a:pt x="3261" y="134279"/>
                  </a:lnTo>
                  <a:lnTo>
                    <a:pt x="2302" y="139487"/>
                  </a:lnTo>
                  <a:lnTo>
                    <a:pt x="1508" y="144723"/>
                  </a:lnTo>
                  <a:lnTo>
                    <a:pt x="880" y="149981"/>
                  </a:lnTo>
                  <a:lnTo>
                    <a:pt x="419" y="155257"/>
                  </a:lnTo>
                  <a:lnTo>
                    <a:pt x="125" y="160545"/>
                  </a:lnTo>
                  <a:lnTo>
                    <a:pt x="0" y="165839"/>
                  </a:lnTo>
                  <a:lnTo>
                    <a:pt x="41" y="171134"/>
                  </a:lnTo>
                  <a:lnTo>
                    <a:pt x="251" y="176426"/>
                  </a:lnTo>
                  <a:lnTo>
                    <a:pt x="628" y="181708"/>
                  </a:lnTo>
                  <a:lnTo>
                    <a:pt x="1172" y="186976"/>
                  </a:lnTo>
                  <a:lnTo>
                    <a:pt x="1883" y="192223"/>
                  </a:lnTo>
                  <a:lnTo>
                    <a:pt x="2759" y="197446"/>
                  </a:lnTo>
                  <a:lnTo>
                    <a:pt x="3801" y="202638"/>
                  </a:lnTo>
                  <a:lnTo>
                    <a:pt x="5006" y="207795"/>
                  </a:lnTo>
                  <a:lnTo>
                    <a:pt x="6375" y="212911"/>
                  </a:lnTo>
                  <a:lnTo>
                    <a:pt x="7904" y="217981"/>
                  </a:lnTo>
                  <a:lnTo>
                    <a:pt x="9594" y="223000"/>
                  </a:lnTo>
                  <a:lnTo>
                    <a:pt x="11441" y="227962"/>
                  </a:lnTo>
                  <a:lnTo>
                    <a:pt x="13445" y="232864"/>
                  </a:lnTo>
                  <a:lnTo>
                    <a:pt x="15603" y="237700"/>
                  </a:lnTo>
                  <a:lnTo>
                    <a:pt x="17913" y="242466"/>
                  </a:lnTo>
                  <a:lnTo>
                    <a:pt x="20373" y="247155"/>
                  </a:lnTo>
                  <a:lnTo>
                    <a:pt x="22981" y="251764"/>
                  </a:lnTo>
                  <a:lnTo>
                    <a:pt x="25732" y="256289"/>
                  </a:lnTo>
                  <a:lnTo>
                    <a:pt x="28626" y="260724"/>
                  </a:lnTo>
                  <a:lnTo>
                    <a:pt x="31659" y="265065"/>
                  </a:lnTo>
                  <a:lnTo>
                    <a:pt x="34828" y="269308"/>
                  </a:lnTo>
                  <a:lnTo>
                    <a:pt x="38130" y="273448"/>
                  </a:lnTo>
                  <a:lnTo>
                    <a:pt x="41561" y="277482"/>
                  </a:lnTo>
                  <a:lnTo>
                    <a:pt x="45118" y="281405"/>
                  </a:lnTo>
                  <a:lnTo>
                    <a:pt x="48798" y="285214"/>
                  </a:lnTo>
                  <a:lnTo>
                    <a:pt x="52596" y="288903"/>
                  </a:lnTo>
                  <a:lnTo>
                    <a:pt x="56510" y="292471"/>
                  </a:lnTo>
                  <a:lnTo>
                    <a:pt x="60534" y="295913"/>
                  </a:lnTo>
                  <a:lnTo>
                    <a:pt x="64666" y="299226"/>
                  </a:lnTo>
                  <a:lnTo>
                    <a:pt x="68900" y="302406"/>
                  </a:lnTo>
                  <a:lnTo>
                    <a:pt x="73233" y="305451"/>
                  </a:lnTo>
                  <a:lnTo>
                    <a:pt x="77661" y="308357"/>
                  </a:lnTo>
                  <a:lnTo>
                    <a:pt x="82178" y="311121"/>
                  </a:lnTo>
                  <a:lnTo>
                    <a:pt x="86780" y="313740"/>
                  </a:lnTo>
                  <a:lnTo>
                    <a:pt x="91463" y="316213"/>
                  </a:lnTo>
                  <a:lnTo>
                    <a:pt x="96222" y="318536"/>
                  </a:lnTo>
                  <a:lnTo>
                    <a:pt x="101052" y="320707"/>
                  </a:lnTo>
                  <a:lnTo>
                    <a:pt x="105949" y="322724"/>
                  </a:lnTo>
                  <a:lnTo>
                    <a:pt x="110907" y="324585"/>
                  </a:lnTo>
                  <a:lnTo>
                    <a:pt x="115921" y="326287"/>
                  </a:lnTo>
                  <a:lnTo>
                    <a:pt x="120987" y="327831"/>
                  </a:lnTo>
                  <a:lnTo>
                    <a:pt x="126099" y="329213"/>
                  </a:lnTo>
                  <a:lnTo>
                    <a:pt x="131252" y="330432"/>
                  </a:lnTo>
                  <a:lnTo>
                    <a:pt x="136442" y="331487"/>
                  </a:lnTo>
                  <a:lnTo>
                    <a:pt x="141662" y="332378"/>
                  </a:lnTo>
                  <a:lnTo>
                    <a:pt x="146908" y="333103"/>
                  </a:lnTo>
                  <a:lnTo>
                    <a:pt x="152174" y="333661"/>
                  </a:lnTo>
                  <a:lnTo>
                    <a:pt x="157455" y="334052"/>
                  </a:lnTo>
                  <a:lnTo>
                    <a:pt x="162746" y="334276"/>
                  </a:lnTo>
                  <a:lnTo>
                    <a:pt x="168041" y="334332"/>
                  </a:lnTo>
                  <a:lnTo>
                    <a:pt x="173336" y="334220"/>
                  </a:lnTo>
                  <a:lnTo>
                    <a:pt x="178624" y="333941"/>
                  </a:lnTo>
                  <a:lnTo>
                    <a:pt x="183901" y="333494"/>
                  </a:lnTo>
                  <a:lnTo>
                    <a:pt x="189161" y="332881"/>
                  </a:lnTo>
                  <a:lnTo>
                    <a:pt x="194399" y="332101"/>
                  </a:lnTo>
                  <a:lnTo>
                    <a:pt x="199609" y="331155"/>
                  </a:lnTo>
                  <a:lnTo>
                    <a:pt x="204787" y="330045"/>
                  </a:lnTo>
                  <a:lnTo>
                    <a:pt x="209928" y="328771"/>
                  </a:lnTo>
                  <a:lnTo>
                    <a:pt x="215025" y="327336"/>
                  </a:lnTo>
                  <a:lnTo>
                    <a:pt x="220074" y="325739"/>
                  </a:lnTo>
                  <a:lnTo>
                    <a:pt x="225071" y="323984"/>
                  </a:lnTo>
                  <a:lnTo>
                    <a:pt x="230009" y="322071"/>
                  </a:lnTo>
                  <a:lnTo>
                    <a:pt x="234884" y="320002"/>
                  </a:lnTo>
                  <a:lnTo>
                    <a:pt x="239691" y="317781"/>
                  </a:lnTo>
                  <a:lnTo>
                    <a:pt x="244425" y="315408"/>
                  </a:lnTo>
                  <a:lnTo>
                    <a:pt x="249082" y="312886"/>
                  </a:lnTo>
                  <a:lnTo>
                    <a:pt x="253656" y="310218"/>
                  </a:lnTo>
                  <a:lnTo>
                    <a:pt x="258144" y="307407"/>
                  </a:lnTo>
                  <a:lnTo>
                    <a:pt x="262540" y="304454"/>
                  </a:lnTo>
                  <a:lnTo>
                    <a:pt x="266841" y="301364"/>
                  </a:lnTo>
                  <a:lnTo>
                    <a:pt x="271042" y="298140"/>
                  </a:lnTo>
                  <a:lnTo>
                    <a:pt x="275138" y="294784"/>
                  </a:lnTo>
                  <a:lnTo>
                    <a:pt x="279126" y="291300"/>
                  </a:lnTo>
                  <a:lnTo>
                    <a:pt x="283002" y="287691"/>
                  </a:lnTo>
                  <a:lnTo>
                    <a:pt x="286761" y="283961"/>
                  </a:lnTo>
                  <a:lnTo>
                    <a:pt x="290401" y="280114"/>
                  </a:lnTo>
                  <a:lnTo>
                    <a:pt x="293916" y="276154"/>
                  </a:lnTo>
                  <a:lnTo>
                    <a:pt x="297305" y="272084"/>
                  </a:lnTo>
                  <a:lnTo>
                    <a:pt x="300563" y="267909"/>
                  </a:lnTo>
                  <a:lnTo>
                    <a:pt x="303687" y="263633"/>
                  </a:lnTo>
                  <a:lnTo>
                    <a:pt x="306674" y="259261"/>
                  </a:lnTo>
                  <a:lnTo>
                    <a:pt x="309521" y="254795"/>
                  </a:lnTo>
                  <a:lnTo>
                    <a:pt x="312225" y="250242"/>
                  </a:lnTo>
                  <a:lnTo>
                    <a:pt x="314784" y="245606"/>
                  </a:lnTo>
                  <a:lnTo>
                    <a:pt x="317194" y="240890"/>
                  </a:lnTo>
                  <a:lnTo>
                    <a:pt x="319454" y="236101"/>
                  </a:lnTo>
                  <a:lnTo>
                    <a:pt x="321561" y="231243"/>
                  </a:lnTo>
                  <a:lnTo>
                    <a:pt x="323513" y="226320"/>
                  </a:lnTo>
                  <a:lnTo>
                    <a:pt x="325309" y="221338"/>
                  </a:lnTo>
                  <a:lnTo>
                    <a:pt x="326945" y="216301"/>
                  </a:lnTo>
                  <a:lnTo>
                    <a:pt x="328421" y="211216"/>
                  </a:lnTo>
                  <a:lnTo>
                    <a:pt x="329736" y="206086"/>
                  </a:lnTo>
                  <a:lnTo>
                    <a:pt x="330887" y="200917"/>
                  </a:lnTo>
                  <a:lnTo>
                    <a:pt x="331874" y="195714"/>
                  </a:lnTo>
                  <a:lnTo>
                    <a:pt x="332695" y="190482"/>
                  </a:lnTo>
                  <a:lnTo>
                    <a:pt x="333351" y="185227"/>
                  </a:lnTo>
                  <a:lnTo>
                    <a:pt x="333839" y="179954"/>
                  </a:lnTo>
                  <a:lnTo>
                    <a:pt x="334161" y="174668"/>
                  </a:lnTo>
                  <a:lnTo>
                    <a:pt x="334315" y="169375"/>
                  </a:lnTo>
                  <a:lnTo>
                    <a:pt x="334301" y="164079"/>
                  </a:lnTo>
                  <a:lnTo>
                    <a:pt x="334119" y="158787"/>
                  </a:lnTo>
                  <a:lnTo>
                    <a:pt x="333770" y="153503"/>
                  </a:lnTo>
                  <a:lnTo>
                    <a:pt x="333253" y="148232"/>
                  </a:lnTo>
                  <a:lnTo>
                    <a:pt x="332570" y="142981"/>
                  </a:lnTo>
                  <a:lnTo>
                    <a:pt x="331721" y="137754"/>
                  </a:lnTo>
                  <a:lnTo>
                    <a:pt x="330707" y="132556"/>
                  </a:lnTo>
                  <a:lnTo>
                    <a:pt x="329529" y="127393"/>
                  </a:lnTo>
                  <a:lnTo>
                    <a:pt x="328187" y="122270"/>
                  </a:lnTo>
                  <a:lnTo>
                    <a:pt x="326684" y="117192"/>
                  </a:lnTo>
                  <a:lnTo>
                    <a:pt x="325021" y="112164"/>
                  </a:lnTo>
                  <a:lnTo>
                    <a:pt x="323200" y="107192"/>
                  </a:lnTo>
                  <a:lnTo>
                    <a:pt x="321222" y="102279"/>
                  </a:lnTo>
                  <a:lnTo>
                    <a:pt x="319089" y="97432"/>
                  </a:lnTo>
                  <a:lnTo>
                    <a:pt x="316804" y="92655"/>
                  </a:lnTo>
                  <a:lnTo>
                    <a:pt x="314369" y="87952"/>
                  </a:lnTo>
                  <a:lnTo>
                    <a:pt x="311786" y="83329"/>
                  </a:lnTo>
                  <a:lnTo>
                    <a:pt x="309058" y="78790"/>
                  </a:lnTo>
                  <a:lnTo>
                    <a:pt x="306187" y="74340"/>
                  </a:lnTo>
                  <a:lnTo>
                    <a:pt x="303177" y="69983"/>
                  </a:lnTo>
                  <a:lnTo>
                    <a:pt x="300031" y="65724"/>
                  </a:lnTo>
                  <a:lnTo>
                    <a:pt x="296751" y="61566"/>
                  </a:lnTo>
                  <a:lnTo>
                    <a:pt x="293341" y="57514"/>
                  </a:lnTo>
                  <a:lnTo>
                    <a:pt x="289805" y="53573"/>
                  </a:lnTo>
                  <a:lnTo>
                    <a:pt x="286145" y="49745"/>
                  </a:lnTo>
                  <a:lnTo>
                    <a:pt x="282366" y="46035"/>
                  </a:lnTo>
                  <a:lnTo>
                    <a:pt x="278471" y="42447"/>
                  </a:lnTo>
                  <a:lnTo>
                    <a:pt x="274465" y="38984"/>
                  </a:lnTo>
                  <a:lnTo>
                    <a:pt x="270351" y="35649"/>
                  </a:lnTo>
                  <a:lnTo>
                    <a:pt x="266133" y="32447"/>
                  </a:lnTo>
                  <a:lnTo>
                    <a:pt x="261816" y="29379"/>
                  </a:lnTo>
                  <a:lnTo>
                    <a:pt x="257405" y="26450"/>
                  </a:lnTo>
                  <a:lnTo>
                    <a:pt x="252902" y="23663"/>
                  </a:lnTo>
                  <a:lnTo>
                    <a:pt x="248314" y="21019"/>
                  </a:lnTo>
                  <a:lnTo>
                    <a:pt x="243644" y="18522"/>
                  </a:lnTo>
                  <a:lnTo>
                    <a:pt x="238897" y="16174"/>
                  </a:lnTo>
                  <a:lnTo>
                    <a:pt x="234078" y="13977"/>
                  </a:lnTo>
                  <a:lnTo>
                    <a:pt x="229193" y="11934"/>
                  </a:lnTo>
                  <a:lnTo>
                    <a:pt x="224244" y="10048"/>
                  </a:lnTo>
                  <a:lnTo>
                    <a:pt x="219239" y="8318"/>
                  </a:lnTo>
                  <a:lnTo>
                    <a:pt x="214181" y="6748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0" y="2092"/>
                  </a:lnTo>
                  <a:lnTo>
                    <a:pt x="188289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5187" y="2126963"/>
              <a:ext cx="36100" cy="167167"/>
            </a:xfrm>
            <a:custGeom>
              <a:avLst/>
              <a:pathLst>
                <a:path w="36100" h="167167">
                  <a:moveTo>
                    <a:pt x="36100" y="0"/>
                  </a:moveTo>
                  <a:lnTo>
                    <a:pt x="28825" y="158"/>
                  </a:lnTo>
                  <a:lnTo>
                    <a:pt x="21563" y="633"/>
                  </a:lnTo>
                  <a:lnTo>
                    <a:pt x="14330" y="1423"/>
                  </a:lnTo>
                  <a:lnTo>
                    <a:pt x="7137" y="2528"/>
                  </a:lnTo>
                  <a:lnTo>
                    <a:pt x="0" y="3944"/>
                  </a:lnTo>
                  <a:lnTo>
                    <a:pt x="3610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5187" y="2130908"/>
              <a:ext cx="36100" cy="163222"/>
            </a:xfrm>
            <a:custGeom>
              <a:avLst/>
              <a:pathLst>
                <a:path w="36100" h="163222">
                  <a:moveTo>
                    <a:pt x="0" y="0"/>
                  </a:moveTo>
                  <a:lnTo>
                    <a:pt x="36100" y="1632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4" y="2128105"/>
              <a:ext cx="334330" cy="333178"/>
            </a:xfrm>
            <a:custGeom>
              <a:avLst/>
              <a:pathLst>
                <a:path w="334330" h="333178">
                  <a:moveTo>
                    <a:pt x="131062" y="2802"/>
                  </a:moveTo>
                  <a:lnTo>
                    <a:pt x="125916" y="4025"/>
                  </a:lnTo>
                  <a:lnTo>
                    <a:pt x="120812" y="5411"/>
                  </a:lnTo>
                  <a:lnTo>
                    <a:pt x="115754" y="6958"/>
                  </a:lnTo>
                  <a:lnTo>
                    <a:pt x="110748" y="8664"/>
                  </a:lnTo>
                  <a:lnTo>
                    <a:pt x="105798" y="10528"/>
                  </a:lnTo>
                  <a:lnTo>
                    <a:pt x="100909" y="12547"/>
                  </a:lnTo>
                  <a:lnTo>
                    <a:pt x="96087" y="14720"/>
                  </a:lnTo>
                  <a:lnTo>
                    <a:pt x="91336" y="17044"/>
                  </a:lnTo>
                  <a:lnTo>
                    <a:pt x="86661" y="19517"/>
                  </a:lnTo>
                  <a:lnTo>
                    <a:pt x="82066" y="22137"/>
                  </a:lnTo>
                  <a:lnTo>
                    <a:pt x="77556" y="24901"/>
                  </a:lnTo>
                  <a:lnTo>
                    <a:pt x="73137" y="27807"/>
                  </a:lnTo>
                  <a:lnTo>
                    <a:pt x="68811" y="30851"/>
                  </a:lnTo>
                  <a:lnTo>
                    <a:pt x="64584" y="34030"/>
                  </a:lnTo>
                  <a:lnTo>
                    <a:pt x="60460" y="37341"/>
                  </a:lnTo>
                  <a:lnTo>
                    <a:pt x="56442" y="40781"/>
                  </a:lnTo>
                  <a:lnTo>
                    <a:pt x="52535" y="44346"/>
                  </a:lnTo>
                  <a:lnTo>
                    <a:pt x="48743" y="48034"/>
                  </a:lnTo>
                  <a:lnTo>
                    <a:pt x="45070" y="51839"/>
                  </a:lnTo>
                  <a:lnTo>
                    <a:pt x="41518" y="55759"/>
                  </a:lnTo>
                  <a:lnTo>
                    <a:pt x="38093" y="59789"/>
                  </a:lnTo>
                  <a:lnTo>
                    <a:pt x="34797" y="63925"/>
                  </a:lnTo>
                  <a:lnTo>
                    <a:pt x="31633" y="68164"/>
                  </a:lnTo>
                  <a:lnTo>
                    <a:pt x="28605" y="72500"/>
                  </a:lnTo>
                  <a:lnTo>
                    <a:pt x="25716" y="76931"/>
                  </a:lnTo>
                  <a:lnTo>
                    <a:pt x="22968" y="81450"/>
                  </a:lnTo>
                  <a:lnTo>
                    <a:pt x="20364" y="86054"/>
                  </a:lnTo>
                  <a:lnTo>
                    <a:pt x="17908" y="90738"/>
                  </a:lnTo>
                  <a:lnTo>
                    <a:pt x="15601" y="95498"/>
                  </a:lnTo>
                  <a:lnTo>
                    <a:pt x="13445" y="100328"/>
                  </a:lnTo>
                  <a:lnTo>
                    <a:pt x="11444" y="105224"/>
                  </a:lnTo>
                  <a:lnTo>
                    <a:pt x="9598" y="110180"/>
                  </a:lnTo>
                  <a:lnTo>
                    <a:pt x="7911" y="115193"/>
                  </a:lnTo>
                  <a:lnTo>
                    <a:pt x="6382" y="120256"/>
                  </a:lnTo>
                  <a:lnTo>
                    <a:pt x="5015" y="125366"/>
                  </a:lnTo>
                  <a:lnTo>
                    <a:pt x="3810" y="130516"/>
                  </a:lnTo>
                  <a:lnTo>
                    <a:pt x="2768" y="135701"/>
                  </a:lnTo>
                  <a:lnTo>
                    <a:pt x="1891" y="140917"/>
                  </a:lnTo>
                  <a:lnTo>
                    <a:pt x="1180" y="146158"/>
                  </a:lnTo>
                  <a:lnTo>
                    <a:pt x="634" y="151419"/>
                  </a:lnTo>
                  <a:lnTo>
                    <a:pt x="255" y="156695"/>
                  </a:lnTo>
                  <a:lnTo>
                    <a:pt x="44" y="161980"/>
                  </a:lnTo>
                  <a:lnTo>
                    <a:pt x="0" y="167269"/>
                  </a:lnTo>
                  <a:lnTo>
                    <a:pt x="123" y="172557"/>
                  </a:lnTo>
                  <a:lnTo>
                    <a:pt x="413" y="177838"/>
                  </a:lnTo>
                  <a:lnTo>
                    <a:pt x="870" y="183107"/>
                  </a:lnTo>
                  <a:lnTo>
                    <a:pt x="1494" y="188359"/>
                  </a:lnTo>
                  <a:lnTo>
                    <a:pt x="2283" y="193589"/>
                  </a:lnTo>
                  <a:lnTo>
                    <a:pt x="3238" y="198792"/>
                  </a:lnTo>
                  <a:lnTo>
                    <a:pt x="4356" y="203961"/>
                  </a:lnTo>
                  <a:lnTo>
                    <a:pt x="5638" y="209093"/>
                  </a:lnTo>
                  <a:lnTo>
                    <a:pt x="7081" y="214181"/>
                  </a:lnTo>
                  <a:lnTo>
                    <a:pt x="8685" y="219221"/>
                  </a:lnTo>
                  <a:lnTo>
                    <a:pt x="10447" y="224208"/>
                  </a:lnTo>
                  <a:lnTo>
                    <a:pt x="12366" y="229137"/>
                  </a:lnTo>
                  <a:lnTo>
                    <a:pt x="14440" y="234003"/>
                  </a:lnTo>
                  <a:lnTo>
                    <a:pt x="16667" y="238800"/>
                  </a:lnTo>
                  <a:lnTo>
                    <a:pt x="19045" y="243525"/>
                  </a:lnTo>
                  <a:lnTo>
                    <a:pt x="21571" y="248172"/>
                  </a:lnTo>
                  <a:lnTo>
                    <a:pt x="24243" y="252736"/>
                  </a:lnTo>
                  <a:lnTo>
                    <a:pt x="27057" y="257214"/>
                  </a:lnTo>
                  <a:lnTo>
                    <a:pt x="30012" y="261601"/>
                  </a:lnTo>
                  <a:lnTo>
                    <a:pt x="33105" y="265892"/>
                  </a:lnTo>
                  <a:lnTo>
                    <a:pt x="36331" y="270083"/>
                  </a:lnTo>
                  <a:lnTo>
                    <a:pt x="39689" y="274170"/>
                  </a:lnTo>
                  <a:lnTo>
                    <a:pt x="43174" y="278149"/>
                  </a:lnTo>
                  <a:lnTo>
                    <a:pt x="46783" y="282015"/>
                  </a:lnTo>
                  <a:lnTo>
                    <a:pt x="50513" y="285765"/>
                  </a:lnTo>
                  <a:lnTo>
                    <a:pt x="54359" y="289396"/>
                  </a:lnTo>
                  <a:lnTo>
                    <a:pt x="58319" y="292903"/>
                  </a:lnTo>
                  <a:lnTo>
                    <a:pt x="62387" y="296282"/>
                  </a:lnTo>
                  <a:lnTo>
                    <a:pt x="66560" y="299532"/>
                  </a:lnTo>
                  <a:lnTo>
                    <a:pt x="70834" y="302648"/>
                  </a:lnTo>
                  <a:lnTo>
                    <a:pt x="75205" y="305627"/>
                  </a:lnTo>
                  <a:lnTo>
                    <a:pt x="79667" y="308466"/>
                  </a:lnTo>
                  <a:lnTo>
                    <a:pt x="84217" y="311163"/>
                  </a:lnTo>
                  <a:lnTo>
                    <a:pt x="88850" y="313714"/>
                  </a:lnTo>
                  <a:lnTo>
                    <a:pt x="93562" y="316118"/>
                  </a:lnTo>
                  <a:lnTo>
                    <a:pt x="98347" y="318371"/>
                  </a:lnTo>
                  <a:lnTo>
                    <a:pt x="103201" y="320472"/>
                  </a:lnTo>
                  <a:lnTo>
                    <a:pt x="108119" y="322418"/>
                  </a:lnTo>
                  <a:lnTo>
                    <a:pt x="113096" y="324208"/>
                  </a:lnTo>
                  <a:lnTo>
                    <a:pt x="118128" y="325839"/>
                  </a:lnTo>
                  <a:lnTo>
                    <a:pt x="123208" y="327310"/>
                  </a:lnTo>
                  <a:lnTo>
                    <a:pt x="128333" y="328620"/>
                  </a:lnTo>
                  <a:lnTo>
                    <a:pt x="133496" y="329767"/>
                  </a:lnTo>
                  <a:lnTo>
                    <a:pt x="138693" y="330750"/>
                  </a:lnTo>
                  <a:lnTo>
                    <a:pt x="143918" y="331568"/>
                  </a:lnTo>
                  <a:lnTo>
                    <a:pt x="149167" y="332221"/>
                  </a:lnTo>
                  <a:lnTo>
                    <a:pt x="154434" y="332707"/>
                  </a:lnTo>
                  <a:lnTo>
                    <a:pt x="159713" y="333026"/>
                  </a:lnTo>
                  <a:lnTo>
                    <a:pt x="165000" y="333178"/>
                  </a:lnTo>
                  <a:lnTo>
                    <a:pt x="170289" y="333163"/>
                  </a:lnTo>
                  <a:lnTo>
                    <a:pt x="175575" y="332980"/>
                  </a:lnTo>
                  <a:lnTo>
                    <a:pt x="180853" y="332631"/>
                  </a:lnTo>
                  <a:lnTo>
                    <a:pt x="186117" y="332114"/>
                  </a:lnTo>
                  <a:lnTo>
                    <a:pt x="191362" y="331431"/>
                  </a:lnTo>
                  <a:lnTo>
                    <a:pt x="196583" y="330583"/>
                  </a:lnTo>
                  <a:lnTo>
                    <a:pt x="201774" y="329570"/>
                  </a:lnTo>
                  <a:lnTo>
                    <a:pt x="206930" y="328393"/>
                  </a:lnTo>
                  <a:lnTo>
                    <a:pt x="212047" y="327054"/>
                  </a:lnTo>
                  <a:lnTo>
                    <a:pt x="217119" y="325553"/>
                  </a:lnTo>
                  <a:lnTo>
                    <a:pt x="222141" y="323893"/>
                  </a:lnTo>
                  <a:lnTo>
                    <a:pt x="227108" y="322074"/>
                  </a:lnTo>
                  <a:lnTo>
                    <a:pt x="232014" y="320100"/>
                  </a:lnTo>
                  <a:lnTo>
                    <a:pt x="236856" y="317971"/>
                  </a:lnTo>
                  <a:lnTo>
                    <a:pt x="241628" y="315690"/>
                  </a:lnTo>
                  <a:lnTo>
                    <a:pt x="246326" y="313260"/>
                  </a:lnTo>
                  <a:lnTo>
                    <a:pt x="250944" y="310681"/>
                  </a:lnTo>
                  <a:lnTo>
                    <a:pt x="255478" y="307958"/>
                  </a:lnTo>
                  <a:lnTo>
                    <a:pt x="259924" y="305093"/>
                  </a:lnTo>
                  <a:lnTo>
                    <a:pt x="264278" y="302089"/>
                  </a:lnTo>
                  <a:lnTo>
                    <a:pt x="268534" y="298949"/>
                  </a:lnTo>
                  <a:lnTo>
                    <a:pt x="272688" y="295675"/>
                  </a:lnTo>
                  <a:lnTo>
                    <a:pt x="276737" y="292272"/>
                  </a:lnTo>
                  <a:lnTo>
                    <a:pt x="280676" y="288742"/>
                  </a:lnTo>
                  <a:lnTo>
                    <a:pt x="284501" y="285090"/>
                  </a:lnTo>
                  <a:lnTo>
                    <a:pt x="288209" y="281318"/>
                  </a:lnTo>
                  <a:lnTo>
                    <a:pt x="291796" y="277431"/>
                  </a:lnTo>
                  <a:lnTo>
                    <a:pt x="295258" y="273432"/>
                  </a:lnTo>
                  <a:lnTo>
                    <a:pt x="298592" y="269326"/>
                  </a:lnTo>
                  <a:lnTo>
                    <a:pt x="301794" y="265116"/>
                  </a:lnTo>
                  <a:lnTo>
                    <a:pt x="304862" y="260808"/>
                  </a:lnTo>
                  <a:lnTo>
                    <a:pt x="307791" y="256404"/>
                  </a:lnTo>
                  <a:lnTo>
                    <a:pt x="310580" y="251910"/>
                  </a:lnTo>
                  <a:lnTo>
                    <a:pt x="313226" y="247330"/>
                  </a:lnTo>
                  <a:lnTo>
                    <a:pt x="315725" y="242668"/>
                  </a:lnTo>
                  <a:lnTo>
                    <a:pt x="318075" y="237930"/>
                  </a:lnTo>
                  <a:lnTo>
                    <a:pt x="320274" y="233120"/>
                  </a:lnTo>
                  <a:lnTo>
                    <a:pt x="322320" y="228242"/>
                  </a:lnTo>
                  <a:lnTo>
                    <a:pt x="324211" y="223302"/>
                  </a:lnTo>
                  <a:lnTo>
                    <a:pt x="325944" y="218305"/>
                  </a:lnTo>
                  <a:lnTo>
                    <a:pt x="327519" y="213256"/>
                  </a:lnTo>
                  <a:lnTo>
                    <a:pt x="328933" y="208159"/>
                  </a:lnTo>
                  <a:lnTo>
                    <a:pt x="330185" y="203020"/>
                  </a:lnTo>
                  <a:lnTo>
                    <a:pt x="331273" y="197845"/>
                  </a:lnTo>
                  <a:lnTo>
                    <a:pt x="332198" y="192637"/>
                  </a:lnTo>
                  <a:lnTo>
                    <a:pt x="332957" y="187402"/>
                  </a:lnTo>
                  <a:lnTo>
                    <a:pt x="333551" y="182147"/>
                  </a:lnTo>
                  <a:lnTo>
                    <a:pt x="333977" y="176875"/>
                  </a:lnTo>
                  <a:lnTo>
                    <a:pt x="334237" y="171592"/>
                  </a:lnTo>
                  <a:lnTo>
                    <a:pt x="334330" y="166304"/>
                  </a:lnTo>
                  <a:lnTo>
                    <a:pt x="334255" y="161015"/>
                  </a:lnTo>
                  <a:lnTo>
                    <a:pt x="334013" y="155731"/>
                  </a:lnTo>
                  <a:lnTo>
                    <a:pt x="333603" y="150458"/>
                  </a:lnTo>
                  <a:lnTo>
                    <a:pt x="333028" y="145200"/>
                  </a:lnTo>
                  <a:lnTo>
                    <a:pt x="332286" y="139963"/>
                  </a:lnTo>
                  <a:lnTo>
                    <a:pt x="331379" y="134753"/>
                  </a:lnTo>
                  <a:lnTo>
                    <a:pt x="330307" y="129573"/>
                  </a:lnTo>
                  <a:lnTo>
                    <a:pt x="329072" y="124430"/>
                  </a:lnTo>
                  <a:lnTo>
                    <a:pt x="327675" y="119329"/>
                  </a:lnTo>
                  <a:lnTo>
                    <a:pt x="326118" y="114274"/>
                  </a:lnTo>
                  <a:lnTo>
                    <a:pt x="324401" y="109271"/>
                  </a:lnTo>
                  <a:lnTo>
                    <a:pt x="322527" y="104325"/>
                  </a:lnTo>
                  <a:lnTo>
                    <a:pt x="320497" y="99441"/>
                  </a:lnTo>
                  <a:lnTo>
                    <a:pt x="318314" y="94624"/>
                  </a:lnTo>
                  <a:lnTo>
                    <a:pt x="315980" y="89878"/>
                  </a:lnTo>
                  <a:lnTo>
                    <a:pt x="313496" y="85208"/>
                  </a:lnTo>
                  <a:lnTo>
                    <a:pt x="310866" y="80619"/>
                  </a:lnTo>
                  <a:lnTo>
                    <a:pt x="308092" y="76115"/>
                  </a:lnTo>
                  <a:lnTo>
                    <a:pt x="305177" y="71702"/>
                  </a:lnTo>
                  <a:lnTo>
                    <a:pt x="302124" y="67383"/>
                  </a:lnTo>
                  <a:lnTo>
                    <a:pt x="298936" y="63163"/>
                  </a:lnTo>
                  <a:lnTo>
                    <a:pt x="295616" y="59045"/>
                  </a:lnTo>
                  <a:lnTo>
                    <a:pt x="292167" y="55035"/>
                  </a:lnTo>
                  <a:lnTo>
                    <a:pt x="288594" y="51136"/>
                  </a:lnTo>
                  <a:lnTo>
                    <a:pt x="284898" y="47352"/>
                  </a:lnTo>
                  <a:lnTo>
                    <a:pt x="281085" y="43687"/>
                  </a:lnTo>
                  <a:lnTo>
                    <a:pt x="277158" y="40144"/>
                  </a:lnTo>
                  <a:lnTo>
                    <a:pt x="273120" y="36727"/>
                  </a:lnTo>
                  <a:lnTo>
                    <a:pt x="268977" y="33440"/>
                  </a:lnTo>
                  <a:lnTo>
                    <a:pt x="264731" y="30285"/>
                  </a:lnTo>
                  <a:lnTo>
                    <a:pt x="260388" y="27266"/>
                  </a:lnTo>
                  <a:lnTo>
                    <a:pt x="255952" y="24386"/>
                  </a:lnTo>
                  <a:lnTo>
                    <a:pt x="251426" y="21648"/>
                  </a:lnTo>
                  <a:lnTo>
                    <a:pt x="246817" y="19055"/>
                  </a:lnTo>
                  <a:lnTo>
                    <a:pt x="242127" y="16609"/>
                  </a:lnTo>
                  <a:lnTo>
                    <a:pt x="237363" y="14312"/>
                  </a:lnTo>
                  <a:lnTo>
                    <a:pt x="232528" y="12167"/>
                  </a:lnTo>
                  <a:lnTo>
                    <a:pt x="227628" y="10176"/>
                  </a:lnTo>
                  <a:lnTo>
                    <a:pt x="222667" y="8341"/>
                  </a:lnTo>
                  <a:lnTo>
                    <a:pt x="217651" y="6664"/>
                  </a:lnTo>
                  <a:lnTo>
                    <a:pt x="212584" y="5146"/>
                  </a:lnTo>
                  <a:lnTo>
                    <a:pt x="207472" y="3790"/>
                  </a:lnTo>
                  <a:lnTo>
                    <a:pt x="202319" y="2596"/>
                  </a:lnTo>
                  <a:lnTo>
                    <a:pt x="197132" y="1566"/>
                  </a:lnTo>
                  <a:lnTo>
                    <a:pt x="191914" y="700"/>
                  </a:lnTo>
                  <a:lnTo>
                    <a:pt x="186671" y="0"/>
                  </a:lnTo>
                  <a:lnTo>
                    <a:pt x="167162" y="166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9508" cy="167167"/>
            </a:xfrm>
            <a:custGeom>
              <a:avLst/>
              <a:pathLst>
                <a:path w="19508" h="167167">
                  <a:moveTo>
                    <a:pt x="19508" y="1142"/>
                  </a:moveTo>
                  <a:lnTo>
                    <a:pt x="9771" y="2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488" y="2633064"/>
              <a:ext cx="6259" cy="167167"/>
            </a:xfrm>
            <a:custGeom>
              <a:avLst/>
              <a:pathLst>
                <a:path w="6259" h="167167">
                  <a:moveTo>
                    <a:pt x="6259" y="0"/>
                  </a:moveTo>
                  <a:lnTo>
                    <a:pt x="0" y="117"/>
                  </a:lnTo>
                  <a:lnTo>
                    <a:pt x="62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488" y="2633181"/>
              <a:ext cx="6259" cy="167050"/>
            </a:xfrm>
            <a:custGeom>
              <a:avLst/>
              <a:pathLst>
                <a:path w="6259" h="167050">
                  <a:moveTo>
                    <a:pt x="0" y="0"/>
                  </a:moveTo>
                  <a:lnTo>
                    <a:pt x="6259" y="1670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4" y="2633181"/>
              <a:ext cx="334305" cy="334217"/>
            </a:xfrm>
            <a:custGeom>
              <a:avLst/>
              <a:pathLst>
                <a:path w="334305" h="334217">
                  <a:moveTo>
                    <a:pt x="160894" y="0"/>
                  </a:moveTo>
                  <a:lnTo>
                    <a:pt x="155605" y="282"/>
                  </a:lnTo>
                  <a:lnTo>
                    <a:pt x="150329" y="731"/>
                  </a:lnTo>
                  <a:lnTo>
                    <a:pt x="145068" y="1348"/>
                  </a:lnTo>
                  <a:lnTo>
                    <a:pt x="139831" y="2130"/>
                  </a:lnTo>
                  <a:lnTo>
                    <a:pt x="134620" y="3079"/>
                  </a:lnTo>
                  <a:lnTo>
                    <a:pt x="129442" y="4191"/>
                  </a:lnTo>
                  <a:lnTo>
                    <a:pt x="124302" y="5468"/>
                  </a:lnTo>
                  <a:lnTo>
                    <a:pt x="119206" y="6906"/>
                  </a:lnTo>
                  <a:lnTo>
                    <a:pt x="114157" y="8505"/>
                  </a:lnTo>
                  <a:lnTo>
                    <a:pt x="109161" y="10264"/>
                  </a:lnTo>
                  <a:lnTo>
                    <a:pt x="104224" y="12180"/>
                  </a:lnTo>
                  <a:lnTo>
                    <a:pt x="99349" y="14251"/>
                  </a:lnTo>
                  <a:lnTo>
                    <a:pt x="94543" y="16475"/>
                  </a:lnTo>
                  <a:lnTo>
                    <a:pt x="89810" y="18851"/>
                  </a:lnTo>
                  <a:lnTo>
                    <a:pt x="85154" y="21375"/>
                  </a:lnTo>
                  <a:lnTo>
                    <a:pt x="80581" y="24046"/>
                  </a:lnTo>
                  <a:lnTo>
                    <a:pt x="76094" y="26860"/>
                  </a:lnTo>
                  <a:lnTo>
                    <a:pt x="71699" y="29815"/>
                  </a:lnTo>
                  <a:lnTo>
                    <a:pt x="67400" y="32907"/>
                  </a:lnTo>
                  <a:lnTo>
                    <a:pt x="63201" y="36135"/>
                  </a:lnTo>
                  <a:lnTo>
                    <a:pt x="59106" y="39493"/>
                  </a:lnTo>
                  <a:lnTo>
                    <a:pt x="55120" y="42980"/>
                  </a:lnTo>
                  <a:lnTo>
                    <a:pt x="51246" y="46591"/>
                  </a:lnTo>
                  <a:lnTo>
                    <a:pt x="47488" y="50323"/>
                  </a:lnTo>
                  <a:lnTo>
                    <a:pt x="43851" y="54172"/>
                  </a:lnTo>
                  <a:lnTo>
                    <a:pt x="40337" y="58135"/>
                  </a:lnTo>
                  <a:lnTo>
                    <a:pt x="36950" y="62207"/>
                  </a:lnTo>
                  <a:lnTo>
                    <a:pt x="33695" y="66384"/>
                  </a:lnTo>
                  <a:lnTo>
                    <a:pt x="30573" y="70662"/>
                  </a:lnTo>
                  <a:lnTo>
                    <a:pt x="27588" y="75037"/>
                  </a:lnTo>
                  <a:lnTo>
                    <a:pt x="24743" y="79504"/>
                  </a:lnTo>
                  <a:lnTo>
                    <a:pt x="22042" y="84059"/>
                  </a:lnTo>
                  <a:lnTo>
                    <a:pt x="19486" y="88697"/>
                  </a:lnTo>
                  <a:lnTo>
                    <a:pt x="17078" y="93414"/>
                  </a:lnTo>
                  <a:lnTo>
                    <a:pt x="14821" y="98205"/>
                  </a:lnTo>
                  <a:lnTo>
                    <a:pt x="12716" y="103065"/>
                  </a:lnTo>
                  <a:lnTo>
                    <a:pt x="10767" y="107989"/>
                  </a:lnTo>
                  <a:lnTo>
                    <a:pt x="8974" y="112973"/>
                  </a:lnTo>
                  <a:lnTo>
                    <a:pt x="7341" y="118011"/>
                  </a:lnTo>
                  <a:lnTo>
                    <a:pt x="5868" y="123098"/>
                  </a:lnTo>
                  <a:lnTo>
                    <a:pt x="4556" y="128229"/>
                  </a:lnTo>
                  <a:lnTo>
                    <a:pt x="3408" y="133399"/>
                  </a:lnTo>
                  <a:lnTo>
                    <a:pt x="2424" y="138603"/>
                  </a:lnTo>
                  <a:lnTo>
                    <a:pt x="1606" y="143835"/>
                  </a:lnTo>
                  <a:lnTo>
                    <a:pt x="954" y="149091"/>
                  </a:lnTo>
                  <a:lnTo>
                    <a:pt x="468" y="154365"/>
                  </a:lnTo>
                  <a:lnTo>
                    <a:pt x="150" y="159651"/>
                  </a:lnTo>
                  <a:lnTo>
                    <a:pt x="0" y="164945"/>
                  </a:lnTo>
                  <a:lnTo>
                    <a:pt x="17" y="170241"/>
                  </a:lnTo>
                  <a:lnTo>
                    <a:pt x="202" y="175534"/>
                  </a:lnTo>
                  <a:lnTo>
                    <a:pt x="554" y="180818"/>
                  </a:lnTo>
                  <a:lnTo>
                    <a:pt x="1074" y="186089"/>
                  </a:lnTo>
                  <a:lnTo>
                    <a:pt x="1760" y="191340"/>
                  </a:lnTo>
                  <a:lnTo>
                    <a:pt x="2613" y="196567"/>
                  </a:lnTo>
                  <a:lnTo>
                    <a:pt x="3630" y="201764"/>
                  </a:lnTo>
                  <a:lnTo>
                    <a:pt x="4812" y="206927"/>
                  </a:lnTo>
                  <a:lnTo>
                    <a:pt x="6157" y="212049"/>
                  </a:lnTo>
                  <a:lnTo>
                    <a:pt x="7663" y="217127"/>
                  </a:lnTo>
                  <a:lnTo>
                    <a:pt x="9329" y="222154"/>
                  </a:lnTo>
                  <a:lnTo>
                    <a:pt x="11154" y="227125"/>
                  </a:lnTo>
                  <a:lnTo>
                    <a:pt x="13135" y="232037"/>
                  </a:lnTo>
                  <a:lnTo>
                    <a:pt x="15271" y="236883"/>
                  </a:lnTo>
                  <a:lnTo>
                    <a:pt x="17560" y="241659"/>
                  </a:lnTo>
                  <a:lnTo>
                    <a:pt x="19998" y="246360"/>
                  </a:lnTo>
                  <a:lnTo>
                    <a:pt x="22584" y="250982"/>
                  </a:lnTo>
                  <a:lnTo>
                    <a:pt x="25316" y="255519"/>
                  </a:lnTo>
                  <a:lnTo>
                    <a:pt x="28189" y="259968"/>
                  </a:lnTo>
                  <a:lnTo>
                    <a:pt x="31202" y="264323"/>
                  </a:lnTo>
                  <a:lnTo>
                    <a:pt x="34352" y="268581"/>
                  </a:lnTo>
                  <a:lnTo>
                    <a:pt x="37635" y="272737"/>
                  </a:lnTo>
                  <a:lnTo>
                    <a:pt x="41048" y="276787"/>
                  </a:lnTo>
                  <a:lnTo>
                    <a:pt x="44587" y="280726"/>
                  </a:lnTo>
                  <a:lnTo>
                    <a:pt x="48249" y="284552"/>
                  </a:lnTo>
                  <a:lnTo>
                    <a:pt x="52031" y="288259"/>
                  </a:lnTo>
                  <a:lnTo>
                    <a:pt x="55929" y="291845"/>
                  </a:lnTo>
                  <a:lnTo>
                    <a:pt x="59938" y="295306"/>
                  </a:lnTo>
                  <a:lnTo>
                    <a:pt x="64054" y="298638"/>
                  </a:lnTo>
                  <a:lnTo>
                    <a:pt x="68274" y="301838"/>
                  </a:lnTo>
                  <a:lnTo>
                    <a:pt x="72593" y="304902"/>
                  </a:lnTo>
                  <a:lnTo>
                    <a:pt x="77008" y="307828"/>
                  </a:lnTo>
                  <a:lnTo>
                    <a:pt x="81512" y="310613"/>
                  </a:lnTo>
                  <a:lnTo>
                    <a:pt x="86103" y="313254"/>
                  </a:lnTo>
                  <a:lnTo>
                    <a:pt x="90775" y="315748"/>
                  </a:lnTo>
                  <a:lnTo>
                    <a:pt x="95524" y="318093"/>
                  </a:lnTo>
                  <a:lnTo>
                    <a:pt x="100344" y="320286"/>
                  </a:lnTo>
                  <a:lnTo>
                    <a:pt x="105232" y="322326"/>
                  </a:lnTo>
                  <a:lnTo>
                    <a:pt x="110182" y="324209"/>
                  </a:lnTo>
                  <a:lnTo>
                    <a:pt x="115188" y="325935"/>
                  </a:lnTo>
                  <a:lnTo>
                    <a:pt x="120248" y="327501"/>
                  </a:lnTo>
                  <a:lnTo>
                    <a:pt x="125354" y="328907"/>
                  </a:lnTo>
                  <a:lnTo>
                    <a:pt x="130502" y="330150"/>
                  </a:lnTo>
                  <a:lnTo>
                    <a:pt x="135687" y="331229"/>
                  </a:lnTo>
                  <a:lnTo>
                    <a:pt x="140903" y="332143"/>
                  </a:lnTo>
                  <a:lnTo>
                    <a:pt x="146146" y="332892"/>
                  </a:lnTo>
                  <a:lnTo>
                    <a:pt x="151410" y="333474"/>
                  </a:lnTo>
                  <a:lnTo>
                    <a:pt x="156690" y="333889"/>
                  </a:lnTo>
                  <a:lnTo>
                    <a:pt x="161980" y="334137"/>
                  </a:lnTo>
                  <a:lnTo>
                    <a:pt x="167275" y="334217"/>
                  </a:lnTo>
                  <a:lnTo>
                    <a:pt x="172571" y="334129"/>
                  </a:lnTo>
                  <a:lnTo>
                    <a:pt x="177861" y="333874"/>
                  </a:lnTo>
                  <a:lnTo>
                    <a:pt x="183140" y="333451"/>
                  </a:lnTo>
                  <a:lnTo>
                    <a:pt x="188403" y="332861"/>
                  </a:lnTo>
                  <a:lnTo>
                    <a:pt x="193645" y="332105"/>
                  </a:lnTo>
                  <a:lnTo>
                    <a:pt x="198860" y="331183"/>
                  </a:lnTo>
                  <a:lnTo>
                    <a:pt x="204043" y="330096"/>
                  </a:lnTo>
                  <a:lnTo>
                    <a:pt x="209189" y="328846"/>
                  </a:lnTo>
                  <a:lnTo>
                    <a:pt x="214293" y="327433"/>
                  </a:lnTo>
                  <a:lnTo>
                    <a:pt x="219350" y="325859"/>
                  </a:lnTo>
                  <a:lnTo>
                    <a:pt x="224355" y="324126"/>
                  </a:lnTo>
                  <a:lnTo>
                    <a:pt x="229302" y="322235"/>
                  </a:lnTo>
                  <a:lnTo>
                    <a:pt x="234186" y="320189"/>
                  </a:lnTo>
                  <a:lnTo>
                    <a:pt x="239004" y="317989"/>
                  </a:lnTo>
                  <a:lnTo>
                    <a:pt x="243749" y="315637"/>
                  </a:lnTo>
                  <a:lnTo>
                    <a:pt x="248417" y="313136"/>
                  </a:lnTo>
                  <a:lnTo>
                    <a:pt x="253004" y="310488"/>
                  </a:lnTo>
                  <a:lnTo>
                    <a:pt x="257505" y="307697"/>
                  </a:lnTo>
                  <a:lnTo>
                    <a:pt x="261915" y="304764"/>
                  </a:lnTo>
                  <a:lnTo>
                    <a:pt x="266229" y="301693"/>
                  </a:lnTo>
                  <a:lnTo>
                    <a:pt x="270445" y="298487"/>
                  </a:lnTo>
                  <a:lnTo>
                    <a:pt x="274557" y="295150"/>
                  </a:lnTo>
                  <a:lnTo>
                    <a:pt x="278560" y="291683"/>
                  </a:lnTo>
                  <a:lnTo>
                    <a:pt x="282453" y="288092"/>
                  </a:lnTo>
                  <a:lnTo>
                    <a:pt x="286229" y="284378"/>
                  </a:lnTo>
                  <a:lnTo>
                    <a:pt x="289886" y="280548"/>
                  </a:lnTo>
                  <a:lnTo>
                    <a:pt x="293420" y="276603"/>
                  </a:lnTo>
                  <a:lnTo>
                    <a:pt x="296826" y="272548"/>
                  </a:lnTo>
                  <a:lnTo>
                    <a:pt x="300103" y="268388"/>
                  </a:lnTo>
                  <a:lnTo>
                    <a:pt x="303247" y="264125"/>
                  </a:lnTo>
                  <a:lnTo>
                    <a:pt x="306253" y="259766"/>
                  </a:lnTo>
                  <a:lnTo>
                    <a:pt x="309121" y="255313"/>
                  </a:lnTo>
                  <a:lnTo>
                    <a:pt x="311845" y="250771"/>
                  </a:lnTo>
                  <a:lnTo>
                    <a:pt x="314425" y="246146"/>
                  </a:lnTo>
                  <a:lnTo>
                    <a:pt x="316856" y="241441"/>
                  </a:lnTo>
                  <a:lnTo>
                    <a:pt x="319138" y="236662"/>
                  </a:lnTo>
                  <a:lnTo>
                    <a:pt x="321266" y="231812"/>
                  </a:lnTo>
                  <a:lnTo>
                    <a:pt x="323241" y="226898"/>
                  </a:lnTo>
                  <a:lnTo>
                    <a:pt x="325058" y="221924"/>
                  </a:lnTo>
                  <a:lnTo>
                    <a:pt x="326717" y="216894"/>
                  </a:lnTo>
                  <a:lnTo>
                    <a:pt x="328216" y="211815"/>
                  </a:lnTo>
                  <a:lnTo>
                    <a:pt x="329553" y="206690"/>
                  </a:lnTo>
                  <a:lnTo>
                    <a:pt x="330727" y="201526"/>
                  </a:lnTo>
                  <a:lnTo>
                    <a:pt x="331737" y="196327"/>
                  </a:lnTo>
                  <a:lnTo>
                    <a:pt x="332582" y="191099"/>
                  </a:lnTo>
                  <a:lnTo>
                    <a:pt x="333261" y="185847"/>
                  </a:lnTo>
                  <a:lnTo>
                    <a:pt x="333773" y="180575"/>
                  </a:lnTo>
                  <a:lnTo>
                    <a:pt x="334118" y="175291"/>
                  </a:lnTo>
                  <a:lnTo>
                    <a:pt x="334295" y="169998"/>
                  </a:lnTo>
                  <a:lnTo>
                    <a:pt x="334305" y="164702"/>
                  </a:lnTo>
                  <a:lnTo>
                    <a:pt x="334146" y="159408"/>
                  </a:lnTo>
                  <a:lnTo>
                    <a:pt x="333820" y="154122"/>
                  </a:lnTo>
                  <a:lnTo>
                    <a:pt x="333327" y="148849"/>
                  </a:lnTo>
                  <a:lnTo>
                    <a:pt x="332667" y="143594"/>
                  </a:lnTo>
                  <a:lnTo>
                    <a:pt x="331841" y="138363"/>
                  </a:lnTo>
                  <a:lnTo>
                    <a:pt x="330850" y="133160"/>
                  </a:lnTo>
                  <a:lnTo>
                    <a:pt x="329694" y="127992"/>
                  </a:lnTo>
                  <a:lnTo>
                    <a:pt x="328376" y="122863"/>
                  </a:lnTo>
                  <a:lnTo>
                    <a:pt x="326895" y="117778"/>
                  </a:lnTo>
                  <a:lnTo>
                    <a:pt x="325254" y="112743"/>
                  </a:lnTo>
                  <a:lnTo>
                    <a:pt x="323454" y="107762"/>
                  </a:lnTo>
                  <a:lnTo>
                    <a:pt x="321498" y="102840"/>
                  </a:lnTo>
                  <a:lnTo>
                    <a:pt x="319386" y="97983"/>
                  </a:lnTo>
                  <a:lnTo>
                    <a:pt x="317122" y="93196"/>
                  </a:lnTo>
                  <a:lnTo>
                    <a:pt x="314707" y="88482"/>
                  </a:lnTo>
                  <a:lnTo>
                    <a:pt x="312145" y="83848"/>
                  </a:lnTo>
                  <a:lnTo>
                    <a:pt x="309436" y="79297"/>
                  </a:lnTo>
                  <a:lnTo>
                    <a:pt x="306585" y="74833"/>
                  </a:lnTo>
                  <a:lnTo>
                    <a:pt x="303594" y="70463"/>
                  </a:lnTo>
                  <a:lnTo>
                    <a:pt x="300466" y="66189"/>
                  </a:lnTo>
                  <a:lnTo>
                    <a:pt x="297204" y="62017"/>
                  </a:lnTo>
                  <a:lnTo>
                    <a:pt x="293812" y="57950"/>
                  </a:lnTo>
                  <a:lnTo>
                    <a:pt x="290292" y="53993"/>
                  </a:lnTo>
                  <a:lnTo>
                    <a:pt x="286649" y="50149"/>
                  </a:lnTo>
                  <a:lnTo>
                    <a:pt x="167154" y="167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119495" cy="167167"/>
            </a:xfrm>
            <a:custGeom>
              <a:avLst/>
              <a:pathLst>
                <a:path w="119495" h="167167">
                  <a:moveTo>
                    <a:pt x="119495" y="50266"/>
                  </a:moveTo>
                  <a:lnTo>
                    <a:pt x="115551" y="46366"/>
                  </a:lnTo>
                  <a:lnTo>
                    <a:pt x="111480" y="42599"/>
                  </a:lnTo>
                  <a:lnTo>
                    <a:pt x="107285" y="38969"/>
                  </a:lnTo>
                  <a:lnTo>
                    <a:pt x="102973" y="35480"/>
                  </a:lnTo>
                  <a:lnTo>
                    <a:pt x="98548" y="32137"/>
                  </a:lnTo>
                  <a:lnTo>
                    <a:pt x="94014" y="28941"/>
                  </a:lnTo>
                  <a:lnTo>
                    <a:pt x="89376" y="25899"/>
                  </a:lnTo>
                  <a:lnTo>
                    <a:pt x="84640" y="23011"/>
                  </a:lnTo>
                  <a:lnTo>
                    <a:pt x="79811" y="20282"/>
                  </a:lnTo>
                  <a:lnTo>
                    <a:pt x="74894" y="17715"/>
                  </a:lnTo>
                  <a:lnTo>
                    <a:pt x="69895" y="15313"/>
                  </a:lnTo>
                  <a:lnTo>
                    <a:pt x="64818" y="13078"/>
                  </a:lnTo>
                  <a:lnTo>
                    <a:pt x="59671" y="11012"/>
                  </a:lnTo>
                  <a:lnTo>
                    <a:pt x="54457" y="9118"/>
                  </a:lnTo>
                  <a:lnTo>
                    <a:pt x="49184" y="7399"/>
                  </a:lnTo>
                  <a:lnTo>
                    <a:pt x="43856" y="5855"/>
                  </a:lnTo>
                  <a:lnTo>
                    <a:pt x="38480" y="4489"/>
                  </a:lnTo>
                  <a:lnTo>
                    <a:pt x="33062" y="3302"/>
                  </a:lnTo>
                  <a:lnTo>
                    <a:pt x="27607" y="2295"/>
                  </a:lnTo>
                  <a:lnTo>
                    <a:pt x="22122" y="1470"/>
                  </a:lnTo>
                  <a:lnTo>
                    <a:pt x="16613" y="827"/>
                  </a:lnTo>
                  <a:lnTo>
                    <a:pt x="11085" y="367"/>
                  </a:lnTo>
                  <a:lnTo>
                    <a:pt x="554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298" y="3170392"/>
              <a:ext cx="23681" cy="167167"/>
            </a:xfrm>
            <a:custGeom>
              <a:avLst/>
              <a:pathLst>
                <a:path w="23681" h="167167">
                  <a:moveTo>
                    <a:pt x="23681" y="0"/>
                  </a:moveTo>
                  <a:lnTo>
                    <a:pt x="15764" y="187"/>
                  </a:lnTo>
                  <a:lnTo>
                    <a:pt x="7864" y="750"/>
                  </a:lnTo>
                  <a:lnTo>
                    <a:pt x="0" y="1685"/>
                  </a:lnTo>
                  <a:lnTo>
                    <a:pt x="2368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298" y="3172078"/>
              <a:ext cx="23681" cy="165481"/>
            </a:xfrm>
            <a:custGeom>
              <a:avLst/>
              <a:pathLst>
                <a:path w="23681" h="165481">
                  <a:moveTo>
                    <a:pt x="0" y="0"/>
                  </a:moveTo>
                  <a:lnTo>
                    <a:pt x="23681" y="1654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4" y="3172078"/>
              <a:ext cx="334325" cy="332642"/>
            </a:xfrm>
            <a:custGeom>
              <a:avLst/>
              <a:pathLst>
                <a:path w="334325" h="332642">
                  <a:moveTo>
                    <a:pt x="143484" y="0"/>
                  </a:moveTo>
                  <a:lnTo>
                    <a:pt x="138256" y="832"/>
                  </a:lnTo>
                  <a:lnTo>
                    <a:pt x="133058" y="1830"/>
                  </a:lnTo>
                  <a:lnTo>
                    <a:pt x="127894" y="2992"/>
                  </a:lnTo>
                  <a:lnTo>
                    <a:pt x="122769" y="4317"/>
                  </a:lnTo>
                  <a:lnTo>
                    <a:pt x="117688" y="5803"/>
                  </a:lnTo>
                  <a:lnTo>
                    <a:pt x="112657" y="7450"/>
                  </a:lnTo>
                  <a:lnTo>
                    <a:pt x="107681" y="9255"/>
                  </a:lnTo>
                  <a:lnTo>
                    <a:pt x="102765" y="11217"/>
                  </a:lnTo>
                  <a:lnTo>
                    <a:pt x="97913" y="13333"/>
                  </a:lnTo>
                  <a:lnTo>
                    <a:pt x="93130" y="15602"/>
                  </a:lnTo>
                  <a:lnTo>
                    <a:pt x="88422" y="18021"/>
                  </a:lnTo>
                  <a:lnTo>
                    <a:pt x="83793" y="20588"/>
                  </a:lnTo>
                  <a:lnTo>
                    <a:pt x="79247" y="23301"/>
                  </a:lnTo>
                  <a:lnTo>
                    <a:pt x="74789" y="26156"/>
                  </a:lnTo>
                  <a:lnTo>
                    <a:pt x="70424" y="29150"/>
                  </a:lnTo>
                  <a:lnTo>
                    <a:pt x="66157" y="32282"/>
                  </a:lnTo>
                  <a:lnTo>
                    <a:pt x="61990" y="35546"/>
                  </a:lnTo>
                  <a:lnTo>
                    <a:pt x="57929" y="38942"/>
                  </a:lnTo>
                  <a:lnTo>
                    <a:pt x="53977" y="42464"/>
                  </a:lnTo>
                  <a:lnTo>
                    <a:pt x="50139" y="46109"/>
                  </a:lnTo>
                  <a:lnTo>
                    <a:pt x="46418" y="49874"/>
                  </a:lnTo>
                  <a:lnTo>
                    <a:pt x="42818" y="53755"/>
                  </a:lnTo>
                  <a:lnTo>
                    <a:pt x="39343" y="57748"/>
                  </a:lnTo>
                  <a:lnTo>
                    <a:pt x="35996" y="61849"/>
                  </a:lnTo>
                  <a:lnTo>
                    <a:pt x="32781" y="66054"/>
                  </a:lnTo>
                  <a:lnTo>
                    <a:pt x="29700" y="70359"/>
                  </a:lnTo>
                  <a:lnTo>
                    <a:pt x="26758" y="74759"/>
                  </a:lnTo>
                  <a:lnTo>
                    <a:pt x="23956" y="79250"/>
                  </a:lnTo>
                  <a:lnTo>
                    <a:pt x="21297" y="83828"/>
                  </a:lnTo>
                  <a:lnTo>
                    <a:pt x="18785" y="88487"/>
                  </a:lnTo>
                  <a:lnTo>
                    <a:pt x="16422" y="93223"/>
                  </a:lnTo>
                  <a:lnTo>
                    <a:pt x="14209" y="98032"/>
                  </a:lnTo>
                  <a:lnTo>
                    <a:pt x="12151" y="102909"/>
                  </a:lnTo>
                  <a:lnTo>
                    <a:pt x="10247" y="107848"/>
                  </a:lnTo>
                  <a:lnTo>
                    <a:pt x="8501" y="112846"/>
                  </a:lnTo>
                  <a:lnTo>
                    <a:pt x="6914" y="117896"/>
                  </a:lnTo>
                  <a:lnTo>
                    <a:pt x="5488" y="122993"/>
                  </a:lnTo>
                  <a:lnTo>
                    <a:pt x="4224" y="128133"/>
                  </a:lnTo>
                  <a:lnTo>
                    <a:pt x="3123" y="133311"/>
                  </a:lnTo>
                  <a:lnTo>
                    <a:pt x="2187" y="138521"/>
                  </a:lnTo>
                  <a:lnTo>
                    <a:pt x="1416" y="143758"/>
                  </a:lnTo>
                  <a:lnTo>
                    <a:pt x="811" y="149017"/>
                  </a:lnTo>
                  <a:lnTo>
                    <a:pt x="373" y="154292"/>
                  </a:lnTo>
                  <a:lnTo>
                    <a:pt x="103" y="159579"/>
                  </a:lnTo>
                  <a:lnTo>
                    <a:pt x="0" y="164871"/>
                  </a:lnTo>
                  <a:lnTo>
                    <a:pt x="64" y="170164"/>
                  </a:lnTo>
                  <a:lnTo>
                    <a:pt x="296" y="175453"/>
                  </a:lnTo>
                  <a:lnTo>
                    <a:pt x="695" y="180731"/>
                  </a:lnTo>
                  <a:lnTo>
                    <a:pt x="1262" y="185994"/>
                  </a:lnTo>
                  <a:lnTo>
                    <a:pt x="1994" y="191236"/>
                  </a:lnTo>
                  <a:lnTo>
                    <a:pt x="2893" y="196453"/>
                  </a:lnTo>
                  <a:lnTo>
                    <a:pt x="3956" y="201639"/>
                  </a:lnTo>
                  <a:lnTo>
                    <a:pt x="5182" y="206788"/>
                  </a:lnTo>
                  <a:lnTo>
                    <a:pt x="6571" y="211896"/>
                  </a:lnTo>
                  <a:lnTo>
                    <a:pt x="8121" y="216957"/>
                  </a:lnTo>
                  <a:lnTo>
                    <a:pt x="9831" y="221967"/>
                  </a:lnTo>
                  <a:lnTo>
                    <a:pt x="11698" y="226920"/>
                  </a:lnTo>
                  <a:lnTo>
                    <a:pt x="13721" y="231812"/>
                  </a:lnTo>
                  <a:lnTo>
                    <a:pt x="15899" y="236637"/>
                  </a:lnTo>
                  <a:lnTo>
                    <a:pt x="18227" y="241390"/>
                  </a:lnTo>
                  <a:lnTo>
                    <a:pt x="20705" y="246068"/>
                  </a:lnTo>
                  <a:lnTo>
                    <a:pt x="23330" y="250665"/>
                  </a:lnTo>
                  <a:lnTo>
                    <a:pt x="26099" y="255176"/>
                  </a:lnTo>
                  <a:lnTo>
                    <a:pt x="29010" y="259598"/>
                  </a:lnTo>
                  <a:lnTo>
                    <a:pt x="32059" y="263925"/>
                  </a:lnTo>
                  <a:lnTo>
                    <a:pt x="35244" y="268153"/>
                  </a:lnTo>
                  <a:lnTo>
                    <a:pt x="38561" y="272278"/>
                  </a:lnTo>
                  <a:lnTo>
                    <a:pt x="42006" y="276297"/>
                  </a:lnTo>
                  <a:lnTo>
                    <a:pt x="45578" y="280204"/>
                  </a:lnTo>
                  <a:lnTo>
                    <a:pt x="49271" y="283996"/>
                  </a:lnTo>
                  <a:lnTo>
                    <a:pt x="53083" y="287669"/>
                  </a:lnTo>
                  <a:lnTo>
                    <a:pt x="57008" y="291220"/>
                  </a:lnTo>
                  <a:lnTo>
                    <a:pt x="61045" y="294645"/>
                  </a:lnTo>
                  <a:lnTo>
                    <a:pt x="65187" y="297940"/>
                  </a:lnTo>
                  <a:lnTo>
                    <a:pt x="69432" y="301102"/>
                  </a:lnTo>
                  <a:lnTo>
                    <a:pt x="73775" y="304129"/>
                  </a:lnTo>
                  <a:lnTo>
                    <a:pt x="78212" y="307016"/>
                  </a:lnTo>
                  <a:lnTo>
                    <a:pt x="82738" y="309761"/>
                  </a:lnTo>
                  <a:lnTo>
                    <a:pt x="87348" y="312362"/>
                  </a:lnTo>
                  <a:lnTo>
                    <a:pt x="92039" y="314816"/>
                  </a:lnTo>
                  <a:lnTo>
                    <a:pt x="96805" y="317120"/>
                  </a:lnTo>
                  <a:lnTo>
                    <a:pt x="101641" y="319271"/>
                  </a:lnTo>
                  <a:lnTo>
                    <a:pt x="106543" y="321269"/>
                  </a:lnTo>
                  <a:lnTo>
                    <a:pt x="111506" y="323110"/>
                  </a:lnTo>
                  <a:lnTo>
                    <a:pt x="116525" y="324793"/>
                  </a:lnTo>
                  <a:lnTo>
                    <a:pt x="121594" y="326317"/>
                  </a:lnTo>
                  <a:lnTo>
                    <a:pt x="126709" y="327679"/>
                  </a:lnTo>
                  <a:lnTo>
                    <a:pt x="131865" y="328879"/>
                  </a:lnTo>
                  <a:lnTo>
                    <a:pt x="137056" y="329914"/>
                  </a:lnTo>
                  <a:lnTo>
                    <a:pt x="142277" y="330785"/>
                  </a:lnTo>
                  <a:lnTo>
                    <a:pt x="147524" y="331490"/>
                  </a:lnTo>
                  <a:lnTo>
                    <a:pt x="152789" y="332029"/>
                  </a:lnTo>
                  <a:lnTo>
                    <a:pt x="158070" y="332401"/>
                  </a:lnTo>
                  <a:lnTo>
                    <a:pt x="163359" y="332605"/>
                  </a:lnTo>
                  <a:lnTo>
                    <a:pt x="168653" y="332642"/>
                  </a:lnTo>
                  <a:lnTo>
                    <a:pt x="173944" y="332511"/>
                  </a:lnTo>
                  <a:lnTo>
                    <a:pt x="179229" y="332213"/>
                  </a:lnTo>
                  <a:lnTo>
                    <a:pt x="184502" y="331747"/>
                  </a:lnTo>
                  <a:lnTo>
                    <a:pt x="189758" y="331115"/>
                  </a:lnTo>
                  <a:lnTo>
                    <a:pt x="194991" y="330316"/>
                  </a:lnTo>
                  <a:lnTo>
                    <a:pt x="200196" y="329353"/>
                  </a:lnTo>
                  <a:lnTo>
                    <a:pt x="205368" y="328225"/>
                  </a:lnTo>
                  <a:lnTo>
                    <a:pt x="210501" y="326934"/>
                  </a:lnTo>
                  <a:lnTo>
                    <a:pt x="215591" y="325481"/>
                  </a:lnTo>
                  <a:lnTo>
                    <a:pt x="220633" y="323867"/>
                  </a:lnTo>
                  <a:lnTo>
                    <a:pt x="225621" y="322095"/>
                  </a:lnTo>
                  <a:lnTo>
                    <a:pt x="230550" y="320166"/>
                  </a:lnTo>
                  <a:lnTo>
                    <a:pt x="235416" y="318081"/>
                  </a:lnTo>
                  <a:lnTo>
                    <a:pt x="240213" y="315844"/>
                  </a:lnTo>
                  <a:lnTo>
                    <a:pt x="244937" y="313456"/>
                  </a:lnTo>
                  <a:lnTo>
                    <a:pt x="249583" y="310919"/>
                  </a:lnTo>
                  <a:lnTo>
                    <a:pt x="254147" y="308237"/>
                  </a:lnTo>
                  <a:lnTo>
                    <a:pt x="258623" y="305411"/>
                  </a:lnTo>
                  <a:lnTo>
                    <a:pt x="263008" y="302446"/>
                  </a:lnTo>
                  <a:lnTo>
                    <a:pt x="267296" y="299342"/>
                  </a:lnTo>
                  <a:lnTo>
                    <a:pt x="271484" y="296105"/>
                  </a:lnTo>
                  <a:lnTo>
                    <a:pt x="275568" y="292737"/>
                  </a:lnTo>
                  <a:lnTo>
                    <a:pt x="279542" y="289241"/>
                  </a:lnTo>
                  <a:lnTo>
                    <a:pt x="283404" y="285621"/>
                  </a:lnTo>
                  <a:lnTo>
                    <a:pt x="287150" y="281880"/>
                  </a:lnTo>
                  <a:lnTo>
                    <a:pt x="290775" y="278023"/>
                  </a:lnTo>
                  <a:lnTo>
                    <a:pt x="294276" y="274053"/>
                  </a:lnTo>
                  <a:lnTo>
                    <a:pt x="297650" y="269974"/>
                  </a:lnTo>
                  <a:lnTo>
                    <a:pt x="300893" y="265790"/>
                  </a:lnTo>
                  <a:lnTo>
                    <a:pt x="304002" y="261506"/>
                  </a:lnTo>
                  <a:lnTo>
                    <a:pt x="306974" y="257125"/>
                  </a:lnTo>
                  <a:lnTo>
                    <a:pt x="309805" y="252653"/>
                  </a:lnTo>
                  <a:lnTo>
                    <a:pt x="312494" y="248093"/>
                  </a:lnTo>
                  <a:lnTo>
                    <a:pt x="315037" y="243450"/>
                  </a:lnTo>
                  <a:lnTo>
                    <a:pt x="317431" y="238729"/>
                  </a:lnTo>
                  <a:lnTo>
                    <a:pt x="319675" y="233935"/>
                  </a:lnTo>
                  <a:lnTo>
                    <a:pt x="321766" y="229072"/>
                  </a:lnTo>
                  <a:lnTo>
                    <a:pt x="323702" y="224145"/>
                  </a:lnTo>
                  <a:lnTo>
                    <a:pt x="325481" y="219160"/>
                  </a:lnTo>
                  <a:lnTo>
                    <a:pt x="327101" y="214120"/>
                  </a:lnTo>
                  <a:lnTo>
                    <a:pt x="328561" y="209032"/>
                  </a:lnTo>
                  <a:lnTo>
                    <a:pt x="329859" y="203900"/>
                  </a:lnTo>
                  <a:lnTo>
                    <a:pt x="330993" y="198730"/>
                  </a:lnTo>
                  <a:lnTo>
                    <a:pt x="331964" y="193526"/>
                  </a:lnTo>
                  <a:lnTo>
                    <a:pt x="332769" y="188294"/>
                  </a:lnTo>
                  <a:lnTo>
                    <a:pt x="333409" y="183040"/>
                  </a:lnTo>
                  <a:lnTo>
                    <a:pt x="333881" y="177767"/>
                  </a:lnTo>
                  <a:lnTo>
                    <a:pt x="334187" y="172483"/>
                  </a:lnTo>
                  <a:lnTo>
                    <a:pt x="334325" y="167191"/>
                  </a:lnTo>
                  <a:lnTo>
                    <a:pt x="334295" y="161898"/>
                  </a:lnTo>
                  <a:lnTo>
                    <a:pt x="334098" y="156608"/>
                  </a:lnTo>
                  <a:lnTo>
                    <a:pt x="333733" y="151327"/>
                  </a:lnTo>
                  <a:lnTo>
                    <a:pt x="333201" y="146061"/>
                  </a:lnTo>
                  <a:lnTo>
                    <a:pt x="332503" y="140813"/>
                  </a:lnTo>
                  <a:lnTo>
                    <a:pt x="331639" y="135591"/>
                  </a:lnTo>
                  <a:lnTo>
                    <a:pt x="330611" y="130398"/>
                  </a:lnTo>
                  <a:lnTo>
                    <a:pt x="329418" y="125241"/>
                  </a:lnTo>
                  <a:lnTo>
                    <a:pt x="328062" y="120124"/>
                  </a:lnTo>
                  <a:lnTo>
                    <a:pt x="326546" y="115053"/>
                  </a:lnTo>
                  <a:lnTo>
                    <a:pt x="324869" y="110032"/>
                  </a:lnTo>
                  <a:lnTo>
                    <a:pt x="323034" y="105066"/>
                  </a:lnTo>
                  <a:lnTo>
                    <a:pt x="321044" y="100162"/>
                  </a:lnTo>
                  <a:lnTo>
                    <a:pt x="318898" y="95322"/>
                  </a:lnTo>
                  <a:lnTo>
                    <a:pt x="316601" y="90554"/>
                  </a:lnTo>
                  <a:lnTo>
                    <a:pt x="314154" y="85860"/>
                  </a:lnTo>
                  <a:lnTo>
                    <a:pt x="311559" y="81246"/>
                  </a:lnTo>
                  <a:lnTo>
                    <a:pt x="308820" y="76716"/>
                  </a:lnTo>
                  <a:lnTo>
                    <a:pt x="305938" y="72276"/>
                  </a:lnTo>
                  <a:lnTo>
                    <a:pt x="302918" y="67929"/>
                  </a:lnTo>
                  <a:lnTo>
                    <a:pt x="299761" y="63680"/>
                  </a:lnTo>
                  <a:lnTo>
                    <a:pt x="296471" y="59533"/>
                  </a:lnTo>
                  <a:lnTo>
                    <a:pt x="293052" y="55492"/>
                  </a:lnTo>
                  <a:lnTo>
                    <a:pt x="289506" y="51561"/>
                  </a:lnTo>
                  <a:lnTo>
                    <a:pt x="285838" y="47745"/>
                  </a:lnTo>
                  <a:lnTo>
                    <a:pt x="282051" y="44046"/>
                  </a:lnTo>
                  <a:lnTo>
                    <a:pt x="167166" y="1654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114885" cy="167167"/>
            </a:xfrm>
            <a:custGeom>
              <a:avLst/>
              <a:pathLst>
                <a:path w="114885" h="167167">
                  <a:moveTo>
                    <a:pt x="114885" y="45732"/>
                  </a:moveTo>
                  <a:lnTo>
                    <a:pt x="110823" y="42014"/>
                  </a:lnTo>
                  <a:lnTo>
                    <a:pt x="106640" y="38432"/>
                  </a:lnTo>
                  <a:lnTo>
                    <a:pt x="102342" y="34989"/>
                  </a:lnTo>
                  <a:lnTo>
                    <a:pt x="97933" y="31690"/>
                  </a:lnTo>
                  <a:lnTo>
                    <a:pt x="93418" y="28538"/>
                  </a:lnTo>
                  <a:lnTo>
                    <a:pt x="88801" y="25536"/>
                  </a:lnTo>
                  <a:lnTo>
                    <a:pt x="84088" y="22688"/>
                  </a:lnTo>
                  <a:lnTo>
                    <a:pt x="79284" y="19997"/>
                  </a:lnTo>
                  <a:lnTo>
                    <a:pt x="74393" y="17466"/>
                  </a:lnTo>
                  <a:lnTo>
                    <a:pt x="69422" y="15096"/>
                  </a:lnTo>
                  <a:lnTo>
                    <a:pt x="64376" y="12892"/>
                  </a:lnTo>
                  <a:lnTo>
                    <a:pt x="59260" y="10856"/>
                  </a:lnTo>
                  <a:lnTo>
                    <a:pt x="54079" y="8989"/>
                  </a:lnTo>
                  <a:lnTo>
                    <a:pt x="48840" y="7293"/>
                  </a:lnTo>
                  <a:lnTo>
                    <a:pt x="43547" y="5771"/>
                  </a:lnTo>
                  <a:lnTo>
                    <a:pt x="38208" y="4425"/>
                  </a:lnTo>
                  <a:lnTo>
                    <a:pt x="32827" y="3254"/>
                  </a:lnTo>
                  <a:lnTo>
                    <a:pt x="27410" y="2262"/>
                  </a:lnTo>
                  <a:lnTo>
                    <a:pt x="21964" y="1449"/>
                  </a:lnTo>
                  <a:lnTo>
                    <a:pt x="16494" y="815"/>
                  </a:lnTo>
                  <a:lnTo>
                    <a:pt x="11006" y="362"/>
                  </a:lnTo>
                  <a:lnTo>
                    <a:pt x="550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950" y="3707720"/>
              <a:ext cx="5798" cy="167167"/>
            </a:xfrm>
            <a:custGeom>
              <a:avLst/>
              <a:pathLst>
                <a:path w="5798" h="167167">
                  <a:moveTo>
                    <a:pt x="5798" y="0"/>
                  </a:moveTo>
                  <a:lnTo>
                    <a:pt x="0" y="100"/>
                  </a:lnTo>
                  <a:lnTo>
                    <a:pt x="57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950" y="3707821"/>
              <a:ext cx="5798" cy="167066"/>
            </a:xfrm>
            <a:custGeom>
              <a:avLst/>
              <a:pathLst>
                <a:path w="5798" h="167066">
                  <a:moveTo>
                    <a:pt x="0" y="0"/>
                  </a:moveTo>
                  <a:lnTo>
                    <a:pt x="5798" y="167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7" y="3707821"/>
              <a:ext cx="334316" cy="334230"/>
            </a:xfrm>
            <a:custGeom>
              <a:avLst/>
              <a:pathLst>
                <a:path w="334316" h="334230">
                  <a:moveTo>
                    <a:pt x="161352" y="0"/>
                  </a:moveTo>
                  <a:lnTo>
                    <a:pt x="156070" y="267"/>
                  </a:lnTo>
                  <a:lnTo>
                    <a:pt x="150800" y="700"/>
                  </a:lnTo>
                  <a:lnTo>
                    <a:pt x="145545" y="1301"/>
                  </a:lnTo>
                  <a:lnTo>
                    <a:pt x="140313" y="2067"/>
                  </a:lnTo>
                  <a:lnTo>
                    <a:pt x="135107" y="2999"/>
                  </a:lnTo>
                  <a:lnTo>
                    <a:pt x="129933" y="4094"/>
                  </a:lnTo>
                  <a:lnTo>
                    <a:pt x="124796" y="5353"/>
                  </a:lnTo>
                  <a:lnTo>
                    <a:pt x="119702" y="6774"/>
                  </a:lnTo>
                  <a:lnTo>
                    <a:pt x="114656" y="8355"/>
                  </a:lnTo>
                  <a:lnTo>
                    <a:pt x="109662" y="10095"/>
                  </a:lnTo>
                  <a:lnTo>
                    <a:pt x="104725" y="11992"/>
                  </a:lnTo>
                  <a:lnTo>
                    <a:pt x="99851" y="14044"/>
                  </a:lnTo>
                  <a:lnTo>
                    <a:pt x="95044" y="16250"/>
                  </a:lnTo>
                  <a:lnTo>
                    <a:pt x="90310" y="18606"/>
                  </a:lnTo>
                  <a:lnTo>
                    <a:pt x="85652" y="21111"/>
                  </a:lnTo>
                  <a:lnTo>
                    <a:pt x="81076" y="23762"/>
                  </a:lnTo>
                  <a:lnTo>
                    <a:pt x="76586" y="26556"/>
                  </a:lnTo>
                  <a:lnTo>
                    <a:pt x="72187" y="29491"/>
                  </a:lnTo>
                  <a:lnTo>
                    <a:pt x="67882" y="32564"/>
                  </a:lnTo>
                  <a:lnTo>
                    <a:pt x="63677" y="35772"/>
                  </a:lnTo>
                  <a:lnTo>
                    <a:pt x="59576" y="39110"/>
                  </a:lnTo>
                  <a:lnTo>
                    <a:pt x="55582" y="42577"/>
                  </a:lnTo>
                  <a:lnTo>
                    <a:pt x="51700" y="46169"/>
                  </a:lnTo>
                  <a:lnTo>
                    <a:pt x="47934" y="49881"/>
                  </a:lnTo>
                  <a:lnTo>
                    <a:pt x="44287" y="53711"/>
                  </a:lnTo>
                  <a:lnTo>
                    <a:pt x="40762" y="57654"/>
                  </a:lnTo>
                  <a:lnTo>
                    <a:pt x="37365" y="61707"/>
                  </a:lnTo>
                  <a:lnTo>
                    <a:pt x="34097" y="65865"/>
                  </a:lnTo>
                  <a:lnTo>
                    <a:pt x="30962" y="70124"/>
                  </a:lnTo>
                  <a:lnTo>
                    <a:pt x="27964" y="74481"/>
                  </a:lnTo>
                  <a:lnTo>
                    <a:pt x="25105" y="78930"/>
                  </a:lnTo>
                  <a:lnTo>
                    <a:pt x="22388" y="83467"/>
                  </a:lnTo>
                  <a:lnTo>
                    <a:pt x="19816" y="88088"/>
                  </a:lnTo>
                  <a:lnTo>
                    <a:pt x="17392" y="92788"/>
                  </a:lnTo>
                  <a:lnTo>
                    <a:pt x="15117" y="97562"/>
                  </a:lnTo>
                  <a:lnTo>
                    <a:pt x="12994" y="102406"/>
                  </a:lnTo>
                  <a:lnTo>
                    <a:pt x="11026" y="107315"/>
                  </a:lnTo>
                  <a:lnTo>
                    <a:pt x="9214" y="112283"/>
                  </a:lnTo>
                  <a:lnTo>
                    <a:pt x="7560" y="117306"/>
                  </a:lnTo>
                  <a:lnTo>
                    <a:pt x="6066" y="122380"/>
                  </a:lnTo>
                  <a:lnTo>
                    <a:pt x="4733" y="127497"/>
                  </a:lnTo>
                  <a:lnTo>
                    <a:pt x="3563" y="132655"/>
                  </a:lnTo>
                  <a:lnTo>
                    <a:pt x="2556" y="137847"/>
                  </a:lnTo>
                  <a:lnTo>
                    <a:pt x="1714" y="143068"/>
                  </a:lnTo>
                  <a:lnTo>
                    <a:pt x="1038" y="148313"/>
                  </a:lnTo>
                  <a:lnTo>
                    <a:pt x="528" y="153577"/>
                  </a:lnTo>
                  <a:lnTo>
                    <a:pt x="185" y="158854"/>
                  </a:lnTo>
                  <a:lnTo>
                    <a:pt x="8" y="164140"/>
                  </a:lnTo>
                  <a:lnTo>
                    <a:pt x="0" y="169428"/>
                  </a:lnTo>
                  <a:lnTo>
                    <a:pt x="158" y="174714"/>
                  </a:lnTo>
                  <a:lnTo>
                    <a:pt x="483" y="179993"/>
                  </a:lnTo>
                  <a:lnTo>
                    <a:pt x="976" y="185258"/>
                  </a:lnTo>
                  <a:lnTo>
                    <a:pt x="1634" y="190506"/>
                  </a:lnTo>
                  <a:lnTo>
                    <a:pt x="2459" y="195730"/>
                  </a:lnTo>
                  <a:lnTo>
                    <a:pt x="3448" y="200925"/>
                  </a:lnTo>
                  <a:lnTo>
                    <a:pt x="4601" y="206086"/>
                  </a:lnTo>
                  <a:lnTo>
                    <a:pt x="5916" y="211208"/>
                  </a:lnTo>
                  <a:lnTo>
                    <a:pt x="7393" y="216286"/>
                  </a:lnTo>
                  <a:lnTo>
                    <a:pt x="9030" y="221315"/>
                  </a:lnTo>
                  <a:lnTo>
                    <a:pt x="10825" y="226290"/>
                  </a:lnTo>
                  <a:lnTo>
                    <a:pt x="12777" y="231205"/>
                  </a:lnTo>
                  <a:lnTo>
                    <a:pt x="14883" y="236056"/>
                  </a:lnTo>
                  <a:lnTo>
                    <a:pt x="17141" y="240838"/>
                  </a:lnTo>
                  <a:lnTo>
                    <a:pt x="19550" y="245546"/>
                  </a:lnTo>
                  <a:lnTo>
                    <a:pt x="22106" y="250176"/>
                  </a:lnTo>
                  <a:lnTo>
                    <a:pt x="24808" y="254722"/>
                  </a:lnTo>
                  <a:lnTo>
                    <a:pt x="27652" y="259181"/>
                  </a:lnTo>
                  <a:lnTo>
                    <a:pt x="30635" y="263548"/>
                  </a:lnTo>
                  <a:lnTo>
                    <a:pt x="33756" y="267818"/>
                  </a:lnTo>
                  <a:lnTo>
                    <a:pt x="37009" y="271987"/>
                  </a:lnTo>
                  <a:lnTo>
                    <a:pt x="40393" y="276051"/>
                  </a:lnTo>
                  <a:lnTo>
                    <a:pt x="43904" y="280006"/>
                  </a:lnTo>
                  <a:lnTo>
                    <a:pt x="47538" y="283848"/>
                  </a:lnTo>
                  <a:lnTo>
                    <a:pt x="51292" y="287573"/>
                  </a:lnTo>
                  <a:lnTo>
                    <a:pt x="55162" y="291178"/>
                  </a:lnTo>
                  <a:lnTo>
                    <a:pt x="59144" y="294658"/>
                  </a:lnTo>
                  <a:lnTo>
                    <a:pt x="63234" y="298011"/>
                  </a:lnTo>
                  <a:lnTo>
                    <a:pt x="67428" y="301232"/>
                  </a:lnTo>
                  <a:lnTo>
                    <a:pt x="71722" y="304319"/>
                  </a:lnTo>
                  <a:lnTo>
                    <a:pt x="76111" y="307269"/>
                  </a:lnTo>
                  <a:lnTo>
                    <a:pt x="80592" y="310079"/>
                  </a:lnTo>
                  <a:lnTo>
                    <a:pt x="85159" y="312745"/>
                  </a:lnTo>
                  <a:lnTo>
                    <a:pt x="89808" y="315266"/>
                  </a:lnTo>
                  <a:lnTo>
                    <a:pt x="94535" y="317638"/>
                  </a:lnTo>
                  <a:lnTo>
                    <a:pt x="99334" y="319860"/>
                  </a:lnTo>
                  <a:lnTo>
                    <a:pt x="104201" y="321929"/>
                  </a:lnTo>
                  <a:lnTo>
                    <a:pt x="109131" y="323842"/>
                  </a:lnTo>
                  <a:lnTo>
                    <a:pt x="114119" y="325599"/>
                  </a:lnTo>
                  <a:lnTo>
                    <a:pt x="119161" y="327197"/>
                  </a:lnTo>
                  <a:lnTo>
                    <a:pt x="124250" y="328635"/>
                  </a:lnTo>
                  <a:lnTo>
                    <a:pt x="129382" y="329911"/>
                  </a:lnTo>
                  <a:lnTo>
                    <a:pt x="134552" y="331025"/>
                  </a:lnTo>
                  <a:lnTo>
                    <a:pt x="139755" y="331974"/>
                  </a:lnTo>
                  <a:lnTo>
                    <a:pt x="144985" y="332758"/>
                  </a:lnTo>
                  <a:lnTo>
                    <a:pt x="150237" y="333376"/>
                  </a:lnTo>
                  <a:lnTo>
                    <a:pt x="155507" y="333828"/>
                  </a:lnTo>
                  <a:lnTo>
                    <a:pt x="160787" y="334113"/>
                  </a:lnTo>
                  <a:lnTo>
                    <a:pt x="166075" y="334230"/>
                  </a:lnTo>
                  <a:lnTo>
                    <a:pt x="171363" y="334181"/>
                  </a:lnTo>
                  <a:lnTo>
                    <a:pt x="176647" y="333964"/>
                  </a:lnTo>
                  <a:lnTo>
                    <a:pt x="181922" y="333580"/>
                  </a:lnTo>
                  <a:lnTo>
                    <a:pt x="187181" y="333029"/>
                  </a:lnTo>
                  <a:lnTo>
                    <a:pt x="192421" y="332313"/>
                  </a:lnTo>
                  <a:lnTo>
                    <a:pt x="197635" y="331431"/>
                  </a:lnTo>
                  <a:lnTo>
                    <a:pt x="202819" y="330384"/>
                  </a:lnTo>
                  <a:lnTo>
                    <a:pt x="207968" y="329174"/>
                  </a:lnTo>
                  <a:lnTo>
                    <a:pt x="213075" y="327802"/>
                  </a:lnTo>
                  <a:lnTo>
                    <a:pt x="218136" y="326269"/>
                  </a:lnTo>
                  <a:lnTo>
                    <a:pt x="223147" y="324576"/>
                  </a:lnTo>
                  <a:lnTo>
                    <a:pt x="228101" y="322726"/>
                  </a:lnTo>
                  <a:lnTo>
                    <a:pt x="232995" y="320720"/>
                  </a:lnTo>
                  <a:lnTo>
                    <a:pt x="237822" y="318560"/>
                  </a:lnTo>
                  <a:lnTo>
                    <a:pt x="242579" y="316249"/>
                  </a:lnTo>
                  <a:lnTo>
                    <a:pt x="247260" y="313789"/>
                  </a:lnTo>
                  <a:lnTo>
                    <a:pt x="251861" y="311181"/>
                  </a:lnTo>
                  <a:lnTo>
                    <a:pt x="256377" y="308429"/>
                  </a:lnTo>
                  <a:lnTo>
                    <a:pt x="260804" y="305536"/>
                  </a:lnTo>
                  <a:lnTo>
                    <a:pt x="265137" y="302504"/>
                  </a:lnTo>
                  <a:lnTo>
                    <a:pt x="269373" y="299337"/>
                  </a:lnTo>
                  <a:lnTo>
                    <a:pt x="273505" y="296037"/>
                  </a:lnTo>
                  <a:lnTo>
                    <a:pt x="277532" y="292609"/>
                  </a:lnTo>
                  <a:lnTo>
                    <a:pt x="281448" y="289054"/>
                  </a:lnTo>
                  <a:lnTo>
                    <a:pt x="285249" y="285378"/>
                  </a:lnTo>
                  <a:lnTo>
                    <a:pt x="288933" y="281583"/>
                  </a:lnTo>
                  <a:lnTo>
                    <a:pt x="292494" y="277673"/>
                  </a:lnTo>
                  <a:lnTo>
                    <a:pt x="295930" y="273653"/>
                  </a:lnTo>
                  <a:lnTo>
                    <a:pt x="299237" y="269526"/>
                  </a:lnTo>
                  <a:lnTo>
                    <a:pt x="302412" y="265297"/>
                  </a:lnTo>
                  <a:lnTo>
                    <a:pt x="305452" y="260969"/>
                  </a:lnTo>
                  <a:lnTo>
                    <a:pt x="308353" y="256547"/>
                  </a:lnTo>
                  <a:lnTo>
                    <a:pt x="311113" y="252036"/>
                  </a:lnTo>
                  <a:lnTo>
                    <a:pt x="313728" y="247439"/>
                  </a:lnTo>
                  <a:lnTo>
                    <a:pt x="316197" y="242763"/>
                  </a:lnTo>
                  <a:lnTo>
                    <a:pt x="318517" y="238010"/>
                  </a:lnTo>
                  <a:lnTo>
                    <a:pt x="320686" y="233186"/>
                  </a:lnTo>
                  <a:lnTo>
                    <a:pt x="322700" y="228297"/>
                  </a:lnTo>
                  <a:lnTo>
                    <a:pt x="324559" y="223346"/>
                  </a:lnTo>
                  <a:lnTo>
                    <a:pt x="326261" y="218338"/>
                  </a:lnTo>
                  <a:lnTo>
                    <a:pt x="327803" y="213280"/>
                  </a:lnTo>
                  <a:lnTo>
                    <a:pt x="329184" y="208175"/>
                  </a:lnTo>
                  <a:lnTo>
                    <a:pt x="330404" y="203029"/>
                  </a:lnTo>
                  <a:lnTo>
                    <a:pt x="331459" y="197847"/>
                  </a:lnTo>
                  <a:lnTo>
                    <a:pt x="332351" y="192634"/>
                  </a:lnTo>
                  <a:lnTo>
                    <a:pt x="333077" y="187395"/>
                  </a:lnTo>
                  <a:lnTo>
                    <a:pt x="333637" y="182137"/>
                  </a:lnTo>
                  <a:lnTo>
                    <a:pt x="334030" y="176863"/>
                  </a:lnTo>
                  <a:lnTo>
                    <a:pt x="334257" y="171579"/>
                  </a:lnTo>
                  <a:lnTo>
                    <a:pt x="334316" y="166291"/>
                  </a:lnTo>
                  <a:lnTo>
                    <a:pt x="334208" y="161003"/>
                  </a:lnTo>
                  <a:lnTo>
                    <a:pt x="333932" y="155722"/>
                  </a:lnTo>
                  <a:lnTo>
                    <a:pt x="333490" y="150452"/>
                  </a:lnTo>
                  <a:lnTo>
                    <a:pt x="332881" y="145199"/>
                  </a:lnTo>
                  <a:lnTo>
                    <a:pt x="332107" y="139967"/>
                  </a:lnTo>
                  <a:lnTo>
                    <a:pt x="331167" y="134763"/>
                  </a:lnTo>
                  <a:lnTo>
                    <a:pt x="330063" y="129591"/>
                  </a:lnTo>
                  <a:lnTo>
                    <a:pt x="328796" y="124456"/>
                  </a:lnTo>
                  <a:lnTo>
                    <a:pt x="327367" y="119364"/>
                  </a:lnTo>
                  <a:lnTo>
                    <a:pt x="325778" y="114320"/>
                  </a:lnTo>
                  <a:lnTo>
                    <a:pt x="324030" y="109329"/>
                  </a:lnTo>
                  <a:lnTo>
                    <a:pt x="322125" y="104395"/>
                  </a:lnTo>
                  <a:lnTo>
                    <a:pt x="320065" y="99525"/>
                  </a:lnTo>
                  <a:lnTo>
                    <a:pt x="317852" y="94721"/>
                  </a:lnTo>
                  <a:lnTo>
                    <a:pt x="315489" y="89990"/>
                  </a:lnTo>
                  <a:lnTo>
                    <a:pt x="312976" y="85337"/>
                  </a:lnTo>
                  <a:lnTo>
                    <a:pt x="310318" y="80765"/>
                  </a:lnTo>
                  <a:lnTo>
                    <a:pt x="307517" y="76279"/>
                  </a:lnTo>
                  <a:lnTo>
                    <a:pt x="304574" y="71885"/>
                  </a:lnTo>
                  <a:lnTo>
                    <a:pt x="301495" y="67585"/>
                  </a:lnTo>
                  <a:lnTo>
                    <a:pt x="298281" y="63386"/>
                  </a:lnTo>
                  <a:lnTo>
                    <a:pt x="294936" y="59289"/>
                  </a:lnTo>
                  <a:lnTo>
                    <a:pt x="291462" y="55301"/>
                  </a:lnTo>
                  <a:lnTo>
                    <a:pt x="287865" y="51425"/>
                  </a:lnTo>
                  <a:lnTo>
                    <a:pt x="284146" y="47664"/>
                  </a:lnTo>
                  <a:lnTo>
                    <a:pt x="280311" y="44023"/>
                  </a:lnTo>
                  <a:lnTo>
                    <a:pt x="276362" y="40505"/>
                  </a:lnTo>
                  <a:lnTo>
                    <a:pt x="167150" y="1670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09212" cy="167167"/>
            </a:xfrm>
            <a:custGeom>
              <a:avLst/>
              <a:pathLst>
                <a:path w="109212" h="167167">
                  <a:moveTo>
                    <a:pt x="109212" y="40606"/>
                  </a:moveTo>
                  <a:lnTo>
                    <a:pt x="104859" y="36977"/>
                  </a:lnTo>
                  <a:lnTo>
                    <a:pt x="100386" y="33497"/>
                  </a:lnTo>
                  <a:lnTo>
                    <a:pt x="95797" y="30171"/>
                  </a:lnTo>
                  <a:lnTo>
                    <a:pt x="91099" y="27003"/>
                  </a:lnTo>
                  <a:lnTo>
                    <a:pt x="86295" y="23996"/>
                  </a:lnTo>
                  <a:lnTo>
                    <a:pt x="81393" y="21153"/>
                  </a:lnTo>
                  <a:lnTo>
                    <a:pt x="76397" y="18478"/>
                  </a:lnTo>
                  <a:lnTo>
                    <a:pt x="71313" y="15974"/>
                  </a:lnTo>
                  <a:lnTo>
                    <a:pt x="66147" y="13644"/>
                  </a:lnTo>
                  <a:lnTo>
                    <a:pt x="60905" y="11490"/>
                  </a:lnTo>
                  <a:lnTo>
                    <a:pt x="55594" y="9515"/>
                  </a:lnTo>
                  <a:lnTo>
                    <a:pt x="50218" y="7721"/>
                  </a:lnTo>
                  <a:lnTo>
                    <a:pt x="44784" y="6110"/>
                  </a:lnTo>
                  <a:lnTo>
                    <a:pt x="39300" y="4685"/>
                  </a:lnTo>
                  <a:lnTo>
                    <a:pt x="33770" y="3446"/>
                  </a:lnTo>
                  <a:lnTo>
                    <a:pt x="28201" y="2395"/>
                  </a:lnTo>
                  <a:lnTo>
                    <a:pt x="22599" y="1534"/>
                  </a:lnTo>
                  <a:lnTo>
                    <a:pt x="16972" y="863"/>
                  </a:lnTo>
                  <a:lnTo>
                    <a:pt x="11326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515" y="4213821"/>
              <a:ext cx="4772" cy="167167"/>
            </a:xfrm>
            <a:custGeom>
              <a:avLst/>
              <a:pathLst>
                <a:path w="4772" h="167167">
                  <a:moveTo>
                    <a:pt x="4772" y="0"/>
                  </a:moveTo>
                  <a:lnTo>
                    <a:pt x="0" y="68"/>
                  </a:lnTo>
                  <a:lnTo>
                    <a:pt x="477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515" y="4213889"/>
              <a:ext cx="4772" cy="167099"/>
            </a:xfrm>
            <a:custGeom>
              <a:avLst/>
              <a:pathLst>
                <a:path w="4772" h="167099">
                  <a:moveTo>
                    <a:pt x="0" y="0"/>
                  </a:moveTo>
                  <a:lnTo>
                    <a:pt x="4772" y="167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5" y="4213889"/>
              <a:ext cx="167162" cy="272951"/>
            </a:xfrm>
            <a:custGeom>
              <a:avLst/>
              <a:pathLst>
                <a:path w="167162" h="272951">
                  <a:moveTo>
                    <a:pt x="162390" y="0"/>
                  </a:moveTo>
                  <a:lnTo>
                    <a:pt x="156998" y="241"/>
                  </a:lnTo>
                  <a:lnTo>
                    <a:pt x="151616" y="656"/>
                  </a:lnTo>
                  <a:lnTo>
                    <a:pt x="146251" y="1244"/>
                  </a:lnTo>
                  <a:lnTo>
                    <a:pt x="140908" y="2006"/>
                  </a:lnTo>
                  <a:lnTo>
                    <a:pt x="135592" y="2940"/>
                  </a:lnTo>
                  <a:lnTo>
                    <a:pt x="130308" y="4044"/>
                  </a:lnTo>
                  <a:lnTo>
                    <a:pt x="125064" y="5319"/>
                  </a:lnTo>
                  <a:lnTo>
                    <a:pt x="119863" y="6763"/>
                  </a:lnTo>
                  <a:lnTo>
                    <a:pt x="114711" y="8373"/>
                  </a:lnTo>
                  <a:lnTo>
                    <a:pt x="109614" y="10149"/>
                  </a:lnTo>
                  <a:lnTo>
                    <a:pt x="104578" y="12089"/>
                  </a:lnTo>
                  <a:lnTo>
                    <a:pt x="99606" y="14190"/>
                  </a:lnTo>
                  <a:lnTo>
                    <a:pt x="94705" y="16451"/>
                  </a:lnTo>
                  <a:lnTo>
                    <a:pt x="89879" y="18868"/>
                  </a:lnTo>
                  <a:lnTo>
                    <a:pt x="85134" y="21441"/>
                  </a:lnTo>
                  <a:lnTo>
                    <a:pt x="80474" y="24165"/>
                  </a:lnTo>
                  <a:lnTo>
                    <a:pt x="75905" y="27038"/>
                  </a:lnTo>
                  <a:lnTo>
                    <a:pt x="71431" y="30057"/>
                  </a:lnTo>
                  <a:lnTo>
                    <a:pt x="67057" y="33219"/>
                  </a:lnTo>
                  <a:lnTo>
                    <a:pt x="62787" y="36520"/>
                  </a:lnTo>
                  <a:lnTo>
                    <a:pt x="58626" y="39958"/>
                  </a:lnTo>
                  <a:lnTo>
                    <a:pt x="54578" y="43528"/>
                  </a:lnTo>
                  <a:lnTo>
                    <a:pt x="50647" y="47227"/>
                  </a:lnTo>
                  <a:lnTo>
                    <a:pt x="46838" y="51051"/>
                  </a:lnTo>
                  <a:lnTo>
                    <a:pt x="43154" y="54996"/>
                  </a:lnTo>
                  <a:lnTo>
                    <a:pt x="39600" y="59058"/>
                  </a:lnTo>
                  <a:lnTo>
                    <a:pt x="36178" y="63232"/>
                  </a:lnTo>
                  <a:lnTo>
                    <a:pt x="32894" y="67515"/>
                  </a:lnTo>
                  <a:lnTo>
                    <a:pt x="29749" y="71902"/>
                  </a:lnTo>
                  <a:lnTo>
                    <a:pt x="26747" y="76387"/>
                  </a:lnTo>
                  <a:lnTo>
                    <a:pt x="23892" y="80968"/>
                  </a:lnTo>
                  <a:lnTo>
                    <a:pt x="21186" y="85638"/>
                  </a:lnTo>
                  <a:lnTo>
                    <a:pt x="18632" y="90393"/>
                  </a:lnTo>
                  <a:lnTo>
                    <a:pt x="16233" y="95228"/>
                  </a:lnTo>
                  <a:lnTo>
                    <a:pt x="13992" y="100138"/>
                  </a:lnTo>
                  <a:lnTo>
                    <a:pt x="11910" y="105118"/>
                  </a:lnTo>
                  <a:lnTo>
                    <a:pt x="9990" y="110162"/>
                  </a:lnTo>
                  <a:lnTo>
                    <a:pt x="8233" y="115266"/>
                  </a:lnTo>
                  <a:lnTo>
                    <a:pt x="6643" y="120424"/>
                  </a:lnTo>
                  <a:lnTo>
                    <a:pt x="5220" y="125630"/>
                  </a:lnTo>
                  <a:lnTo>
                    <a:pt x="3965" y="130880"/>
                  </a:lnTo>
                  <a:lnTo>
                    <a:pt x="2881" y="136167"/>
                  </a:lnTo>
                  <a:lnTo>
                    <a:pt x="1968" y="141487"/>
                  </a:lnTo>
                  <a:lnTo>
                    <a:pt x="1228" y="146833"/>
                  </a:lnTo>
                  <a:lnTo>
                    <a:pt x="660" y="152201"/>
                  </a:lnTo>
                  <a:lnTo>
                    <a:pt x="266" y="157584"/>
                  </a:lnTo>
                  <a:lnTo>
                    <a:pt x="45" y="162977"/>
                  </a:lnTo>
                  <a:lnTo>
                    <a:pt x="0" y="168374"/>
                  </a:lnTo>
                  <a:lnTo>
                    <a:pt x="128" y="173770"/>
                  </a:lnTo>
                  <a:lnTo>
                    <a:pt x="430" y="179159"/>
                  </a:lnTo>
                  <a:lnTo>
                    <a:pt x="906" y="184535"/>
                  </a:lnTo>
                  <a:lnTo>
                    <a:pt x="1556" y="189893"/>
                  </a:lnTo>
                  <a:lnTo>
                    <a:pt x="2378" y="195228"/>
                  </a:lnTo>
                  <a:lnTo>
                    <a:pt x="3372" y="200533"/>
                  </a:lnTo>
                  <a:lnTo>
                    <a:pt x="4537" y="205803"/>
                  </a:lnTo>
                  <a:lnTo>
                    <a:pt x="5871" y="211033"/>
                  </a:lnTo>
                  <a:lnTo>
                    <a:pt x="7374" y="216217"/>
                  </a:lnTo>
                  <a:lnTo>
                    <a:pt x="9043" y="221350"/>
                  </a:lnTo>
                  <a:lnTo>
                    <a:pt x="10877" y="226427"/>
                  </a:lnTo>
                  <a:lnTo>
                    <a:pt x="12873" y="231441"/>
                  </a:lnTo>
                  <a:lnTo>
                    <a:pt x="15031" y="236389"/>
                  </a:lnTo>
                  <a:lnTo>
                    <a:pt x="17347" y="241264"/>
                  </a:lnTo>
                  <a:lnTo>
                    <a:pt x="19820" y="246062"/>
                  </a:lnTo>
                  <a:lnTo>
                    <a:pt x="22446" y="250777"/>
                  </a:lnTo>
                  <a:lnTo>
                    <a:pt x="25222" y="255406"/>
                  </a:lnTo>
                  <a:lnTo>
                    <a:pt x="28147" y="259942"/>
                  </a:lnTo>
                  <a:lnTo>
                    <a:pt x="31217" y="264381"/>
                  </a:lnTo>
                  <a:lnTo>
                    <a:pt x="34428" y="268719"/>
                  </a:lnTo>
                  <a:lnTo>
                    <a:pt x="37778" y="272951"/>
                  </a:lnTo>
                  <a:lnTo>
                    <a:pt x="167162" y="167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51903" y="4213821"/>
              <a:ext cx="296533" cy="334334"/>
            </a:xfrm>
            <a:custGeom>
              <a:avLst/>
              <a:pathLst>
                <a:path w="296533" h="334334">
                  <a:moveTo>
                    <a:pt x="0" y="273020"/>
                  </a:moveTo>
                  <a:lnTo>
                    <a:pt x="3420" y="277068"/>
                  </a:lnTo>
                  <a:lnTo>
                    <a:pt x="6967" y="281006"/>
                  </a:lnTo>
                  <a:lnTo>
                    <a:pt x="10638" y="284829"/>
                  </a:lnTo>
                  <a:lnTo>
                    <a:pt x="14427" y="288535"/>
                  </a:lnTo>
                  <a:lnTo>
                    <a:pt x="18333" y="292118"/>
                  </a:lnTo>
                  <a:lnTo>
                    <a:pt x="22350" y="295575"/>
                  </a:lnTo>
                  <a:lnTo>
                    <a:pt x="26474" y="298904"/>
                  </a:lnTo>
                  <a:lnTo>
                    <a:pt x="30702" y="302100"/>
                  </a:lnTo>
                  <a:lnTo>
                    <a:pt x="35029" y="305161"/>
                  </a:lnTo>
                  <a:lnTo>
                    <a:pt x="39451" y="308082"/>
                  </a:lnTo>
                  <a:lnTo>
                    <a:pt x="43963" y="310862"/>
                  </a:lnTo>
                  <a:lnTo>
                    <a:pt x="48562" y="313498"/>
                  </a:lnTo>
                  <a:lnTo>
                    <a:pt x="53241" y="315987"/>
                  </a:lnTo>
                  <a:lnTo>
                    <a:pt x="57997" y="318326"/>
                  </a:lnTo>
                  <a:lnTo>
                    <a:pt x="62825" y="320513"/>
                  </a:lnTo>
                  <a:lnTo>
                    <a:pt x="67719" y="322546"/>
                  </a:lnTo>
                  <a:lnTo>
                    <a:pt x="72676" y="324422"/>
                  </a:lnTo>
                  <a:lnTo>
                    <a:pt x="77690" y="326141"/>
                  </a:lnTo>
                  <a:lnTo>
                    <a:pt x="82755" y="327700"/>
                  </a:lnTo>
                  <a:lnTo>
                    <a:pt x="87868" y="329097"/>
                  </a:lnTo>
                  <a:lnTo>
                    <a:pt x="93022" y="330332"/>
                  </a:lnTo>
                  <a:lnTo>
                    <a:pt x="98213" y="331403"/>
                  </a:lnTo>
                  <a:lnTo>
                    <a:pt x="103435" y="332308"/>
                  </a:lnTo>
                  <a:lnTo>
                    <a:pt x="108683" y="333048"/>
                  </a:lnTo>
                  <a:lnTo>
                    <a:pt x="113952" y="333621"/>
                  </a:lnTo>
                  <a:lnTo>
                    <a:pt x="119236" y="334026"/>
                  </a:lnTo>
                  <a:lnTo>
                    <a:pt x="124531" y="334264"/>
                  </a:lnTo>
                  <a:lnTo>
                    <a:pt x="129831" y="334334"/>
                  </a:lnTo>
                  <a:lnTo>
                    <a:pt x="135130" y="334236"/>
                  </a:lnTo>
                  <a:lnTo>
                    <a:pt x="140423" y="333969"/>
                  </a:lnTo>
                  <a:lnTo>
                    <a:pt x="145705" y="333536"/>
                  </a:lnTo>
                  <a:lnTo>
                    <a:pt x="150971" y="332935"/>
                  </a:lnTo>
                  <a:lnTo>
                    <a:pt x="156215" y="332167"/>
                  </a:lnTo>
                  <a:lnTo>
                    <a:pt x="161432" y="331233"/>
                  </a:lnTo>
                  <a:lnTo>
                    <a:pt x="166617" y="330135"/>
                  </a:lnTo>
                  <a:lnTo>
                    <a:pt x="171765" y="328873"/>
                  </a:lnTo>
                  <a:lnTo>
                    <a:pt x="176870" y="327448"/>
                  </a:lnTo>
                  <a:lnTo>
                    <a:pt x="181927" y="325862"/>
                  </a:lnTo>
                  <a:lnTo>
                    <a:pt x="186931" y="324117"/>
                  </a:lnTo>
                  <a:lnTo>
                    <a:pt x="191878" y="322213"/>
                  </a:lnTo>
                  <a:lnTo>
                    <a:pt x="196762" y="320154"/>
                  </a:lnTo>
                  <a:lnTo>
                    <a:pt x="201578" y="317941"/>
                  </a:lnTo>
                  <a:lnTo>
                    <a:pt x="206321" y="315577"/>
                  </a:lnTo>
                  <a:lnTo>
                    <a:pt x="210987" y="313063"/>
                  </a:lnTo>
                  <a:lnTo>
                    <a:pt x="215571" y="310403"/>
                  </a:lnTo>
                  <a:lnTo>
                    <a:pt x="220069" y="307599"/>
                  </a:lnTo>
                  <a:lnTo>
                    <a:pt x="224475" y="304654"/>
                  </a:lnTo>
                  <a:lnTo>
                    <a:pt x="228785" y="301570"/>
                  </a:lnTo>
                  <a:lnTo>
                    <a:pt x="232996" y="298351"/>
                  </a:lnTo>
                  <a:lnTo>
                    <a:pt x="237103" y="295001"/>
                  </a:lnTo>
                  <a:lnTo>
                    <a:pt x="241101" y="291522"/>
                  </a:lnTo>
                  <a:lnTo>
                    <a:pt x="244987" y="287918"/>
                  </a:lnTo>
                  <a:lnTo>
                    <a:pt x="248757" y="284192"/>
                  </a:lnTo>
                  <a:lnTo>
                    <a:pt x="252407" y="280349"/>
                  </a:lnTo>
                  <a:lnTo>
                    <a:pt x="255933" y="276392"/>
                  </a:lnTo>
                  <a:lnTo>
                    <a:pt x="259332" y="272326"/>
                  </a:lnTo>
                  <a:lnTo>
                    <a:pt x="262600" y="268153"/>
                  </a:lnTo>
                  <a:lnTo>
                    <a:pt x="265734" y="263879"/>
                  </a:lnTo>
                  <a:lnTo>
                    <a:pt x="268732" y="259508"/>
                  </a:lnTo>
                  <a:lnTo>
                    <a:pt x="271589" y="255044"/>
                  </a:lnTo>
                  <a:lnTo>
                    <a:pt x="274303" y="250492"/>
                  </a:lnTo>
                  <a:lnTo>
                    <a:pt x="276872" y="245856"/>
                  </a:lnTo>
                  <a:lnTo>
                    <a:pt x="279292" y="241141"/>
                  </a:lnTo>
                  <a:lnTo>
                    <a:pt x="281562" y="236352"/>
                  </a:lnTo>
                  <a:lnTo>
                    <a:pt x="283679" y="231493"/>
                  </a:lnTo>
                  <a:lnTo>
                    <a:pt x="285641" y="226569"/>
                  </a:lnTo>
                  <a:lnTo>
                    <a:pt x="287445" y="221586"/>
                  </a:lnTo>
                  <a:lnTo>
                    <a:pt x="289091" y="216548"/>
                  </a:lnTo>
                  <a:lnTo>
                    <a:pt x="290576" y="211460"/>
                  </a:lnTo>
                  <a:lnTo>
                    <a:pt x="291899" y="206328"/>
                  </a:lnTo>
                  <a:lnTo>
                    <a:pt x="293059" y="201156"/>
                  </a:lnTo>
                  <a:lnTo>
                    <a:pt x="294054" y="195950"/>
                  </a:lnTo>
                  <a:lnTo>
                    <a:pt x="294884" y="190716"/>
                  </a:lnTo>
                  <a:lnTo>
                    <a:pt x="295547" y="185457"/>
                  </a:lnTo>
                  <a:lnTo>
                    <a:pt x="296043" y="180181"/>
                  </a:lnTo>
                  <a:lnTo>
                    <a:pt x="296372" y="174891"/>
                  </a:lnTo>
                  <a:lnTo>
                    <a:pt x="296533" y="169593"/>
                  </a:lnTo>
                  <a:lnTo>
                    <a:pt x="296526" y="164293"/>
                  </a:lnTo>
                  <a:lnTo>
                    <a:pt x="296351" y="158996"/>
                  </a:lnTo>
                  <a:lnTo>
                    <a:pt x="296008" y="153707"/>
                  </a:lnTo>
                  <a:lnTo>
                    <a:pt x="295498" y="148432"/>
                  </a:lnTo>
                  <a:lnTo>
                    <a:pt x="294820" y="143175"/>
                  </a:lnTo>
                  <a:lnTo>
                    <a:pt x="293976" y="137943"/>
                  </a:lnTo>
                  <a:lnTo>
                    <a:pt x="292967" y="132740"/>
                  </a:lnTo>
                  <a:lnTo>
                    <a:pt x="291794" y="127571"/>
                  </a:lnTo>
                  <a:lnTo>
                    <a:pt x="290457" y="122443"/>
                  </a:lnTo>
                  <a:lnTo>
                    <a:pt x="288958" y="117359"/>
                  </a:lnTo>
                  <a:lnTo>
                    <a:pt x="287299" y="112325"/>
                  </a:lnTo>
                  <a:lnTo>
                    <a:pt x="285481" y="107347"/>
                  </a:lnTo>
                  <a:lnTo>
                    <a:pt x="283506" y="102428"/>
                  </a:lnTo>
                  <a:lnTo>
                    <a:pt x="281377" y="97575"/>
                  </a:lnTo>
                  <a:lnTo>
                    <a:pt x="279094" y="92792"/>
                  </a:lnTo>
                  <a:lnTo>
                    <a:pt x="276661" y="88083"/>
                  </a:lnTo>
                  <a:lnTo>
                    <a:pt x="274080" y="83454"/>
                  </a:lnTo>
                  <a:lnTo>
                    <a:pt x="271353" y="78909"/>
                  </a:lnTo>
                  <a:lnTo>
                    <a:pt x="268484" y="74453"/>
                  </a:lnTo>
                  <a:lnTo>
                    <a:pt x="265475" y="70090"/>
                  </a:lnTo>
                  <a:lnTo>
                    <a:pt x="262329" y="65824"/>
                  </a:lnTo>
                  <a:lnTo>
                    <a:pt x="259050" y="61661"/>
                  </a:lnTo>
                  <a:lnTo>
                    <a:pt x="255640" y="57603"/>
                  </a:lnTo>
                  <a:lnTo>
                    <a:pt x="252103" y="53656"/>
                  </a:lnTo>
                  <a:lnTo>
                    <a:pt x="248443" y="49823"/>
                  </a:lnTo>
                  <a:lnTo>
                    <a:pt x="244664" y="46107"/>
                  </a:lnTo>
                  <a:lnTo>
                    <a:pt x="240768" y="42514"/>
                  </a:lnTo>
                  <a:lnTo>
                    <a:pt x="236760" y="39045"/>
                  </a:lnTo>
                  <a:lnTo>
                    <a:pt x="232645" y="35706"/>
                  </a:lnTo>
                  <a:lnTo>
                    <a:pt x="228425" y="32498"/>
                  </a:lnTo>
                  <a:lnTo>
                    <a:pt x="224107" y="29426"/>
                  </a:lnTo>
                  <a:lnTo>
                    <a:pt x="219692" y="26493"/>
                  </a:lnTo>
                  <a:lnTo>
                    <a:pt x="215188" y="23701"/>
                  </a:lnTo>
                  <a:lnTo>
                    <a:pt x="210596" y="21053"/>
                  </a:lnTo>
                  <a:lnTo>
                    <a:pt x="205924" y="18552"/>
                  </a:lnTo>
                  <a:lnTo>
                    <a:pt x="201174" y="16200"/>
                  </a:lnTo>
                  <a:lnTo>
                    <a:pt x="196352" y="14000"/>
                  </a:lnTo>
                  <a:lnTo>
                    <a:pt x="191463" y="11954"/>
                  </a:lnTo>
                  <a:lnTo>
                    <a:pt x="186511" y="10064"/>
                  </a:lnTo>
                  <a:lnTo>
                    <a:pt x="181502" y="8332"/>
                  </a:lnTo>
                  <a:lnTo>
                    <a:pt x="176441" y="6760"/>
                  </a:lnTo>
                  <a:lnTo>
                    <a:pt x="171332" y="5348"/>
                  </a:lnTo>
                  <a:lnTo>
                    <a:pt x="166181" y="4100"/>
                  </a:lnTo>
                  <a:lnTo>
                    <a:pt x="160993" y="3015"/>
                  </a:lnTo>
                  <a:lnTo>
                    <a:pt x="155774" y="2096"/>
                  </a:lnTo>
                  <a:lnTo>
                    <a:pt x="150528" y="1342"/>
                  </a:lnTo>
                  <a:lnTo>
                    <a:pt x="145260" y="755"/>
                  </a:lnTo>
                  <a:lnTo>
                    <a:pt x="139977" y="335"/>
                  </a:lnTo>
                  <a:lnTo>
                    <a:pt x="134683" y="84"/>
                  </a:lnTo>
                  <a:lnTo>
                    <a:pt x="129383" y="0"/>
                  </a:lnTo>
                  <a:lnTo>
                    <a:pt x="1293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3086" y="4659281"/>
              <a:ext cx="3438" cy="167167"/>
            </a:xfrm>
            <a:custGeom>
              <a:avLst/>
              <a:pathLst>
                <a:path w="3438" h="167167">
                  <a:moveTo>
                    <a:pt x="3438" y="0"/>
                  </a:moveTo>
                  <a:lnTo>
                    <a:pt x="0" y="35"/>
                  </a:lnTo>
                  <a:lnTo>
                    <a:pt x="343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086" y="4659317"/>
              <a:ext cx="3438" cy="167132"/>
            </a:xfrm>
            <a:custGeom>
              <a:avLst/>
              <a:pathLst>
                <a:path w="3438" h="167132">
                  <a:moveTo>
                    <a:pt x="0" y="0"/>
                  </a:moveTo>
                  <a:lnTo>
                    <a:pt x="3438" y="1671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578" y="4659317"/>
              <a:ext cx="166946" cy="167132"/>
            </a:xfrm>
            <a:custGeom>
              <a:avLst/>
              <a:pathLst>
                <a:path w="166946" h="167132">
                  <a:moveTo>
                    <a:pt x="163508" y="0"/>
                  </a:moveTo>
                  <a:lnTo>
                    <a:pt x="158065" y="200"/>
                  </a:lnTo>
                  <a:lnTo>
                    <a:pt x="152631" y="578"/>
                  </a:lnTo>
                  <a:lnTo>
                    <a:pt x="147213" y="1133"/>
                  </a:lnTo>
                  <a:lnTo>
                    <a:pt x="141816" y="1864"/>
                  </a:lnTo>
                  <a:lnTo>
                    <a:pt x="136445" y="2770"/>
                  </a:lnTo>
                  <a:lnTo>
                    <a:pt x="131107" y="3851"/>
                  </a:lnTo>
                  <a:lnTo>
                    <a:pt x="125807" y="5105"/>
                  </a:lnTo>
                  <a:lnTo>
                    <a:pt x="120551" y="6531"/>
                  </a:lnTo>
                  <a:lnTo>
                    <a:pt x="115343" y="8128"/>
                  </a:lnTo>
                  <a:lnTo>
                    <a:pt x="110191" y="9893"/>
                  </a:lnTo>
                  <a:lnTo>
                    <a:pt x="105099" y="11826"/>
                  </a:lnTo>
                  <a:lnTo>
                    <a:pt x="100072" y="13923"/>
                  </a:lnTo>
                  <a:lnTo>
                    <a:pt x="95117" y="16183"/>
                  </a:lnTo>
                  <a:lnTo>
                    <a:pt x="90237" y="18603"/>
                  </a:lnTo>
                  <a:lnTo>
                    <a:pt x="85439" y="21181"/>
                  </a:lnTo>
                  <a:lnTo>
                    <a:pt x="80728" y="23914"/>
                  </a:lnTo>
                  <a:lnTo>
                    <a:pt x="76108" y="26798"/>
                  </a:lnTo>
                  <a:lnTo>
                    <a:pt x="71585" y="29832"/>
                  </a:lnTo>
                  <a:lnTo>
                    <a:pt x="67163" y="33011"/>
                  </a:lnTo>
                  <a:lnTo>
                    <a:pt x="62846" y="36333"/>
                  </a:lnTo>
                  <a:lnTo>
                    <a:pt x="58641" y="39794"/>
                  </a:lnTo>
                  <a:lnTo>
                    <a:pt x="54550" y="43390"/>
                  </a:lnTo>
                  <a:lnTo>
                    <a:pt x="50578" y="47117"/>
                  </a:lnTo>
                  <a:lnTo>
                    <a:pt x="46730" y="50972"/>
                  </a:lnTo>
                  <a:lnTo>
                    <a:pt x="43010" y="54949"/>
                  </a:lnTo>
                  <a:lnTo>
                    <a:pt x="39421" y="59046"/>
                  </a:lnTo>
                  <a:lnTo>
                    <a:pt x="35968" y="63258"/>
                  </a:lnTo>
                  <a:lnTo>
                    <a:pt x="32653" y="67580"/>
                  </a:lnTo>
                  <a:lnTo>
                    <a:pt x="29482" y="72008"/>
                  </a:lnTo>
                  <a:lnTo>
                    <a:pt x="26456" y="76536"/>
                  </a:lnTo>
                  <a:lnTo>
                    <a:pt x="23579" y="81161"/>
                  </a:lnTo>
                  <a:lnTo>
                    <a:pt x="20855" y="85877"/>
                  </a:lnTo>
                  <a:lnTo>
                    <a:pt x="18285" y="90680"/>
                  </a:lnTo>
                  <a:lnTo>
                    <a:pt x="15873" y="95563"/>
                  </a:lnTo>
                  <a:lnTo>
                    <a:pt x="13622" y="100523"/>
                  </a:lnTo>
                  <a:lnTo>
                    <a:pt x="11534" y="105553"/>
                  </a:lnTo>
                  <a:lnTo>
                    <a:pt x="9610" y="110648"/>
                  </a:lnTo>
                  <a:lnTo>
                    <a:pt x="7853" y="115804"/>
                  </a:lnTo>
                  <a:lnTo>
                    <a:pt x="6266" y="121014"/>
                  </a:lnTo>
                  <a:lnTo>
                    <a:pt x="4849" y="126273"/>
                  </a:lnTo>
                  <a:lnTo>
                    <a:pt x="3604" y="131575"/>
                  </a:lnTo>
                  <a:lnTo>
                    <a:pt x="2532" y="136915"/>
                  </a:lnTo>
                  <a:lnTo>
                    <a:pt x="1635" y="142287"/>
                  </a:lnTo>
                  <a:lnTo>
                    <a:pt x="913" y="147686"/>
                  </a:lnTo>
                  <a:lnTo>
                    <a:pt x="368" y="153105"/>
                  </a:lnTo>
                  <a:lnTo>
                    <a:pt x="0" y="158539"/>
                  </a:lnTo>
                  <a:lnTo>
                    <a:pt x="166946" y="167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9" y="4659281"/>
              <a:ext cx="334304" cy="334334"/>
            </a:xfrm>
            <a:custGeom>
              <a:avLst/>
              <a:pathLst>
                <a:path w="334304" h="334334">
                  <a:moveTo>
                    <a:pt x="208" y="158574"/>
                  </a:moveTo>
                  <a:lnTo>
                    <a:pt x="20" y="163880"/>
                  </a:lnTo>
                  <a:lnTo>
                    <a:pt x="0" y="169189"/>
                  </a:lnTo>
                  <a:lnTo>
                    <a:pt x="148" y="174495"/>
                  </a:lnTo>
                  <a:lnTo>
                    <a:pt x="465" y="179795"/>
                  </a:lnTo>
                  <a:lnTo>
                    <a:pt x="950" y="185081"/>
                  </a:lnTo>
                  <a:lnTo>
                    <a:pt x="1603" y="190350"/>
                  </a:lnTo>
                  <a:lnTo>
                    <a:pt x="2422" y="195595"/>
                  </a:lnTo>
                  <a:lnTo>
                    <a:pt x="3408" y="200811"/>
                  </a:lnTo>
                  <a:lnTo>
                    <a:pt x="4559" y="205994"/>
                  </a:lnTo>
                  <a:lnTo>
                    <a:pt x="5874" y="211137"/>
                  </a:lnTo>
                  <a:lnTo>
                    <a:pt x="7351" y="216236"/>
                  </a:lnTo>
                  <a:lnTo>
                    <a:pt x="8990" y="221286"/>
                  </a:lnTo>
                  <a:lnTo>
                    <a:pt x="10788" y="226281"/>
                  </a:lnTo>
                  <a:lnTo>
                    <a:pt x="12744" y="231216"/>
                  </a:lnTo>
                  <a:lnTo>
                    <a:pt x="14856" y="236087"/>
                  </a:lnTo>
                  <a:lnTo>
                    <a:pt x="17121" y="240888"/>
                  </a:lnTo>
                  <a:lnTo>
                    <a:pt x="19538" y="245615"/>
                  </a:lnTo>
                  <a:lnTo>
                    <a:pt x="22103" y="250263"/>
                  </a:lnTo>
                  <a:lnTo>
                    <a:pt x="24815" y="254827"/>
                  </a:lnTo>
                  <a:lnTo>
                    <a:pt x="27670" y="259303"/>
                  </a:lnTo>
                  <a:lnTo>
                    <a:pt x="30666" y="263685"/>
                  </a:lnTo>
                  <a:lnTo>
                    <a:pt x="33800" y="267971"/>
                  </a:lnTo>
                  <a:lnTo>
                    <a:pt x="37068" y="272154"/>
                  </a:lnTo>
                  <a:lnTo>
                    <a:pt x="40467" y="276232"/>
                  </a:lnTo>
                  <a:lnTo>
                    <a:pt x="43994" y="280200"/>
                  </a:lnTo>
                  <a:lnTo>
                    <a:pt x="47645" y="284054"/>
                  </a:lnTo>
                  <a:lnTo>
                    <a:pt x="51417" y="287789"/>
                  </a:lnTo>
                  <a:lnTo>
                    <a:pt x="55306" y="291404"/>
                  </a:lnTo>
                  <a:lnTo>
                    <a:pt x="59307" y="294893"/>
                  </a:lnTo>
                  <a:lnTo>
                    <a:pt x="63417" y="298253"/>
                  </a:lnTo>
                  <a:lnTo>
                    <a:pt x="67632" y="301481"/>
                  </a:lnTo>
                  <a:lnTo>
                    <a:pt x="71947" y="304573"/>
                  </a:lnTo>
                  <a:lnTo>
                    <a:pt x="76358" y="307527"/>
                  </a:lnTo>
                  <a:lnTo>
                    <a:pt x="80861" y="310339"/>
                  </a:lnTo>
                  <a:lnTo>
                    <a:pt x="85451" y="313007"/>
                  </a:lnTo>
                  <a:lnTo>
                    <a:pt x="90123" y="315528"/>
                  </a:lnTo>
                  <a:lnTo>
                    <a:pt x="94873" y="317899"/>
                  </a:lnTo>
                  <a:lnTo>
                    <a:pt x="99695" y="320118"/>
                  </a:lnTo>
                  <a:lnTo>
                    <a:pt x="104586" y="322183"/>
                  </a:lnTo>
                  <a:lnTo>
                    <a:pt x="109540" y="324092"/>
                  </a:lnTo>
                  <a:lnTo>
                    <a:pt x="114552" y="325842"/>
                  </a:lnTo>
                  <a:lnTo>
                    <a:pt x="119617" y="327433"/>
                  </a:lnTo>
                  <a:lnTo>
                    <a:pt x="124730" y="328861"/>
                  </a:lnTo>
                  <a:lnTo>
                    <a:pt x="129886" y="330127"/>
                  </a:lnTo>
                  <a:lnTo>
                    <a:pt x="135079" y="331228"/>
                  </a:lnTo>
                  <a:lnTo>
                    <a:pt x="140305" y="332164"/>
                  </a:lnTo>
                  <a:lnTo>
                    <a:pt x="145557" y="332933"/>
                  </a:lnTo>
                  <a:lnTo>
                    <a:pt x="150832" y="333536"/>
                  </a:lnTo>
                  <a:lnTo>
                    <a:pt x="156123" y="333970"/>
                  </a:lnTo>
                  <a:lnTo>
                    <a:pt x="161425" y="334236"/>
                  </a:lnTo>
                  <a:lnTo>
                    <a:pt x="166733" y="334334"/>
                  </a:lnTo>
                  <a:lnTo>
                    <a:pt x="172041" y="334263"/>
                  </a:lnTo>
                  <a:lnTo>
                    <a:pt x="177345" y="334024"/>
                  </a:lnTo>
                  <a:lnTo>
                    <a:pt x="182638" y="333616"/>
                  </a:lnTo>
                  <a:lnTo>
                    <a:pt x="187915" y="333040"/>
                  </a:lnTo>
                  <a:lnTo>
                    <a:pt x="193172" y="332297"/>
                  </a:lnTo>
                  <a:lnTo>
                    <a:pt x="198402" y="331388"/>
                  </a:lnTo>
                  <a:lnTo>
                    <a:pt x="203601" y="330313"/>
                  </a:lnTo>
                  <a:lnTo>
                    <a:pt x="208763" y="329073"/>
                  </a:lnTo>
                  <a:lnTo>
                    <a:pt x="213883" y="327671"/>
                  </a:lnTo>
                  <a:lnTo>
                    <a:pt x="218956" y="326106"/>
                  </a:lnTo>
                  <a:lnTo>
                    <a:pt x="223977" y="324381"/>
                  </a:lnTo>
                  <a:lnTo>
                    <a:pt x="228940" y="322497"/>
                  </a:lnTo>
                  <a:lnTo>
                    <a:pt x="233841" y="320457"/>
                  </a:lnTo>
                  <a:lnTo>
                    <a:pt x="238675" y="318262"/>
                  </a:lnTo>
                  <a:lnTo>
                    <a:pt x="243437" y="315915"/>
                  </a:lnTo>
                  <a:lnTo>
                    <a:pt x="248122" y="313418"/>
                  </a:lnTo>
                  <a:lnTo>
                    <a:pt x="252725" y="310773"/>
                  </a:lnTo>
                  <a:lnTo>
                    <a:pt x="257242" y="307983"/>
                  </a:lnTo>
                  <a:lnTo>
                    <a:pt x="261668" y="305052"/>
                  </a:lnTo>
                  <a:lnTo>
                    <a:pt x="265998" y="301981"/>
                  </a:lnTo>
                  <a:lnTo>
                    <a:pt x="270229" y="298775"/>
                  </a:lnTo>
                  <a:lnTo>
                    <a:pt x="274356" y="295435"/>
                  </a:lnTo>
                  <a:lnTo>
                    <a:pt x="278375" y="291967"/>
                  </a:lnTo>
                  <a:lnTo>
                    <a:pt x="282282" y="288372"/>
                  </a:lnTo>
                  <a:lnTo>
                    <a:pt x="286073" y="284655"/>
                  </a:lnTo>
                  <a:lnTo>
                    <a:pt x="289743" y="280820"/>
                  </a:lnTo>
                  <a:lnTo>
                    <a:pt x="293290" y="276870"/>
                  </a:lnTo>
                  <a:lnTo>
                    <a:pt x="296710" y="272809"/>
                  </a:lnTo>
                  <a:lnTo>
                    <a:pt x="299999" y="268642"/>
                  </a:lnTo>
                  <a:lnTo>
                    <a:pt x="303155" y="264373"/>
                  </a:lnTo>
                  <a:lnTo>
                    <a:pt x="306173" y="260005"/>
                  </a:lnTo>
                  <a:lnTo>
                    <a:pt x="309050" y="255544"/>
                  </a:lnTo>
                  <a:lnTo>
                    <a:pt x="311785" y="250994"/>
                  </a:lnTo>
                  <a:lnTo>
                    <a:pt x="314374" y="246359"/>
                  </a:lnTo>
                  <a:lnTo>
                    <a:pt x="316814" y="241645"/>
                  </a:lnTo>
                  <a:lnTo>
                    <a:pt x="319104" y="236855"/>
                  </a:lnTo>
                  <a:lnTo>
                    <a:pt x="321240" y="231995"/>
                  </a:lnTo>
                  <a:lnTo>
                    <a:pt x="323221" y="227069"/>
                  </a:lnTo>
                  <a:lnTo>
                    <a:pt x="325044" y="222084"/>
                  </a:lnTo>
                  <a:lnTo>
                    <a:pt x="326708" y="217042"/>
                  </a:lnTo>
                  <a:lnTo>
                    <a:pt x="328212" y="211951"/>
                  </a:lnTo>
                  <a:lnTo>
                    <a:pt x="329553" y="206814"/>
                  </a:lnTo>
                  <a:lnTo>
                    <a:pt x="330730" y="201637"/>
                  </a:lnTo>
                  <a:lnTo>
                    <a:pt x="331742" y="196426"/>
                  </a:lnTo>
                  <a:lnTo>
                    <a:pt x="332588" y="191185"/>
                  </a:lnTo>
                  <a:lnTo>
                    <a:pt x="333267" y="185920"/>
                  </a:lnTo>
                  <a:lnTo>
                    <a:pt x="333779" y="180636"/>
                  </a:lnTo>
                  <a:lnTo>
                    <a:pt x="334122" y="175338"/>
                  </a:lnTo>
                  <a:lnTo>
                    <a:pt x="334298" y="170032"/>
                  </a:lnTo>
                  <a:lnTo>
                    <a:pt x="334304" y="164723"/>
                  </a:lnTo>
                  <a:lnTo>
                    <a:pt x="334142" y="159417"/>
                  </a:lnTo>
                  <a:lnTo>
                    <a:pt x="333812" y="154119"/>
                  </a:lnTo>
                  <a:lnTo>
                    <a:pt x="333314" y="148833"/>
                  </a:lnTo>
                  <a:lnTo>
                    <a:pt x="332648" y="143566"/>
                  </a:lnTo>
                  <a:lnTo>
                    <a:pt x="331815" y="138323"/>
                  </a:lnTo>
                  <a:lnTo>
                    <a:pt x="330816" y="133109"/>
                  </a:lnTo>
                  <a:lnTo>
                    <a:pt x="329652" y="127930"/>
                  </a:lnTo>
                  <a:lnTo>
                    <a:pt x="328324" y="122790"/>
                  </a:lnTo>
                  <a:lnTo>
                    <a:pt x="326834" y="117694"/>
                  </a:lnTo>
                  <a:lnTo>
                    <a:pt x="325182" y="112649"/>
                  </a:lnTo>
                  <a:lnTo>
                    <a:pt x="323372" y="107658"/>
                  </a:lnTo>
                  <a:lnTo>
                    <a:pt x="321403" y="102728"/>
                  </a:lnTo>
                  <a:lnTo>
                    <a:pt x="319279" y="97863"/>
                  </a:lnTo>
                  <a:lnTo>
                    <a:pt x="317002" y="93067"/>
                  </a:lnTo>
                  <a:lnTo>
                    <a:pt x="314573" y="88346"/>
                  </a:lnTo>
                  <a:lnTo>
                    <a:pt x="311996" y="83705"/>
                  </a:lnTo>
                  <a:lnTo>
                    <a:pt x="309273" y="79148"/>
                  </a:lnTo>
                  <a:lnTo>
                    <a:pt x="306406" y="74680"/>
                  </a:lnTo>
                  <a:lnTo>
                    <a:pt x="303399" y="70304"/>
                  </a:lnTo>
                  <a:lnTo>
                    <a:pt x="300255" y="66027"/>
                  </a:lnTo>
                  <a:lnTo>
                    <a:pt x="296976" y="61852"/>
                  </a:lnTo>
                  <a:lnTo>
                    <a:pt x="293567" y="57783"/>
                  </a:lnTo>
                  <a:lnTo>
                    <a:pt x="290030" y="53824"/>
                  </a:lnTo>
                  <a:lnTo>
                    <a:pt x="286369" y="49979"/>
                  </a:lnTo>
                  <a:lnTo>
                    <a:pt x="282587" y="46253"/>
                  </a:lnTo>
                  <a:lnTo>
                    <a:pt x="278690" y="42648"/>
                  </a:lnTo>
                  <a:lnTo>
                    <a:pt x="274680" y="39170"/>
                  </a:lnTo>
                  <a:lnTo>
                    <a:pt x="270561" y="35820"/>
                  </a:lnTo>
                  <a:lnTo>
                    <a:pt x="266338" y="32603"/>
                  </a:lnTo>
                  <a:lnTo>
                    <a:pt x="262015" y="29521"/>
                  </a:lnTo>
                  <a:lnTo>
                    <a:pt x="257597" y="26578"/>
                  </a:lnTo>
                  <a:lnTo>
                    <a:pt x="253087" y="23777"/>
                  </a:lnTo>
                  <a:lnTo>
                    <a:pt x="248491" y="21121"/>
                  </a:lnTo>
                  <a:lnTo>
                    <a:pt x="243812" y="18612"/>
                  </a:lnTo>
                  <a:lnTo>
                    <a:pt x="239056" y="16253"/>
                  </a:lnTo>
                  <a:lnTo>
                    <a:pt x="234228" y="14046"/>
                  </a:lnTo>
                  <a:lnTo>
                    <a:pt x="229332" y="11993"/>
                  </a:lnTo>
                  <a:lnTo>
                    <a:pt x="224373" y="10097"/>
                  </a:lnTo>
                  <a:lnTo>
                    <a:pt x="219357" y="8359"/>
                  </a:lnTo>
                  <a:lnTo>
                    <a:pt x="214288" y="6782"/>
                  </a:lnTo>
                  <a:lnTo>
                    <a:pt x="209171" y="5366"/>
                  </a:lnTo>
                  <a:lnTo>
                    <a:pt x="204013" y="4113"/>
                  </a:lnTo>
                  <a:lnTo>
                    <a:pt x="198816" y="3025"/>
                  </a:lnTo>
                  <a:lnTo>
                    <a:pt x="193588" y="2103"/>
                  </a:lnTo>
                  <a:lnTo>
                    <a:pt x="188334" y="1347"/>
                  </a:lnTo>
                  <a:lnTo>
                    <a:pt x="183058" y="758"/>
                  </a:lnTo>
                  <a:lnTo>
                    <a:pt x="177766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9" y="5018213"/>
              <a:ext cx="334310" cy="334333"/>
            </a:xfrm>
            <a:custGeom>
              <a:avLst/>
              <a:pathLst>
                <a:path w="334310" h="334333">
                  <a:moveTo>
                    <a:pt x="167099" y="0"/>
                  </a:moveTo>
                  <a:lnTo>
                    <a:pt x="161803" y="85"/>
                  </a:lnTo>
                  <a:lnTo>
                    <a:pt x="156511" y="338"/>
                  </a:lnTo>
                  <a:lnTo>
                    <a:pt x="151231" y="759"/>
                  </a:lnTo>
                  <a:lnTo>
                    <a:pt x="145966" y="1347"/>
                  </a:lnTo>
                  <a:lnTo>
                    <a:pt x="140723" y="2102"/>
                  </a:lnTo>
                  <a:lnTo>
                    <a:pt x="135506" y="3022"/>
                  </a:lnTo>
                  <a:lnTo>
                    <a:pt x="130321" y="4107"/>
                  </a:lnTo>
                  <a:lnTo>
                    <a:pt x="125173" y="5356"/>
                  </a:lnTo>
                  <a:lnTo>
                    <a:pt x="120067" y="6767"/>
                  </a:lnTo>
                  <a:lnTo>
                    <a:pt x="115008" y="8340"/>
                  </a:lnTo>
                  <a:lnTo>
                    <a:pt x="110002" y="10071"/>
                  </a:lnTo>
                  <a:lnTo>
                    <a:pt x="105053" y="11961"/>
                  </a:lnTo>
                  <a:lnTo>
                    <a:pt x="100167" y="14006"/>
                  </a:lnTo>
                  <a:lnTo>
                    <a:pt x="95347" y="16206"/>
                  </a:lnTo>
                  <a:lnTo>
                    <a:pt x="90600" y="18557"/>
                  </a:lnTo>
                  <a:lnTo>
                    <a:pt x="85930" y="21057"/>
                  </a:lnTo>
                  <a:lnTo>
                    <a:pt x="81341" y="23704"/>
                  </a:lnTo>
                  <a:lnTo>
                    <a:pt x="76839" y="26494"/>
                  </a:lnTo>
                  <a:lnTo>
                    <a:pt x="72427" y="29427"/>
                  </a:lnTo>
                  <a:lnTo>
                    <a:pt x="68110" y="32497"/>
                  </a:lnTo>
                  <a:lnTo>
                    <a:pt x="63893" y="35703"/>
                  </a:lnTo>
                  <a:lnTo>
                    <a:pt x="59779" y="39040"/>
                  </a:lnTo>
                  <a:lnTo>
                    <a:pt x="55774" y="42507"/>
                  </a:lnTo>
                  <a:lnTo>
                    <a:pt x="51880" y="46098"/>
                  </a:lnTo>
                  <a:lnTo>
                    <a:pt x="48102" y="49812"/>
                  </a:lnTo>
                  <a:lnTo>
                    <a:pt x="44443" y="53642"/>
                  </a:lnTo>
                  <a:lnTo>
                    <a:pt x="40908" y="57587"/>
                  </a:lnTo>
                  <a:lnTo>
                    <a:pt x="37499" y="61642"/>
                  </a:lnTo>
                  <a:lnTo>
                    <a:pt x="34220" y="65803"/>
                  </a:lnTo>
                  <a:lnTo>
                    <a:pt x="31076" y="70066"/>
                  </a:lnTo>
                  <a:lnTo>
                    <a:pt x="28067" y="74426"/>
                  </a:lnTo>
                  <a:lnTo>
                    <a:pt x="25199" y="78880"/>
                  </a:lnTo>
                  <a:lnTo>
                    <a:pt x="22472" y="83422"/>
                  </a:lnTo>
                  <a:lnTo>
                    <a:pt x="19892" y="88048"/>
                  </a:lnTo>
                  <a:lnTo>
                    <a:pt x="17459" y="92754"/>
                  </a:lnTo>
                  <a:lnTo>
                    <a:pt x="15176" y="97534"/>
                  </a:lnTo>
                  <a:lnTo>
                    <a:pt x="13046" y="102384"/>
                  </a:lnTo>
                  <a:lnTo>
                    <a:pt x="11071" y="107300"/>
                  </a:lnTo>
                  <a:lnTo>
                    <a:pt x="9252" y="112275"/>
                  </a:lnTo>
                  <a:lnTo>
                    <a:pt x="7592" y="117306"/>
                  </a:lnTo>
                  <a:lnTo>
                    <a:pt x="6093" y="122386"/>
                  </a:lnTo>
                  <a:lnTo>
                    <a:pt x="4755" y="127512"/>
                  </a:lnTo>
                  <a:lnTo>
                    <a:pt x="3580" y="132677"/>
                  </a:lnTo>
                  <a:lnTo>
                    <a:pt x="2569" y="137877"/>
                  </a:lnTo>
                  <a:lnTo>
                    <a:pt x="1724" y="143107"/>
                  </a:lnTo>
                  <a:lnTo>
                    <a:pt x="1044" y="148360"/>
                  </a:lnTo>
                  <a:lnTo>
                    <a:pt x="532" y="153633"/>
                  </a:lnTo>
                  <a:lnTo>
                    <a:pt x="187" y="158919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6"/>
                  </a:lnTo>
                  <a:lnTo>
                    <a:pt x="484" y="180093"/>
                  </a:lnTo>
                  <a:lnTo>
                    <a:pt x="977" y="185367"/>
                  </a:lnTo>
                  <a:lnTo>
                    <a:pt x="1637" y="190623"/>
                  </a:lnTo>
                  <a:lnTo>
                    <a:pt x="2463" y="195856"/>
                  </a:lnTo>
                  <a:lnTo>
                    <a:pt x="3455" y="201059"/>
                  </a:lnTo>
                  <a:lnTo>
                    <a:pt x="4611" y="206229"/>
                  </a:lnTo>
                  <a:lnTo>
                    <a:pt x="5930" y="211360"/>
                  </a:lnTo>
                  <a:lnTo>
                    <a:pt x="7411" y="216446"/>
                  </a:lnTo>
                  <a:lnTo>
                    <a:pt x="9053" y="221482"/>
                  </a:lnTo>
                  <a:lnTo>
                    <a:pt x="10853" y="226464"/>
                  </a:lnTo>
                  <a:lnTo>
                    <a:pt x="12811" y="231387"/>
                  </a:lnTo>
                  <a:lnTo>
                    <a:pt x="14923" y="236245"/>
                  </a:lnTo>
                  <a:lnTo>
                    <a:pt x="17188" y="241033"/>
                  </a:lnTo>
                  <a:lnTo>
                    <a:pt x="19604" y="245748"/>
                  </a:lnTo>
                  <a:lnTo>
                    <a:pt x="22168" y="250383"/>
                  </a:lnTo>
                  <a:lnTo>
                    <a:pt x="24877" y="254935"/>
                  </a:lnTo>
                  <a:lnTo>
                    <a:pt x="27730" y="259399"/>
                  </a:lnTo>
                  <a:lnTo>
                    <a:pt x="30722" y="263770"/>
                  </a:lnTo>
                  <a:lnTo>
                    <a:pt x="33851" y="268045"/>
                  </a:lnTo>
                  <a:lnTo>
                    <a:pt x="37115" y="272217"/>
                  </a:lnTo>
                  <a:lnTo>
                    <a:pt x="40508" y="276285"/>
                  </a:lnTo>
                  <a:lnTo>
                    <a:pt x="44029" y="280243"/>
                  </a:lnTo>
                  <a:lnTo>
                    <a:pt x="47674" y="284087"/>
                  </a:lnTo>
                  <a:lnTo>
                    <a:pt x="51439" y="287814"/>
                  </a:lnTo>
                  <a:lnTo>
                    <a:pt x="55319" y="291420"/>
                  </a:lnTo>
                  <a:lnTo>
                    <a:pt x="59312" y="294901"/>
                  </a:lnTo>
                  <a:lnTo>
                    <a:pt x="63414" y="298253"/>
                  </a:lnTo>
                  <a:lnTo>
                    <a:pt x="67619" y="301474"/>
                  </a:lnTo>
                  <a:lnTo>
                    <a:pt x="71925" y="304561"/>
                  </a:lnTo>
                  <a:lnTo>
                    <a:pt x="76326" y="307509"/>
                  </a:lnTo>
                  <a:lnTo>
                    <a:pt x="80818" y="310316"/>
                  </a:lnTo>
                  <a:lnTo>
                    <a:pt x="85397" y="312980"/>
                  </a:lnTo>
                  <a:lnTo>
                    <a:pt x="90058" y="315497"/>
                  </a:lnTo>
                  <a:lnTo>
                    <a:pt x="94797" y="317865"/>
                  </a:lnTo>
                  <a:lnTo>
                    <a:pt x="99608" y="320082"/>
                  </a:lnTo>
                  <a:lnTo>
                    <a:pt x="104487" y="322145"/>
                  </a:lnTo>
                  <a:lnTo>
                    <a:pt x="109429" y="324053"/>
                  </a:lnTo>
                  <a:lnTo>
                    <a:pt x="114429" y="325803"/>
                  </a:lnTo>
                  <a:lnTo>
                    <a:pt x="119482" y="327394"/>
                  </a:lnTo>
                  <a:lnTo>
                    <a:pt x="124583" y="328824"/>
                  </a:lnTo>
                  <a:lnTo>
                    <a:pt x="129726" y="330091"/>
                  </a:lnTo>
                  <a:lnTo>
                    <a:pt x="134907" y="331195"/>
                  </a:lnTo>
                  <a:lnTo>
                    <a:pt x="140120" y="332135"/>
                  </a:lnTo>
                  <a:lnTo>
                    <a:pt x="145361" y="332908"/>
                  </a:lnTo>
                  <a:lnTo>
                    <a:pt x="150623" y="333515"/>
                  </a:lnTo>
                  <a:lnTo>
                    <a:pt x="155902" y="333956"/>
                  </a:lnTo>
                  <a:lnTo>
                    <a:pt x="161193" y="334228"/>
                  </a:lnTo>
                  <a:lnTo>
                    <a:pt x="166489" y="334333"/>
                  </a:lnTo>
                  <a:lnTo>
                    <a:pt x="171786" y="334270"/>
                  </a:lnTo>
                  <a:lnTo>
                    <a:pt x="177078" y="334039"/>
                  </a:lnTo>
                  <a:lnTo>
                    <a:pt x="182361" y="333641"/>
                  </a:lnTo>
                  <a:lnTo>
                    <a:pt x="187628" y="333075"/>
                  </a:lnTo>
                  <a:lnTo>
                    <a:pt x="192874" y="332343"/>
                  </a:lnTo>
                  <a:lnTo>
                    <a:pt x="198095" y="331445"/>
                  </a:lnTo>
                  <a:lnTo>
                    <a:pt x="203285" y="330382"/>
                  </a:lnTo>
                  <a:lnTo>
                    <a:pt x="208438" y="329156"/>
                  </a:lnTo>
                  <a:lnTo>
                    <a:pt x="213550" y="327766"/>
                  </a:lnTo>
                  <a:lnTo>
                    <a:pt x="218615" y="326215"/>
                  </a:lnTo>
                  <a:lnTo>
                    <a:pt x="223629" y="324505"/>
                  </a:lnTo>
                  <a:lnTo>
                    <a:pt x="228585" y="322636"/>
                  </a:lnTo>
                  <a:lnTo>
                    <a:pt x="233481" y="320612"/>
                  </a:lnTo>
                  <a:lnTo>
                    <a:pt x="238309" y="318433"/>
                  </a:lnTo>
                  <a:lnTo>
                    <a:pt x="243066" y="316102"/>
                  </a:lnTo>
                  <a:lnTo>
                    <a:pt x="247747" y="313622"/>
                  </a:lnTo>
                  <a:lnTo>
                    <a:pt x="252347" y="310995"/>
                  </a:lnTo>
                  <a:lnTo>
                    <a:pt x="256862" y="308223"/>
                  </a:lnTo>
                  <a:lnTo>
                    <a:pt x="261286" y="305310"/>
                  </a:lnTo>
                  <a:lnTo>
                    <a:pt x="265616" y="302258"/>
                  </a:lnTo>
                  <a:lnTo>
                    <a:pt x="269847" y="299070"/>
                  </a:lnTo>
                  <a:lnTo>
                    <a:pt x="273974" y="295750"/>
                  </a:lnTo>
                  <a:lnTo>
                    <a:pt x="277995" y="292301"/>
                  </a:lnTo>
                  <a:lnTo>
                    <a:pt x="281904" y="288726"/>
                  </a:lnTo>
                  <a:lnTo>
                    <a:pt x="285698" y="285029"/>
                  </a:lnTo>
                  <a:lnTo>
                    <a:pt x="289373" y="281214"/>
                  </a:lnTo>
                  <a:lnTo>
                    <a:pt x="292925" y="277284"/>
                  </a:lnTo>
                  <a:lnTo>
                    <a:pt x="296351" y="273243"/>
                  </a:lnTo>
                  <a:lnTo>
                    <a:pt x="299647" y="269096"/>
                  </a:lnTo>
                  <a:lnTo>
                    <a:pt x="302810" y="264847"/>
                  </a:lnTo>
                  <a:lnTo>
                    <a:pt x="305837" y="260500"/>
                  </a:lnTo>
                  <a:lnTo>
                    <a:pt x="308725" y="256058"/>
                  </a:lnTo>
                  <a:lnTo>
                    <a:pt x="311470" y="251528"/>
                  </a:lnTo>
                  <a:lnTo>
                    <a:pt x="314071" y="246913"/>
                  </a:lnTo>
                  <a:lnTo>
                    <a:pt x="316524" y="242218"/>
                  </a:lnTo>
                  <a:lnTo>
                    <a:pt x="318827" y="237447"/>
                  </a:lnTo>
                  <a:lnTo>
                    <a:pt x="320977" y="232606"/>
                  </a:lnTo>
                  <a:lnTo>
                    <a:pt x="322973" y="227699"/>
                  </a:lnTo>
                  <a:lnTo>
                    <a:pt x="324813" y="222732"/>
                  </a:lnTo>
                  <a:lnTo>
                    <a:pt x="326495" y="217708"/>
                  </a:lnTo>
                  <a:lnTo>
                    <a:pt x="328016" y="212634"/>
                  </a:lnTo>
                  <a:lnTo>
                    <a:pt x="329376" y="207514"/>
                  </a:lnTo>
                  <a:lnTo>
                    <a:pt x="330573" y="202354"/>
                  </a:lnTo>
                  <a:lnTo>
                    <a:pt x="331606" y="197158"/>
                  </a:lnTo>
                  <a:lnTo>
                    <a:pt x="332473" y="191932"/>
                  </a:lnTo>
                  <a:lnTo>
                    <a:pt x="333175" y="186682"/>
                  </a:lnTo>
                  <a:lnTo>
                    <a:pt x="333710" y="181411"/>
                  </a:lnTo>
                  <a:lnTo>
                    <a:pt x="334078" y="176127"/>
                  </a:lnTo>
                  <a:lnTo>
                    <a:pt x="334278" y="170833"/>
                  </a:lnTo>
                  <a:lnTo>
                    <a:pt x="334310" y="165536"/>
                  </a:lnTo>
                  <a:lnTo>
                    <a:pt x="334174" y="160240"/>
                  </a:lnTo>
                  <a:lnTo>
                    <a:pt x="333871" y="154952"/>
                  </a:lnTo>
                  <a:lnTo>
                    <a:pt x="333400" y="149675"/>
                  </a:lnTo>
                  <a:lnTo>
                    <a:pt x="332763" y="144417"/>
                  </a:lnTo>
                  <a:lnTo>
                    <a:pt x="331959" y="139181"/>
                  </a:lnTo>
                  <a:lnTo>
                    <a:pt x="330989" y="133973"/>
                  </a:lnTo>
                  <a:lnTo>
                    <a:pt x="329855" y="128798"/>
                  </a:lnTo>
                  <a:lnTo>
                    <a:pt x="328558" y="123662"/>
                  </a:lnTo>
                  <a:lnTo>
                    <a:pt x="327098" y="118570"/>
                  </a:lnTo>
                  <a:lnTo>
                    <a:pt x="325478" y="113526"/>
                  </a:lnTo>
                  <a:lnTo>
                    <a:pt x="323699" y="108537"/>
                  </a:lnTo>
                  <a:lnTo>
                    <a:pt x="321763" y="103606"/>
                  </a:lnTo>
                  <a:lnTo>
                    <a:pt x="319671" y="98739"/>
                  </a:lnTo>
                  <a:lnTo>
                    <a:pt x="317426" y="93941"/>
                  </a:lnTo>
                  <a:lnTo>
                    <a:pt x="315031" y="89216"/>
                  </a:lnTo>
                  <a:lnTo>
                    <a:pt x="312487" y="84569"/>
                  </a:lnTo>
                  <a:lnTo>
                    <a:pt x="309797" y="80006"/>
                  </a:lnTo>
                  <a:lnTo>
                    <a:pt x="306963" y="75530"/>
                  </a:lnTo>
                  <a:lnTo>
                    <a:pt x="303990" y="71146"/>
                  </a:lnTo>
                  <a:lnTo>
                    <a:pt x="300879" y="66859"/>
                  </a:lnTo>
                  <a:lnTo>
                    <a:pt x="297633" y="62672"/>
                  </a:lnTo>
                  <a:lnTo>
                    <a:pt x="294257" y="58590"/>
                  </a:lnTo>
                  <a:lnTo>
                    <a:pt x="290753" y="54617"/>
                  </a:lnTo>
                  <a:lnTo>
                    <a:pt x="287124" y="50757"/>
                  </a:lnTo>
                  <a:lnTo>
                    <a:pt x="283376" y="47014"/>
                  </a:lnTo>
                  <a:lnTo>
                    <a:pt x="279510" y="43392"/>
                  </a:lnTo>
                  <a:lnTo>
                    <a:pt x="275532" y="39894"/>
                  </a:lnTo>
                  <a:lnTo>
                    <a:pt x="271445" y="36524"/>
                  </a:lnTo>
                  <a:lnTo>
                    <a:pt x="267253" y="33285"/>
                  </a:lnTo>
                  <a:lnTo>
                    <a:pt x="262961" y="30180"/>
                  </a:lnTo>
                  <a:lnTo>
                    <a:pt x="258573" y="27214"/>
                  </a:lnTo>
                  <a:lnTo>
                    <a:pt x="254092" y="24387"/>
                  </a:lnTo>
                  <a:lnTo>
                    <a:pt x="249525" y="21704"/>
                  </a:lnTo>
                  <a:lnTo>
                    <a:pt x="244874" y="19167"/>
                  </a:lnTo>
                  <a:lnTo>
                    <a:pt x="240146" y="16779"/>
                  </a:lnTo>
                  <a:lnTo>
                    <a:pt x="235344" y="14541"/>
                  </a:lnTo>
                  <a:lnTo>
                    <a:pt x="230474" y="12457"/>
                  </a:lnTo>
                  <a:lnTo>
                    <a:pt x="225540" y="10529"/>
                  </a:lnTo>
                  <a:lnTo>
                    <a:pt x="220548" y="8757"/>
                  </a:lnTo>
                  <a:lnTo>
                    <a:pt x="215502" y="7145"/>
                  </a:lnTo>
                  <a:lnTo>
                    <a:pt x="210407" y="5693"/>
                  </a:lnTo>
                  <a:lnTo>
                    <a:pt x="205269" y="4404"/>
                  </a:lnTo>
                  <a:lnTo>
                    <a:pt x="200093" y="3278"/>
                  </a:lnTo>
                  <a:lnTo>
                    <a:pt x="194884" y="2316"/>
                  </a:lnTo>
                  <a:lnTo>
                    <a:pt x="189647" y="1520"/>
                  </a:lnTo>
                  <a:lnTo>
                    <a:pt x="184387" y="890"/>
                  </a:lnTo>
                  <a:lnTo>
                    <a:pt x="179110" y="428"/>
                  </a:lnTo>
                  <a:lnTo>
                    <a:pt x="173821" y="133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6670" cy="167167"/>
            </a:xfrm>
            <a:custGeom>
              <a:avLst/>
              <a:pathLst>
                <a:path w="6670" h="167167">
                  <a:moveTo>
                    <a:pt x="6670" y="13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34" y="5269756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698" y="89"/>
                  </a:lnTo>
                  <a:lnTo>
                    <a:pt x="156235" y="357"/>
                  </a:lnTo>
                  <a:lnTo>
                    <a:pt x="150783" y="804"/>
                  </a:lnTo>
                  <a:lnTo>
                    <a:pt x="145349" y="1429"/>
                  </a:lnTo>
                  <a:lnTo>
                    <a:pt x="139939" y="2232"/>
                  </a:lnTo>
                  <a:lnTo>
                    <a:pt x="134557" y="3211"/>
                  </a:lnTo>
                  <a:lnTo>
                    <a:pt x="129211" y="4366"/>
                  </a:lnTo>
                  <a:lnTo>
                    <a:pt x="123905" y="5694"/>
                  </a:lnTo>
                  <a:lnTo>
                    <a:pt x="118645" y="7196"/>
                  </a:lnTo>
                  <a:lnTo>
                    <a:pt x="113438" y="8869"/>
                  </a:lnTo>
                  <a:lnTo>
                    <a:pt x="108288" y="10712"/>
                  </a:lnTo>
                  <a:lnTo>
                    <a:pt x="103201" y="12722"/>
                  </a:lnTo>
                  <a:lnTo>
                    <a:pt x="98182" y="14897"/>
                  </a:lnTo>
                  <a:lnTo>
                    <a:pt x="93237" y="17236"/>
                  </a:lnTo>
                  <a:lnTo>
                    <a:pt x="88372" y="19735"/>
                  </a:lnTo>
                  <a:lnTo>
                    <a:pt x="83591" y="22391"/>
                  </a:lnTo>
                  <a:lnTo>
                    <a:pt x="78899" y="25203"/>
                  </a:lnTo>
                  <a:lnTo>
                    <a:pt x="74302" y="28167"/>
                  </a:lnTo>
                  <a:lnTo>
                    <a:pt x="69804" y="31280"/>
                  </a:lnTo>
                  <a:lnTo>
                    <a:pt x="65410" y="34538"/>
                  </a:lnTo>
                  <a:lnTo>
                    <a:pt x="61126" y="37938"/>
                  </a:lnTo>
                  <a:lnTo>
                    <a:pt x="56955" y="41476"/>
                  </a:lnTo>
                  <a:lnTo>
                    <a:pt x="52902" y="45149"/>
                  </a:lnTo>
                  <a:lnTo>
                    <a:pt x="48971" y="48953"/>
                  </a:lnTo>
                  <a:lnTo>
                    <a:pt x="45167" y="52883"/>
                  </a:lnTo>
                  <a:lnTo>
                    <a:pt x="41493" y="56935"/>
                  </a:lnTo>
                  <a:lnTo>
                    <a:pt x="37954" y="61106"/>
                  </a:lnTo>
                  <a:lnTo>
                    <a:pt x="34553" y="65390"/>
                  </a:lnTo>
                  <a:lnTo>
                    <a:pt x="31294" y="69783"/>
                  </a:lnTo>
                  <a:lnTo>
                    <a:pt x="28181" y="74280"/>
                  </a:lnTo>
                  <a:lnTo>
                    <a:pt x="25217" y="78877"/>
                  </a:lnTo>
                  <a:lnTo>
                    <a:pt x="22404" y="83568"/>
                  </a:lnTo>
                  <a:lnTo>
                    <a:pt x="19747" y="88349"/>
                  </a:lnTo>
                  <a:lnTo>
                    <a:pt x="17247" y="93214"/>
                  </a:lnTo>
                  <a:lnTo>
                    <a:pt x="14908" y="98159"/>
                  </a:lnTo>
                  <a:lnTo>
                    <a:pt x="12732" y="103177"/>
                  </a:lnTo>
                  <a:lnTo>
                    <a:pt x="10721" y="108264"/>
                  </a:lnTo>
                  <a:lnTo>
                    <a:pt x="8878" y="113413"/>
                  </a:lnTo>
                  <a:lnTo>
                    <a:pt x="7204" y="118621"/>
                  </a:lnTo>
                  <a:lnTo>
                    <a:pt x="5701" y="123880"/>
                  </a:lnTo>
                  <a:lnTo>
                    <a:pt x="4371" y="129186"/>
                  </a:lnTo>
                  <a:lnTo>
                    <a:pt x="3216" y="134532"/>
                  </a:lnTo>
                  <a:lnTo>
                    <a:pt x="2236" y="139913"/>
                  </a:lnTo>
                  <a:lnTo>
                    <a:pt x="1433" y="145324"/>
                  </a:lnTo>
                  <a:lnTo>
                    <a:pt x="807" y="150758"/>
                  </a:lnTo>
                  <a:lnTo>
                    <a:pt x="359" y="156209"/>
                  </a:lnTo>
                  <a:lnTo>
                    <a:pt x="90" y="161672"/>
                  </a:lnTo>
                  <a:lnTo>
                    <a:pt x="0" y="16714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4" y="5269756"/>
              <a:ext cx="334325" cy="334325"/>
            </a:xfrm>
            <a:custGeom>
              <a:avLst/>
              <a:pathLst>
                <a:path w="334325" h="334325">
                  <a:moveTo>
                    <a:pt x="0" y="167141"/>
                  </a:moveTo>
                  <a:lnTo>
                    <a:pt x="82" y="172428"/>
                  </a:lnTo>
                  <a:lnTo>
                    <a:pt x="332" y="177709"/>
                  </a:lnTo>
                  <a:lnTo>
                    <a:pt x="749" y="182979"/>
                  </a:lnTo>
                  <a:lnTo>
                    <a:pt x="1332" y="188234"/>
                  </a:lnTo>
                  <a:lnTo>
                    <a:pt x="2081" y="193467"/>
                  </a:lnTo>
                  <a:lnTo>
                    <a:pt x="2996" y="198675"/>
                  </a:lnTo>
                  <a:lnTo>
                    <a:pt x="4074" y="203850"/>
                  </a:lnTo>
                  <a:lnTo>
                    <a:pt x="5316" y="208989"/>
                  </a:lnTo>
                  <a:lnTo>
                    <a:pt x="6719" y="214087"/>
                  </a:lnTo>
                  <a:lnTo>
                    <a:pt x="8283" y="219137"/>
                  </a:lnTo>
                  <a:lnTo>
                    <a:pt x="10006" y="224135"/>
                  </a:lnTo>
                  <a:lnTo>
                    <a:pt x="11886" y="229077"/>
                  </a:lnTo>
                  <a:lnTo>
                    <a:pt x="13921" y="233956"/>
                  </a:lnTo>
                  <a:lnTo>
                    <a:pt x="16110" y="238769"/>
                  </a:lnTo>
                  <a:lnTo>
                    <a:pt x="18450" y="243510"/>
                  </a:lnTo>
                  <a:lnTo>
                    <a:pt x="20938" y="248174"/>
                  </a:lnTo>
                  <a:lnTo>
                    <a:pt x="23573" y="252758"/>
                  </a:lnTo>
                  <a:lnTo>
                    <a:pt x="26352" y="257256"/>
                  </a:lnTo>
                  <a:lnTo>
                    <a:pt x="29271" y="261664"/>
                  </a:lnTo>
                  <a:lnTo>
                    <a:pt x="32328" y="265977"/>
                  </a:lnTo>
                  <a:lnTo>
                    <a:pt x="35520" y="270192"/>
                  </a:lnTo>
                  <a:lnTo>
                    <a:pt x="38844" y="274303"/>
                  </a:lnTo>
                  <a:lnTo>
                    <a:pt x="42296" y="278307"/>
                  </a:lnTo>
                  <a:lnTo>
                    <a:pt x="45873" y="282200"/>
                  </a:lnTo>
                  <a:lnTo>
                    <a:pt x="49571" y="285979"/>
                  </a:lnTo>
                  <a:lnTo>
                    <a:pt x="53387" y="289638"/>
                  </a:lnTo>
                  <a:lnTo>
                    <a:pt x="57317" y="293175"/>
                  </a:lnTo>
                  <a:lnTo>
                    <a:pt x="61357" y="296585"/>
                  </a:lnTo>
                  <a:lnTo>
                    <a:pt x="65502" y="299867"/>
                  </a:lnTo>
                  <a:lnTo>
                    <a:pt x="69749" y="303015"/>
                  </a:lnTo>
                  <a:lnTo>
                    <a:pt x="74094" y="306028"/>
                  </a:lnTo>
                  <a:lnTo>
                    <a:pt x="78531" y="308902"/>
                  </a:lnTo>
                  <a:lnTo>
                    <a:pt x="83058" y="311634"/>
                  </a:lnTo>
                  <a:lnTo>
                    <a:pt x="87668" y="314221"/>
                  </a:lnTo>
                  <a:lnTo>
                    <a:pt x="92358" y="316661"/>
                  </a:lnTo>
                  <a:lnTo>
                    <a:pt x="97123" y="318952"/>
                  </a:lnTo>
                  <a:lnTo>
                    <a:pt x="101958" y="321091"/>
                  </a:lnTo>
                  <a:lnTo>
                    <a:pt x="106858" y="323076"/>
                  </a:lnTo>
                  <a:lnTo>
                    <a:pt x="111818" y="324906"/>
                  </a:lnTo>
                  <a:lnTo>
                    <a:pt x="116834" y="326577"/>
                  </a:lnTo>
                  <a:lnTo>
                    <a:pt x="121900" y="328089"/>
                  </a:lnTo>
                  <a:lnTo>
                    <a:pt x="127012" y="329440"/>
                  </a:lnTo>
                  <a:lnTo>
                    <a:pt x="132163" y="330629"/>
                  </a:lnTo>
                  <a:lnTo>
                    <a:pt x="137350" y="331654"/>
                  </a:lnTo>
                  <a:lnTo>
                    <a:pt x="142566" y="332514"/>
                  </a:lnTo>
                  <a:lnTo>
                    <a:pt x="147807" y="333210"/>
                  </a:lnTo>
                  <a:lnTo>
                    <a:pt x="153068" y="333739"/>
                  </a:lnTo>
                  <a:lnTo>
                    <a:pt x="158342" y="334101"/>
                  </a:lnTo>
                  <a:lnTo>
                    <a:pt x="163625" y="334297"/>
                  </a:lnTo>
                  <a:lnTo>
                    <a:pt x="168912" y="334325"/>
                  </a:lnTo>
                  <a:lnTo>
                    <a:pt x="174197" y="334186"/>
                  </a:lnTo>
                  <a:lnTo>
                    <a:pt x="179475" y="333881"/>
                  </a:lnTo>
                  <a:lnTo>
                    <a:pt x="184741" y="333408"/>
                  </a:lnTo>
                  <a:lnTo>
                    <a:pt x="189989" y="332769"/>
                  </a:lnTo>
                  <a:lnTo>
                    <a:pt x="195215" y="331965"/>
                  </a:lnTo>
                  <a:lnTo>
                    <a:pt x="200412" y="330995"/>
                  </a:lnTo>
                  <a:lnTo>
                    <a:pt x="205576" y="329862"/>
                  </a:lnTo>
                  <a:lnTo>
                    <a:pt x="210702" y="328566"/>
                  </a:lnTo>
                  <a:lnTo>
                    <a:pt x="215784" y="327109"/>
                  </a:lnTo>
                  <a:lnTo>
                    <a:pt x="220817" y="325491"/>
                  </a:lnTo>
                  <a:lnTo>
                    <a:pt x="225797" y="323716"/>
                  </a:lnTo>
                  <a:lnTo>
                    <a:pt x="230718" y="321783"/>
                  </a:lnTo>
                  <a:lnTo>
                    <a:pt x="235576" y="319696"/>
                  </a:lnTo>
                  <a:lnTo>
                    <a:pt x="240365" y="317457"/>
                  </a:lnTo>
                  <a:lnTo>
                    <a:pt x="245081" y="315067"/>
                  </a:lnTo>
                  <a:lnTo>
                    <a:pt x="249719" y="312529"/>
                  </a:lnTo>
                  <a:lnTo>
                    <a:pt x="254274" y="309846"/>
                  </a:lnTo>
                  <a:lnTo>
                    <a:pt x="258742" y="307020"/>
                  </a:lnTo>
                  <a:lnTo>
                    <a:pt x="263119" y="304054"/>
                  </a:lnTo>
                  <a:lnTo>
                    <a:pt x="267400" y="300952"/>
                  </a:lnTo>
                  <a:lnTo>
                    <a:pt x="271580" y="297715"/>
                  </a:lnTo>
                  <a:lnTo>
                    <a:pt x="275656" y="294348"/>
                  </a:lnTo>
                  <a:lnTo>
                    <a:pt x="279624" y="290854"/>
                  </a:lnTo>
                  <a:lnTo>
                    <a:pt x="283479" y="287236"/>
                  </a:lnTo>
                  <a:lnTo>
                    <a:pt x="287218" y="283497"/>
                  </a:lnTo>
                  <a:lnTo>
                    <a:pt x="290836" y="279643"/>
                  </a:lnTo>
                  <a:lnTo>
                    <a:pt x="294331" y="275676"/>
                  </a:lnTo>
                  <a:lnTo>
                    <a:pt x="297699" y="271600"/>
                  </a:lnTo>
                  <a:lnTo>
                    <a:pt x="300936" y="267420"/>
                  </a:lnTo>
                  <a:lnTo>
                    <a:pt x="304039" y="263140"/>
                  </a:lnTo>
                  <a:lnTo>
                    <a:pt x="307006" y="258764"/>
                  </a:lnTo>
                  <a:lnTo>
                    <a:pt x="309833" y="254296"/>
                  </a:lnTo>
                  <a:lnTo>
                    <a:pt x="312516" y="249741"/>
                  </a:lnTo>
                  <a:lnTo>
                    <a:pt x="315055" y="245103"/>
                  </a:lnTo>
                  <a:lnTo>
                    <a:pt x="317446" y="240388"/>
                  </a:lnTo>
                  <a:lnTo>
                    <a:pt x="319686" y="235599"/>
                  </a:lnTo>
                  <a:lnTo>
                    <a:pt x="321774" y="230742"/>
                  </a:lnTo>
                  <a:lnTo>
                    <a:pt x="323707" y="225821"/>
                  </a:lnTo>
                  <a:lnTo>
                    <a:pt x="325483" y="220841"/>
                  </a:lnTo>
                  <a:lnTo>
                    <a:pt x="327101" y="215808"/>
                  </a:lnTo>
                  <a:lnTo>
                    <a:pt x="328559" y="210726"/>
                  </a:lnTo>
                  <a:lnTo>
                    <a:pt x="329856" y="205601"/>
                  </a:lnTo>
                  <a:lnTo>
                    <a:pt x="330990" y="200437"/>
                  </a:lnTo>
                  <a:lnTo>
                    <a:pt x="331960" y="195240"/>
                  </a:lnTo>
                  <a:lnTo>
                    <a:pt x="332766" y="190015"/>
                  </a:lnTo>
                  <a:lnTo>
                    <a:pt x="333405" y="184767"/>
                  </a:lnTo>
                  <a:lnTo>
                    <a:pt x="333879" y="179501"/>
                  </a:lnTo>
                  <a:lnTo>
                    <a:pt x="334185" y="174223"/>
                  </a:lnTo>
                  <a:lnTo>
                    <a:pt x="334325" y="168938"/>
                  </a:lnTo>
                  <a:lnTo>
                    <a:pt x="334297" y="163651"/>
                  </a:lnTo>
                  <a:lnTo>
                    <a:pt x="334103" y="158368"/>
                  </a:lnTo>
                  <a:lnTo>
                    <a:pt x="333741" y="153093"/>
                  </a:lnTo>
                  <a:lnTo>
                    <a:pt x="333213" y="147833"/>
                  </a:lnTo>
                  <a:lnTo>
                    <a:pt x="332518" y="142592"/>
                  </a:lnTo>
                  <a:lnTo>
                    <a:pt x="331658" y="137375"/>
                  </a:lnTo>
                  <a:lnTo>
                    <a:pt x="330634" y="132188"/>
                  </a:lnTo>
                  <a:lnTo>
                    <a:pt x="329446" y="127037"/>
                  </a:lnTo>
                  <a:lnTo>
                    <a:pt x="328096" y="121925"/>
                  </a:lnTo>
                  <a:lnTo>
                    <a:pt x="326585" y="116859"/>
                  </a:lnTo>
                  <a:lnTo>
                    <a:pt x="324914" y="111843"/>
                  </a:lnTo>
                  <a:lnTo>
                    <a:pt x="323086" y="106882"/>
                  </a:lnTo>
                  <a:lnTo>
                    <a:pt x="321101" y="101981"/>
                  </a:lnTo>
                  <a:lnTo>
                    <a:pt x="318963" y="97146"/>
                  </a:lnTo>
                  <a:lnTo>
                    <a:pt x="316673" y="92381"/>
                  </a:lnTo>
                  <a:lnTo>
                    <a:pt x="314233" y="87691"/>
                  </a:lnTo>
                  <a:lnTo>
                    <a:pt x="311646" y="83080"/>
                  </a:lnTo>
                  <a:lnTo>
                    <a:pt x="308915" y="78553"/>
                  </a:lnTo>
                  <a:lnTo>
                    <a:pt x="306042" y="74115"/>
                  </a:lnTo>
                  <a:lnTo>
                    <a:pt x="303030" y="69770"/>
                  </a:lnTo>
                  <a:lnTo>
                    <a:pt x="299882" y="65522"/>
                  </a:lnTo>
                  <a:lnTo>
                    <a:pt x="296602" y="61376"/>
                  </a:lnTo>
                  <a:lnTo>
                    <a:pt x="293191" y="57336"/>
                  </a:lnTo>
                  <a:lnTo>
                    <a:pt x="289655" y="53406"/>
                  </a:lnTo>
                  <a:lnTo>
                    <a:pt x="285997" y="49589"/>
                  </a:lnTo>
                  <a:lnTo>
                    <a:pt x="282219" y="45891"/>
                  </a:lnTo>
                  <a:lnTo>
                    <a:pt x="278327" y="42313"/>
                  </a:lnTo>
                  <a:lnTo>
                    <a:pt x="274323" y="38860"/>
                  </a:lnTo>
                  <a:lnTo>
                    <a:pt x="270212" y="35536"/>
                  </a:lnTo>
                  <a:lnTo>
                    <a:pt x="265998" y="32343"/>
                  </a:lnTo>
                  <a:lnTo>
                    <a:pt x="261685" y="29285"/>
                  </a:lnTo>
                  <a:lnTo>
                    <a:pt x="257277" y="26365"/>
                  </a:lnTo>
                  <a:lnTo>
                    <a:pt x="252780" y="23586"/>
                  </a:lnTo>
                  <a:lnTo>
                    <a:pt x="248197" y="20951"/>
                  </a:lnTo>
                  <a:lnTo>
                    <a:pt x="243532" y="18462"/>
                  </a:lnTo>
                  <a:lnTo>
                    <a:pt x="238792" y="16121"/>
                  </a:lnTo>
                  <a:lnTo>
                    <a:pt x="233979" y="13932"/>
                  </a:lnTo>
                  <a:lnTo>
                    <a:pt x="229100" y="11896"/>
                  </a:lnTo>
                  <a:lnTo>
                    <a:pt x="224159" y="10015"/>
                  </a:lnTo>
                  <a:lnTo>
                    <a:pt x="219161" y="8291"/>
                  </a:lnTo>
                  <a:lnTo>
                    <a:pt x="214111" y="6726"/>
                  </a:lnTo>
                  <a:lnTo>
                    <a:pt x="209014" y="5322"/>
                  </a:lnTo>
                  <a:lnTo>
                    <a:pt x="203875" y="4080"/>
                  </a:lnTo>
                  <a:lnTo>
                    <a:pt x="198700" y="3000"/>
                  </a:lnTo>
                  <a:lnTo>
                    <a:pt x="193493" y="2085"/>
                  </a:lnTo>
                  <a:lnTo>
                    <a:pt x="188259" y="1335"/>
                  </a:lnTo>
                  <a:lnTo>
                    <a:pt x="183005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572" y="5399291"/>
              <a:ext cx="9643" cy="167167"/>
            </a:xfrm>
            <a:custGeom>
              <a:avLst/>
              <a:pathLst>
                <a:path w="9643" h="167167">
                  <a:moveTo>
                    <a:pt x="9643" y="0"/>
                  </a:moveTo>
                  <a:lnTo>
                    <a:pt x="0" y="278"/>
                  </a:lnTo>
                  <a:lnTo>
                    <a:pt x="964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572" y="5399570"/>
              <a:ext cx="9643" cy="166889"/>
            </a:xfrm>
            <a:custGeom>
              <a:avLst/>
              <a:pathLst>
                <a:path w="9643" h="166889">
                  <a:moveTo>
                    <a:pt x="0" y="0"/>
                  </a:moveTo>
                  <a:lnTo>
                    <a:pt x="9643" y="166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572" y="5399570"/>
              <a:ext cx="9643" cy="166889"/>
            </a:xfrm>
            <a:custGeom>
              <a:avLst/>
              <a:pathLst>
                <a:path w="9643" h="166889">
                  <a:moveTo>
                    <a:pt x="0" y="0"/>
                  </a:moveTo>
                  <a:lnTo>
                    <a:pt x="9643" y="166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572" y="5399570"/>
              <a:ext cx="9643" cy="166889"/>
            </a:xfrm>
            <a:custGeom>
              <a:avLst/>
              <a:pathLst>
                <a:path w="9643" h="166889">
                  <a:moveTo>
                    <a:pt x="0" y="0"/>
                  </a:moveTo>
                  <a:lnTo>
                    <a:pt x="9643" y="166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572" y="5399570"/>
              <a:ext cx="9643" cy="166889"/>
            </a:xfrm>
            <a:custGeom>
              <a:avLst/>
              <a:pathLst>
                <a:path w="9643" h="166889">
                  <a:moveTo>
                    <a:pt x="0" y="0"/>
                  </a:moveTo>
                  <a:lnTo>
                    <a:pt x="9643" y="166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572" y="5399570"/>
              <a:ext cx="9643" cy="166889"/>
            </a:xfrm>
            <a:custGeom>
              <a:avLst/>
              <a:pathLst>
                <a:path w="9643" h="166889">
                  <a:moveTo>
                    <a:pt x="0" y="0"/>
                  </a:moveTo>
                  <a:lnTo>
                    <a:pt x="9643" y="1668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6572" y="5399570"/>
              <a:ext cx="9643" cy="166889"/>
            </a:xfrm>
            <a:custGeom>
              <a:avLst/>
              <a:pathLst>
                <a:path w="9643" h="166889">
                  <a:moveTo>
                    <a:pt x="0" y="0"/>
                  </a:moveTo>
                  <a:lnTo>
                    <a:pt x="9643" y="1668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3" y="5399570"/>
              <a:ext cx="334329" cy="334047"/>
            </a:xfrm>
            <a:custGeom>
              <a:avLst/>
              <a:pathLst>
                <a:path w="334329" h="334047">
                  <a:moveTo>
                    <a:pt x="157519" y="0"/>
                  </a:moveTo>
                  <a:lnTo>
                    <a:pt x="152237" y="389"/>
                  </a:lnTo>
                  <a:lnTo>
                    <a:pt x="146970" y="945"/>
                  </a:lnTo>
                  <a:lnTo>
                    <a:pt x="141723" y="1668"/>
                  </a:lnTo>
                  <a:lnTo>
                    <a:pt x="136502" y="2557"/>
                  </a:lnTo>
                  <a:lnTo>
                    <a:pt x="131311" y="3611"/>
                  </a:lnTo>
                  <a:lnTo>
                    <a:pt x="126157" y="4828"/>
                  </a:lnTo>
                  <a:lnTo>
                    <a:pt x="121044" y="6209"/>
                  </a:lnTo>
                  <a:lnTo>
                    <a:pt x="115977" y="7750"/>
                  </a:lnTo>
                  <a:lnTo>
                    <a:pt x="110961" y="9452"/>
                  </a:lnTo>
                  <a:lnTo>
                    <a:pt x="106002" y="11311"/>
                  </a:lnTo>
                  <a:lnTo>
                    <a:pt x="101104" y="13326"/>
                  </a:lnTo>
                  <a:lnTo>
                    <a:pt x="96273" y="15496"/>
                  </a:lnTo>
                  <a:lnTo>
                    <a:pt x="91512" y="17818"/>
                  </a:lnTo>
                  <a:lnTo>
                    <a:pt x="86828" y="20289"/>
                  </a:lnTo>
                  <a:lnTo>
                    <a:pt x="82224" y="22908"/>
                  </a:lnTo>
                  <a:lnTo>
                    <a:pt x="77706" y="25671"/>
                  </a:lnTo>
                  <a:lnTo>
                    <a:pt x="73277" y="28575"/>
                  </a:lnTo>
                  <a:lnTo>
                    <a:pt x="68942" y="31619"/>
                  </a:lnTo>
                  <a:lnTo>
                    <a:pt x="64707" y="34798"/>
                  </a:lnTo>
                  <a:lnTo>
                    <a:pt x="60574" y="38110"/>
                  </a:lnTo>
                  <a:lnTo>
                    <a:pt x="56548" y="41551"/>
                  </a:lnTo>
                  <a:lnTo>
                    <a:pt x="52633" y="45118"/>
                  </a:lnTo>
                  <a:lnTo>
                    <a:pt x="48833" y="48808"/>
                  </a:lnTo>
                  <a:lnTo>
                    <a:pt x="45151" y="52615"/>
                  </a:lnTo>
                  <a:lnTo>
                    <a:pt x="41592" y="56538"/>
                  </a:lnTo>
                  <a:lnTo>
                    <a:pt x="38160" y="60571"/>
                  </a:lnTo>
                  <a:lnTo>
                    <a:pt x="34856" y="64711"/>
                  </a:lnTo>
                  <a:lnTo>
                    <a:pt x="31686" y="68954"/>
                  </a:lnTo>
                  <a:lnTo>
                    <a:pt x="28652" y="73295"/>
                  </a:lnTo>
                  <a:lnTo>
                    <a:pt x="25756" y="77729"/>
                  </a:lnTo>
                  <a:lnTo>
                    <a:pt x="23003" y="82254"/>
                  </a:lnTo>
                  <a:lnTo>
                    <a:pt x="20394" y="86863"/>
                  </a:lnTo>
                  <a:lnTo>
                    <a:pt x="17932" y="91553"/>
                  </a:lnTo>
                  <a:lnTo>
                    <a:pt x="15621" y="96318"/>
                  </a:lnTo>
                  <a:lnTo>
                    <a:pt x="13461" y="101154"/>
                  </a:lnTo>
                  <a:lnTo>
                    <a:pt x="11456" y="106056"/>
                  </a:lnTo>
                  <a:lnTo>
                    <a:pt x="9607" y="111019"/>
                  </a:lnTo>
                  <a:lnTo>
                    <a:pt x="7916" y="116038"/>
                  </a:lnTo>
                  <a:lnTo>
                    <a:pt x="6385" y="121108"/>
                  </a:lnTo>
                  <a:lnTo>
                    <a:pt x="5016" y="126224"/>
                  </a:lnTo>
                  <a:lnTo>
                    <a:pt x="3809" y="131381"/>
                  </a:lnTo>
                  <a:lnTo>
                    <a:pt x="2766" y="136574"/>
                  </a:lnTo>
                  <a:lnTo>
                    <a:pt x="1888" y="141797"/>
                  </a:lnTo>
                  <a:lnTo>
                    <a:pt x="1176" y="147045"/>
                  </a:lnTo>
                  <a:lnTo>
                    <a:pt x="631" y="152314"/>
                  </a:lnTo>
                  <a:lnTo>
                    <a:pt x="253" y="157596"/>
                  </a:lnTo>
                  <a:lnTo>
                    <a:pt x="42" y="162888"/>
                  </a:lnTo>
                  <a:lnTo>
                    <a:pt x="0" y="168185"/>
                  </a:lnTo>
                  <a:lnTo>
                    <a:pt x="124" y="173479"/>
                  </a:lnTo>
                  <a:lnTo>
                    <a:pt x="417" y="178768"/>
                  </a:lnTo>
                  <a:lnTo>
                    <a:pt x="877" y="184044"/>
                  </a:lnTo>
                  <a:lnTo>
                    <a:pt x="1504" y="189303"/>
                  </a:lnTo>
                  <a:lnTo>
                    <a:pt x="2297" y="194540"/>
                  </a:lnTo>
                  <a:lnTo>
                    <a:pt x="3256" y="199748"/>
                  </a:lnTo>
                  <a:lnTo>
                    <a:pt x="4379" y="204924"/>
                  </a:lnTo>
                  <a:lnTo>
                    <a:pt x="5666" y="210062"/>
                  </a:lnTo>
                  <a:lnTo>
                    <a:pt x="7114" y="215156"/>
                  </a:lnTo>
                  <a:lnTo>
                    <a:pt x="8724" y="220202"/>
                  </a:lnTo>
                  <a:lnTo>
                    <a:pt x="10492" y="225195"/>
                  </a:lnTo>
                  <a:lnTo>
                    <a:pt x="12418" y="230128"/>
                  </a:lnTo>
                  <a:lnTo>
                    <a:pt x="14499" y="234999"/>
                  </a:lnTo>
                  <a:lnTo>
                    <a:pt x="16733" y="239801"/>
                  </a:lnTo>
                  <a:lnTo>
                    <a:pt x="19119" y="244529"/>
                  </a:lnTo>
                  <a:lnTo>
                    <a:pt x="21652" y="249180"/>
                  </a:lnTo>
                  <a:lnTo>
                    <a:pt x="24332" y="253749"/>
                  </a:lnTo>
                  <a:lnTo>
                    <a:pt x="27156" y="258230"/>
                  </a:lnTo>
                  <a:lnTo>
                    <a:pt x="30119" y="262619"/>
                  </a:lnTo>
                  <a:lnTo>
                    <a:pt x="33221" y="266912"/>
                  </a:lnTo>
                  <a:lnTo>
                    <a:pt x="36457" y="271105"/>
                  </a:lnTo>
                  <a:lnTo>
                    <a:pt x="39824" y="275193"/>
                  </a:lnTo>
                  <a:lnTo>
                    <a:pt x="43319" y="279173"/>
                  </a:lnTo>
                  <a:lnTo>
                    <a:pt x="46938" y="283040"/>
                  </a:lnTo>
                  <a:lnTo>
                    <a:pt x="50678" y="286790"/>
                  </a:lnTo>
                  <a:lnTo>
                    <a:pt x="54534" y="290420"/>
                  </a:lnTo>
                  <a:lnTo>
                    <a:pt x="58504" y="293926"/>
                  </a:lnTo>
                  <a:lnTo>
                    <a:pt x="62583" y="297304"/>
                  </a:lnTo>
                  <a:lnTo>
                    <a:pt x="66767" y="300552"/>
                  </a:lnTo>
                  <a:lnTo>
                    <a:pt x="71052" y="303665"/>
                  </a:lnTo>
                  <a:lnTo>
                    <a:pt x="75433" y="306641"/>
                  </a:lnTo>
                  <a:lnTo>
                    <a:pt x="79906" y="309477"/>
                  </a:lnTo>
                  <a:lnTo>
                    <a:pt x="84467" y="312169"/>
                  </a:lnTo>
                  <a:lnTo>
                    <a:pt x="89111" y="314716"/>
                  </a:lnTo>
                  <a:lnTo>
                    <a:pt x="93833" y="317114"/>
                  </a:lnTo>
                  <a:lnTo>
                    <a:pt x="98629" y="319362"/>
                  </a:lnTo>
                  <a:lnTo>
                    <a:pt x="103493" y="321457"/>
                  </a:lnTo>
                  <a:lnTo>
                    <a:pt x="108422" y="323396"/>
                  </a:lnTo>
                  <a:lnTo>
                    <a:pt x="113409" y="325178"/>
                  </a:lnTo>
                  <a:lnTo>
                    <a:pt x="118450" y="326802"/>
                  </a:lnTo>
                  <a:lnTo>
                    <a:pt x="123541" y="328264"/>
                  </a:lnTo>
                  <a:lnTo>
                    <a:pt x="128675" y="329565"/>
                  </a:lnTo>
                  <a:lnTo>
                    <a:pt x="133848" y="330703"/>
                  </a:lnTo>
                  <a:lnTo>
                    <a:pt x="139054" y="331676"/>
                  </a:lnTo>
                  <a:lnTo>
                    <a:pt x="144288" y="332484"/>
                  </a:lnTo>
                  <a:lnTo>
                    <a:pt x="149545" y="333125"/>
                  </a:lnTo>
                  <a:lnTo>
                    <a:pt x="154820" y="333600"/>
                  </a:lnTo>
                  <a:lnTo>
                    <a:pt x="160108" y="333907"/>
                  </a:lnTo>
                  <a:lnTo>
                    <a:pt x="165402" y="334047"/>
                  </a:lnTo>
                  <a:lnTo>
                    <a:pt x="170698" y="334019"/>
                  </a:lnTo>
                  <a:lnTo>
                    <a:pt x="175991" y="333823"/>
                  </a:lnTo>
                  <a:lnTo>
                    <a:pt x="181275" y="333459"/>
                  </a:lnTo>
                  <a:lnTo>
                    <a:pt x="186545" y="332929"/>
                  </a:lnTo>
                  <a:lnTo>
                    <a:pt x="191795" y="332231"/>
                  </a:lnTo>
                  <a:lnTo>
                    <a:pt x="197020" y="331368"/>
                  </a:lnTo>
                  <a:lnTo>
                    <a:pt x="202216" y="330339"/>
                  </a:lnTo>
                  <a:lnTo>
                    <a:pt x="207376" y="329147"/>
                  </a:lnTo>
                  <a:lnTo>
                    <a:pt x="212496" y="327792"/>
                  </a:lnTo>
                  <a:lnTo>
                    <a:pt x="217571" y="326275"/>
                  </a:lnTo>
                  <a:lnTo>
                    <a:pt x="222594" y="324598"/>
                  </a:lnTo>
                  <a:lnTo>
                    <a:pt x="227563" y="322763"/>
                  </a:lnTo>
                  <a:lnTo>
                    <a:pt x="232470" y="320771"/>
                  </a:lnTo>
                  <a:lnTo>
                    <a:pt x="237312" y="318625"/>
                  </a:lnTo>
                  <a:lnTo>
                    <a:pt x="242084" y="316326"/>
                  </a:lnTo>
                  <a:lnTo>
                    <a:pt x="246780" y="313878"/>
                  </a:lnTo>
                  <a:lnTo>
                    <a:pt x="251397" y="311282"/>
                  </a:lnTo>
                  <a:lnTo>
                    <a:pt x="255929" y="308541"/>
                  </a:lnTo>
                  <a:lnTo>
                    <a:pt x="260371" y="305658"/>
                  </a:lnTo>
                  <a:lnTo>
                    <a:pt x="264721" y="302636"/>
                  </a:lnTo>
                  <a:lnTo>
                    <a:pt x="268972" y="299477"/>
                  </a:lnTo>
                  <a:lnTo>
                    <a:pt x="273121" y="296185"/>
                  </a:lnTo>
                  <a:lnTo>
                    <a:pt x="277164" y="292764"/>
                  </a:lnTo>
                  <a:lnTo>
                    <a:pt x="281096" y="289216"/>
                  </a:lnTo>
                  <a:lnTo>
                    <a:pt x="284914" y="285545"/>
                  </a:lnTo>
                  <a:lnTo>
                    <a:pt x="288614" y="281755"/>
                  </a:lnTo>
                  <a:lnTo>
                    <a:pt x="292192" y="277850"/>
                  </a:lnTo>
                  <a:lnTo>
                    <a:pt x="295644" y="273834"/>
                  </a:lnTo>
                  <a:lnTo>
                    <a:pt x="298968" y="269710"/>
                  </a:lnTo>
                  <a:lnTo>
                    <a:pt x="302159" y="265483"/>
                  </a:lnTo>
                  <a:lnTo>
                    <a:pt x="305214" y="261157"/>
                  </a:lnTo>
                  <a:lnTo>
                    <a:pt x="308131" y="256736"/>
                  </a:lnTo>
                  <a:lnTo>
                    <a:pt x="310907" y="252225"/>
                  </a:lnTo>
                  <a:lnTo>
                    <a:pt x="313538" y="247629"/>
                  </a:lnTo>
                  <a:lnTo>
                    <a:pt x="316022" y="242951"/>
                  </a:lnTo>
                  <a:lnTo>
                    <a:pt x="318357" y="238197"/>
                  </a:lnTo>
                  <a:lnTo>
                    <a:pt x="320540" y="233372"/>
                  </a:lnTo>
                  <a:lnTo>
                    <a:pt x="322569" y="228480"/>
                  </a:lnTo>
                  <a:lnTo>
                    <a:pt x="324442" y="223526"/>
                  </a:lnTo>
                  <a:lnTo>
                    <a:pt x="326158" y="218515"/>
                  </a:lnTo>
                  <a:lnTo>
                    <a:pt x="327713" y="213452"/>
                  </a:lnTo>
                  <a:lnTo>
                    <a:pt x="329108" y="208343"/>
                  </a:lnTo>
                  <a:lnTo>
                    <a:pt x="330340" y="203192"/>
                  </a:lnTo>
                  <a:lnTo>
                    <a:pt x="331408" y="198004"/>
                  </a:lnTo>
                  <a:lnTo>
                    <a:pt x="332311" y="192786"/>
                  </a:lnTo>
                  <a:lnTo>
                    <a:pt x="333049" y="187541"/>
                  </a:lnTo>
                  <a:lnTo>
                    <a:pt x="333620" y="182275"/>
                  </a:lnTo>
                  <a:lnTo>
                    <a:pt x="334024" y="176995"/>
                  </a:lnTo>
                  <a:lnTo>
                    <a:pt x="334260" y="171703"/>
                  </a:lnTo>
                  <a:lnTo>
                    <a:pt x="334329" y="166408"/>
                  </a:lnTo>
                  <a:lnTo>
                    <a:pt x="334230" y="161112"/>
                  </a:lnTo>
                  <a:lnTo>
                    <a:pt x="333963" y="155823"/>
                  </a:lnTo>
                  <a:lnTo>
                    <a:pt x="333528" y="150544"/>
                  </a:lnTo>
                  <a:lnTo>
                    <a:pt x="332927" y="145282"/>
                  </a:lnTo>
                  <a:lnTo>
                    <a:pt x="332159" y="140042"/>
                  </a:lnTo>
                  <a:lnTo>
                    <a:pt x="331226" y="134828"/>
                  </a:lnTo>
                  <a:lnTo>
                    <a:pt x="330128" y="129647"/>
                  </a:lnTo>
                  <a:lnTo>
                    <a:pt x="328867" y="124503"/>
                  </a:lnTo>
                  <a:lnTo>
                    <a:pt x="327443" y="119402"/>
                  </a:lnTo>
                  <a:lnTo>
                    <a:pt x="325858" y="114348"/>
                  </a:lnTo>
                  <a:lnTo>
                    <a:pt x="324114" y="109347"/>
                  </a:lnTo>
                  <a:lnTo>
                    <a:pt x="322212" y="104404"/>
                  </a:lnTo>
                  <a:lnTo>
                    <a:pt x="320155" y="99524"/>
                  </a:lnTo>
                  <a:lnTo>
                    <a:pt x="317944" y="94711"/>
                  </a:lnTo>
                  <a:lnTo>
                    <a:pt x="315582" y="89970"/>
                  </a:lnTo>
                  <a:lnTo>
                    <a:pt x="313071" y="85307"/>
                  </a:lnTo>
                  <a:lnTo>
                    <a:pt x="310413" y="80726"/>
                  </a:lnTo>
                  <a:lnTo>
                    <a:pt x="307612" y="76231"/>
                  </a:lnTo>
                  <a:lnTo>
                    <a:pt x="304670" y="71828"/>
                  </a:lnTo>
                  <a:lnTo>
                    <a:pt x="301589" y="67519"/>
                  </a:lnTo>
                  <a:lnTo>
                    <a:pt x="298374" y="63311"/>
                  </a:lnTo>
                  <a:lnTo>
                    <a:pt x="295027" y="59206"/>
                  </a:lnTo>
                  <a:lnTo>
                    <a:pt x="291551" y="55209"/>
                  </a:lnTo>
                  <a:lnTo>
                    <a:pt x="287951" y="51325"/>
                  </a:lnTo>
                  <a:lnTo>
                    <a:pt x="284229" y="47556"/>
                  </a:lnTo>
                  <a:lnTo>
                    <a:pt x="280390" y="43908"/>
                  </a:lnTo>
                  <a:lnTo>
                    <a:pt x="276438" y="40383"/>
                  </a:lnTo>
                  <a:lnTo>
                    <a:pt x="272375" y="36984"/>
                  </a:lnTo>
                  <a:lnTo>
                    <a:pt x="268207" y="33717"/>
                  </a:lnTo>
                  <a:lnTo>
                    <a:pt x="263938" y="30582"/>
                  </a:lnTo>
                  <a:lnTo>
                    <a:pt x="259571" y="27585"/>
                  </a:lnTo>
                  <a:lnTo>
                    <a:pt x="255112" y="24728"/>
                  </a:lnTo>
                  <a:lnTo>
                    <a:pt x="250564" y="22013"/>
                  </a:lnTo>
                  <a:lnTo>
                    <a:pt x="245933" y="19443"/>
                  </a:lnTo>
                  <a:lnTo>
                    <a:pt x="241223" y="17022"/>
                  </a:lnTo>
                  <a:lnTo>
                    <a:pt x="236438" y="14751"/>
                  </a:lnTo>
                  <a:lnTo>
                    <a:pt x="231584" y="12633"/>
                  </a:lnTo>
                  <a:lnTo>
                    <a:pt x="226665" y="10670"/>
                  </a:lnTo>
                  <a:lnTo>
                    <a:pt x="221686" y="8863"/>
                  </a:lnTo>
                  <a:lnTo>
                    <a:pt x="216653" y="7215"/>
                  </a:lnTo>
                  <a:lnTo>
                    <a:pt x="167162" y="166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9490" cy="167167"/>
            </a:xfrm>
            <a:custGeom>
              <a:avLst/>
              <a:pathLst>
                <a:path w="49490" h="167167">
                  <a:moveTo>
                    <a:pt x="49490" y="7493"/>
                  </a:moveTo>
                  <a:lnTo>
                    <a:pt x="43458" y="5747"/>
                  </a:lnTo>
                  <a:lnTo>
                    <a:pt x="37364" y="4229"/>
                  </a:lnTo>
                  <a:lnTo>
                    <a:pt x="31217" y="2940"/>
                  </a:lnTo>
                  <a:lnTo>
                    <a:pt x="25027" y="1884"/>
                  </a:lnTo>
                  <a:lnTo>
                    <a:pt x="18801" y="1060"/>
                  </a:lnTo>
                  <a:lnTo>
                    <a:pt x="12549" y="471"/>
                  </a:lnTo>
                  <a:lnTo>
                    <a:pt x="6278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2933" y="5399291"/>
              <a:ext cx="80610" cy="167167"/>
            </a:xfrm>
            <a:custGeom>
              <a:avLst/>
              <a:pathLst>
                <a:path w="80610" h="167167">
                  <a:moveTo>
                    <a:pt x="80610" y="0"/>
                  </a:moveTo>
                  <a:lnTo>
                    <a:pt x="75004" y="94"/>
                  </a:lnTo>
                  <a:lnTo>
                    <a:pt x="69403" y="376"/>
                  </a:lnTo>
                  <a:lnTo>
                    <a:pt x="63816" y="845"/>
                  </a:lnTo>
                  <a:lnTo>
                    <a:pt x="58247" y="1502"/>
                  </a:lnTo>
                  <a:lnTo>
                    <a:pt x="52703" y="2345"/>
                  </a:lnTo>
                  <a:lnTo>
                    <a:pt x="47191" y="3374"/>
                  </a:lnTo>
                  <a:lnTo>
                    <a:pt x="41716" y="4587"/>
                  </a:lnTo>
                  <a:lnTo>
                    <a:pt x="36285" y="5983"/>
                  </a:lnTo>
                  <a:lnTo>
                    <a:pt x="30904" y="7560"/>
                  </a:lnTo>
                  <a:lnTo>
                    <a:pt x="25579" y="9317"/>
                  </a:lnTo>
                  <a:lnTo>
                    <a:pt x="20316" y="11252"/>
                  </a:lnTo>
                  <a:lnTo>
                    <a:pt x="15120" y="13362"/>
                  </a:lnTo>
                  <a:lnTo>
                    <a:pt x="9999" y="15645"/>
                  </a:lnTo>
                  <a:lnTo>
                    <a:pt x="4957" y="18098"/>
                  </a:lnTo>
                  <a:lnTo>
                    <a:pt x="0" y="20720"/>
                  </a:lnTo>
                  <a:lnTo>
                    <a:pt x="806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933" y="5420011"/>
              <a:ext cx="80610" cy="146447"/>
            </a:xfrm>
            <a:custGeom>
              <a:avLst/>
              <a:pathLst>
                <a:path w="80610" h="146447">
                  <a:moveTo>
                    <a:pt x="0" y="0"/>
                  </a:moveTo>
                  <a:lnTo>
                    <a:pt x="80610" y="146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933" y="5420011"/>
              <a:ext cx="80610" cy="146447"/>
            </a:xfrm>
            <a:custGeom>
              <a:avLst/>
              <a:pathLst>
                <a:path w="80610" h="146447">
                  <a:moveTo>
                    <a:pt x="0" y="0"/>
                  </a:moveTo>
                  <a:lnTo>
                    <a:pt x="80610" y="146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933" y="5420011"/>
              <a:ext cx="80610" cy="146447"/>
            </a:xfrm>
            <a:custGeom>
              <a:avLst/>
              <a:pathLst>
                <a:path w="80610" h="146447">
                  <a:moveTo>
                    <a:pt x="0" y="0"/>
                  </a:moveTo>
                  <a:lnTo>
                    <a:pt x="80610" y="146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933" y="5420011"/>
              <a:ext cx="80610" cy="146447"/>
            </a:xfrm>
            <a:custGeom>
              <a:avLst/>
              <a:pathLst>
                <a:path w="80610" h="146447">
                  <a:moveTo>
                    <a:pt x="0" y="0"/>
                  </a:moveTo>
                  <a:lnTo>
                    <a:pt x="80610" y="1464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933" y="5420011"/>
              <a:ext cx="80610" cy="146447"/>
            </a:xfrm>
            <a:custGeom>
              <a:avLst/>
              <a:pathLst>
                <a:path w="80610" h="146447">
                  <a:moveTo>
                    <a:pt x="0" y="0"/>
                  </a:moveTo>
                  <a:lnTo>
                    <a:pt x="80610" y="1464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7" y="5420011"/>
              <a:ext cx="167146" cy="313342"/>
            </a:xfrm>
            <a:custGeom>
              <a:avLst/>
              <a:pathLst>
                <a:path w="167146" h="313342">
                  <a:moveTo>
                    <a:pt x="86535" y="0"/>
                  </a:moveTo>
                  <a:lnTo>
                    <a:pt x="81910" y="2642"/>
                  </a:lnTo>
                  <a:lnTo>
                    <a:pt x="77371" y="5431"/>
                  </a:lnTo>
                  <a:lnTo>
                    <a:pt x="72923" y="8363"/>
                  </a:lnTo>
                  <a:lnTo>
                    <a:pt x="68572" y="11436"/>
                  </a:lnTo>
                  <a:lnTo>
                    <a:pt x="64320" y="14645"/>
                  </a:lnTo>
                  <a:lnTo>
                    <a:pt x="60172" y="17988"/>
                  </a:lnTo>
                  <a:lnTo>
                    <a:pt x="56134" y="21462"/>
                  </a:lnTo>
                  <a:lnTo>
                    <a:pt x="52208" y="25062"/>
                  </a:lnTo>
                  <a:lnTo>
                    <a:pt x="48398" y="28786"/>
                  </a:lnTo>
                  <a:lnTo>
                    <a:pt x="44710" y="32630"/>
                  </a:lnTo>
                  <a:lnTo>
                    <a:pt x="41145" y="36589"/>
                  </a:lnTo>
                  <a:lnTo>
                    <a:pt x="37709" y="40659"/>
                  </a:lnTo>
                  <a:lnTo>
                    <a:pt x="34404" y="44837"/>
                  </a:lnTo>
                  <a:lnTo>
                    <a:pt x="31234" y="49118"/>
                  </a:lnTo>
                  <a:lnTo>
                    <a:pt x="28202" y="53498"/>
                  </a:lnTo>
                  <a:lnTo>
                    <a:pt x="25311" y="57972"/>
                  </a:lnTo>
                  <a:lnTo>
                    <a:pt x="22564" y="62536"/>
                  </a:lnTo>
                  <a:lnTo>
                    <a:pt x="19964" y="67186"/>
                  </a:lnTo>
                  <a:lnTo>
                    <a:pt x="17513" y="71916"/>
                  </a:lnTo>
                  <a:lnTo>
                    <a:pt x="15214" y="76721"/>
                  </a:lnTo>
                  <a:lnTo>
                    <a:pt x="13070" y="81597"/>
                  </a:lnTo>
                  <a:lnTo>
                    <a:pt x="11081" y="86540"/>
                  </a:lnTo>
                  <a:lnTo>
                    <a:pt x="9252" y="91543"/>
                  </a:lnTo>
                  <a:lnTo>
                    <a:pt x="7583" y="96601"/>
                  </a:lnTo>
                  <a:lnTo>
                    <a:pt x="6076" y="101711"/>
                  </a:lnTo>
                  <a:lnTo>
                    <a:pt x="4732" y="106866"/>
                  </a:lnTo>
                  <a:lnTo>
                    <a:pt x="3553" y="112061"/>
                  </a:lnTo>
                  <a:lnTo>
                    <a:pt x="2541" y="117291"/>
                  </a:lnTo>
                  <a:lnTo>
                    <a:pt x="1695" y="122550"/>
                  </a:lnTo>
                  <a:lnTo>
                    <a:pt x="1018" y="127834"/>
                  </a:lnTo>
                  <a:lnTo>
                    <a:pt x="509" y="133137"/>
                  </a:lnTo>
                  <a:lnTo>
                    <a:pt x="170" y="138453"/>
                  </a:lnTo>
                  <a:lnTo>
                    <a:pt x="0" y="143777"/>
                  </a:lnTo>
                  <a:lnTo>
                    <a:pt x="0" y="149104"/>
                  </a:lnTo>
                  <a:lnTo>
                    <a:pt x="169" y="154429"/>
                  </a:lnTo>
                  <a:lnTo>
                    <a:pt x="508" y="159745"/>
                  </a:lnTo>
                  <a:lnTo>
                    <a:pt x="1016" y="165048"/>
                  </a:lnTo>
                  <a:lnTo>
                    <a:pt x="1693" y="170332"/>
                  </a:lnTo>
                  <a:lnTo>
                    <a:pt x="2539" y="175591"/>
                  </a:lnTo>
                  <a:lnTo>
                    <a:pt x="3551" y="180821"/>
                  </a:lnTo>
                  <a:lnTo>
                    <a:pt x="4729" y="186016"/>
                  </a:lnTo>
                  <a:lnTo>
                    <a:pt x="6072" y="191171"/>
                  </a:lnTo>
                  <a:lnTo>
                    <a:pt x="7579" y="196281"/>
                  </a:lnTo>
                  <a:lnTo>
                    <a:pt x="9248" y="201340"/>
                  </a:lnTo>
                  <a:lnTo>
                    <a:pt x="11077" y="206343"/>
                  </a:lnTo>
                  <a:lnTo>
                    <a:pt x="13065" y="211285"/>
                  </a:lnTo>
                  <a:lnTo>
                    <a:pt x="15209" y="216162"/>
                  </a:lnTo>
                  <a:lnTo>
                    <a:pt x="17507" y="220967"/>
                  </a:lnTo>
                  <a:lnTo>
                    <a:pt x="19958" y="225697"/>
                  </a:lnTo>
                  <a:lnTo>
                    <a:pt x="22558" y="230347"/>
                  </a:lnTo>
                  <a:lnTo>
                    <a:pt x="25304" y="234911"/>
                  </a:lnTo>
                  <a:lnTo>
                    <a:pt x="28195" y="239386"/>
                  </a:lnTo>
                  <a:lnTo>
                    <a:pt x="31227" y="243766"/>
                  </a:lnTo>
                  <a:lnTo>
                    <a:pt x="34397" y="248047"/>
                  </a:lnTo>
                  <a:lnTo>
                    <a:pt x="37701" y="252225"/>
                  </a:lnTo>
                  <a:lnTo>
                    <a:pt x="41138" y="256296"/>
                  </a:lnTo>
                  <a:lnTo>
                    <a:pt x="44702" y="260255"/>
                  </a:lnTo>
                  <a:lnTo>
                    <a:pt x="48390" y="264099"/>
                  </a:lnTo>
                  <a:lnTo>
                    <a:pt x="52199" y="267823"/>
                  </a:lnTo>
                  <a:lnTo>
                    <a:pt x="56125" y="271424"/>
                  </a:lnTo>
                  <a:lnTo>
                    <a:pt x="60163" y="274898"/>
                  </a:lnTo>
                  <a:lnTo>
                    <a:pt x="64310" y="278241"/>
                  </a:lnTo>
                  <a:lnTo>
                    <a:pt x="68562" y="281451"/>
                  </a:lnTo>
                  <a:lnTo>
                    <a:pt x="72913" y="284524"/>
                  </a:lnTo>
                  <a:lnTo>
                    <a:pt x="77361" y="287456"/>
                  </a:lnTo>
                  <a:lnTo>
                    <a:pt x="81899" y="290245"/>
                  </a:lnTo>
                  <a:lnTo>
                    <a:pt x="86524" y="292888"/>
                  </a:lnTo>
                  <a:lnTo>
                    <a:pt x="91231" y="295383"/>
                  </a:lnTo>
                  <a:lnTo>
                    <a:pt x="96015" y="297726"/>
                  </a:lnTo>
                  <a:lnTo>
                    <a:pt x="100872" y="299916"/>
                  </a:lnTo>
                  <a:lnTo>
                    <a:pt x="105795" y="301949"/>
                  </a:lnTo>
                  <a:lnTo>
                    <a:pt x="110781" y="303825"/>
                  </a:lnTo>
                  <a:lnTo>
                    <a:pt x="115824" y="305541"/>
                  </a:lnTo>
                  <a:lnTo>
                    <a:pt x="120919" y="307096"/>
                  </a:lnTo>
                  <a:lnTo>
                    <a:pt x="126062" y="308487"/>
                  </a:lnTo>
                  <a:lnTo>
                    <a:pt x="131245" y="309714"/>
                  </a:lnTo>
                  <a:lnTo>
                    <a:pt x="136466" y="310775"/>
                  </a:lnTo>
                  <a:lnTo>
                    <a:pt x="141717" y="311669"/>
                  </a:lnTo>
                  <a:lnTo>
                    <a:pt x="146995" y="312395"/>
                  </a:lnTo>
                  <a:lnTo>
                    <a:pt x="152292" y="312953"/>
                  </a:lnTo>
                  <a:lnTo>
                    <a:pt x="157605" y="313342"/>
                  </a:lnTo>
                  <a:lnTo>
                    <a:pt x="167146" y="1464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14003" y="5399291"/>
              <a:ext cx="176707" cy="334330"/>
            </a:xfrm>
            <a:custGeom>
              <a:avLst/>
              <a:pathLst>
                <a:path w="176707" h="334330">
                  <a:moveTo>
                    <a:pt x="0" y="334062"/>
                  </a:moveTo>
                  <a:lnTo>
                    <a:pt x="5342" y="334282"/>
                  </a:lnTo>
                  <a:lnTo>
                    <a:pt x="10689" y="334330"/>
                  </a:lnTo>
                  <a:lnTo>
                    <a:pt x="16034" y="334208"/>
                  </a:lnTo>
                  <a:lnTo>
                    <a:pt x="21373" y="333915"/>
                  </a:lnTo>
                  <a:lnTo>
                    <a:pt x="26700" y="333451"/>
                  </a:lnTo>
                  <a:lnTo>
                    <a:pt x="32009" y="332817"/>
                  </a:lnTo>
                  <a:lnTo>
                    <a:pt x="37295" y="332014"/>
                  </a:lnTo>
                  <a:lnTo>
                    <a:pt x="42553" y="331042"/>
                  </a:lnTo>
                  <a:lnTo>
                    <a:pt x="47777" y="329903"/>
                  </a:lnTo>
                  <a:lnTo>
                    <a:pt x="52962" y="328596"/>
                  </a:lnTo>
                  <a:lnTo>
                    <a:pt x="58103" y="327125"/>
                  </a:lnTo>
                  <a:lnTo>
                    <a:pt x="63194" y="325490"/>
                  </a:lnTo>
                  <a:lnTo>
                    <a:pt x="68230" y="323693"/>
                  </a:lnTo>
                  <a:lnTo>
                    <a:pt x="73206" y="321736"/>
                  </a:lnTo>
                  <a:lnTo>
                    <a:pt x="78116" y="319621"/>
                  </a:lnTo>
                  <a:lnTo>
                    <a:pt x="82957" y="317350"/>
                  </a:lnTo>
                  <a:lnTo>
                    <a:pt x="87723" y="314925"/>
                  </a:lnTo>
                  <a:lnTo>
                    <a:pt x="92408" y="312349"/>
                  </a:lnTo>
                  <a:lnTo>
                    <a:pt x="97009" y="309625"/>
                  </a:lnTo>
                  <a:lnTo>
                    <a:pt x="101520" y="306754"/>
                  </a:lnTo>
                  <a:lnTo>
                    <a:pt x="105937" y="303741"/>
                  </a:lnTo>
                  <a:lnTo>
                    <a:pt x="110256" y="300588"/>
                  </a:lnTo>
                  <a:lnTo>
                    <a:pt x="114471" y="297299"/>
                  </a:lnTo>
                  <a:lnTo>
                    <a:pt x="118579" y="293877"/>
                  </a:lnTo>
                  <a:lnTo>
                    <a:pt x="122576" y="290325"/>
                  </a:lnTo>
                  <a:lnTo>
                    <a:pt x="126457" y="286647"/>
                  </a:lnTo>
                  <a:lnTo>
                    <a:pt x="130218" y="282846"/>
                  </a:lnTo>
                  <a:lnTo>
                    <a:pt x="133856" y="278928"/>
                  </a:lnTo>
                  <a:lnTo>
                    <a:pt x="137367" y="274895"/>
                  </a:lnTo>
                  <a:lnTo>
                    <a:pt x="140747" y="270751"/>
                  </a:lnTo>
                  <a:lnTo>
                    <a:pt x="143992" y="266502"/>
                  </a:lnTo>
                  <a:lnTo>
                    <a:pt x="147101" y="262151"/>
                  </a:lnTo>
                  <a:lnTo>
                    <a:pt x="150068" y="257704"/>
                  </a:lnTo>
                  <a:lnTo>
                    <a:pt x="152892" y="253163"/>
                  </a:lnTo>
                  <a:lnTo>
                    <a:pt x="155569" y="248534"/>
                  </a:lnTo>
                  <a:lnTo>
                    <a:pt x="158096" y="243822"/>
                  </a:lnTo>
                  <a:lnTo>
                    <a:pt x="160472" y="239032"/>
                  </a:lnTo>
                  <a:lnTo>
                    <a:pt x="162693" y="234168"/>
                  </a:lnTo>
                  <a:lnTo>
                    <a:pt x="164757" y="229236"/>
                  </a:lnTo>
                  <a:lnTo>
                    <a:pt x="166663" y="224240"/>
                  </a:lnTo>
                  <a:lnTo>
                    <a:pt x="168408" y="219186"/>
                  </a:lnTo>
                  <a:lnTo>
                    <a:pt x="169990" y="214079"/>
                  </a:lnTo>
                  <a:lnTo>
                    <a:pt x="171408" y="208923"/>
                  </a:lnTo>
                  <a:lnTo>
                    <a:pt x="172661" y="203725"/>
                  </a:lnTo>
                  <a:lnTo>
                    <a:pt x="173747" y="198489"/>
                  </a:lnTo>
                  <a:lnTo>
                    <a:pt x="174665" y="193222"/>
                  </a:lnTo>
                  <a:lnTo>
                    <a:pt x="175413" y="187928"/>
                  </a:lnTo>
                  <a:lnTo>
                    <a:pt x="175992" y="182612"/>
                  </a:lnTo>
                  <a:lnTo>
                    <a:pt x="176401" y="177281"/>
                  </a:lnTo>
                  <a:lnTo>
                    <a:pt x="176639" y="171939"/>
                  </a:lnTo>
                  <a:lnTo>
                    <a:pt x="176707" y="166593"/>
                  </a:lnTo>
                  <a:lnTo>
                    <a:pt x="176603" y="161247"/>
                  </a:lnTo>
                  <a:lnTo>
                    <a:pt x="176328" y="155907"/>
                  </a:lnTo>
                  <a:lnTo>
                    <a:pt x="175882" y="150578"/>
                  </a:lnTo>
                  <a:lnTo>
                    <a:pt x="175267" y="145267"/>
                  </a:lnTo>
                  <a:lnTo>
                    <a:pt x="174482" y="139978"/>
                  </a:lnTo>
                  <a:lnTo>
                    <a:pt x="173528" y="134717"/>
                  </a:lnTo>
                  <a:lnTo>
                    <a:pt x="172406" y="129489"/>
                  </a:lnTo>
                  <a:lnTo>
                    <a:pt x="171118" y="124300"/>
                  </a:lnTo>
                  <a:lnTo>
                    <a:pt x="169664" y="119154"/>
                  </a:lnTo>
                  <a:lnTo>
                    <a:pt x="168047" y="114058"/>
                  </a:lnTo>
                  <a:lnTo>
                    <a:pt x="166267" y="109015"/>
                  </a:lnTo>
                  <a:lnTo>
                    <a:pt x="164327" y="104033"/>
                  </a:lnTo>
                  <a:lnTo>
                    <a:pt x="162229" y="99115"/>
                  </a:lnTo>
                  <a:lnTo>
                    <a:pt x="159974" y="94266"/>
                  </a:lnTo>
                  <a:lnTo>
                    <a:pt x="157566" y="89493"/>
                  </a:lnTo>
                  <a:lnTo>
                    <a:pt x="155006" y="84798"/>
                  </a:lnTo>
                  <a:lnTo>
                    <a:pt x="152297" y="80188"/>
                  </a:lnTo>
                  <a:lnTo>
                    <a:pt x="149443" y="75667"/>
                  </a:lnTo>
                  <a:lnTo>
                    <a:pt x="146445" y="71239"/>
                  </a:lnTo>
                  <a:lnTo>
                    <a:pt x="143307" y="66910"/>
                  </a:lnTo>
                  <a:lnTo>
                    <a:pt x="140032" y="62683"/>
                  </a:lnTo>
                  <a:lnTo>
                    <a:pt x="136624" y="58563"/>
                  </a:lnTo>
                  <a:lnTo>
                    <a:pt x="133085" y="54555"/>
                  </a:lnTo>
                  <a:lnTo>
                    <a:pt x="129421" y="50661"/>
                  </a:lnTo>
                  <a:lnTo>
                    <a:pt x="125633" y="46887"/>
                  </a:lnTo>
                  <a:lnTo>
                    <a:pt x="121727" y="43235"/>
                  </a:lnTo>
                  <a:lnTo>
                    <a:pt x="117706" y="39711"/>
                  </a:lnTo>
                  <a:lnTo>
                    <a:pt x="113575" y="36317"/>
                  </a:lnTo>
                  <a:lnTo>
                    <a:pt x="109337" y="33057"/>
                  </a:lnTo>
                  <a:lnTo>
                    <a:pt x="104997" y="29934"/>
                  </a:lnTo>
                  <a:lnTo>
                    <a:pt x="100559" y="26951"/>
                  </a:lnTo>
                  <a:lnTo>
                    <a:pt x="96028" y="24112"/>
                  </a:lnTo>
                  <a:lnTo>
                    <a:pt x="91409" y="21419"/>
                  </a:lnTo>
                  <a:lnTo>
                    <a:pt x="86706" y="18875"/>
                  </a:lnTo>
                  <a:lnTo>
                    <a:pt x="81923" y="16483"/>
                  </a:lnTo>
                  <a:lnTo>
                    <a:pt x="77067" y="14245"/>
                  </a:lnTo>
                  <a:lnTo>
                    <a:pt x="72142" y="12164"/>
                  </a:lnTo>
                  <a:lnTo>
                    <a:pt x="67153" y="10241"/>
                  </a:lnTo>
                  <a:lnTo>
                    <a:pt x="62105" y="8479"/>
                  </a:lnTo>
                  <a:lnTo>
                    <a:pt x="57003" y="6879"/>
                  </a:lnTo>
                  <a:lnTo>
                    <a:pt x="51852" y="5443"/>
                  </a:lnTo>
                  <a:lnTo>
                    <a:pt x="46658" y="4173"/>
                  </a:lnTo>
                  <a:lnTo>
                    <a:pt x="41427" y="3069"/>
                  </a:lnTo>
                  <a:lnTo>
                    <a:pt x="36162" y="2133"/>
                  </a:lnTo>
                  <a:lnTo>
                    <a:pt x="30870" y="1366"/>
                  </a:lnTo>
                  <a:lnTo>
                    <a:pt x="25557" y="769"/>
                  </a:lnTo>
                  <a:lnTo>
                    <a:pt x="20227" y="341"/>
                  </a:lnTo>
                  <a:lnTo>
                    <a:pt x="14886" y="85"/>
                  </a:lnTo>
                  <a:lnTo>
                    <a:pt x="9540" y="0"/>
                  </a:lnTo>
                  <a:lnTo>
                    <a:pt x="95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9242" y="5269756"/>
              <a:ext cx="26016" cy="167167"/>
            </a:xfrm>
            <a:custGeom>
              <a:avLst/>
              <a:pathLst>
                <a:path w="26016" h="167167">
                  <a:moveTo>
                    <a:pt x="26016" y="0"/>
                  </a:moveTo>
                  <a:lnTo>
                    <a:pt x="17312" y="226"/>
                  </a:lnTo>
                  <a:lnTo>
                    <a:pt x="8632" y="906"/>
                  </a:lnTo>
                  <a:lnTo>
                    <a:pt x="0" y="2036"/>
                  </a:lnTo>
                  <a:lnTo>
                    <a:pt x="260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9242" y="5271793"/>
              <a:ext cx="26016" cy="165130"/>
            </a:xfrm>
            <a:custGeom>
              <a:avLst/>
              <a:pathLst>
                <a:path w="26016" h="165130">
                  <a:moveTo>
                    <a:pt x="0" y="0"/>
                  </a:moveTo>
                  <a:lnTo>
                    <a:pt x="26016" y="165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9242" y="5271793"/>
              <a:ext cx="26016" cy="165130"/>
            </a:xfrm>
            <a:custGeom>
              <a:avLst/>
              <a:pathLst>
                <a:path w="26016" h="165130">
                  <a:moveTo>
                    <a:pt x="0" y="0"/>
                  </a:moveTo>
                  <a:lnTo>
                    <a:pt x="26016" y="165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9242" y="5271793"/>
              <a:ext cx="26016" cy="165130"/>
            </a:xfrm>
            <a:custGeom>
              <a:avLst/>
              <a:pathLst>
                <a:path w="26016" h="165130">
                  <a:moveTo>
                    <a:pt x="0" y="0"/>
                  </a:moveTo>
                  <a:lnTo>
                    <a:pt x="26016" y="165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9242" y="5271793"/>
              <a:ext cx="26016" cy="165130"/>
            </a:xfrm>
            <a:custGeom>
              <a:avLst/>
              <a:pathLst>
                <a:path w="26016" h="165130">
                  <a:moveTo>
                    <a:pt x="0" y="0"/>
                  </a:moveTo>
                  <a:lnTo>
                    <a:pt x="26016" y="165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408581" y="5271793"/>
              <a:ext cx="136677" cy="165130"/>
            </a:xfrm>
            <a:custGeom>
              <a:avLst/>
              <a:pathLst>
                <a:path w="136677" h="165130">
                  <a:moveTo>
                    <a:pt x="110661" y="0"/>
                  </a:moveTo>
                  <a:lnTo>
                    <a:pt x="105165" y="960"/>
                  </a:lnTo>
                  <a:lnTo>
                    <a:pt x="99705" y="2102"/>
                  </a:lnTo>
                  <a:lnTo>
                    <a:pt x="94285" y="3427"/>
                  </a:lnTo>
                  <a:lnTo>
                    <a:pt x="88913" y="4932"/>
                  </a:lnTo>
                  <a:lnTo>
                    <a:pt x="83594" y="6615"/>
                  </a:lnTo>
                  <a:lnTo>
                    <a:pt x="78334" y="8474"/>
                  </a:lnTo>
                  <a:lnTo>
                    <a:pt x="73140" y="10508"/>
                  </a:lnTo>
                  <a:lnTo>
                    <a:pt x="68016" y="12714"/>
                  </a:lnTo>
                  <a:lnTo>
                    <a:pt x="62968" y="15090"/>
                  </a:lnTo>
                  <a:lnTo>
                    <a:pt x="58003" y="17633"/>
                  </a:lnTo>
                  <a:lnTo>
                    <a:pt x="53125" y="20341"/>
                  </a:lnTo>
                  <a:lnTo>
                    <a:pt x="48340" y="23209"/>
                  </a:lnTo>
                  <a:lnTo>
                    <a:pt x="43654" y="26236"/>
                  </a:lnTo>
                  <a:lnTo>
                    <a:pt x="39071" y="29417"/>
                  </a:lnTo>
                  <a:lnTo>
                    <a:pt x="34597" y="32750"/>
                  </a:lnTo>
                  <a:lnTo>
                    <a:pt x="30236" y="36230"/>
                  </a:lnTo>
                  <a:lnTo>
                    <a:pt x="25994" y="39853"/>
                  </a:lnTo>
                  <a:lnTo>
                    <a:pt x="21876" y="43616"/>
                  </a:lnTo>
                  <a:lnTo>
                    <a:pt x="17885" y="47514"/>
                  </a:lnTo>
                  <a:lnTo>
                    <a:pt x="14027" y="51544"/>
                  </a:lnTo>
                  <a:lnTo>
                    <a:pt x="10305" y="55700"/>
                  </a:lnTo>
                  <a:lnTo>
                    <a:pt x="6724" y="59977"/>
                  </a:lnTo>
                  <a:lnTo>
                    <a:pt x="3287" y="64372"/>
                  </a:lnTo>
                  <a:lnTo>
                    <a:pt x="0" y="68879"/>
                  </a:lnTo>
                  <a:lnTo>
                    <a:pt x="136677" y="165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1" y="5269756"/>
              <a:ext cx="334307" cy="334334"/>
            </a:xfrm>
            <a:custGeom>
              <a:avLst/>
              <a:pathLst>
                <a:path w="334307" h="334334">
                  <a:moveTo>
                    <a:pt x="30479" y="70916"/>
                  </a:moveTo>
                  <a:lnTo>
                    <a:pt x="27497" y="75297"/>
                  </a:lnTo>
                  <a:lnTo>
                    <a:pt x="24655" y="79770"/>
                  </a:lnTo>
                  <a:lnTo>
                    <a:pt x="21956" y="84330"/>
                  </a:lnTo>
                  <a:lnTo>
                    <a:pt x="19404" y="88974"/>
                  </a:lnTo>
                  <a:lnTo>
                    <a:pt x="16999" y="93697"/>
                  </a:lnTo>
                  <a:lnTo>
                    <a:pt x="14746" y="98493"/>
                  </a:lnTo>
                  <a:lnTo>
                    <a:pt x="12646" y="103359"/>
                  </a:lnTo>
                  <a:lnTo>
                    <a:pt x="10701" y="108288"/>
                  </a:lnTo>
                  <a:lnTo>
                    <a:pt x="8913" y="113277"/>
                  </a:lnTo>
                  <a:lnTo>
                    <a:pt x="7285" y="118320"/>
                  </a:lnTo>
                  <a:lnTo>
                    <a:pt x="5817" y="123412"/>
                  </a:lnTo>
                  <a:lnTo>
                    <a:pt x="4511" y="128548"/>
                  </a:lnTo>
                  <a:lnTo>
                    <a:pt x="3369" y="133722"/>
                  </a:lnTo>
                  <a:lnTo>
                    <a:pt x="2391" y="138931"/>
                  </a:lnTo>
                  <a:lnTo>
                    <a:pt x="1579" y="144167"/>
                  </a:lnTo>
                  <a:lnTo>
                    <a:pt x="933" y="149427"/>
                  </a:lnTo>
                  <a:lnTo>
                    <a:pt x="454" y="154705"/>
                  </a:lnTo>
                  <a:lnTo>
                    <a:pt x="143" y="159995"/>
                  </a:lnTo>
                  <a:lnTo>
                    <a:pt x="0" y="165293"/>
                  </a:lnTo>
                  <a:lnTo>
                    <a:pt x="24" y="170592"/>
                  </a:lnTo>
                  <a:lnTo>
                    <a:pt x="217" y="175888"/>
                  </a:lnTo>
                  <a:lnTo>
                    <a:pt x="577" y="181175"/>
                  </a:lnTo>
                  <a:lnTo>
                    <a:pt x="1105" y="186448"/>
                  </a:lnTo>
                  <a:lnTo>
                    <a:pt x="1799" y="191701"/>
                  </a:lnTo>
                  <a:lnTo>
                    <a:pt x="2660" y="196930"/>
                  </a:lnTo>
                  <a:lnTo>
                    <a:pt x="3686" y="202129"/>
                  </a:lnTo>
                  <a:lnTo>
                    <a:pt x="4876" y="207293"/>
                  </a:lnTo>
                  <a:lnTo>
                    <a:pt x="6230" y="212417"/>
                  </a:lnTo>
                  <a:lnTo>
                    <a:pt x="7745" y="217495"/>
                  </a:lnTo>
                  <a:lnTo>
                    <a:pt x="9420" y="222522"/>
                  </a:lnTo>
                  <a:lnTo>
                    <a:pt x="11254" y="227494"/>
                  </a:lnTo>
                  <a:lnTo>
                    <a:pt x="13245" y="232406"/>
                  </a:lnTo>
                  <a:lnTo>
                    <a:pt x="15390" y="237251"/>
                  </a:lnTo>
                  <a:lnTo>
                    <a:pt x="17687" y="242027"/>
                  </a:lnTo>
                  <a:lnTo>
                    <a:pt x="20135" y="246727"/>
                  </a:lnTo>
                  <a:lnTo>
                    <a:pt x="22731" y="251347"/>
                  </a:lnTo>
                  <a:lnTo>
                    <a:pt x="25472" y="255882"/>
                  </a:lnTo>
                  <a:lnTo>
                    <a:pt x="28355" y="260329"/>
                  </a:lnTo>
                  <a:lnTo>
                    <a:pt x="31378" y="264681"/>
                  </a:lnTo>
                  <a:lnTo>
                    <a:pt x="34537" y="268936"/>
                  </a:lnTo>
                  <a:lnTo>
                    <a:pt x="37829" y="273089"/>
                  </a:lnTo>
                  <a:lnTo>
                    <a:pt x="41251" y="277135"/>
                  </a:lnTo>
                  <a:lnTo>
                    <a:pt x="44800" y="281070"/>
                  </a:lnTo>
                  <a:lnTo>
                    <a:pt x="48472" y="284891"/>
                  </a:lnTo>
                  <a:lnTo>
                    <a:pt x="52263" y="288594"/>
                  </a:lnTo>
                  <a:lnTo>
                    <a:pt x="56170" y="292175"/>
                  </a:lnTo>
                  <a:lnTo>
                    <a:pt x="60188" y="295630"/>
                  </a:lnTo>
                  <a:lnTo>
                    <a:pt x="64314" y="298956"/>
                  </a:lnTo>
                  <a:lnTo>
                    <a:pt x="68543" y="302149"/>
                  </a:lnTo>
                  <a:lnTo>
                    <a:pt x="72871" y="305207"/>
                  </a:lnTo>
                  <a:lnTo>
                    <a:pt x="77293" y="308126"/>
                  </a:lnTo>
                  <a:lnTo>
                    <a:pt x="81806" y="310904"/>
                  </a:lnTo>
                  <a:lnTo>
                    <a:pt x="86405" y="313537"/>
                  </a:lnTo>
                  <a:lnTo>
                    <a:pt x="91085" y="316023"/>
                  </a:lnTo>
                  <a:lnTo>
                    <a:pt x="95842" y="318359"/>
                  </a:lnTo>
                  <a:lnTo>
                    <a:pt x="100670" y="320544"/>
                  </a:lnTo>
                  <a:lnTo>
                    <a:pt x="105565" y="322574"/>
                  </a:lnTo>
                  <a:lnTo>
                    <a:pt x="110522" y="324448"/>
                  </a:lnTo>
                  <a:lnTo>
                    <a:pt x="115536" y="326165"/>
                  </a:lnTo>
                  <a:lnTo>
                    <a:pt x="120601" y="327721"/>
                  </a:lnTo>
                  <a:lnTo>
                    <a:pt x="125714" y="329116"/>
                  </a:lnTo>
                  <a:lnTo>
                    <a:pt x="130868" y="330348"/>
                  </a:lnTo>
                  <a:lnTo>
                    <a:pt x="136058" y="331416"/>
                  </a:lnTo>
                  <a:lnTo>
                    <a:pt x="141280" y="332319"/>
                  </a:lnTo>
                  <a:lnTo>
                    <a:pt x="146528" y="333057"/>
                  </a:lnTo>
                  <a:lnTo>
                    <a:pt x="151796" y="333627"/>
                  </a:lnTo>
                  <a:lnTo>
                    <a:pt x="157080" y="334030"/>
                  </a:lnTo>
                  <a:lnTo>
                    <a:pt x="162374" y="334266"/>
                  </a:lnTo>
                  <a:lnTo>
                    <a:pt x="167673" y="334334"/>
                  </a:lnTo>
                  <a:lnTo>
                    <a:pt x="172972" y="334233"/>
                  </a:lnTo>
                  <a:lnTo>
                    <a:pt x="178264" y="333965"/>
                  </a:lnTo>
                  <a:lnTo>
                    <a:pt x="183546" y="333529"/>
                  </a:lnTo>
                  <a:lnTo>
                    <a:pt x="188810" y="332926"/>
                  </a:lnTo>
                  <a:lnTo>
                    <a:pt x="194054" y="332156"/>
                  </a:lnTo>
                  <a:lnTo>
                    <a:pt x="199270" y="331221"/>
                  </a:lnTo>
                  <a:lnTo>
                    <a:pt x="204454" y="330121"/>
                  </a:lnTo>
                  <a:lnTo>
                    <a:pt x="209600" y="328856"/>
                  </a:lnTo>
                  <a:lnTo>
                    <a:pt x="214704" y="327430"/>
                  </a:lnTo>
                  <a:lnTo>
                    <a:pt x="219760" y="325842"/>
                  </a:lnTo>
                  <a:lnTo>
                    <a:pt x="224763" y="324095"/>
                  </a:lnTo>
                  <a:lnTo>
                    <a:pt x="229708" y="322190"/>
                  </a:lnTo>
                  <a:lnTo>
                    <a:pt x="234590" y="320130"/>
                  </a:lnTo>
                  <a:lnTo>
                    <a:pt x="239405" y="317916"/>
                  </a:lnTo>
                  <a:lnTo>
                    <a:pt x="244147" y="315550"/>
                  </a:lnTo>
                  <a:lnTo>
                    <a:pt x="248811" y="313035"/>
                  </a:lnTo>
                  <a:lnTo>
                    <a:pt x="253394" y="310373"/>
                  </a:lnTo>
                  <a:lnTo>
                    <a:pt x="257889" y="307568"/>
                  </a:lnTo>
                  <a:lnTo>
                    <a:pt x="262294" y="304622"/>
                  </a:lnTo>
                  <a:lnTo>
                    <a:pt x="266603" y="301537"/>
                  </a:lnTo>
                  <a:lnTo>
                    <a:pt x="270812" y="298317"/>
                  </a:lnTo>
                  <a:lnTo>
                    <a:pt x="274917" y="294966"/>
                  </a:lnTo>
                  <a:lnTo>
                    <a:pt x="278914" y="291486"/>
                  </a:lnTo>
                  <a:lnTo>
                    <a:pt x="282798" y="287881"/>
                  </a:lnTo>
                  <a:lnTo>
                    <a:pt x="286566" y="284155"/>
                  </a:lnTo>
                  <a:lnTo>
                    <a:pt x="290215" y="280311"/>
                  </a:lnTo>
                  <a:lnTo>
                    <a:pt x="293739" y="276354"/>
                  </a:lnTo>
                  <a:lnTo>
                    <a:pt x="297136" y="272287"/>
                  </a:lnTo>
                  <a:lnTo>
                    <a:pt x="300403" y="268114"/>
                  </a:lnTo>
                  <a:lnTo>
                    <a:pt x="303536" y="263840"/>
                  </a:lnTo>
                  <a:lnTo>
                    <a:pt x="306531" y="259469"/>
                  </a:lnTo>
                  <a:lnTo>
                    <a:pt x="309387" y="255004"/>
                  </a:lnTo>
                  <a:lnTo>
                    <a:pt x="312100" y="250452"/>
                  </a:lnTo>
                  <a:lnTo>
                    <a:pt x="314667" y="245816"/>
                  </a:lnTo>
                  <a:lnTo>
                    <a:pt x="317086" y="241101"/>
                  </a:lnTo>
                  <a:lnTo>
                    <a:pt x="319354" y="236311"/>
                  </a:lnTo>
                  <a:lnTo>
                    <a:pt x="321469" y="231453"/>
                  </a:lnTo>
                  <a:lnTo>
                    <a:pt x="323429" y="226529"/>
                  </a:lnTo>
                  <a:lnTo>
                    <a:pt x="325232" y="221546"/>
                  </a:lnTo>
                  <a:lnTo>
                    <a:pt x="326876" y="216508"/>
                  </a:lnTo>
                  <a:lnTo>
                    <a:pt x="328360" y="211421"/>
                  </a:lnTo>
                  <a:lnTo>
                    <a:pt x="329682" y="206289"/>
                  </a:lnTo>
                  <a:lnTo>
                    <a:pt x="330840" y="201118"/>
                  </a:lnTo>
                  <a:lnTo>
                    <a:pt x="331834" y="195912"/>
                  </a:lnTo>
                  <a:lnTo>
                    <a:pt x="332662" y="190678"/>
                  </a:lnTo>
                  <a:lnTo>
                    <a:pt x="333324" y="185420"/>
                  </a:lnTo>
                  <a:lnTo>
                    <a:pt x="333819" y="180144"/>
                  </a:lnTo>
                  <a:lnTo>
                    <a:pt x="334147" y="174855"/>
                  </a:lnTo>
                  <a:lnTo>
                    <a:pt x="334307" y="169558"/>
                  </a:lnTo>
                  <a:lnTo>
                    <a:pt x="334299" y="164259"/>
                  </a:lnTo>
                  <a:lnTo>
                    <a:pt x="334122" y="158962"/>
                  </a:lnTo>
                  <a:lnTo>
                    <a:pt x="333778" y="153674"/>
                  </a:lnTo>
                  <a:lnTo>
                    <a:pt x="333267" y="148400"/>
                  </a:lnTo>
                  <a:lnTo>
                    <a:pt x="332589" y="143144"/>
                  </a:lnTo>
                  <a:lnTo>
                    <a:pt x="331744" y="137912"/>
                  </a:lnTo>
                  <a:lnTo>
                    <a:pt x="330734" y="132710"/>
                  </a:lnTo>
                  <a:lnTo>
                    <a:pt x="329560" y="127543"/>
                  </a:lnTo>
                  <a:lnTo>
                    <a:pt x="328222" y="122415"/>
                  </a:lnTo>
                  <a:lnTo>
                    <a:pt x="326723" y="117332"/>
                  </a:lnTo>
                  <a:lnTo>
                    <a:pt x="325063" y="112299"/>
                  </a:lnTo>
                  <a:lnTo>
                    <a:pt x="323245" y="107322"/>
                  </a:lnTo>
                  <a:lnTo>
                    <a:pt x="321269" y="102404"/>
                  </a:lnTo>
                  <a:lnTo>
                    <a:pt x="319139" y="97552"/>
                  </a:lnTo>
                  <a:lnTo>
                    <a:pt x="316856" y="92770"/>
                  </a:lnTo>
                  <a:lnTo>
                    <a:pt x="314423" y="88062"/>
                  </a:lnTo>
                  <a:lnTo>
                    <a:pt x="311841" y="83434"/>
                  </a:lnTo>
                  <a:lnTo>
                    <a:pt x="309115" y="78890"/>
                  </a:lnTo>
                  <a:lnTo>
                    <a:pt x="306245" y="74435"/>
                  </a:lnTo>
                  <a:lnTo>
                    <a:pt x="303236" y="70073"/>
                  </a:lnTo>
                  <a:lnTo>
                    <a:pt x="300090" y="65808"/>
                  </a:lnTo>
                  <a:lnTo>
                    <a:pt x="296811" y="61646"/>
                  </a:lnTo>
                  <a:lnTo>
                    <a:pt x="293401" y="57589"/>
                  </a:lnTo>
                  <a:lnTo>
                    <a:pt x="289864" y="53643"/>
                  </a:lnTo>
                  <a:lnTo>
                    <a:pt x="286204" y="49810"/>
                  </a:lnTo>
                  <a:lnTo>
                    <a:pt x="282424" y="46096"/>
                  </a:lnTo>
                  <a:lnTo>
                    <a:pt x="278529" y="42503"/>
                  </a:lnTo>
                  <a:lnTo>
                    <a:pt x="274522" y="39035"/>
                  </a:lnTo>
                  <a:lnTo>
                    <a:pt x="270406" y="35697"/>
                  </a:lnTo>
                  <a:lnTo>
                    <a:pt x="266187" y="32490"/>
                  </a:lnTo>
                  <a:lnTo>
                    <a:pt x="261869" y="29419"/>
                  </a:lnTo>
                  <a:lnTo>
                    <a:pt x="257455" y="26486"/>
                  </a:lnTo>
                  <a:lnTo>
                    <a:pt x="252950" y="23694"/>
                  </a:lnTo>
                  <a:lnTo>
                    <a:pt x="248360" y="21047"/>
                  </a:lnTo>
                  <a:lnTo>
                    <a:pt x="243687" y="18547"/>
                  </a:lnTo>
                  <a:lnTo>
                    <a:pt x="238938" y="16196"/>
                  </a:lnTo>
                  <a:lnTo>
                    <a:pt x="234117" y="13996"/>
                  </a:lnTo>
                  <a:lnTo>
                    <a:pt x="229228" y="11951"/>
                  </a:lnTo>
                  <a:lnTo>
                    <a:pt x="224277" y="10061"/>
                  </a:lnTo>
                  <a:lnTo>
                    <a:pt x="219269" y="8330"/>
                  </a:lnTo>
                  <a:lnTo>
                    <a:pt x="214208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2" y="3015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021" y="5018213"/>
              <a:ext cx="48017" cy="167167"/>
            </a:xfrm>
            <a:custGeom>
              <a:avLst/>
              <a:pathLst>
                <a:path w="48017" h="167167">
                  <a:moveTo>
                    <a:pt x="48017" y="0"/>
                  </a:moveTo>
                  <a:lnTo>
                    <a:pt x="41931" y="110"/>
                  </a:lnTo>
                  <a:lnTo>
                    <a:pt x="35852" y="443"/>
                  </a:lnTo>
                  <a:lnTo>
                    <a:pt x="29790" y="996"/>
                  </a:lnTo>
                  <a:lnTo>
                    <a:pt x="23751" y="1770"/>
                  </a:lnTo>
                  <a:lnTo>
                    <a:pt x="17745" y="2763"/>
                  </a:lnTo>
                  <a:lnTo>
                    <a:pt x="11779" y="3975"/>
                  </a:lnTo>
                  <a:lnTo>
                    <a:pt x="5861" y="5402"/>
                  </a:lnTo>
                  <a:lnTo>
                    <a:pt x="0" y="7044"/>
                  </a:lnTo>
                  <a:lnTo>
                    <a:pt x="480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021" y="5025258"/>
              <a:ext cx="48017" cy="160122"/>
            </a:xfrm>
            <a:custGeom>
              <a:avLst/>
              <a:pathLst>
                <a:path w="48017" h="160122">
                  <a:moveTo>
                    <a:pt x="0" y="0"/>
                  </a:moveTo>
                  <a:lnTo>
                    <a:pt x="48017" y="160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021" y="5025258"/>
              <a:ext cx="48017" cy="160122"/>
            </a:xfrm>
            <a:custGeom>
              <a:avLst/>
              <a:pathLst>
                <a:path w="48017" h="160122">
                  <a:moveTo>
                    <a:pt x="0" y="0"/>
                  </a:moveTo>
                  <a:lnTo>
                    <a:pt x="48017" y="160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3021" y="5025258"/>
              <a:ext cx="48017" cy="160122"/>
            </a:xfrm>
            <a:custGeom>
              <a:avLst/>
              <a:pathLst>
                <a:path w="48017" h="160122">
                  <a:moveTo>
                    <a:pt x="0" y="0"/>
                  </a:moveTo>
                  <a:lnTo>
                    <a:pt x="48017" y="160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1" y="5025258"/>
              <a:ext cx="167167" cy="165741"/>
            </a:xfrm>
            <a:custGeom>
              <a:avLst/>
              <a:pathLst>
                <a:path w="167167" h="165741">
                  <a:moveTo>
                    <a:pt x="119149" y="0"/>
                  </a:moveTo>
                  <a:lnTo>
                    <a:pt x="113920" y="1662"/>
                  </a:lnTo>
                  <a:lnTo>
                    <a:pt x="108747" y="3495"/>
                  </a:lnTo>
                  <a:lnTo>
                    <a:pt x="103638" y="5496"/>
                  </a:lnTo>
                  <a:lnTo>
                    <a:pt x="98598" y="7665"/>
                  </a:lnTo>
                  <a:lnTo>
                    <a:pt x="93631" y="9997"/>
                  </a:lnTo>
                  <a:lnTo>
                    <a:pt x="88743" y="12492"/>
                  </a:lnTo>
                  <a:lnTo>
                    <a:pt x="83940" y="15145"/>
                  </a:lnTo>
                  <a:lnTo>
                    <a:pt x="79227" y="17955"/>
                  </a:lnTo>
                  <a:lnTo>
                    <a:pt x="74608" y="20918"/>
                  </a:lnTo>
                  <a:lnTo>
                    <a:pt x="70089" y="24031"/>
                  </a:lnTo>
                  <a:lnTo>
                    <a:pt x="65675" y="27290"/>
                  </a:lnTo>
                  <a:lnTo>
                    <a:pt x="61370" y="30693"/>
                  </a:lnTo>
                  <a:lnTo>
                    <a:pt x="57179" y="34235"/>
                  </a:lnTo>
                  <a:lnTo>
                    <a:pt x="53106" y="37913"/>
                  </a:lnTo>
                  <a:lnTo>
                    <a:pt x="49157" y="41722"/>
                  </a:lnTo>
                  <a:lnTo>
                    <a:pt x="45334" y="45659"/>
                  </a:lnTo>
                  <a:lnTo>
                    <a:pt x="41643" y="49719"/>
                  </a:lnTo>
                  <a:lnTo>
                    <a:pt x="38087" y="53898"/>
                  </a:lnTo>
                  <a:lnTo>
                    <a:pt x="34671" y="58192"/>
                  </a:lnTo>
                  <a:lnTo>
                    <a:pt x="31397" y="62596"/>
                  </a:lnTo>
                  <a:lnTo>
                    <a:pt x="28269" y="67104"/>
                  </a:lnTo>
                  <a:lnTo>
                    <a:pt x="25291" y="71713"/>
                  </a:lnTo>
                  <a:lnTo>
                    <a:pt x="22466" y="76417"/>
                  </a:lnTo>
                  <a:lnTo>
                    <a:pt x="19796" y="81212"/>
                  </a:lnTo>
                  <a:lnTo>
                    <a:pt x="17286" y="86091"/>
                  </a:lnTo>
                  <a:lnTo>
                    <a:pt x="14937" y="91050"/>
                  </a:lnTo>
                  <a:lnTo>
                    <a:pt x="12752" y="96083"/>
                  </a:lnTo>
                  <a:lnTo>
                    <a:pt x="10733" y="101186"/>
                  </a:lnTo>
                  <a:lnTo>
                    <a:pt x="8883" y="106352"/>
                  </a:lnTo>
                  <a:lnTo>
                    <a:pt x="7204" y="111576"/>
                  </a:lnTo>
                  <a:lnTo>
                    <a:pt x="5697" y="116852"/>
                  </a:lnTo>
                  <a:lnTo>
                    <a:pt x="4363" y="122175"/>
                  </a:lnTo>
                  <a:lnTo>
                    <a:pt x="3206" y="127539"/>
                  </a:lnTo>
                  <a:lnTo>
                    <a:pt x="2225" y="132938"/>
                  </a:lnTo>
                  <a:lnTo>
                    <a:pt x="1421" y="138366"/>
                  </a:lnTo>
                  <a:lnTo>
                    <a:pt x="796" y="143818"/>
                  </a:lnTo>
                  <a:lnTo>
                    <a:pt x="351" y="149287"/>
                  </a:lnTo>
                  <a:lnTo>
                    <a:pt x="85" y="154768"/>
                  </a:lnTo>
                  <a:lnTo>
                    <a:pt x="0" y="160254"/>
                  </a:lnTo>
                  <a:lnTo>
                    <a:pt x="94" y="165741"/>
                  </a:lnTo>
                  <a:lnTo>
                    <a:pt x="167167" y="160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966" y="5018213"/>
              <a:ext cx="334229" cy="334327"/>
            </a:xfrm>
            <a:custGeom>
              <a:avLst/>
              <a:pathLst>
                <a:path w="334229" h="334327">
                  <a:moveTo>
                    <a:pt x="0" y="172786"/>
                  </a:moveTo>
                  <a:lnTo>
                    <a:pt x="263" y="178099"/>
                  </a:lnTo>
                  <a:lnTo>
                    <a:pt x="695" y="183402"/>
                  </a:lnTo>
                  <a:lnTo>
                    <a:pt x="1296" y="188689"/>
                  </a:lnTo>
                  <a:lnTo>
                    <a:pt x="2065" y="193953"/>
                  </a:lnTo>
                  <a:lnTo>
                    <a:pt x="3001" y="199191"/>
                  </a:lnTo>
                  <a:lnTo>
                    <a:pt x="4103" y="204396"/>
                  </a:lnTo>
                  <a:lnTo>
                    <a:pt x="5371" y="209563"/>
                  </a:lnTo>
                  <a:lnTo>
                    <a:pt x="6802" y="214688"/>
                  </a:lnTo>
                  <a:lnTo>
                    <a:pt x="8395" y="219764"/>
                  </a:lnTo>
                  <a:lnTo>
                    <a:pt x="10149" y="224787"/>
                  </a:lnTo>
                  <a:lnTo>
                    <a:pt x="12062" y="229751"/>
                  </a:lnTo>
                  <a:lnTo>
                    <a:pt x="14132" y="234652"/>
                  </a:lnTo>
                  <a:lnTo>
                    <a:pt x="16358" y="239485"/>
                  </a:lnTo>
                  <a:lnTo>
                    <a:pt x="18735" y="244245"/>
                  </a:lnTo>
                  <a:lnTo>
                    <a:pt x="21263" y="248926"/>
                  </a:lnTo>
                  <a:lnTo>
                    <a:pt x="23939" y="253525"/>
                  </a:lnTo>
                  <a:lnTo>
                    <a:pt x="26760" y="258036"/>
                  </a:lnTo>
                  <a:lnTo>
                    <a:pt x="29722" y="262455"/>
                  </a:lnTo>
                  <a:lnTo>
                    <a:pt x="32824" y="266778"/>
                  </a:lnTo>
                  <a:lnTo>
                    <a:pt x="36062" y="271000"/>
                  </a:lnTo>
                  <a:lnTo>
                    <a:pt x="39433" y="275116"/>
                  </a:lnTo>
                  <a:lnTo>
                    <a:pt x="42933" y="279124"/>
                  </a:lnTo>
                  <a:lnTo>
                    <a:pt x="46558" y="283017"/>
                  </a:lnTo>
                  <a:lnTo>
                    <a:pt x="50306" y="286794"/>
                  </a:lnTo>
                  <a:lnTo>
                    <a:pt x="54172" y="290449"/>
                  </a:lnTo>
                  <a:lnTo>
                    <a:pt x="58153" y="293979"/>
                  </a:lnTo>
                  <a:lnTo>
                    <a:pt x="62243" y="297381"/>
                  </a:lnTo>
                  <a:lnTo>
                    <a:pt x="66440" y="300651"/>
                  </a:lnTo>
                  <a:lnTo>
                    <a:pt x="70739" y="303786"/>
                  </a:lnTo>
                  <a:lnTo>
                    <a:pt x="75135" y="306783"/>
                  </a:lnTo>
                  <a:lnTo>
                    <a:pt x="79625" y="309638"/>
                  </a:lnTo>
                  <a:lnTo>
                    <a:pt x="84203" y="312348"/>
                  </a:lnTo>
                  <a:lnTo>
                    <a:pt x="88865" y="314912"/>
                  </a:lnTo>
                  <a:lnTo>
                    <a:pt x="93607" y="317326"/>
                  </a:lnTo>
                  <a:lnTo>
                    <a:pt x="98422" y="319588"/>
                  </a:lnTo>
                  <a:lnTo>
                    <a:pt x="103308" y="321695"/>
                  </a:lnTo>
                  <a:lnTo>
                    <a:pt x="108257" y="323646"/>
                  </a:lnTo>
                  <a:lnTo>
                    <a:pt x="113267" y="325439"/>
                  </a:lnTo>
                  <a:lnTo>
                    <a:pt x="118331" y="327071"/>
                  </a:lnTo>
                  <a:lnTo>
                    <a:pt x="123444" y="328541"/>
                  </a:lnTo>
                  <a:lnTo>
                    <a:pt x="128602" y="329847"/>
                  </a:lnTo>
                  <a:lnTo>
                    <a:pt x="133798" y="330989"/>
                  </a:lnTo>
                  <a:lnTo>
                    <a:pt x="139028" y="331965"/>
                  </a:lnTo>
                  <a:lnTo>
                    <a:pt x="144287" y="332774"/>
                  </a:lnTo>
                  <a:lnTo>
                    <a:pt x="149568" y="333415"/>
                  </a:lnTo>
                  <a:lnTo>
                    <a:pt x="154868" y="333888"/>
                  </a:lnTo>
                  <a:lnTo>
                    <a:pt x="160180" y="334192"/>
                  </a:lnTo>
                  <a:lnTo>
                    <a:pt x="165498" y="334327"/>
                  </a:lnTo>
                  <a:lnTo>
                    <a:pt x="170819" y="334292"/>
                  </a:lnTo>
                  <a:lnTo>
                    <a:pt x="176135" y="334089"/>
                  </a:lnTo>
                  <a:lnTo>
                    <a:pt x="181443" y="333716"/>
                  </a:lnTo>
                  <a:lnTo>
                    <a:pt x="186735" y="333174"/>
                  </a:lnTo>
                  <a:lnTo>
                    <a:pt x="192008" y="332464"/>
                  </a:lnTo>
                  <a:lnTo>
                    <a:pt x="197256" y="331587"/>
                  </a:lnTo>
                  <a:lnTo>
                    <a:pt x="202473" y="330543"/>
                  </a:lnTo>
                  <a:lnTo>
                    <a:pt x="207654" y="329334"/>
                  </a:lnTo>
                  <a:lnTo>
                    <a:pt x="212794" y="327960"/>
                  </a:lnTo>
                  <a:lnTo>
                    <a:pt x="217888" y="326424"/>
                  </a:lnTo>
                  <a:lnTo>
                    <a:pt x="222930" y="324726"/>
                  </a:lnTo>
                  <a:lnTo>
                    <a:pt x="227916" y="322869"/>
                  </a:lnTo>
                  <a:lnTo>
                    <a:pt x="232840" y="320854"/>
                  </a:lnTo>
                  <a:lnTo>
                    <a:pt x="237697" y="318683"/>
                  </a:lnTo>
                  <a:lnTo>
                    <a:pt x="242483" y="316359"/>
                  </a:lnTo>
                  <a:lnTo>
                    <a:pt x="247193" y="313883"/>
                  </a:lnTo>
                  <a:lnTo>
                    <a:pt x="251821" y="311259"/>
                  </a:lnTo>
                  <a:lnTo>
                    <a:pt x="256364" y="308489"/>
                  </a:lnTo>
                  <a:lnTo>
                    <a:pt x="260816" y="305576"/>
                  </a:lnTo>
                  <a:lnTo>
                    <a:pt x="265173" y="302523"/>
                  </a:lnTo>
                  <a:lnTo>
                    <a:pt x="269431" y="299332"/>
                  </a:lnTo>
                  <a:lnTo>
                    <a:pt x="273585" y="296008"/>
                  </a:lnTo>
                  <a:lnTo>
                    <a:pt x="277631" y="292553"/>
                  </a:lnTo>
                  <a:lnTo>
                    <a:pt x="281565" y="288972"/>
                  </a:lnTo>
                  <a:lnTo>
                    <a:pt x="285383" y="285266"/>
                  </a:lnTo>
                  <a:lnTo>
                    <a:pt x="289082" y="281442"/>
                  </a:lnTo>
                  <a:lnTo>
                    <a:pt x="292657" y="277501"/>
                  </a:lnTo>
                  <a:lnTo>
                    <a:pt x="296104" y="273449"/>
                  </a:lnTo>
                  <a:lnTo>
                    <a:pt x="299421" y="269289"/>
                  </a:lnTo>
                  <a:lnTo>
                    <a:pt x="302604" y="265025"/>
                  </a:lnTo>
                  <a:lnTo>
                    <a:pt x="305649" y="260663"/>
                  </a:lnTo>
                  <a:lnTo>
                    <a:pt x="308554" y="256205"/>
                  </a:lnTo>
                  <a:lnTo>
                    <a:pt x="311316" y="251658"/>
                  </a:lnTo>
                  <a:lnTo>
                    <a:pt x="313932" y="247025"/>
                  </a:lnTo>
                  <a:lnTo>
                    <a:pt x="316399" y="242311"/>
                  </a:lnTo>
                  <a:lnTo>
                    <a:pt x="318714" y="237521"/>
                  </a:lnTo>
                  <a:lnTo>
                    <a:pt x="320877" y="232659"/>
                  </a:lnTo>
                  <a:lnTo>
                    <a:pt x="322883" y="227732"/>
                  </a:lnTo>
                  <a:lnTo>
                    <a:pt x="324731" y="222743"/>
                  </a:lnTo>
                  <a:lnTo>
                    <a:pt x="326420" y="217697"/>
                  </a:lnTo>
                  <a:lnTo>
                    <a:pt x="327947" y="212601"/>
                  </a:lnTo>
                  <a:lnTo>
                    <a:pt x="329312" y="207458"/>
                  </a:lnTo>
                  <a:lnTo>
                    <a:pt x="330512" y="202275"/>
                  </a:lnTo>
                  <a:lnTo>
                    <a:pt x="331546" y="197056"/>
                  </a:lnTo>
                  <a:lnTo>
                    <a:pt x="332414" y="191807"/>
                  </a:lnTo>
                  <a:lnTo>
                    <a:pt x="333114" y="186533"/>
                  </a:lnTo>
                  <a:lnTo>
                    <a:pt x="333647" y="181239"/>
                  </a:lnTo>
                  <a:lnTo>
                    <a:pt x="334010" y="175931"/>
                  </a:lnTo>
                  <a:lnTo>
                    <a:pt x="334204" y="170614"/>
                  </a:lnTo>
                  <a:lnTo>
                    <a:pt x="334229" y="165294"/>
                  </a:lnTo>
                  <a:lnTo>
                    <a:pt x="334085" y="159975"/>
                  </a:lnTo>
                  <a:lnTo>
                    <a:pt x="333772" y="154664"/>
                  </a:lnTo>
                  <a:lnTo>
                    <a:pt x="333289" y="149366"/>
                  </a:lnTo>
                  <a:lnTo>
                    <a:pt x="332639" y="144085"/>
                  </a:lnTo>
                  <a:lnTo>
                    <a:pt x="331820" y="138828"/>
                  </a:lnTo>
                  <a:lnTo>
                    <a:pt x="330835" y="133599"/>
                  </a:lnTo>
                  <a:lnTo>
                    <a:pt x="329684" y="128405"/>
                  </a:lnTo>
                  <a:lnTo>
                    <a:pt x="328368" y="123250"/>
                  </a:lnTo>
                  <a:lnTo>
                    <a:pt x="326889" y="118139"/>
                  </a:lnTo>
                  <a:lnTo>
                    <a:pt x="325248" y="113078"/>
                  </a:lnTo>
                  <a:lnTo>
                    <a:pt x="323446" y="108072"/>
                  </a:lnTo>
                  <a:lnTo>
                    <a:pt x="321486" y="103126"/>
                  </a:lnTo>
                  <a:lnTo>
                    <a:pt x="319370" y="98244"/>
                  </a:lnTo>
                  <a:lnTo>
                    <a:pt x="317100" y="93433"/>
                  </a:lnTo>
                  <a:lnTo>
                    <a:pt x="314677" y="88696"/>
                  </a:lnTo>
                  <a:lnTo>
                    <a:pt x="312105" y="84038"/>
                  </a:lnTo>
                  <a:lnTo>
                    <a:pt x="309387" y="79465"/>
                  </a:lnTo>
                  <a:lnTo>
                    <a:pt x="306524" y="74980"/>
                  </a:lnTo>
                  <a:lnTo>
                    <a:pt x="303519" y="70589"/>
                  </a:lnTo>
                  <a:lnTo>
                    <a:pt x="300377" y="66296"/>
                  </a:lnTo>
                  <a:lnTo>
                    <a:pt x="297099" y="62105"/>
                  </a:lnTo>
                  <a:lnTo>
                    <a:pt x="293690" y="58020"/>
                  </a:lnTo>
                  <a:lnTo>
                    <a:pt x="290152" y="54046"/>
                  </a:lnTo>
                  <a:lnTo>
                    <a:pt x="286490" y="50187"/>
                  </a:lnTo>
                  <a:lnTo>
                    <a:pt x="282707" y="46446"/>
                  </a:lnTo>
                  <a:lnTo>
                    <a:pt x="278807" y="42827"/>
                  </a:lnTo>
                  <a:lnTo>
                    <a:pt x="274793" y="39334"/>
                  </a:lnTo>
                  <a:lnTo>
                    <a:pt x="270671" y="35971"/>
                  </a:lnTo>
                  <a:lnTo>
                    <a:pt x="266443" y="32741"/>
                  </a:lnTo>
                  <a:lnTo>
                    <a:pt x="262115" y="29647"/>
                  </a:lnTo>
                  <a:lnTo>
                    <a:pt x="257691" y="26692"/>
                  </a:lnTo>
                  <a:lnTo>
                    <a:pt x="253174" y="23879"/>
                  </a:lnTo>
                  <a:lnTo>
                    <a:pt x="248571" y="21212"/>
                  </a:lnTo>
                  <a:lnTo>
                    <a:pt x="243885" y="18692"/>
                  </a:lnTo>
                  <a:lnTo>
                    <a:pt x="239121" y="16323"/>
                  </a:lnTo>
                  <a:lnTo>
                    <a:pt x="234284" y="14106"/>
                  </a:lnTo>
                  <a:lnTo>
                    <a:pt x="229379" y="12045"/>
                  </a:lnTo>
                  <a:lnTo>
                    <a:pt x="224411" y="10141"/>
                  </a:lnTo>
                  <a:lnTo>
                    <a:pt x="219385" y="8396"/>
                  </a:lnTo>
                  <a:lnTo>
                    <a:pt x="214306" y="6811"/>
                  </a:lnTo>
                  <a:lnTo>
                    <a:pt x="209179" y="5389"/>
                  </a:lnTo>
                  <a:lnTo>
                    <a:pt x="204010" y="4131"/>
                  </a:lnTo>
                  <a:lnTo>
                    <a:pt x="198803" y="3039"/>
                  </a:lnTo>
                  <a:lnTo>
                    <a:pt x="193564" y="2112"/>
                  </a:lnTo>
                  <a:lnTo>
                    <a:pt x="188298" y="1352"/>
                  </a:lnTo>
                  <a:lnTo>
                    <a:pt x="183010" y="761"/>
                  </a:lnTo>
                  <a:lnTo>
                    <a:pt x="177707" y="338"/>
                  </a:lnTo>
                  <a:lnTo>
                    <a:pt x="172392" y="84"/>
                  </a:lnTo>
                  <a:lnTo>
                    <a:pt x="167072" y="0"/>
                  </a:lnTo>
                  <a:lnTo>
                    <a:pt x="1670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22035" y="4659281"/>
              <a:ext cx="101199" cy="167167"/>
            </a:xfrm>
            <a:custGeom>
              <a:avLst/>
              <a:pathLst>
                <a:path w="101199" h="167167">
                  <a:moveTo>
                    <a:pt x="101199" y="0"/>
                  </a:moveTo>
                  <a:lnTo>
                    <a:pt x="95479" y="97"/>
                  </a:lnTo>
                  <a:lnTo>
                    <a:pt x="89766" y="391"/>
                  </a:lnTo>
                  <a:lnTo>
                    <a:pt x="84066" y="880"/>
                  </a:lnTo>
                  <a:lnTo>
                    <a:pt x="78386" y="1563"/>
                  </a:lnTo>
                  <a:lnTo>
                    <a:pt x="72733" y="2441"/>
                  </a:lnTo>
                  <a:lnTo>
                    <a:pt x="67114" y="3511"/>
                  </a:lnTo>
                  <a:lnTo>
                    <a:pt x="61534" y="4773"/>
                  </a:lnTo>
                  <a:lnTo>
                    <a:pt x="56000" y="6226"/>
                  </a:lnTo>
                  <a:lnTo>
                    <a:pt x="50520" y="7866"/>
                  </a:lnTo>
                  <a:lnTo>
                    <a:pt x="45099" y="9694"/>
                  </a:lnTo>
                  <a:lnTo>
                    <a:pt x="39744" y="11706"/>
                  </a:lnTo>
                  <a:lnTo>
                    <a:pt x="34460" y="13899"/>
                  </a:lnTo>
                  <a:lnTo>
                    <a:pt x="29255" y="16273"/>
                  </a:lnTo>
                  <a:lnTo>
                    <a:pt x="24134" y="18823"/>
                  </a:lnTo>
                  <a:lnTo>
                    <a:pt x="19104" y="21546"/>
                  </a:lnTo>
                  <a:lnTo>
                    <a:pt x="14169" y="24441"/>
                  </a:lnTo>
                  <a:lnTo>
                    <a:pt x="9336" y="27502"/>
                  </a:lnTo>
                  <a:lnTo>
                    <a:pt x="4611" y="30727"/>
                  </a:lnTo>
                  <a:lnTo>
                    <a:pt x="0" y="34112"/>
                  </a:lnTo>
                  <a:lnTo>
                    <a:pt x="1011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2035" y="4693394"/>
              <a:ext cx="101199" cy="133055"/>
            </a:xfrm>
            <a:custGeom>
              <a:avLst/>
              <a:pathLst>
                <a:path w="101199" h="133055">
                  <a:moveTo>
                    <a:pt x="0" y="0"/>
                  </a:moveTo>
                  <a:lnTo>
                    <a:pt x="101199" y="133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2035" y="4693394"/>
              <a:ext cx="101199" cy="133055"/>
            </a:xfrm>
            <a:custGeom>
              <a:avLst/>
              <a:pathLst>
                <a:path w="101199" h="133055">
                  <a:moveTo>
                    <a:pt x="0" y="0"/>
                  </a:moveTo>
                  <a:lnTo>
                    <a:pt x="101199" y="133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9" y="4693394"/>
              <a:ext cx="257347" cy="300221"/>
            </a:xfrm>
            <a:custGeom>
              <a:avLst/>
              <a:pathLst>
                <a:path w="257347" h="300221">
                  <a:moveTo>
                    <a:pt x="65966" y="0"/>
                  </a:moveTo>
                  <a:lnTo>
                    <a:pt x="61776" y="3294"/>
                  </a:lnTo>
                  <a:lnTo>
                    <a:pt x="57692" y="6720"/>
                  </a:lnTo>
                  <a:lnTo>
                    <a:pt x="53720" y="10274"/>
                  </a:lnTo>
                  <a:lnTo>
                    <a:pt x="49863" y="13953"/>
                  </a:lnTo>
                  <a:lnTo>
                    <a:pt x="46126" y="17753"/>
                  </a:lnTo>
                  <a:lnTo>
                    <a:pt x="42511" y="21671"/>
                  </a:lnTo>
                  <a:lnTo>
                    <a:pt x="39024" y="25702"/>
                  </a:lnTo>
                  <a:lnTo>
                    <a:pt x="35666" y="29842"/>
                  </a:lnTo>
                  <a:lnTo>
                    <a:pt x="32442" y="34087"/>
                  </a:lnTo>
                  <a:lnTo>
                    <a:pt x="29356" y="38432"/>
                  </a:lnTo>
                  <a:lnTo>
                    <a:pt x="26409" y="42874"/>
                  </a:lnTo>
                  <a:lnTo>
                    <a:pt x="23605" y="47407"/>
                  </a:lnTo>
                  <a:lnTo>
                    <a:pt x="20948" y="52028"/>
                  </a:lnTo>
                  <a:lnTo>
                    <a:pt x="18439" y="56731"/>
                  </a:lnTo>
                  <a:lnTo>
                    <a:pt x="16081" y="61511"/>
                  </a:lnTo>
                  <a:lnTo>
                    <a:pt x="13877" y="66364"/>
                  </a:lnTo>
                  <a:lnTo>
                    <a:pt x="11829" y="71285"/>
                  </a:lnTo>
                  <a:lnTo>
                    <a:pt x="9938" y="76269"/>
                  </a:lnTo>
                  <a:lnTo>
                    <a:pt x="8208" y="81311"/>
                  </a:lnTo>
                  <a:lnTo>
                    <a:pt x="6639" y="86405"/>
                  </a:lnTo>
                  <a:lnTo>
                    <a:pt x="5233" y="91546"/>
                  </a:lnTo>
                  <a:lnTo>
                    <a:pt x="3992" y="96730"/>
                  </a:lnTo>
                  <a:lnTo>
                    <a:pt x="2917" y="101951"/>
                  </a:lnTo>
                  <a:lnTo>
                    <a:pt x="2009" y="107203"/>
                  </a:lnTo>
                  <a:lnTo>
                    <a:pt x="1269" y="112482"/>
                  </a:lnTo>
                  <a:lnTo>
                    <a:pt x="697" y="117781"/>
                  </a:lnTo>
                  <a:lnTo>
                    <a:pt x="295" y="123096"/>
                  </a:lnTo>
                  <a:lnTo>
                    <a:pt x="62" y="128421"/>
                  </a:lnTo>
                  <a:lnTo>
                    <a:pt x="0" y="133751"/>
                  </a:lnTo>
                  <a:lnTo>
                    <a:pt x="107" y="139080"/>
                  </a:lnTo>
                  <a:lnTo>
                    <a:pt x="384" y="144403"/>
                  </a:lnTo>
                  <a:lnTo>
                    <a:pt x="830" y="149715"/>
                  </a:lnTo>
                  <a:lnTo>
                    <a:pt x="1446" y="155010"/>
                  </a:lnTo>
                  <a:lnTo>
                    <a:pt x="2230" y="160282"/>
                  </a:lnTo>
                  <a:lnTo>
                    <a:pt x="3182" y="165526"/>
                  </a:lnTo>
                  <a:lnTo>
                    <a:pt x="4301" y="170738"/>
                  </a:lnTo>
                  <a:lnTo>
                    <a:pt x="5585" y="175911"/>
                  </a:lnTo>
                  <a:lnTo>
                    <a:pt x="7033" y="181041"/>
                  </a:lnTo>
                  <a:lnTo>
                    <a:pt x="8645" y="186122"/>
                  </a:lnTo>
                  <a:lnTo>
                    <a:pt x="10417" y="191149"/>
                  </a:lnTo>
                  <a:lnTo>
                    <a:pt x="12349" y="196116"/>
                  </a:lnTo>
                  <a:lnTo>
                    <a:pt x="14438" y="201020"/>
                  </a:lnTo>
                  <a:lnTo>
                    <a:pt x="16683" y="205855"/>
                  </a:lnTo>
                  <a:lnTo>
                    <a:pt x="19080" y="210615"/>
                  </a:lnTo>
                  <a:lnTo>
                    <a:pt x="21628" y="215297"/>
                  </a:lnTo>
                  <a:lnTo>
                    <a:pt x="24324" y="219895"/>
                  </a:lnTo>
                  <a:lnTo>
                    <a:pt x="27165" y="224405"/>
                  </a:lnTo>
                  <a:lnTo>
                    <a:pt x="30149" y="228822"/>
                  </a:lnTo>
                  <a:lnTo>
                    <a:pt x="33272" y="233142"/>
                  </a:lnTo>
                  <a:lnTo>
                    <a:pt x="36531" y="237360"/>
                  </a:lnTo>
                  <a:lnTo>
                    <a:pt x="39923" y="241472"/>
                  </a:lnTo>
                  <a:lnTo>
                    <a:pt x="43444" y="245473"/>
                  </a:lnTo>
                  <a:lnTo>
                    <a:pt x="47091" y="249361"/>
                  </a:lnTo>
                  <a:lnTo>
                    <a:pt x="50860" y="253130"/>
                  </a:lnTo>
                  <a:lnTo>
                    <a:pt x="54747" y="256777"/>
                  </a:lnTo>
                  <a:lnTo>
                    <a:pt x="58749" y="260298"/>
                  </a:lnTo>
                  <a:lnTo>
                    <a:pt x="62861" y="263690"/>
                  </a:lnTo>
                  <a:lnTo>
                    <a:pt x="67079" y="266949"/>
                  </a:lnTo>
                  <a:lnTo>
                    <a:pt x="71398" y="270071"/>
                  </a:lnTo>
                  <a:lnTo>
                    <a:pt x="75815" y="273055"/>
                  </a:lnTo>
                  <a:lnTo>
                    <a:pt x="80325" y="275896"/>
                  </a:lnTo>
                  <a:lnTo>
                    <a:pt x="84923" y="278592"/>
                  </a:lnTo>
                  <a:lnTo>
                    <a:pt x="89605" y="281140"/>
                  </a:lnTo>
                  <a:lnTo>
                    <a:pt x="94366" y="283538"/>
                  </a:lnTo>
                  <a:lnTo>
                    <a:pt x="99200" y="285782"/>
                  </a:lnTo>
                  <a:lnTo>
                    <a:pt x="104104" y="287871"/>
                  </a:lnTo>
                  <a:lnTo>
                    <a:pt x="109072" y="289803"/>
                  </a:lnTo>
                  <a:lnTo>
                    <a:pt x="114099" y="291576"/>
                  </a:lnTo>
                  <a:lnTo>
                    <a:pt x="119180" y="293187"/>
                  </a:lnTo>
                  <a:lnTo>
                    <a:pt x="124310" y="294635"/>
                  </a:lnTo>
                  <a:lnTo>
                    <a:pt x="129483" y="295920"/>
                  </a:lnTo>
                  <a:lnTo>
                    <a:pt x="134694" y="297038"/>
                  </a:lnTo>
                  <a:lnTo>
                    <a:pt x="139939" y="297990"/>
                  </a:lnTo>
                  <a:lnTo>
                    <a:pt x="145211" y="298774"/>
                  </a:lnTo>
                  <a:lnTo>
                    <a:pt x="150506" y="299390"/>
                  </a:lnTo>
                  <a:lnTo>
                    <a:pt x="155817" y="299836"/>
                  </a:lnTo>
                  <a:lnTo>
                    <a:pt x="161140" y="300113"/>
                  </a:lnTo>
                  <a:lnTo>
                    <a:pt x="166469" y="300221"/>
                  </a:lnTo>
                  <a:lnTo>
                    <a:pt x="171799" y="300158"/>
                  </a:lnTo>
                  <a:lnTo>
                    <a:pt x="177124" y="299925"/>
                  </a:lnTo>
                  <a:lnTo>
                    <a:pt x="182440" y="299523"/>
                  </a:lnTo>
                  <a:lnTo>
                    <a:pt x="187739" y="298951"/>
                  </a:lnTo>
                  <a:lnTo>
                    <a:pt x="193018" y="298211"/>
                  </a:lnTo>
                  <a:lnTo>
                    <a:pt x="198270" y="297303"/>
                  </a:lnTo>
                  <a:lnTo>
                    <a:pt x="203491" y="296228"/>
                  </a:lnTo>
                  <a:lnTo>
                    <a:pt x="208674" y="294987"/>
                  </a:lnTo>
                  <a:lnTo>
                    <a:pt x="213816" y="293581"/>
                  </a:lnTo>
                  <a:lnTo>
                    <a:pt x="218910" y="292012"/>
                  </a:lnTo>
                  <a:lnTo>
                    <a:pt x="223952" y="290282"/>
                  </a:lnTo>
                  <a:lnTo>
                    <a:pt x="228935" y="288391"/>
                  </a:lnTo>
                  <a:lnTo>
                    <a:pt x="233856" y="286343"/>
                  </a:lnTo>
                  <a:lnTo>
                    <a:pt x="238710" y="284139"/>
                  </a:lnTo>
                  <a:lnTo>
                    <a:pt x="243490" y="281781"/>
                  </a:lnTo>
                  <a:lnTo>
                    <a:pt x="248193" y="279272"/>
                  </a:lnTo>
                  <a:lnTo>
                    <a:pt x="252813" y="276614"/>
                  </a:lnTo>
                  <a:lnTo>
                    <a:pt x="257347" y="273811"/>
                  </a:lnTo>
                  <a:lnTo>
                    <a:pt x="167165" y="133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5" cy="307923"/>
            </a:xfrm>
            <a:custGeom>
              <a:avLst/>
              <a:pathLst>
                <a:path w="167165" h="307923">
                  <a:moveTo>
                    <a:pt x="90181" y="307923"/>
                  </a:moveTo>
                  <a:lnTo>
                    <a:pt x="94658" y="304952"/>
                  </a:lnTo>
                  <a:lnTo>
                    <a:pt x="99038" y="301838"/>
                  </a:lnTo>
                  <a:lnTo>
                    <a:pt x="103315" y="298585"/>
                  </a:lnTo>
                  <a:lnTo>
                    <a:pt x="107486" y="295197"/>
                  </a:lnTo>
                  <a:lnTo>
                    <a:pt x="111546" y="291676"/>
                  </a:lnTo>
                  <a:lnTo>
                    <a:pt x="115490" y="288026"/>
                  </a:lnTo>
                  <a:lnTo>
                    <a:pt x="119315" y="284251"/>
                  </a:lnTo>
                  <a:lnTo>
                    <a:pt x="123017" y="280356"/>
                  </a:lnTo>
                  <a:lnTo>
                    <a:pt x="126591" y="276343"/>
                  </a:lnTo>
                  <a:lnTo>
                    <a:pt x="130035" y="272218"/>
                  </a:lnTo>
                  <a:lnTo>
                    <a:pt x="133344" y="267984"/>
                  </a:lnTo>
                  <a:lnTo>
                    <a:pt x="136516" y="263646"/>
                  </a:lnTo>
                  <a:lnTo>
                    <a:pt x="139546" y="259209"/>
                  </a:lnTo>
                  <a:lnTo>
                    <a:pt x="142433" y="254676"/>
                  </a:lnTo>
                  <a:lnTo>
                    <a:pt x="145172" y="250052"/>
                  </a:lnTo>
                  <a:lnTo>
                    <a:pt x="147761" y="245344"/>
                  </a:lnTo>
                  <a:lnTo>
                    <a:pt x="150197" y="240554"/>
                  </a:lnTo>
                  <a:lnTo>
                    <a:pt x="152478" y="235688"/>
                  </a:lnTo>
                  <a:lnTo>
                    <a:pt x="154602" y="230752"/>
                  </a:lnTo>
                  <a:lnTo>
                    <a:pt x="156566" y="225750"/>
                  </a:lnTo>
                  <a:lnTo>
                    <a:pt x="158368" y="220687"/>
                  </a:lnTo>
                  <a:lnTo>
                    <a:pt x="160006" y="215569"/>
                  </a:lnTo>
                  <a:lnTo>
                    <a:pt x="161479" y="210401"/>
                  </a:lnTo>
                  <a:lnTo>
                    <a:pt x="162786" y="205189"/>
                  </a:lnTo>
                  <a:lnTo>
                    <a:pt x="163924" y="199937"/>
                  </a:lnTo>
                  <a:lnTo>
                    <a:pt x="164892" y="194651"/>
                  </a:lnTo>
                  <a:lnTo>
                    <a:pt x="165690" y="189337"/>
                  </a:lnTo>
                  <a:lnTo>
                    <a:pt x="166317" y="184000"/>
                  </a:lnTo>
                  <a:lnTo>
                    <a:pt x="166772" y="178646"/>
                  </a:lnTo>
                  <a:lnTo>
                    <a:pt x="167055" y="173279"/>
                  </a:lnTo>
                  <a:lnTo>
                    <a:pt x="167165" y="167907"/>
                  </a:lnTo>
                  <a:lnTo>
                    <a:pt x="167103" y="162533"/>
                  </a:lnTo>
                  <a:lnTo>
                    <a:pt x="166867" y="157165"/>
                  </a:lnTo>
                  <a:lnTo>
                    <a:pt x="166460" y="151806"/>
                  </a:lnTo>
                  <a:lnTo>
                    <a:pt x="165880" y="146464"/>
                  </a:lnTo>
                  <a:lnTo>
                    <a:pt x="165129" y="141143"/>
                  </a:lnTo>
                  <a:lnTo>
                    <a:pt x="164207" y="135849"/>
                  </a:lnTo>
                  <a:lnTo>
                    <a:pt x="163116" y="130587"/>
                  </a:lnTo>
                  <a:lnTo>
                    <a:pt x="161856" y="125363"/>
                  </a:lnTo>
                  <a:lnTo>
                    <a:pt x="160428" y="120182"/>
                  </a:lnTo>
                  <a:lnTo>
                    <a:pt x="158835" y="115050"/>
                  </a:lnTo>
                  <a:lnTo>
                    <a:pt x="157078" y="109972"/>
                  </a:lnTo>
                  <a:lnTo>
                    <a:pt x="155159" y="104953"/>
                  </a:lnTo>
                  <a:lnTo>
                    <a:pt x="153079" y="99998"/>
                  </a:lnTo>
                  <a:lnTo>
                    <a:pt x="150841" y="95112"/>
                  </a:lnTo>
                  <a:lnTo>
                    <a:pt x="148447" y="90301"/>
                  </a:lnTo>
                  <a:lnTo>
                    <a:pt x="145899" y="85569"/>
                  </a:lnTo>
                  <a:lnTo>
                    <a:pt x="143201" y="80922"/>
                  </a:lnTo>
                  <a:lnTo>
                    <a:pt x="140355" y="76364"/>
                  </a:lnTo>
                  <a:lnTo>
                    <a:pt x="137364" y="71899"/>
                  </a:lnTo>
                  <a:lnTo>
                    <a:pt x="134231" y="67534"/>
                  </a:lnTo>
                  <a:lnTo>
                    <a:pt x="130959" y="63271"/>
                  </a:lnTo>
                  <a:lnTo>
                    <a:pt x="127552" y="59115"/>
                  </a:lnTo>
                  <a:lnTo>
                    <a:pt x="124013" y="55071"/>
                  </a:lnTo>
                  <a:lnTo>
                    <a:pt x="120346" y="51143"/>
                  </a:lnTo>
                  <a:lnTo>
                    <a:pt x="116555" y="47335"/>
                  </a:lnTo>
                  <a:lnTo>
                    <a:pt x="112643" y="43650"/>
                  </a:lnTo>
                  <a:lnTo>
                    <a:pt x="108615" y="40093"/>
                  </a:lnTo>
                  <a:lnTo>
                    <a:pt x="104474" y="36668"/>
                  </a:lnTo>
                  <a:lnTo>
                    <a:pt x="100226" y="33377"/>
                  </a:lnTo>
                  <a:lnTo>
                    <a:pt x="95874" y="30225"/>
                  </a:lnTo>
                  <a:lnTo>
                    <a:pt x="91423" y="27214"/>
                  </a:lnTo>
                  <a:lnTo>
                    <a:pt x="86877" y="24348"/>
                  </a:lnTo>
                  <a:lnTo>
                    <a:pt x="82242" y="21629"/>
                  </a:lnTo>
                  <a:lnTo>
                    <a:pt x="77522" y="19061"/>
                  </a:lnTo>
                  <a:lnTo>
                    <a:pt x="72721" y="16646"/>
                  </a:lnTo>
                  <a:lnTo>
                    <a:pt x="67845" y="14386"/>
                  </a:lnTo>
                  <a:lnTo>
                    <a:pt x="62900" y="12285"/>
                  </a:lnTo>
                  <a:lnTo>
                    <a:pt x="57889" y="10343"/>
                  </a:lnTo>
                  <a:lnTo>
                    <a:pt x="52819" y="8563"/>
                  </a:lnTo>
                  <a:lnTo>
                    <a:pt x="47693" y="6948"/>
                  </a:lnTo>
                  <a:lnTo>
                    <a:pt x="42519" y="5497"/>
                  </a:lnTo>
                  <a:lnTo>
                    <a:pt x="37301" y="4214"/>
                  </a:lnTo>
                  <a:lnTo>
                    <a:pt x="32044" y="3100"/>
                  </a:lnTo>
                  <a:lnTo>
                    <a:pt x="26754" y="2154"/>
                  </a:lnTo>
                  <a:lnTo>
                    <a:pt x="21436" y="1380"/>
                  </a:lnTo>
                  <a:lnTo>
                    <a:pt x="16096" y="776"/>
                  </a:lnTo>
                  <a:lnTo>
                    <a:pt x="10740" y="345"/>
                  </a:lnTo>
                  <a:lnTo>
                    <a:pt x="537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6970" y="4213821"/>
              <a:ext cx="131501" cy="167167"/>
            </a:xfrm>
            <a:custGeom>
              <a:avLst/>
              <a:pathLst>
                <a:path w="131501" h="167167">
                  <a:moveTo>
                    <a:pt x="131501" y="0"/>
                  </a:moveTo>
                  <a:lnTo>
                    <a:pt x="125897" y="93"/>
                  </a:lnTo>
                  <a:lnTo>
                    <a:pt x="120299" y="375"/>
                  </a:lnTo>
                  <a:lnTo>
                    <a:pt x="114713" y="845"/>
                  </a:lnTo>
                  <a:lnTo>
                    <a:pt x="109147" y="1501"/>
                  </a:lnTo>
                  <a:lnTo>
                    <a:pt x="103605" y="2344"/>
                  </a:lnTo>
                  <a:lnTo>
                    <a:pt x="98095" y="3371"/>
                  </a:lnTo>
                  <a:lnTo>
                    <a:pt x="92623" y="4583"/>
                  </a:lnTo>
                  <a:lnTo>
                    <a:pt x="87194" y="5978"/>
                  </a:lnTo>
                  <a:lnTo>
                    <a:pt x="81815" y="7554"/>
                  </a:lnTo>
                  <a:lnTo>
                    <a:pt x="76492" y="9310"/>
                  </a:lnTo>
                  <a:lnTo>
                    <a:pt x="71230" y="11243"/>
                  </a:lnTo>
                  <a:lnTo>
                    <a:pt x="66037" y="13351"/>
                  </a:lnTo>
                  <a:lnTo>
                    <a:pt x="60917" y="15632"/>
                  </a:lnTo>
                  <a:lnTo>
                    <a:pt x="55876" y="18084"/>
                  </a:lnTo>
                  <a:lnTo>
                    <a:pt x="50921" y="20703"/>
                  </a:lnTo>
                  <a:lnTo>
                    <a:pt x="46056" y="23487"/>
                  </a:lnTo>
                  <a:lnTo>
                    <a:pt x="41287" y="26432"/>
                  </a:lnTo>
                  <a:lnTo>
                    <a:pt x="36619" y="29536"/>
                  </a:lnTo>
                  <a:lnTo>
                    <a:pt x="32058" y="32794"/>
                  </a:lnTo>
                  <a:lnTo>
                    <a:pt x="27609" y="36204"/>
                  </a:lnTo>
                  <a:lnTo>
                    <a:pt x="23277" y="39760"/>
                  </a:lnTo>
                  <a:lnTo>
                    <a:pt x="19066" y="43460"/>
                  </a:lnTo>
                  <a:lnTo>
                    <a:pt x="14982" y="47299"/>
                  </a:lnTo>
                  <a:lnTo>
                    <a:pt x="11029" y="51273"/>
                  </a:lnTo>
                  <a:lnTo>
                    <a:pt x="7212" y="55377"/>
                  </a:lnTo>
                  <a:lnTo>
                    <a:pt x="3534" y="59607"/>
                  </a:lnTo>
                  <a:lnTo>
                    <a:pt x="0" y="63957"/>
                  </a:lnTo>
                  <a:lnTo>
                    <a:pt x="13150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6970" y="4277779"/>
              <a:ext cx="131501" cy="103209"/>
            </a:xfrm>
            <a:custGeom>
              <a:avLst/>
              <a:pathLst>
                <a:path w="131501" h="103209">
                  <a:moveTo>
                    <a:pt x="0" y="0"/>
                  </a:moveTo>
                  <a:lnTo>
                    <a:pt x="131501" y="103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4" y="4277779"/>
              <a:ext cx="334334" cy="270358"/>
            </a:xfrm>
            <a:custGeom>
              <a:avLst/>
              <a:pathLst>
                <a:path w="334334" h="270358">
                  <a:moveTo>
                    <a:pt x="35665" y="0"/>
                  </a:moveTo>
                  <a:lnTo>
                    <a:pt x="32456" y="4224"/>
                  </a:lnTo>
                  <a:lnTo>
                    <a:pt x="29383" y="8548"/>
                  </a:lnTo>
                  <a:lnTo>
                    <a:pt x="26449" y="12967"/>
                  </a:lnTo>
                  <a:lnTo>
                    <a:pt x="23657" y="17478"/>
                  </a:lnTo>
                  <a:lnTo>
                    <a:pt x="21009" y="22074"/>
                  </a:lnTo>
                  <a:lnTo>
                    <a:pt x="18508" y="26753"/>
                  </a:lnTo>
                  <a:lnTo>
                    <a:pt x="16157" y="31508"/>
                  </a:lnTo>
                  <a:lnTo>
                    <a:pt x="13958" y="36336"/>
                  </a:lnTo>
                  <a:lnTo>
                    <a:pt x="11913" y="41230"/>
                  </a:lnTo>
                  <a:lnTo>
                    <a:pt x="10025" y="46188"/>
                  </a:lnTo>
                  <a:lnTo>
                    <a:pt x="8295" y="51202"/>
                  </a:lnTo>
                  <a:lnTo>
                    <a:pt x="6725" y="56270"/>
                  </a:lnTo>
                  <a:lnTo>
                    <a:pt x="5316" y="61384"/>
                  </a:lnTo>
                  <a:lnTo>
                    <a:pt x="4071" y="66540"/>
                  </a:lnTo>
                  <a:lnTo>
                    <a:pt x="2989" y="71734"/>
                  </a:lnTo>
                  <a:lnTo>
                    <a:pt x="2073" y="76959"/>
                  </a:lnTo>
                  <a:lnTo>
                    <a:pt x="1324" y="82210"/>
                  </a:lnTo>
                  <a:lnTo>
                    <a:pt x="741" y="87483"/>
                  </a:lnTo>
                  <a:lnTo>
                    <a:pt x="326" y="92771"/>
                  </a:lnTo>
                  <a:lnTo>
                    <a:pt x="78" y="98070"/>
                  </a:lnTo>
                  <a:lnTo>
                    <a:pt x="0" y="103375"/>
                  </a:lnTo>
                  <a:lnTo>
                    <a:pt x="89" y="108679"/>
                  </a:lnTo>
                  <a:lnTo>
                    <a:pt x="347" y="113977"/>
                  </a:lnTo>
                  <a:lnTo>
                    <a:pt x="772" y="119265"/>
                  </a:lnTo>
                  <a:lnTo>
                    <a:pt x="1365" y="124536"/>
                  </a:lnTo>
                  <a:lnTo>
                    <a:pt x="2126" y="129786"/>
                  </a:lnTo>
                  <a:lnTo>
                    <a:pt x="3052" y="135010"/>
                  </a:lnTo>
                  <a:lnTo>
                    <a:pt x="4144" y="140201"/>
                  </a:lnTo>
                  <a:lnTo>
                    <a:pt x="5399" y="145355"/>
                  </a:lnTo>
                  <a:lnTo>
                    <a:pt x="6818" y="150466"/>
                  </a:lnTo>
                  <a:lnTo>
                    <a:pt x="8398" y="155530"/>
                  </a:lnTo>
                  <a:lnTo>
                    <a:pt x="10138" y="160542"/>
                  </a:lnTo>
                  <a:lnTo>
                    <a:pt x="12037" y="165495"/>
                  </a:lnTo>
                  <a:lnTo>
                    <a:pt x="14091" y="170386"/>
                  </a:lnTo>
                  <a:lnTo>
                    <a:pt x="16300" y="175209"/>
                  </a:lnTo>
                  <a:lnTo>
                    <a:pt x="18660" y="179960"/>
                  </a:lnTo>
                  <a:lnTo>
                    <a:pt x="21170" y="184633"/>
                  </a:lnTo>
                  <a:lnTo>
                    <a:pt x="23827" y="189224"/>
                  </a:lnTo>
                  <a:lnTo>
                    <a:pt x="26628" y="193729"/>
                  </a:lnTo>
                  <a:lnTo>
                    <a:pt x="29571" y="198143"/>
                  </a:lnTo>
                  <a:lnTo>
                    <a:pt x="32653" y="202461"/>
                  </a:lnTo>
                  <a:lnTo>
                    <a:pt x="35870" y="206679"/>
                  </a:lnTo>
                  <a:lnTo>
                    <a:pt x="39219" y="210793"/>
                  </a:lnTo>
                  <a:lnTo>
                    <a:pt x="42697" y="214798"/>
                  </a:lnTo>
                  <a:lnTo>
                    <a:pt x="46300" y="218691"/>
                  </a:lnTo>
                  <a:lnTo>
                    <a:pt x="50025" y="222468"/>
                  </a:lnTo>
                  <a:lnTo>
                    <a:pt x="53868" y="226125"/>
                  </a:lnTo>
                  <a:lnTo>
                    <a:pt x="57825" y="229658"/>
                  </a:lnTo>
                  <a:lnTo>
                    <a:pt x="61892" y="233064"/>
                  </a:lnTo>
                  <a:lnTo>
                    <a:pt x="66066" y="236339"/>
                  </a:lnTo>
                  <a:lnTo>
                    <a:pt x="70341" y="239479"/>
                  </a:lnTo>
                  <a:lnTo>
                    <a:pt x="74713" y="242483"/>
                  </a:lnTo>
                  <a:lnTo>
                    <a:pt x="79179" y="245346"/>
                  </a:lnTo>
                  <a:lnTo>
                    <a:pt x="83733" y="248067"/>
                  </a:lnTo>
                  <a:lnTo>
                    <a:pt x="88371" y="250641"/>
                  </a:lnTo>
                  <a:lnTo>
                    <a:pt x="93089" y="253067"/>
                  </a:lnTo>
                  <a:lnTo>
                    <a:pt x="97881" y="255342"/>
                  </a:lnTo>
                  <a:lnTo>
                    <a:pt x="102743" y="257464"/>
                  </a:lnTo>
                  <a:lnTo>
                    <a:pt x="107670" y="259430"/>
                  </a:lnTo>
                  <a:lnTo>
                    <a:pt x="112657" y="261239"/>
                  </a:lnTo>
                  <a:lnTo>
                    <a:pt x="117698" y="262889"/>
                  </a:lnTo>
                  <a:lnTo>
                    <a:pt x="122790" y="264379"/>
                  </a:lnTo>
                  <a:lnTo>
                    <a:pt x="127926" y="265705"/>
                  </a:lnTo>
                  <a:lnTo>
                    <a:pt x="133101" y="266869"/>
                  </a:lnTo>
                  <a:lnTo>
                    <a:pt x="138311" y="267867"/>
                  </a:lnTo>
                  <a:lnTo>
                    <a:pt x="143550" y="268700"/>
                  </a:lnTo>
                  <a:lnTo>
                    <a:pt x="148813" y="269366"/>
                  </a:lnTo>
                  <a:lnTo>
                    <a:pt x="154094" y="269865"/>
                  </a:lnTo>
                  <a:lnTo>
                    <a:pt x="159389" y="270195"/>
                  </a:lnTo>
                  <a:lnTo>
                    <a:pt x="164691" y="270358"/>
                  </a:lnTo>
                  <a:lnTo>
                    <a:pt x="169996" y="270352"/>
                  </a:lnTo>
                  <a:lnTo>
                    <a:pt x="175298" y="270179"/>
                  </a:lnTo>
                  <a:lnTo>
                    <a:pt x="180592" y="269837"/>
                  </a:lnTo>
                  <a:lnTo>
                    <a:pt x="185872" y="269327"/>
                  </a:lnTo>
                  <a:lnTo>
                    <a:pt x="191133" y="268650"/>
                  </a:lnTo>
                  <a:lnTo>
                    <a:pt x="196370" y="267806"/>
                  </a:lnTo>
                  <a:lnTo>
                    <a:pt x="201578" y="266796"/>
                  </a:lnTo>
                  <a:lnTo>
                    <a:pt x="206751" y="265622"/>
                  </a:lnTo>
                  <a:lnTo>
                    <a:pt x="211885" y="264284"/>
                  </a:lnTo>
                  <a:lnTo>
                    <a:pt x="216973" y="262784"/>
                  </a:lnTo>
                  <a:lnTo>
                    <a:pt x="222011" y="261124"/>
                  </a:lnTo>
                  <a:lnTo>
                    <a:pt x="226994" y="259304"/>
                  </a:lnTo>
                  <a:lnTo>
                    <a:pt x="231917" y="257327"/>
                  </a:lnTo>
                  <a:lnTo>
                    <a:pt x="236774" y="255195"/>
                  </a:lnTo>
                  <a:lnTo>
                    <a:pt x="241562" y="252910"/>
                  </a:lnTo>
                  <a:lnTo>
                    <a:pt x="246274" y="250474"/>
                  </a:lnTo>
                  <a:lnTo>
                    <a:pt x="250907" y="247890"/>
                  </a:lnTo>
                  <a:lnTo>
                    <a:pt x="255455" y="245160"/>
                  </a:lnTo>
                  <a:lnTo>
                    <a:pt x="259915" y="242287"/>
                  </a:lnTo>
                  <a:lnTo>
                    <a:pt x="264281" y="239274"/>
                  </a:lnTo>
                  <a:lnTo>
                    <a:pt x="268549" y="236125"/>
                  </a:lnTo>
                  <a:lnTo>
                    <a:pt x="272716" y="232841"/>
                  </a:lnTo>
                  <a:lnTo>
                    <a:pt x="276776" y="229427"/>
                  </a:lnTo>
                  <a:lnTo>
                    <a:pt x="280725" y="225885"/>
                  </a:lnTo>
                  <a:lnTo>
                    <a:pt x="284560" y="222220"/>
                  </a:lnTo>
                  <a:lnTo>
                    <a:pt x="288277" y="218436"/>
                  </a:lnTo>
                  <a:lnTo>
                    <a:pt x="291873" y="214535"/>
                  </a:lnTo>
                  <a:lnTo>
                    <a:pt x="295342" y="210522"/>
                  </a:lnTo>
                  <a:lnTo>
                    <a:pt x="298682" y="206401"/>
                  </a:lnTo>
                  <a:lnTo>
                    <a:pt x="301890" y="202176"/>
                  </a:lnTo>
                  <a:lnTo>
                    <a:pt x="304963" y="197852"/>
                  </a:lnTo>
                  <a:lnTo>
                    <a:pt x="307896" y="193432"/>
                  </a:lnTo>
                  <a:lnTo>
                    <a:pt x="310688" y="188921"/>
                  </a:lnTo>
                  <a:lnTo>
                    <a:pt x="313336" y="184324"/>
                  </a:lnTo>
                  <a:lnTo>
                    <a:pt x="315836" y="179646"/>
                  </a:lnTo>
                  <a:lnTo>
                    <a:pt x="318186" y="174890"/>
                  </a:lnTo>
                  <a:lnTo>
                    <a:pt x="320384" y="170062"/>
                  </a:lnTo>
                  <a:lnTo>
                    <a:pt x="322428" y="165167"/>
                  </a:lnTo>
                  <a:lnTo>
                    <a:pt x="324316" y="160209"/>
                  </a:lnTo>
                  <a:lnTo>
                    <a:pt x="326046" y="155194"/>
                  </a:lnTo>
                  <a:lnTo>
                    <a:pt x="327615" y="150127"/>
                  </a:lnTo>
                  <a:lnTo>
                    <a:pt x="329023" y="145013"/>
                  </a:lnTo>
                  <a:lnTo>
                    <a:pt x="330268" y="139856"/>
                  </a:lnTo>
                  <a:lnTo>
                    <a:pt x="331349" y="134662"/>
                  </a:lnTo>
                  <a:lnTo>
                    <a:pt x="332264" y="129437"/>
                  </a:lnTo>
                  <a:lnTo>
                    <a:pt x="333013" y="124186"/>
                  </a:lnTo>
                  <a:lnTo>
                    <a:pt x="333595" y="118913"/>
                  </a:lnTo>
                  <a:lnTo>
                    <a:pt x="334010" y="113624"/>
                  </a:lnTo>
                  <a:lnTo>
                    <a:pt x="334256" y="108325"/>
                  </a:lnTo>
                  <a:lnTo>
                    <a:pt x="334334" y="103021"/>
                  </a:lnTo>
                  <a:lnTo>
                    <a:pt x="334244" y="97717"/>
                  </a:lnTo>
                  <a:lnTo>
                    <a:pt x="333986" y="92419"/>
                  </a:lnTo>
                  <a:lnTo>
                    <a:pt x="333559" y="87131"/>
                  </a:lnTo>
                  <a:lnTo>
                    <a:pt x="332965" y="81860"/>
                  </a:lnTo>
                  <a:lnTo>
                    <a:pt x="332205" y="76610"/>
                  </a:lnTo>
                  <a:lnTo>
                    <a:pt x="167167" y="1032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5037" cy="167167"/>
            </a:xfrm>
            <a:custGeom>
              <a:avLst/>
              <a:pathLst>
                <a:path w="165037" h="167167">
                  <a:moveTo>
                    <a:pt x="165037" y="140568"/>
                  </a:moveTo>
                  <a:lnTo>
                    <a:pt x="164076" y="135167"/>
                  </a:lnTo>
                  <a:lnTo>
                    <a:pt x="162937" y="129802"/>
                  </a:lnTo>
                  <a:lnTo>
                    <a:pt x="161624" y="124476"/>
                  </a:lnTo>
                  <a:lnTo>
                    <a:pt x="160136" y="119196"/>
                  </a:lnTo>
                  <a:lnTo>
                    <a:pt x="158476" y="113969"/>
                  </a:lnTo>
                  <a:lnTo>
                    <a:pt x="156646" y="108798"/>
                  </a:lnTo>
                  <a:lnTo>
                    <a:pt x="154646" y="103690"/>
                  </a:lnTo>
                  <a:lnTo>
                    <a:pt x="152480" y="98651"/>
                  </a:lnTo>
                  <a:lnTo>
                    <a:pt x="150151" y="93685"/>
                  </a:lnTo>
                  <a:lnTo>
                    <a:pt x="147659" y="88798"/>
                  </a:lnTo>
                  <a:lnTo>
                    <a:pt x="145008" y="83996"/>
                  </a:lnTo>
                  <a:lnTo>
                    <a:pt x="142202" y="79283"/>
                  </a:lnTo>
                  <a:lnTo>
                    <a:pt x="139242" y="74665"/>
                  </a:lnTo>
                  <a:lnTo>
                    <a:pt x="136132" y="70147"/>
                  </a:lnTo>
                  <a:lnTo>
                    <a:pt x="132876" y="65733"/>
                  </a:lnTo>
                  <a:lnTo>
                    <a:pt x="129476" y="61428"/>
                  </a:lnTo>
                  <a:lnTo>
                    <a:pt x="125937" y="57237"/>
                  </a:lnTo>
                  <a:lnTo>
                    <a:pt x="122263" y="53164"/>
                  </a:lnTo>
                  <a:lnTo>
                    <a:pt x="118457" y="49215"/>
                  </a:lnTo>
                  <a:lnTo>
                    <a:pt x="114523" y="45392"/>
                  </a:lnTo>
                  <a:lnTo>
                    <a:pt x="110467" y="41700"/>
                  </a:lnTo>
                  <a:lnTo>
                    <a:pt x="106291" y="38143"/>
                  </a:lnTo>
                  <a:lnTo>
                    <a:pt x="102001" y="34725"/>
                  </a:lnTo>
                  <a:lnTo>
                    <a:pt x="97601" y="31450"/>
                  </a:lnTo>
                  <a:lnTo>
                    <a:pt x="93095" y="28321"/>
                  </a:lnTo>
                  <a:lnTo>
                    <a:pt x="88490" y="25342"/>
                  </a:lnTo>
                  <a:lnTo>
                    <a:pt x="83789" y="22515"/>
                  </a:lnTo>
                  <a:lnTo>
                    <a:pt x="78998" y="19844"/>
                  </a:lnTo>
                  <a:lnTo>
                    <a:pt x="74123" y="17331"/>
                  </a:lnTo>
                  <a:lnTo>
                    <a:pt x="69167" y="14980"/>
                  </a:lnTo>
                  <a:lnTo>
                    <a:pt x="64137" y="12793"/>
                  </a:lnTo>
                  <a:lnTo>
                    <a:pt x="59037" y="10772"/>
                  </a:lnTo>
                  <a:lnTo>
                    <a:pt x="53875" y="8919"/>
                  </a:lnTo>
                  <a:lnTo>
                    <a:pt x="48654" y="7237"/>
                  </a:lnTo>
                  <a:lnTo>
                    <a:pt x="43381" y="5726"/>
                  </a:lnTo>
                  <a:lnTo>
                    <a:pt x="38061" y="4390"/>
                  </a:lnTo>
                  <a:lnTo>
                    <a:pt x="32700" y="3229"/>
                  </a:lnTo>
                  <a:lnTo>
                    <a:pt x="27304" y="2244"/>
                  </a:lnTo>
                  <a:lnTo>
                    <a:pt x="21878" y="1437"/>
                  </a:lnTo>
                  <a:lnTo>
                    <a:pt x="16429" y="809"/>
                  </a:lnTo>
                  <a:lnTo>
                    <a:pt x="10962" y="359"/>
                  </a:lnTo>
                  <a:lnTo>
                    <a:pt x="548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3013" y="3707720"/>
              <a:ext cx="165998" cy="167167"/>
            </a:xfrm>
            <a:custGeom>
              <a:avLst/>
              <a:pathLst>
                <a:path w="165998" h="167167">
                  <a:moveTo>
                    <a:pt x="165998" y="0"/>
                  </a:moveTo>
                  <a:lnTo>
                    <a:pt x="160603" y="87"/>
                  </a:lnTo>
                  <a:lnTo>
                    <a:pt x="155214" y="348"/>
                  </a:lnTo>
                  <a:lnTo>
                    <a:pt x="149836" y="783"/>
                  </a:lnTo>
                  <a:lnTo>
                    <a:pt x="144475" y="1391"/>
                  </a:lnTo>
                  <a:lnTo>
                    <a:pt x="139137" y="2172"/>
                  </a:lnTo>
                  <a:lnTo>
                    <a:pt x="133826" y="3124"/>
                  </a:lnTo>
                  <a:lnTo>
                    <a:pt x="128549" y="4248"/>
                  </a:lnTo>
                  <a:lnTo>
                    <a:pt x="123311" y="5541"/>
                  </a:lnTo>
                  <a:lnTo>
                    <a:pt x="118117" y="7003"/>
                  </a:lnTo>
                  <a:lnTo>
                    <a:pt x="112974" y="8632"/>
                  </a:lnTo>
                  <a:lnTo>
                    <a:pt x="107885" y="10425"/>
                  </a:lnTo>
                  <a:lnTo>
                    <a:pt x="102857" y="12382"/>
                  </a:lnTo>
                  <a:lnTo>
                    <a:pt x="97895" y="14501"/>
                  </a:lnTo>
                  <a:lnTo>
                    <a:pt x="93004" y="16778"/>
                  </a:lnTo>
                  <a:lnTo>
                    <a:pt x="88189" y="19212"/>
                  </a:lnTo>
                  <a:lnTo>
                    <a:pt x="83455" y="21800"/>
                  </a:lnTo>
                  <a:lnTo>
                    <a:pt x="78806" y="24539"/>
                  </a:lnTo>
                  <a:lnTo>
                    <a:pt x="74249" y="27427"/>
                  </a:lnTo>
                  <a:lnTo>
                    <a:pt x="69787" y="30461"/>
                  </a:lnTo>
                  <a:lnTo>
                    <a:pt x="65426" y="33637"/>
                  </a:lnTo>
                  <a:lnTo>
                    <a:pt x="61169" y="36952"/>
                  </a:lnTo>
                  <a:lnTo>
                    <a:pt x="57021" y="40403"/>
                  </a:lnTo>
                  <a:lnTo>
                    <a:pt x="52987" y="43986"/>
                  </a:lnTo>
                  <a:lnTo>
                    <a:pt x="49071" y="47697"/>
                  </a:lnTo>
                  <a:lnTo>
                    <a:pt x="45277" y="51532"/>
                  </a:lnTo>
                  <a:lnTo>
                    <a:pt x="41608" y="55488"/>
                  </a:lnTo>
                  <a:lnTo>
                    <a:pt x="38069" y="59561"/>
                  </a:lnTo>
                  <a:lnTo>
                    <a:pt x="34663" y="63745"/>
                  </a:lnTo>
                  <a:lnTo>
                    <a:pt x="31394" y="68037"/>
                  </a:lnTo>
                  <a:lnTo>
                    <a:pt x="28265" y="72433"/>
                  </a:lnTo>
                  <a:lnTo>
                    <a:pt x="25279" y="76927"/>
                  </a:lnTo>
                  <a:lnTo>
                    <a:pt x="22440" y="81515"/>
                  </a:lnTo>
                  <a:lnTo>
                    <a:pt x="19751" y="86192"/>
                  </a:lnTo>
                  <a:lnTo>
                    <a:pt x="17214" y="90954"/>
                  </a:lnTo>
                  <a:lnTo>
                    <a:pt x="14832" y="95795"/>
                  </a:lnTo>
                  <a:lnTo>
                    <a:pt x="12608" y="100710"/>
                  </a:lnTo>
                  <a:lnTo>
                    <a:pt x="10543" y="105695"/>
                  </a:lnTo>
                  <a:lnTo>
                    <a:pt x="8640" y="110744"/>
                  </a:lnTo>
                  <a:lnTo>
                    <a:pt x="6901" y="115851"/>
                  </a:lnTo>
                  <a:lnTo>
                    <a:pt x="5328" y="121012"/>
                  </a:lnTo>
                  <a:lnTo>
                    <a:pt x="3922" y="126221"/>
                  </a:lnTo>
                  <a:lnTo>
                    <a:pt x="2685" y="131473"/>
                  </a:lnTo>
                  <a:lnTo>
                    <a:pt x="1619" y="136762"/>
                  </a:lnTo>
                  <a:lnTo>
                    <a:pt x="723" y="142082"/>
                  </a:lnTo>
                  <a:lnTo>
                    <a:pt x="0" y="147429"/>
                  </a:lnTo>
                  <a:lnTo>
                    <a:pt x="16599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0" y="3708663"/>
              <a:ext cx="334325" cy="333386"/>
            </a:xfrm>
            <a:custGeom>
              <a:avLst/>
              <a:pathLst>
                <a:path w="334325" h="333386">
                  <a:moveTo>
                    <a:pt x="1163" y="146486"/>
                  </a:moveTo>
                  <a:lnTo>
                    <a:pt x="621" y="151759"/>
                  </a:lnTo>
                  <a:lnTo>
                    <a:pt x="246" y="157046"/>
                  </a:lnTo>
                  <a:lnTo>
                    <a:pt x="39" y="162342"/>
                  </a:lnTo>
                  <a:lnTo>
                    <a:pt x="0" y="167643"/>
                  </a:lnTo>
                  <a:lnTo>
                    <a:pt x="128" y="172941"/>
                  </a:lnTo>
                  <a:lnTo>
                    <a:pt x="425" y="178233"/>
                  </a:lnTo>
                  <a:lnTo>
                    <a:pt x="890" y="183513"/>
                  </a:lnTo>
                  <a:lnTo>
                    <a:pt x="1522" y="188776"/>
                  </a:lnTo>
                  <a:lnTo>
                    <a:pt x="2320" y="194016"/>
                  </a:lnTo>
                  <a:lnTo>
                    <a:pt x="3284" y="199228"/>
                  </a:lnTo>
                  <a:lnTo>
                    <a:pt x="4412" y="204407"/>
                  </a:lnTo>
                  <a:lnTo>
                    <a:pt x="5705" y="209547"/>
                  </a:lnTo>
                  <a:lnTo>
                    <a:pt x="7159" y="214644"/>
                  </a:lnTo>
                  <a:lnTo>
                    <a:pt x="8775" y="219692"/>
                  </a:lnTo>
                  <a:lnTo>
                    <a:pt x="10549" y="224686"/>
                  </a:lnTo>
                  <a:lnTo>
                    <a:pt x="12481" y="229622"/>
                  </a:lnTo>
                  <a:lnTo>
                    <a:pt x="14569" y="234494"/>
                  </a:lnTo>
                  <a:lnTo>
                    <a:pt x="16810" y="239297"/>
                  </a:lnTo>
                  <a:lnTo>
                    <a:pt x="19202" y="244027"/>
                  </a:lnTo>
                  <a:lnTo>
                    <a:pt x="21743" y="248679"/>
                  </a:lnTo>
                  <a:lnTo>
                    <a:pt x="24430" y="253247"/>
                  </a:lnTo>
                  <a:lnTo>
                    <a:pt x="27261" y="257729"/>
                  </a:lnTo>
                  <a:lnTo>
                    <a:pt x="30232" y="262118"/>
                  </a:lnTo>
                  <a:lnTo>
                    <a:pt x="33341" y="266411"/>
                  </a:lnTo>
                  <a:lnTo>
                    <a:pt x="36585" y="270603"/>
                  </a:lnTo>
                  <a:lnTo>
                    <a:pt x="39959" y="274690"/>
                  </a:lnTo>
                  <a:lnTo>
                    <a:pt x="43462" y="278668"/>
                  </a:lnTo>
                  <a:lnTo>
                    <a:pt x="47089" y="282533"/>
                  </a:lnTo>
                  <a:lnTo>
                    <a:pt x="50837" y="286281"/>
                  </a:lnTo>
                  <a:lnTo>
                    <a:pt x="54701" y="289909"/>
                  </a:lnTo>
                  <a:lnTo>
                    <a:pt x="58679" y="293412"/>
                  </a:lnTo>
                  <a:lnTo>
                    <a:pt x="62766" y="296787"/>
                  </a:lnTo>
                  <a:lnTo>
                    <a:pt x="66957" y="300031"/>
                  </a:lnTo>
                  <a:lnTo>
                    <a:pt x="71250" y="303141"/>
                  </a:lnTo>
                  <a:lnTo>
                    <a:pt x="75638" y="306112"/>
                  </a:lnTo>
                  <a:lnTo>
                    <a:pt x="80119" y="308944"/>
                  </a:lnTo>
                  <a:lnTo>
                    <a:pt x="84688" y="311631"/>
                  </a:lnTo>
                  <a:lnTo>
                    <a:pt x="89339" y="314173"/>
                  </a:lnTo>
                  <a:lnTo>
                    <a:pt x="94068" y="316566"/>
                  </a:lnTo>
                  <a:lnTo>
                    <a:pt x="98871" y="318807"/>
                  </a:lnTo>
                  <a:lnTo>
                    <a:pt x="103743" y="320896"/>
                  </a:lnTo>
                  <a:lnTo>
                    <a:pt x="108678" y="322829"/>
                  </a:lnTo>
                  <a:lnTo>
                    <a:pt x="113673" y="324604"/>
                  </a:lnTo>
                  <a:lnTo>
                    <a:pt x="118721" y="326220"/>
                  </a:lnTo>
                  <a:lnTo>
                    <a:pt x="123817" y="327675"/>
                  </a:lnTo>
                  <a:lnTo>
                    <a:pt x="128957" y="328968"/>
                  </a:lnTo>
                  <a:lnTo>
                    <a:pt x="134136" y="330098"/>
                  </a:lnTo>
                  <a:lnTo>
                    <a:pt x="139348" y="331062"/>
                  </a:lnTo>
                  <a:lnTo>
                    <a:pt x="144588" y="331861"/>
                  </a:lnTo>
                  <a:lnTo>
                    <a:pt x="149850" y="332493"/>
                  </a:lnTo>
                  <a:lnTo>
                    <a:pt x="155130" y="332959"/>
                  </a:lnTo>
                  <a:lnTo>
                    <a:pt x="160422" y="333256"/>
                  </a:lnTo>
                  <a:lnTo>
                    <a:pt x="165721" y="333386"/>
                  </a:lnTo>
                  <a:lnTo>
                    <a:pt x="171021" y="333348"/>
                  </a:lnTo>
                  <a:lnTo>
                    <a:pt x="176317" y="333141"/>
                  </a:lnTo>
                  <a:lnTo>
                    <a:pt x="181605" y="332767"/>
                  </a:lnTo>
                  <a:lnTo>
                    <a:pt x="186877" y="332225"/>
                  </a:lnTo>
                  <a:lnTo>
                    <a:pt x="192130" y="331517"/>
                  </a:lnTo>
                  <a:lnTo>
                    <a:pt x="197358" y="330642"/>
                  </a:lnTo>
                  <a:lnTo>
                    <a:pt x="202555" y="329602"/>
                  </a:lnTo>
                  <a:lnTo>
                    <a:pt x="207717" y="328398"/>
                  </a:lnTo>
                  <a:lnTo>
                    <a:pt x="212838" y="327031"/>
                  </a:lnTo>
                  <a:lnTo>
                    <a:pt x="217913" y="325502"/>
                  </a:lnTo>
                  <a:lnTo>
                    <a:pt x="222937" y="323813"/>
                  </a:lnTo>
                  <a:lnTo>
                    <a:pt x="227905" y="321965"/>
                  </a:lnTo>
                  <a:lnTo>
                    <a:pt x="232812" y="319961"/>
                  </a:lnTo>
                  <a:lnTo>
                    <a:pt x="237652" y="317803"/>
                  </a:lnTo>
                  <a:lnTo>
                    <a:pt x="242422" y="315492"/>
                  </a:lnTo>
                  <a:lnTo>
                    <a:pt x="247117" y="313031"/>
                  </a:lnTo>
                  <a:lnTo>
                    <a:pt x="251731" y="310422"/>
                  </a:lnTo>
                  <a:lnTo>
                    <a:pt x="256260" y="307669"/>
                  </a:lnTo>
                  <a:lnTo>
                    <a:pt x="260699" y="304773"/>
                  </a:lnTo>
                  <a:lnTo>
                    <a:pt x="265044" y="301738"/>
                  </a:lnTo>
                  <a:lnTo>
                    <a:pt x="269291" y="298566"/>
                  </a:lnTo>
                  <a:lnTo>
                    <a:pt x="273436" y="295262"/>
                  </a:lnTo>
                  <a:lnTo>
                    <a:pt x="277473" y="291828"/>
                  </a:lnTo>
                  <a:lnTo>
                    <a:pt x="281400" y="288268"/>
                  </a:lnTo>
                  <a:lnTo>
                    <a:pt x="285211" y="284585"/>
                  </a:lnTo>
                  <a:lnTo>
                    <a:pt x="288904" y="280783"/>
                  </a:lnTo>
                  <a:lnTo>
                    <a:pt x="292475" y="276865"/>
                  </a:lnTo>
                  <a:lnTo>
                    <a:pt x="295920" y="272837"/>
                  </a:lnTo>
                  <a:lnTo>
                    <a:pt x="299235" y="268701"/>
                  </a:lnTo>
                  <a:lnTo>
                    <a:pt x="302417" y="264463"/>
                  </a:lnTo>
                  <a:lnTo>
                    <a:pt x="305464" y="260125"/>
                  </a:lnTo>
                  <a:lnTo>
                    <a:pt x="308371" y="255693"/>
                  </a:lnTo>
                  <a:lnTo>
                    <a:pt x="311136" y="251172"/>
                  </a:lnTo>
                  <a:lnTo>
                    <a:pt x="313757" y="246565"/>
                  </a:lnTo>
                  <a:lnTo>
                    <a:pt x="316230" y="241877"/>
                  </a:lnTo>
                  <a:lnTo>
                    <a:pt x="318554" y="237113"/>
                  </a:lnTo>
                  <a:lnTo>
                    <a:pt x="320725" y="232278"/>
                  </a:lnTo>
                  <a:lnTo>
                    <a:pt x="322742" y="227376"/>
                  </a:lnTo>
                  <a:lnTo>
                    <a:pt x="324603" y="222413"/>
                  </a:lnTo>
                  <a:lnTo>
                    <a:pt x="326305" y="217393"/>
                  </a:lnTo>
                  <a:lnTo>
                    <a:pt x="327847" y="212322"/>
                  </a:lnTo>
                  <a:lnTo>
                    <a:pt x="329228" y="207205"/>
                  </a:lnTo>
                  <a:lnTo>
                    <a:pt x="330445" y="202046"/>
                  </a:lnTo>
                  <a:lnTo>
                    <a:pt x="331499" y="196852"/>
                  </a:lnTo>
                  <a:lnTo>
                    <a:pt x="332387" y="191626"/>
                  </a:lnTo>
                  <a:lnTo>
                    <a:pt x="333109" y="186375"/>
                  </a:lnTo>
                  <a:lnTo>
                    <a:pt x="333665" y="181104"/>
                  </a:lnTo>
                  <a:lnTo>
                    <a:pt x="334053" y="175818"/>
                  </a:lnTo>
                  <a:lnTo>
                    <a:pt x="334273" y="170522"/>
                  </a:lnTo>
                  <a:lnTo>
                    <a:pt x="334325" y="165222"/>
                  </a:lnTo>
                  <a:lnTo>
                    <a:pt x="334210" y="159923"/>
                  </a:lnTo>
                  <a:lnTo>
                    <a:pt x="333926" y="154630"/>
                  </a:lnTo>
                  <a:lnTo>
                    <a:pt x="333474" y="149349"/>
                  </a:lnTo>
                  <a:lnTo>
                    <a:pt x="332856" y="144085"/>
                  </a:lnTo>
                  <a:lnTo>
                    <a:pt x="332071" y="138843"/>
                  </a:lnTo>
                  <a:lnTo>
                    <a:pt x="331120" y="133629"/>
                  </a:lnTo>
                  <a:lnTo>
                    <a:pt x="330004" y="128447"/>
                  </a:lnTo>
                  <a:lnTo>
                    <a:pt x="328724" y="123304"/>
                  </a:lnTo>
                  <a:lnTo>
                    <a:pt x="327282" y="118203"/>
                  </a:lnTo>
                  <a:lnTo>
                    <a:pt x="325680" y="113151"/>
                  </a:lnTo>
                  <a:lnTo>
                    <a:pt x="323917" y="108152"/>
                  </a:lnTo>
                  <a:lnTo>
                    <a:pt x="321997" y="103212"/>
                  </a:lnTo>
                  <a:lnTo>
                    <a:pt x="319922" y="98335"/>
                  </a:lnTo>
                  <a:lnTo>
                    <a:pt x="317693" y="93526"/>
                  </a:lnTo>
                  <a:lnTo>
                    <a:pt x="315312" y="88790"/>
                  </a:lnTo>
                  <a:lnTo>
                    <a:pt x="312783" y="84132"/>
                  </a:lnTo>
                  <a:lnTo>
                    <a:pt x="310107" y="79557"/>
                  </a:lnTo>
                  <a:lnTo>
                    <a:pt x="307288" y="75069"/>
                  </a:lnTo>
                  <a:lnTo>
                    <a:pt x="304327" y="70672"/>
                  </a:lnTo>
                  <a:lnTo>
                    <a:pt x="301229" y="66372"/>
                  </a:lnTo>
                  <a:lnTo>
                    <a:pt x="297996" y="62171"/>
                  </a:lnTo>
                  <a:lnTo>
                    <a:pt x="294632" y="58076"/>
                  </a:lnTo>
                  <a:lnTo>
                    <a:pt x="291139" y="54089"/>
                  </a:lnTo>
                  <a:lnTo>
                    <a:pt x="287522" y="50215"/>
                  </a:lnTo>
                  <a:lnTo>
                    <a:pt x="283783" y="46458"/>
                  </a:lnTo>
                  <a:lnTo>
                    <a:pt x="279928" y="42820"/>
                  </a:lnTo>
                  <a:lnTo>
                    <a:pt x="275959" y="39307"/>
                  </a:lnTo>
                  <a:lnTo>
                    <a:pt x="271880" y="35922"/>
                  </a:lnTo>
                  <a:lnTo>
                    <a:pt x="267697" y="32668"/>
                  </a:lnTo>
                  <a:lnTo>
                    <a:pt x="263412" y="29548"/>
                  </a:lnTo>
                  <a:lnTo>
                    <a:pt x="259031" y="26565"/>
                  </a:lnTo>
                  <a:lnTo>
                    <a:pt x="254557" y="23722"/>
                  </a:lnTo>
                  <a:lnTo>
                    <a:pt x="249995" y="21023"/>
                  </a:lnTo>
                  <a:lnTo>
                    <a:pt x="245350" y="18470"/>
                  </a:lnTo>
                  <a:lnTo>
                    <a:pt x="240627" y="16066"/>
                  </a:lnTo>
                  <a:lnTo>
                    <a:pt x="235829" y="13812"/>
                  </a:lnTo>
                  <a:lnTo>
                    <a:pt x="230963" y="11712"/>
                  </a:lnTo>
                  <a:lnTo>
                    <a:pt x="226032" y="9767"/>
                  </a:lnTo>
                  <a:lnTo>
                    <a:pt x="221043" y="7979"/>
                  </a:lnTo>
                  <a:lnTo>
                    <a:pt x="215999" y="6350"/>
                  </a:lnTo>
                  <a:lnTo>
                    <a:pt x="210906" y="4882"/>
                  </a:lnTo>
                  <a:lnTo>
                    <a:pt x="205769" y="3577"/>
                  </a:lnTo>
                  <a:lnTo>
                    <a:pt x="200593" y="2434"/>
                  </a:lnTo>
                  <a:lnTo>
                    <a:pt x="195383" y="1457"/>
                  </a:lnTo>
                  <a:lnTo>
                    <a:pt x="190146" y="645"/>
                  </a:lnTo>
                  <a:lnTo>
                    <a:pt x="184885" y="0"/>
                  </a:lnTo>
                  <a:lnTo>
                    <a:pt x="167161" y="166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7723" cy="167167"/>
            </a:xfrm>
            <a:custGeom>
              <a:avLst/>
              <a:pathLst>
                <a:path w="17723" h="167167">
                  <a:moveTo>
                    <a:pt x="17723" y="942"/>
                  </a:moveTo>
                  <a:lnTo>
                    <a:pt x="8874" y="2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2025-06-05T11:53:06Z</dcterms:modified>
  <cp:category/>
</cp:coreProperties>
</file>