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2021_non_BLSE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3750778" y="1518619"/>
              <a:ext cx="2873423" cy="2706349"/>
            </a:xfrm>
            <a:custGeom>
              <a:avLst/>
              <a:pathLst>
                <a:path w="2873423" h="2706349">
                  <a:moveTo>
                    <a:pt x="0" y="0"/>
                  </a:moveTo>
                  <a:lnTo>
                    <a:pt x="2873423" y="2706349"/>
                  </a:lnTo>
                </a:path>
              </a:pathLst>
            </a:custGeom>
            <a:ln w="1195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3736648" y="1531973"/>
              <a:ext cx="2616338" cy="3112755"/>
            </a:xfrm>
            <a:custGeom>
              <a:avLst/>
              <a:pathLst>
                <a:path w="2616338" h="3112755">
                  <a:moveTo>
                    <a:pt x="0" y="0"/>
                  </a:moveTo>
                  <a:lnTo>
                    <a:pt x="2616338" y="3112755"/>
                  </a:lnTo>
                </a:path>
              </a:pathLst>
            </a:custGeom>
            <a:ln w="1058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763258" y="1503722"/>
              <a:ext cx="3026066" cy="2249011"/>
            </a:xfrm>
            <a:custGeom>
              <a:avLst/>
              <a:pathLst>
                <a:path w="3026066" h="2249011">
                  <a:moveTo>
                    <a:pt x="0" y="0"/>
                  </a:moveTo>
                  <a:lnTo>
                    <a:pt x="3026066" y="2249011"/>
                  </a:lnTo>
                </a:path>
              </a:pathLst>
            </a:custGeom>
            <a:ln w="1121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346736" y="1503722"/>
              <a:ext cx="148182" cy="110131"/>
            </a:xfrm>
            <a:custGeom>
              <a:avLst/>
              <a:pathLst>
                <a:path w="148182" h="110131">
                  <a:moveTo>
                    <a:pt x="148182" y="0"/>
                  </a:moveTo>
                  <a:lnTo>
                    <a:pt x="0" y="110131"/>
                  </a:lnTo>
                </a:path>
              </a:pathLst>
            </a:custGeom>
            <a:ln w="1111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795974" y="1413708"/>
              <a:ext cx="2119980" cy="123265"/>
            </a:xfrm>
            <a:custGeom>
              <a:avLst/>
              <a:pathLst>
                <a:path w="2119980" h="123265">
                  <a:moveTo>
                    <a:pt x="2119980" y="123265"/>
                  </a:moveTo>
                  <a:lnTo>
                    <a:pt x="0" y="0"/>
                  </a:lnTo>
                </a:path>
              </a:pathLst>
            </a:custGeom>
            <a:ln w="1176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777968" y="1370958"/>
              <a:ext cx="160039" cy="92242"/>
            </a:xfrm>
            <a:custGeom>
              <a:avLst/>
              <a:pathLst>
                <a:path w="160039" h="92242">
                  <a:moveTo>
                    <a:pt x="160039" y="92242"/>
                  </a:moveTo>
                  <a:lnTo>
                    <a:pt x="0" y="0"/>
                  </a:lnTo>
                </a:path>
              </a:pathLst>
            </a:custGeom>
            <a:ln w="1113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174289" y="1709325"/>
              <a:ext cx="869937" cy="3664345"/>
            </a:xfrm>
            <a:custGeom>
              <a:avLst/>
              <a:pathLst>
                <a:path w="869937" h="3664345">
                  <a:moveTo>
                    <a:pt x="869937" y="0"/>
                  </a:moveTo>
                  <a:lnTo>
                    <a:pt x="0" y="3664345"/>
                  </a:lnTo>
                </a:path>
              </a:pathLst>
            </a:custGeom>
            <a:ln w="11367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77447" y="1156530"/>
              <a:ext cx="1145226" cy="342278"/>
            </a:xfrm>
            <a:custGeom>
              <a:avLst/>
              <a:pathLst>
                <a:path w="1145226" h="342278">
                  <a:moveTo>
                    <a:pt x="1145226" y="342278"/>
                  </a:moveTo>
                  <a:lnTo>
                    <a:pt x="0" y="0"/>
                  </a:lnTo>
                </a:path>
              </a:pathLst>
            </a:custGeom>
            <a:ln w="1309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121453" y="1709325"/>
              <a:ext cx="585825" cy="2467611"/>
            </a:xfrm>
            <a:custGeom>
              <a:avLst/>
              <a:pathLst>
                <a:path w="585825" h="2467611">
                  <a:moveTo>
                    <a:pt x="0" y="0"/>
                  </a:moveTo>
                  <a:lnTo>
                    <a:pt x="585825" y="2467611"/>
                  </a:lnTo>
                </a:path>
              </a:pathLst>
            </a:custGeom>
            <a:ln w="1323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82840" y="1713845"/>
              <a:ext cx="0" cy="3247428"/>
            </a:xfrm>
            <a:custGeom>
              <a:avLst/>
              <a:pathLst>
                <a:path w="0" h="3247428">
                  <a:moveTo>
                    <a:pt x="0" y="0"/>
                  </a:moveTo>
                  <a:lnTo>
                    <a:pt x="0" y="3247428"/>
                  </a:lnTo>
                </a:path>
              </a:pathLst>
            </a:custGeom>
            <a:ln w="16304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102279" y="1712711"/>
              <a:ext cx="338827" cy="2893951"/>
            </a:xfrm>
            <a:custGeom>
              <a:avLst/>
              <a:pathLst>
                <a:path w="338827" h="2893951">
                  <a:moveTo>
                    <a:pt x="0" y="0"/>
                  </a:moveTo>
                  <a:lnTo>
                    <a:pt x="338827" y="2893951"/>
                  </a:lnTo>
                </a:path>
              </a:pathLst>
            </a:custGeom>
            <a:ln w="1612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289212" y="1204919"/>
              <a:ext cx="640091" cy="275641"/>
            </a:xfrm>
            <a:custGeom>
              <a:avLst/>
              <a:pathLst>
                <a:path w="640091" h="275641">
                  <a:moveTo>
                    <a:pt x="640091" y="275641"/>
                  </a:moveTo>
                  <a:lnTo>
                    <a:pt x="0" y="0"/>
                  </a:lnTo>
                </a:path>
              </a:pathLst>
            </a:custGeom>
            <a:ln w="1811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140100" y="1703733"/>
              <a:ext cx="726134" cy="1991662"/>
            </a:xfrm>
            <a:custGeom>
              <a:avLst/>
              <a:pathLst>
                <a:path w="726134" h="1991662">
                  <a:moveTo>
                    <a:pt x="0" y="0"/>
                  </a:moveTo>
                  <a:lnTo>
                    <a:pt x="726134" y="1991662"/>
                  </a:lnTo>
                </a:path>
              </a:pathLst>
            </a:custGeom>
            <a:ln w="2139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795974" y="1297183"/>
              <a:ext cx="1670275" cy="97117"/>
            </a:xfrm>
            <a:custGeom>
              <a:avLst/>
              <a:pathLst>
                <a:path w="1670275" h="97117">
                  <a:moveTo>
                    <a:pt x="1670275" y="0"/>
                  </a:moveTo>
                  <a:lnTo>
                    <a:pt x="0" y="97117"/>
                  </a:lnTo>
                </a:path>
              </a:pathLst>
            </a:custGeom>
            <a:ln w="3198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155115" y="1453513"/>
              <a:ext cx="458580" cy="3916770"/>
            </a:xfrm>
            <a:custGeom>
              <a:avLst/>
              <a:pathLst>
                <a:path w="458580" h="3916770">
                  <a:moveTo>
                    <a:pt x="458580" y="0"/>
                  </a:moveTo>
                  <a:lnTo>
                    <a:pt x="0" y="3916770"/>
                  </a:lnTo>
                </a:path>
              </a:pathLst>
            </a:custGeom>
            <a:ln w="14158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4781916" y="1137641"/>
              <a:ext cx="686582" cy="120858"/>
            </a:xfrm>
            <a:custGeom>
              <a:avLst/>
              <a:pathLst>
                <a:path w="686582" h="120858">
                  <a:moveTo>
                    <a:pt x="686582" y="120858"/>
                  </a:moveTo>
                  <a:lnTo>
                    <a:pt x="0" y="0"/>
                  </a:lnTo>
                </a:path>
              </a:pathLst>
            </a:custGeom>
            <a:ln w="1345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690395" y="1444535"/>
              <a:ext cx="998236" cy="2737993"/>
            </a:xfrm>
            <a:custGeom>
              <a:avLst/>
              <a:pathLst>
                <a:path w="998236" h="2737993">
                  <a:moveTo>
                    <a:pt x="0" y="0"/>
                  </a:moveTo>
                  <a:lnTo>
                    <a:pt x="998236" y="2737993"/>
                  </a:lnTo>
                </a:path>
              </a:pathLst>
            </a:custGeom>
            <a:ln w="1799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671748" y="1450127"/>
              <a:ext cx="750184" cy="3159922"/>
            </a:xfrm>
            <a:custGeom>
              <a:avLst/>
              <a:pathLst>
                <a:path w="750184" h="3159922">
                  <a:moveTo>
                    <a:pt x="0" y="0"/>
                  </a:moveTo>
                  <a:lnTo>
                    <a:pt x="750184" y="3159922"/>
                  </a:lnTo>
                </a:path>
              </a:pathLst>
            </a:custGeom>
            <a:ln w="1999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295843" y="1186672"/>
              <a:ext cx="177125" cy="52938"/>
            </a:xfrm>
            <a:custGeom>
              <a:avLst/>
              <a:pathLst>
                <a:path w="177125" h="52938">
                  <a:moveTo>
                    <a:pt x="177125" y="52938"/>
                  </a:moveTo>
                  <a:lnTo>
                    <a:pt x="0" y="0"/>
                  </a:lnTo>
                </a:path>
              </a:pathLst>
            </a:custGeom>
            <a:ln w="2325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708261" y="1436815"/>
              <a:ext cx="1140107" cy="2266299"/>
            </a:xfrm>
            <a:custGeom>
              <a:avLst/>
              <a:pathLst>
                <a:path w="1140107" h="2266299">
                  <a:moveTo>
                    <a:pt x="0" y="0"/>
                  </a:moveTo>
                  <a:lnTo>
                    <a:pt x="1140107" y="2266299"/>
                  </a:lnTo>
                </a:path>
              </a:pathLst>
            </a:custGeom>
            <a:ln w="1418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377202" y="1316461"/>
              <a:ext cx="2091296" cy="368128"/>
            </a:xfrm>
            <a:custGeom>
              <a:avLst/>
              <a:pathLst>
                <a:path w="2091296" h="368128">
                  <a:moveTo>
                    <a:pt x="2091296" y="0"/>
                  </a:moveTo>
                  <a:lnTo>
                    <a:pt x="0" y="368128"/>
                  </a:lnTo>
                </a:path>
              </a:pathLst>
            </a:custGeom>
            <a:ln w="1322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269845" y="4439300"/>
              <a:ext cx="1341877" cy="997300"/>
            </a:xfrm>
            <a:custGeom>
              <a:avLst/>
              <a:pathLst>
                <a:path w="1341877" h="997300">
                  <a:moveTo>
                    <a:pt x="0" y="997300"/>
                  </a:moveTo>
                  <a:lnTo>
                    <a:pt x="1341877" y="0"/>
                  </a:lnTo>
                </a:path>
              </a:pathLst>
            </a:custGeom>
            <a:ln w="1771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289212" y="5194558"/>
              <a:ext cx="640091" cy="275641"/>
            </a:xfrm>
            <a:custGeom>
              <a:avLst/>
              <a:pathLst>
                <a:path w="640091" h="275641">
                  <a:moveTo>
                    <a:pt x="0" y="275641"/>
                  </a:moveTo>
                  <a:lnTo>
                    <a:pt x="640091" y="0"/>
                  </a:lnTo>
                </a:path>
              </a:pathLst>
            </a:custGeom>
            <a:ln w="2106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280508" y="4856174"/>
              <a:ext cx="1035205" cy="596665"/>
            </a:xfrm>
            <a:custGeom>
              <a:avLst/>
              <a:pathLst>
                <a:path w="1035205" h="596665">
                  <a:moveTo>
                    <a:pt x="0" y="596665"/>
                  </a:moveTo>
                  <a:lnTo>
                    <a:pt x="1035205" y="0"/>
                  </a:lnTo>
                </a:path>
              </a:pathLst>
            </a:custGeom>
            <a:ln w="2361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789255" y="1156530"/>
              <a:ext cx="667857" cy="199605"/>
            </a:xfrm>
            <a:custGeom>
              <a:avLst/>
              <a:pathLst>
                <a:path w="667857" h="199605">
                  <a:moveTo>
                    <a:pt x="667857" y="0"/>
                  </a:moveTo>
                  <a:lnTo>
                    <a:pt x="0" y="199605"/>
                  </a:lnTo>
                </a:path>
              </a:pathLst>
            </a:custGeom>
            <a:ln w="2755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6803153" y="4009505"/>
              <a:ext cx="63081" cy="173023"/>
            </a:xfrm>
            <a:custGeom>
              <a:avLst/>
              <a:pathLst>
                <a:path w="63081" h="173023">
                  <a:moveTo>
                    <a:pt x="0" y="173023"/>
                  </a:moveTo>
                  <a:lnTo>
                    <a:pt x="63081" y="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6552515" y="4479178"/>
              <a:ext cx="101408" cy="153923"/>
            </a:xfrm>
            <a:custGeom>
              <a:avLst/>
              <a:pathLst>
                <a:path w="101408" h="153923">
                  <a:moveTo>
                    <a:pt x="0" y="153923"/>
                  </a:moveTo>
                  <a:lnTo>
                    <a:pt x="101408" y="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6535673" y="4001785"/>
              <a:ext cx="312696" cy="621575"/>
            </a:xfrm>
            <a:custGeom>
              <a:avLst/>
              <a:pathLst>
                <a:path w="312696" h="621575">
                  <a:moveTo>
                    <a:pt x="0" y="621575"/>
                  </a:moveTo>
                  <a:lnTo>
                    <a:pt x="312696" y="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3793724" y="1167783"/>
              <a:ext cx="1177315" cy="207241"/>
            </a:xfrm>
            <a:custGeom>
              <a:avLst/>
              <a:pathLst>
                <a:path w="1177315" h="207241">
                  <a:moveTo>
                    <a:pt x="1177315" y="0"/>
                  </a:moveTo>
                  <a:lnTo>
                    <a:pt x="0" y="20724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784165" y="1118364"/>
              <a:ext cx="184624" cy="10734"/>
            </a:xfrm>
            <a:custGeom>
              <a:avLst/>
              <a:pathLst>
                <a:path w="184624" h="10734">
                  <a:moveTo>
                    <a:pt x="184624" y="10734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210802" y="1288138"/>
              <a:ext cx="1459964" cy="2902110"/>
            </a:xfrm>
            <a:custGeom>
              <a:avLst/>
              <a:pathLst>
                <a:path w="1459964" h="2902110">
                  <a:moveTo>
                    <a:pt x="0" y="0"/>
                  </a:moveTo>
                  <a:lnTo>
                    <a:pt x="1459964" y="290211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192936" y="1295857"/>
              <a:ext cx="1210350" cy="3319784"/>
            </a:xfrm>
            <a:custGeom>
              <a:avLst/>
              <a:pathLst>
                <a:path w="1210350" h="3319784">
                  <a:moveTo>
                    <a:pt x="0" y="0"/>
                  </a:moveTo>
                  <a:lnTo>
                    <a:pt x="1210350" y="3319784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227644" y="1278397"/>
              <a:ext cx="1603881" cy="2434458"/>
            </a:xfrm>
            <a:custGeom>
              <a:avLst/>
              <a:pathLst>
                <a:path w="1603881" h="2434458">
                  <a:moveTo>
                    <a:pt x="0" y="0"/>
                  </a:moveTo>
                  <a:lnTo>
                    <a:pt x="1603881" y="243445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372733" y="1186672"/>
              <a:ext cx="1602775" cy="479027"/>
            </a:xfrm>
            <a:custGeom>
              <a:avLst/>
              <a:pathLst>
                <a:path w="1602775" h="479027">
                  <a:moveTo>
                    <a:pt x="1602775" y="0"/>
                  </a:moveTo>
                  <a:lnTo>
                    <a:pt x="0" y="479027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0611" y="3170392"/>
              <a:ext cx="3167" cy="167167"/>
            </a:xfrm>
            <a:custGeom>
              <a:avLst/>
              <a:pathLst>
                <a:path w="3167" h="167167">
                  <a:moveTo>
                    <a:pt x="3167" y="0"/>
                  </a:moveTo>
                  <a:lnTo>
                    <a:pt x="0" y="30"/>
                  </a:lnTo>
                  <a:lnTo>
                    <a:pt x="3167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0611" y="3170422"/>
              <a:ext cx="3167" cy="167137"/>
            </a:xfrm>
            <a:custGeom>
              <a:avLst/>
              <a:pathLst>
                <a:path w="3167" h="167137">
                  <a:moveTo>
                    <a:pt x="0" y="0"/>
                  </a:moveTo>
                  <a:lnTo>
                    <a:pt x="3167" y="16713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0611" y="3170422"/>
              <a:ext cx="3167" cy="167137"/>
            </a:xfrm>
            <a:custGeom>
              <a:avLst/>
              <a:pathLst>
                <a:path w="3167" h="167137">
                  <a:moveTo>
                    <a:pt x="0" y="0"/>
                  </a:moveTo>
                  <a:lnTo>
                    <a:pt x="3167" y="16713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0611" y="3170422"/>
              <a:ext cx="3167" cy="167137"/>
            </a:xfrm>
            <a:custGeom>
              <a:avLst/>
              <a:pathLst>
                <a:path w="3167" h="167137">
                  <a:moveTo>
                    <a:pt x="0" y="0"/>
                  </a:moveTo>
                  <a:lnTo>
                    <a:pt x="3167" y="16713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0611" y="3170422"/>
              <a:ext cx="3167" cy="167137"/>
            </a:xfrm>
            <a:custGeom>
              <a:avLst/>
              <a:pathLst>
                <a:path w="3167" h="167137">
                  <a:moveTo>
                    <a:pt x="0" y="0"/>
                  </a:moveTo>
                  <a:lnTo>
                    <a:pt x="3167" y="16713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0611" y="3170422"/>
              <a:ext cx="3167" cy="167137"/>
            </a:xfrm>
            <a:custGeom>
              <a:avLst/>
              <a:pathLst>
                <a:path w="3167" h="167137">
                  <a:moveTo>
                    <a:pt x="0" y="0"/>
                  </a:moveTo>
                  <a:lnTo>
                    <a:pt x="3167" y="16713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0611" y="3170422"/>
              <a:ext cx="3167" cy="167137"/>
            </a:xfrm>
            <a:custGeom>
              <a:avLst/>
              <a:pathLst>
                <a:path w="3167" h="167137">
                  <a:moveTo>
                    <a:pt x="0" y="0"/>
                  </a:moveTo>
                  <a:lnTo>
                    <a:pt x="3167" y="16713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0611" y="3170422"/>
              <a:ext cx="3167" cy="167137"/>
            </a:xfrm>
            <a:custGeom>
              <a:avLst/>
              <a:pathLst>
                <a:path w="3167" h="167137">
                  <a:moveTo>
                    <a:pt x="0" y="0"/>
                  </a:moveTo>
                  <a:lnTo>
                    <a:pt x="3167" y="16713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0611" y="3170422"/>
              <a:ext cx="3167" cy="167137"/>
            </a:xfrm>
            <a:custGeom>
              <a:avLst/>
              <a:pathLst>
                <a:path w="3167" h="167137">
                  <a:moveTo>
                    <a:pt x="0" y="0"/>
                  </a:moveTo>
                  <a:lnTo>
                    <a:pt x="3167" y="16713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0611" y="3170422"/>
              <a:ext cx="3167" cy="167137"/>
            </a:xfrm>
            <a:custGeom>
              <a:avLst/>
              <a:pathLst>
                <a:path w="3167" h="167137">
                  <a:moveTo>
                    <a:pt x="0" y="0"/>
                  </a:moveTo>
                  <a:lnTo>
                    <a:pt x="3167" y="16713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0611" y="3170422"/>
              <a:ext cx="3167" cy="167137"/>
            </a:xfrm>
            <a:custGeom>
              <a:avLst/>
              <a:pathLst>
                <a:path w="3167" h="167137">
                  <a:moveTo>
                    <a:pt x="0" y="0"/>
                  </a:moveTo>
                  <a:lnTo>
                    <a:pt x="3167" y="16713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0611" y="3170422"/>
              <a:ext cx="3167" cy="167137"/>
            </a:xfrm>
            <a:custGeom>
              <a:avLst/>
              <a:pathLst>
                <a:path w="3167" h="167137">
                  <a:moveTo>
                    <a:pt x="0" y="0"/>
                  </a:moveTo>
                  <a:lnTo>
                    <a:pt x="3167" y="16713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0611" y="3170422"/>
              <a:ext cx="3167" cy="167137"/>
            </a:xfrm>
            <a:custGeom>
              <a:avLst/>
              <a:pathLst>
                <a:path w="3167" h="167137">
                  <a:moveTo>
                    <a:pt x="0" y="0"/>
                  </a:moveTo>
                  <a:lnTo>
                    <a:pt x="3167" y="16713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0611" y="3170422"/>
              <a:ext cx="3167" cy="167137"/>
            </a:xfrm>
            <a:custGeom>
              <a:avLst/>
              <a:pathLst>
                <a:path w="3167" h="167137">
                  <a:moveTo>
                    <a:pt x="0" y="0"/>
                  </a:moveTo>
                  <a:lnTo>
                    <a:pt x="3167" y="1671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0611" y="3170422"/>
              <a:ext cx="3167" cy="167137"/>
            </a:xfrm>
            <a:custGeom>
              <a:avLst/>
              <a:pathLst>
                <a:path w="3167" h="167137">
                  <a:moveTo>
                    <a:pt x="0" y="0"/>
                  </a:moveTo>
                  <a:lnTo>
                    <a:pt x="3167" y="1671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0611" y="3170422"/>
              <a:ext cx="3167" cy="167137"/>
            </a:xfrm>
            <a:custGeom>
              <a:avLst/>
              <a:pathLst>
                <a:path w="3167" h="167137">
                  <a:moveTo>
                    <a:pt x="0" y="0"/>
                  </a:moveTo>
                  <a:lnTo>
                    <a:pt x="3167" y="1671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0611" y="3170422"/>
              <a:ext cx="3167" cy="167137"/>
            </a:xfrm>
            <a:custGeom>
              <a:avLst/>
              <a:pathLst>
                <a:path w="3167" h="167137">
                  <a:moveTo>
                    <a:pt x="0" y="0"/>
                  </a:moveTo>
                  <a:lnTo>
                    <a:pt x="3167" y="1671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0611" y="3170422"/>
              <a:ext cx="3167" cy="167137"/>
            </a:xfrm>
            <a:custGeom>
              <a:avLst/>
              <a:pathLst>
                <a:path w="3167" h="167137">
                  <a:moveTo>
                    <a:pt x="0" y="0"/>
                  </a:moveTo>
                  <a:lnTo>
                    <a:pt x="3167" y="16713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0611" y="3170422"/>
              <a:ext cx="3167" cy="167137"/>
            </a:xfrm>
            <a:custGeom>
              <a:avLst/>
              <a:pathLst>
                <a:path w="3167" h="167137">
                  <a:moveTo>
                    <a:pt x="0" y="0"/>
                  </a:moveTo>
                  <a:lnTo>
                    <a:pt x="3167" y="16713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0611" y="3170422"/>
              <a:ext cx="3167" cy="167137"/>
            </a:xfrm>
            <a:custGeom>
              <a:avLst/>
              <a:pathLst>
                <a:path w="3167" h="167137">
                  <a:moveTo>
                    <a:pt x="0" y="0"/>
                  </a:moveTo>
                  <a:lnTo>
                    <a:pt x="3167" y="16713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0611" y="3170422"/>
              <a:ext cx="3167" cy="167137"/>
            </a:xfrm>
            <a:custGeom>
              <a:avLst/>
              <a:pathLst>
                <a:path w="3167" h="167137">
                  <a:moveTo>
                    <a:pt x="0" y="0"/>
                  </a:moveTo>
                  <a:lnTo>
                    <a:pt x="3167" y="16713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80611" y="3170422"/>
              <a:ext cx="3167" cy="167137"/>
            </a:xfrm>
            <a:custGeom>
              <a:avLst/>
              <a:pathLst>
                <a:path w="3167" h="167137">
                  <a:moveTo>
                    <a:pt x="0" y="0"/>
                  </a:moveTo>
                  <a:lnTo>
                    <a:pt x="3167" y="1671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80611" y="3170422"/>
              <a:ext cx="3167" cy="167137"/>
            </a:xfrm>
            <a:custGeom>
              <a:avLst/>
              <a:pathLst>
                <a:path w="3167" h="167137">
                  <a:moveTo>
                    <a:pt x="0" y="0"/>
                  </a:moveTo>
                  <a:lnTo>
                    <a:pt x="3167" y="1671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980611" y="3170422"/>
              <a:ext cx="3167" cy="167137"/>
            </a:xfrm>
            <a:custGeom>
              <a:avLst/>
              <a:pathLst>
                <a:path w="3167" h="167137">
                  <a:moveTo>
                    <a:pt x="0" y="0"/>
                  </a:moveTo>
                  <a:lnTo>
                    <a:pt x="3167" y="1671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980611" y="3170422"/>
              <a:ext cx="3167" cy="167137"/>
            </a:xfrm>
            <a:custGeom>
              <a:avLst/>
              <a:pathLst>
                <a:path w="3167" h="167137">
                  <a:moveTo>
                    <a:pt x="0" y="0"/>
                  </a:moveTo>
                  <a:lnTo>
                    <a:pt x="3167" y="1671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980611" y="3170422"/>
              <a:ext cx="3167" cy="167137"/>
            </a:xfrm>
            <a:custGeom>
              <a:avLst/>
              <a:pathLst>
                <a:path w="3167" h="167137">
                  <a:moveTo>
                    <a:pt x="0" y="0"/>
                  </a:moveTo>
                  <a:lnTo>
                    <a:pt x="3167" y="16713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980611" y="3170422"/>
              <a:ext cx="3167" cy="167137"/>
            </a:xfrm>
            <a:custGeom>
              <a:avLst/>
              <a:pathLst>
                <a:path w="3167" h="167137">
                  <a:moveTo>
                    <a:pt x="0" y="0"/>
                  </a:moveTo>
                  <a:lnTo>
                    <a:pt x="3167" y="16713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16612" y="3170418"/>
              <a:ext cx="334334" cy="334288"/>
            </a:xfrm>
            <a:custGeom>
              <a:avLst/>
              <a:pathLst>
                <a:path w="334334" h="334288">
                  <a:moveTo>
                    <a:pt x="163999" y="3"/>
                  </a:moveTo>
                  <a:lnTo>
                    <a:pt x="158702" y="188"/>
                  </a:lnTo>
                  <a:lnTo>
                    <a:pt x="153413" y="540"/>
                  </a:lnTo>
                  <a:lnTo>
                    <a:pt x="148139" y="1060"/>
                  </a:lnTo>
                  <a:lnTo>
                    <a:pt x="142883" y="1746"/>
                  </a:lnTo>
                  <a:lnTo>
                    <a:pt x="137652" y="2599"/>
                  </a:lnTo>
                  <a:lnTo>
                    <a:pt x="132450" y="3618"/>
                  </a:lnTo>
                  <a:lnTo>
                    <a:pt x="127284" y="4800"/>
                  </a:lnTo>
                  <a:lnTo>
                    <a:pt x="122157" y="6146"/>
                  </a:lnTo>
                  <a:lnTo>
                    <a:pt x="117076" y="7654"/>
                  </a:lnTo>
                  <a:lnTo>
                    <a:pt x="112045" y="9322"/>
                  </a:lnTo>
                  <a:lnTo>
                    <a:pt x="107069" y="11149"/>
                  </a:lnTo>
                  <a:lnTo>
                    <a:pt x="102154" y="13133"/>
                  </a:lnTo>
                  <a:lnTo>
                    <a:pt x="97304" y="15271"/>
                  </a:lnTo>
                  <a:lnTo>
                    <a:pt x="92525" y="17563"/>
                  </a:lnTo>
                  <a:lnTo>
                    <a:pt x="87820" y="20004"/>
                  </a:lnTo>
                  <a:lnTo>
                    <a:pt x="83196" y="22594"/>
                  </a:lnTo>
                  <a:lnTo>
                    <a:pt x="78655" y="25328"/>
                  </a:lnTo>
                  <a:lnTo>
                    <a:pt x="74204" y="28206"/>
                  </a:lnTo>
                  <a:lnTo>
                    <a:pt x="69846" y="31223"/>
                  </a:lnTo>
                  <a:lnTo>
                    <a:pt x="65586" y="34376"/>
                  </a:lnTo>
                  <a:lnTo>
                    <a:pt x="61428" y="37663"/>
                  </a:lnTo>
                  <a:lnTo>
                    <a:pt x="57377" y="41081"/>
                  </a:lnTo>
                  <a:lnTo>
                    <a:pt x="53435" y="44625"/>
                  </a:lnTo>
                  <a:lnTo>
                    <a:pt x="49608" y="48292"/>
                  </a:lnTo>
                  <a:lnTo>
                    <a:pt x="45900" y="52078"/>
                  </a:lnTo>
                  <a:lnTo>
                    <a:pt x="42313" y="55981"/>
                  </a:lnTo>
                  <a:lnTo>
                    <a:pt x="38852" y="59995"/>
                  </a:lnTo>
                  <a:lnTo>
                    <a:pt x="35519" y="64117"/>
                  </a:lnTo>
                  <a:lnTo>
                    <a:pt x="32319" y="68342"/>
                  </a:lnTo>
                  <a:lnTo>
                    <a:pt x="29255" y="72667"/>
                  </a:lnTo>
                  <a:lnTo>
                    <a:pt x="26329" y="77086"/>
                  </a:lnTo>
                  <a:lnTo>
                    <a:pt x="23545" y="81596"/>
                  </a:lnTo>
                  <a:lnTo>
                    <a:pt x="20905" y="86192"/>
                  </a:lnTo>
                  <a:lnTo>
                    <a:pt x="18413" y="90870"/>
                  </a:lnTo>
                  <a:lnTo>
                    <a:pt x="16069" y="95624"/>
                  </a:lnTo>
                  <a:lnTo>
                    <a:pt x="13878" y="100450"/>
                  </a:lnTo>
                  <a:lnTo>
                    <a:pt x="11841" y="105344"/>
                  </a:lnTo>
                  <a:lnTo>
                    <a:pt x="9960" y="110299"/>
                  </a:lnTo>
                  <a:lnTo>
                    <a:pt x="8237" y="115311"/>
                  </a:lnTo>
                  <a:lnTo>
                    <a:pt x="6674" y="120376"/>
                  </a:lnTo>
                  <a:lnTo>
                    <a:pt x="5272" y="125487"/>
                  </a:lnTo>
                  <a:lnTo>
                    <a:pt x="4033" y="130641"/>
                  </a:lnTo>
                  <a:lnTo>
                    <a:pt x="2957" y="135831"/>
                  </a:lnTo>
                  <a:lnTo>
                    <a:pt x="2047" y="141052"/>
                  </a:lnTo>
                  <a:lnTo>
                    <a:pt x="1303" y="146300"/>
                  </a:lnTo>
                  <a:lnTo>
                    <a:pt x="726" y="151569"/>
                  </a:lnTo>
                  <a:lnTo>
                    <a:pt x="316" y="156853"/>
                  </a:lnTo>
                  <a:lnTo>
                    <a:pt x="74" y="162148"/>
                  </a:lnTo>
                  <a:lnTo>
                    <a:pt x="0" y="167448"/>
                  </a:lnTo>
                  <a:lnTo>
                    <a:pt x="93" y="172747"/>
                  </a:lnTo>
                  <a:lnTo>
                    <a:pt x="355" y="178041"/>
                  </a:lnTo>
                  <a:lnTo>
                    <a:pt x="784" y="183324"/>
                  </a:lnTo>
                  <a:lnTo>
                    <a:pt x="1381" y="188591"/>
                  </a:lnTo>
                  <a:lnTo>
                    <a:pt x="2145" y="193836"/>
                  </a:lnTo>
                  <a:lnTo>
                    <a:pt x="3074" y="199054"/>
                  </a:lnTo>
                  <a:lnTo>
                    <a:pt x="4168" y="204240"/>
                  </a:lnTo>
                  <a:lnTo>
                    <a:pt x="5426" y="209389"/>
                  </a:lnTo>
                  <a:lnTo>
                    <a:pt x="6847" y="214495"/>
                  </a:lnTo>
                  <a:lnTo>
                    <a:pt x="8429" y="219554"/>
                  </a:lnTo>
                  <a:lnTo>
                    <a:pt x="10170" y="224560"/>
                  </a:lnTo>
                  <a:lnTo>
                    <a:pt x="12069" y="229509"/>
                  </a:lnTo>
                  <a:lnTo>
                    <a:pt x="14125" y="234394"/>
                  </a:lnTo>
                  <a:lnTo>
                    <a:pt x="16334" y="239212"/>
                  </a:lnTo>
                  <a:lnTo>
                    <a:pt x="18694" y="243958"/>
                  </a:lnTo>
                  <a:lnTo>
                    <a:pt x="21204" y="248626"/>
                  </a:lnTo>
                  <a:lnTo>
                    <a:pt x="23861" y="253213"/>
                  </a:lnTo>
                  <a:lnTo>
                    <a:pt x="26662" y="257712"/>
                  </a:lnTo>
                  <a:lnTo>
                    <a:pt x="29604" y="262121"/>
                  </a:lnTo>
                  <a:lnTo>
                    <a:pt x="32684" y="266435"/>
                  </a:lnTo>
                  <a:lnTo>
                    <a:pt x="35899" y="270648"/>
                  </a:lnTo>
                  <a:lnTo>
                    <a:pt x="39247" y="274758"/>
                  </a:lnTo>
                  <a:lnTo>
                    <a:pt x="42723" y="278759"/>
                  </a:lnTo>
                  <a:lnTo>
                    <a:pt x="46324" y="282648"/>
                  </a:lnTo>
                  <a:lnTo>
                    <a:pt x="50047" y="286421"/>
                  </a:lnTo>
                  <a:lnTo>
                    <a:pt x="53887" y="290074"/>
                  </a:lnTo>
                  <a:lnTo>
                    <a:pt x="57841" y="293604"/>
                  </a:lnTo>
                  <a:lnTo>
                    <a:pt x="61905" y="297006"/>
                  </a:lnTo>
                  <a:lnTo>
                    <a:pt x="66075" y="300278"/>
                  </a:lnTo>
                  <a:lnTo>
                    <a:pt x="70347" y="303416"/>
                  </a:lnTo>
                  <a:lnTo>
                    <a:pt x="74716" y="306416"/>
                  </a:lnTo>
                  <a:lnTo>
                    <a:pt x="79178" y="309277"/>
                  </a:lnTo>
                  <a:lnTo>
                    <a:pt x="83728" y="311995"/>
                  </a:lnTo>
                  <a:lnTo>
                    <a:pt x="88362" y="314568"/>
                  </a:lnTo>
                  <a:lnTo>
                    <a:pt x="93076" y="316992"/>
                  </a:lnTo>
                  <a:lnTo>
                    <a:pt x="97864" y="319266"/>
                  </a:lnTo>
                  <a:lnTo>
                    <a:pt x="102721" y="321386"/>
                  </a:lnTo>
                  <a:lnTo>
                    <a:pt x="107644" y="323352"/>
                  </a:lnTo>
                  <a:lnTo>
                    <a:pt x="112626" y="325160"/>
                  </a:lnTo>
                  <a:lnTo>
                    <a:pt x="117663" y="326810"/>
                  </a:lnTo>
                  <a:lnTo>
                    <a:pt x="122750" y="328299"/>
                  </a:lnTo>
                  <a:lnTo>
                    <a:pt x="127881" y="329626"/>
                  </a:lnTo>
                  <a:lnTo>
                    <a:pt x="133052" y="330790"/>
                  </a:lnTo>
                  <a:lnTo>
                    <a:pt x="138257" y="331789"/>
                  </a:lnTo>
                  <a:lnTo>
                    <a:pt x="143492" y="332623"/>
                  </a:lnTo>
                  <a:lnTo>
                    <a:pt x="148750" y="333290"/>
                  </a:lnTo>
                  <a:lnTo>
                    <a:pt x="154026" y="333791"/>
                  </a:lnTo>
                  <a:lnTo>
                    <a:pt x="159316" y="334124"/>
                  </a:lnTo>
                  <a:lnTo>
                    <a:pt x="164614" y="334288"/>
                  </a:lnTo>
                  <a:lnTo>
                    <a:pt x="169914" y="334285"/>
                  </a:lnTo>
                  <a:lnTo>
                    <a:pt x="175212" y="334114"/>
                  </a:lnTo>
                  <a:lnTo>
                    <a:pt x="180501" y="333775"/>
                  </a:lnTo>
                  <a:lnTo>
                    <a:pt x="185777" y="333269"/>
                  </a:lnTo>
                  <a:lnTo>
                    <a:pt x="191035" y="332595"/>
                  </a:lnTo>
                  <a:lnTo>
                    <a:pt x="196268" y="331755"/>
                  </a:lnTo>
                  <a:lnTo>
                    <a:pt x="201472" y="330750"/>
                  </a:lnTo>
                  <a:lnTo>
                    <a:pt x="206642" y="329580"/>
                  </a:lnTo>
                  <a:lnTo>
                    <a:pt x="211772" y="328247"/>
                  </a:lnTo>
                  <a:lnTo>
                    <a:pt x="216857" y="326752"/>
                  </a:lnTo>
                  <a:lnTo>
                    <a:pt x="221892" y="325097"/>
                  </a:lnTo>
                  <a:lnTo>
                    <a:pt x="226872" y="323282"/>
                  </a:lnTo>
                  <a:lnTo>
                    <a:pt x="231792" y="321311"/>
                  </a:lnTo>
                  <a:lnTo>
                    <a:pt x="236647" y="319185"/>
                  </a:lnTo>
                  <a:lnTo>
                    <a:pt x="241432" y="316906"/>
                  </a:lnTo>
                  <a:lnTo>
                    <a:pt x="246143" y="314476"/>
                  </a:lnTo>
                  <a:lnTo>
                    <a:pt x="250774" y="311898"/>
                  </a:lnTo>
                  <a:lnTo>
                    <a:pt x="255321" y="309175"/>
                  </a:lnTo>
                  <a:lnTo>
                    <a:pt x="259780" y="306309"/>
                  </a:lnTo>
                  <a:lnTo>
                    <a:pt x="264145" y="303303"/>
                  </a:lnTo>
                  <a:lnTo>
                    <a:pt x="268413" y="300160"/>
                  </a:lnTo>
                  <a:lnTo>
                    <a:pt x="272579" y="296883"/>
                  </a:lnTo>
                  <a:lnTo>
                    <a:pt x="276640" y="293476"/>
                  </a:lnTo>
                  <a:lnTo>
                    <a:pt x="280590" y="289942"/>
                  </a:lnTo>
                  <a:lnTo>
                    <a:pt x="284426" y="286284"/>
                  </a:lnTo>
                  <a:lnTo>
                    <a:pt x="288144" y="282507"/>
                  </a:lnTo>
                  <a:lnTo>
                    <a:pt x="291741" y="278614"/>
                  </a:lnTo>
                  <a:lnTo>
                    <a:pt x="295212" y="274608"/>
                  </a:lnTo>
                  <a:lnTo>
                    <a:pt x="298555" y="270495"/>
                  </a:lnTo>
                  <a:lnTo>
                    <a:pt x="301765" y="266278"/>
                  </a:lnTo>
                  <a:lnTo>
                    <a:pt x="304840" y="261961"/>
                  </a:lnTo>
                  <a:lnTo>
                    <a:pt x="307777" y="257548"/>
                  </a:lnTo>
                  <a:lnTo>
                    <a:pt x="310573" y="253045"/>
                  </a:lnTo>
                  <a:lnTo>
                    <a:pt x="313224" y="248456"/>
                  </a:lnTo>
                  <a:lnTo>
                    <a:pt x="315729" y="243785"/>
                  </a:lnTo>
                  <a:lnTo>
                    <a:pt x="318084" y="239036"/>
                  </a:lnTo>
                  <a:lnTo>
                    <a:pt x="320287" y="234216"/>
                  </a:lnTo>
                  <a:lnTo>
                    <a:pt x="322337" y="229328"/>
                  </a:lnTo>
                  <a:lnTo>
                    <a:pt x="324230" y="224377"/>
                  </a:lnTo>
                  <a:lnTo>
                    <a:pt x="325966" y="219369"/>
                  </a:lnTo>
                  <a:lnTo>
                    <a:pt x="327542" y="214308"/>
                  </a:lnTo>
                  <a:lnTo>
                    <a:pt x="328956" y="209200"/>
                  </a:lnTo>
                  <a:lnTo>
                    <a:pt x="330208" y="204050"/>
                  </a:lnTo>
                  <a:lnTo>
                    <a:pt x="331297" y="198863"/>
                  </a:lnTo>
                  <a:lnTo>
                    <a:pt x="332220" y="193643"/>
                  </a:lnTo>
                  <a:lnTo>
                    <a:pt x="332977" y="188397"/>
                  </a:lnTo>
                  <a:lnTo>
                    <a:pt x="333568" y="183130"/>
                  </a:lnTo>
                  <a:lnTo>
                    <a:pt x="333991" y="177847"/>
                  </a:lnTo>
                  <a:lnTo>
                    <a:pt x="334246" y="172553"/>
                  </a:lnTo>
                  <a:lnTo>
                    <a:pt x="334334" y="167253"/>
                  </a:lnTo>
                  <a:lnTo>
                    <a:pt x="334254" y="161953"/>
                  </a:lnTo>
                  <a:lnTo>
                    <a:pt x="334005" y="156659"/>
                  </a:lnTo>
                  <a:lnTo>
                    <a:pt x="333589" y="151375"/>
                  </a:lnTo>
                  <a:lnTo>
                    <a:pt x="333006" y="146107"/>
                  </a:lnTo>
                  <a:lnTo>
                    <a:pt x="332255" y="140860"/>
                  </a:lnTo>
                  <a:lnTo>
                    <a:pt x="331339" y="135639"/>
                  </a:lnTo>
                  <a:lnTo>
                    <a:pt x="330258" y="130451"/>
                  </a:lnTo>
                  <a:lnTo>
                    <a:pt x="329013" y="125299"/>
                  </a:lnTo>
                  <a:lnTo>
                    <a:pt x="327605" y="120189"/>
                  </a:lnTo>
                  <a:lnTo>
                    <a:pt x="326036" y="115126"/>
                  </a:lnTo>
                  <a:lnTo>
                    <a:pt x="324307" y="110116"/>
                  </a:lnTo>
                  <a:lnTo>
                    <a:pt x="322420" y="105162"/>
                  </a:lnTo>
                  <a:lnTo>
                    <a:pt x="320377" y="100272"/>
                  </a:lnTo>
                  <a:lnTo>
                    <a:pt x="318180" y="95448"/>
                  </a:lnTo>
                  <a:lnTo>
                    <a:pt x="315832" y="90697"/>
                  </a:lnTo>
                  <a:lnTo>
                    <a:pt x="313333" y="86022"/>
                  </a:lnTo>
                  <a:lnTo>
                    <a:pt x="310688" y="81429"/>
                  </a:lnTo>
                  <a:lnTo>
                    <a:pt x="307899" y="76922"/>
                  </a:lnTo>
                  <a:lnTo>
                    <a:pt x="304968" y="72506"/>
                  </a:lnTo>
                  <a:lnTo>
                    <a:pt x="301899" y="68185"/>
                  </a:lnTo>
                  <a:lnTo>
                    <a:pt x="298694" y="63963"/>
                  </a:lnTo>
                  <a:lnTo>
                    <a:pt x="295357" y="59845"/>
                  </a:lnTo>
                  <a:lnTo>
                    <a:pt x="291891" y="55835"/>
                  </a:lnTo>
                  <a:lnTo>
                    <a:pt x="288299" y="51937"/>
                  </a:lnTo>
                  <a:lnTo>
                    <a:pt x="284586" y="48155"/>
                  </a:lnTo>
                  <a:lnTo>
                    <a:pt x="280755" y="44492"/>
                  </a:lnTo>
                  <a:lnTo>
                    <a:pt x="276810" y="40953"/>
                  </a:lnTo>
                  <a:lnTo>
                    <a:pt x="272754" y="37540"/>
                  </a:lnTo>
                  <a:lnTo>
                    <a:pt x="268592" y="34258"/>
                  </a:lnTo>
                  <a:lnTo>
                    <a:pt x="264329" y="31109"/>
                  </a:lnTo>
                  <a:lnTo>
                    <a:pt x="259967" y="28097"/>
                  </a:lnTo>
                  <a:lnTo>
                    <a:pt x="255512" y="25225"/>
                  </a:lnTo>
                  <a:lnTo>
                    <a:pt x="250969" y="22496"/>
                  </a:lnTo>
                  <a:lnTo>
                    <a:pt x="246341" y="19912"/>
                  </a:lnTo>
                  <a:lnTo>
                    <a:pt x="241634" y="17476"/>
                  </a:lnTo>
                  <a:lnTo>
                    <a:pt x="236852" y="15190"/>
                  </a:lnTo>
                  <a:lnTo>
                    <a:pt x="231999" y="13057"/>
                  </a:lnTo>
                  <a:lnTo>
                    <a:pt x="227082" y="11079"/>
                  </a:lnTo>
                  <a:lnTo>
                    <a:pt x="222104" y="9258"/>
                  </a:lnTo>
                  <a:lnTo>
                    <a:pt x="217072" y="7596"/>
                  </a:lnTo>
                  <a:lnTo>
                    <a:pt x="211988" y="6094"/>
                  </a:lnTo>
                  <a:lnTo>
                    <a:pt x="206860" y="4754"/>
                  </a:lnTo>
                  <a:lnTo>
                    <a:pt x="201692" y="3577"/>
                  </a:lnTo>
                  <a:lnTo>
                    <a:pt x="196490" y="2565"/>
                  </a:lnTo>
                  <a:lnTo>
                    <a:pt x="191257" y="1718"/>
                  </a:lnTo>
                  <a:lnTo>
                    <a:pt x="186001" y="1037"/>
                  </a:lnTo>
                  <a:lnTo>
                    <a:pt x="180726" y="524"/>
                  </a:lnTo>
                  <a:lnTo>
                    <a:pt x="175437" y="178"/>
                  </a:lnTo>
                  <a:lnTo>
                    <a:pt x="170139" y="0"/>
                  </a:lnTo>
                  <a:lnTo>
                    <a:pt x="167167" y="16714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983779" y="3170392"/>
              <a:ext cx="2972" cy="167167"/>
            </a:xfrm>
            <a:custGeom>
              <a:avLst/>
              <a:pathLst>
                <a:path w="2972" h="167167">
                  <a:moveTo>
                    <a:pt x="2972" y="2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923495" y="265550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92796" y="2655501"/>
              <a:ext cx="30698" cy="167167"/>
            </a:xfrm>
            <a:custGeom>
              <a:avLst/>
              <a:pathLst>
                <a:path w="30698" h="167167">
                  <a:moveTo>
                    <a:pt x="30698" y="0"/>
                  </a:moveTo>
                  <a:lnTo>
                    <a:pt x="22983" y="178"/>
                  </a:lnTo>
                  <a:lnTo>
                    <a:pt x="15283" y="712"/>
                  </a:lnTo>
                  <a:lnTo>
                    <a:pt x="7617" y="1601"/>
                  </a:lnTo>
                  <a:lnTo>
                    <a:pt x="0" y="2842"/>
                  </a:lnTo>
                  <a:lnTo>
                    <a:pt x="3069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92796" y="2658344"/>
              <a:ext cx="30698" cy="164324"/>
            </a:xfrm>
            <a:custGeom>
              <a:avLst/>
              <a:pathLst>
                <a:path w="30698" h="164324">
                  <a:moveTo>
                    <a:pt x="0" y="0"/>
                  </a:moveTo>
                  <a:lnTo>
                    <a:pt x="30698" y="164324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92796" y="2658344"/>
              <a:ext cx="30698" cy="164324"/>
            </a:xfrm>
            <a:custGeom>
              <a:avLst/>
              <a:pathLst>
                <a:path w="30698" h="164324">
                  <a:moveTo>
                    <a:pt x="0" y="0"/>
                  </a:moveTo>
                  <a:lnTo>
                    <a:pt x="30698" y="164324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92796" y="2658344"/>
              <a:ext cx="30698" cy="164324"/>
            </a:xfrm>
            <a:custGeom>
              <a:avLst/>
              <a:pathLst>
                <a:path w="30698" h="164324">
                  <a:moveTo>
                    <a:pt x="0" y="0"/>
                  </a:moveTo>
                  <a:lnTo>
                    <a:pt x="30698" y="16432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92796" y="2658344"/>
              <a:ext cx="30698" cy="164324"/>
            </a:xfrm>
            <a:custGeom>
              <a:avLst/>
              <a:pathLst>
                <a:path w="30698" h="164324">
                  <a:moveTo>
                    <a:pt x="0" y="0"/>
                  </a:moveTo>
                  <a:lnTo>
                    <a:pt x="30698" y="16432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92796" y="2658344"/>
              <a:ext cx="30698" cy="164324"/>
            </a:xfrm>
            <a:custGeom>
              <a:avLst/>
              <a:pathLst>
                <a:path w="30698" h="164324">
                  <a:moveTo>
                    <a:pt x="0" y="0"/>
                  </a:moveTo>
                  <a:lnTo>
                    <a:pt x="30698" y="16432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92796" y="2658344"/>
              <a:ext cx="30698" cy="164324"/>
            </a:xfrm>
            <a:custGeom>
              <a:avLst/>
              <a:pathLst>
                <a:path w="30698" h="164324">
                  <a:moveTo>
                    <a:pt x="0" y="0"/>
                  </a:moveTo>
                  <a:lnTo>
                    <a:pt x="30698" y="16432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92796" y="2658344"/>
              <a:ext cx="30698" cy="164324"/>
            </a:xfrm>
            <a:custGeom>
              <a:avLst/>
              <a:pathLst>
                <a:path w="30698" h="164324">
                  <a:moveTo>
                    <a:pt x="0" y="0"/>
                  </a:moveTo>
                  <a:lnTo>
                    <a:pt x="30698" y="16432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92796" y="2658344"/>
              <a:ext cx="30698" cy="164324"/>
            </a:xfrm>
            <a:custGeom>
              <a:avLst/>
              <a:pathLst>
                <a:path w="30698" h="164324">
                  <a:moveTo>
                    <a:pt x="0" y="0"/>
                  </a:moveTo>
                  <a:lnTo>
                    <a:pt x="30698" y="16432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92796" y="2658344"/>
              <a:ext cx="30698" cy="164324"/>
            </a:xfrm>
            <a:custGeom>
              <a:avLst/>
              <a:pathLst>
                <a:path w="30698" h="164324">
                  <a:moveTo>
                    <a:pt x="0" y="0"/>
                  </a:moveTo>
                  <a:lnTo>
                    <a:pt x="30698" y="16432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92796" y="2658344"/>
              <a:ext cx="30698" cy="164324"/>
            </a:xfrm>
            <a:custGeom>
              <a:avLst/>
              <a:pathLst>
                <a:path w="30698" h="164324">
                  <a:moveTo>
                    <a:pt x="0" y="0"/>
                  </a:moveTo>
                  <a:lnTo>
                    <a:pt x="30698" y="16432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92796" y="2658344"/>
              <a:ext cx="30698" cy="164324"/>
            </a:xfrm>
            <a:custGeom>
              <a:avLst/>
              <a:pathLst>
                <a:path w="30698" h="164324">
                  <a:moveTo>
                    <a:pt x="0" y="0"/>
                  </a:moveTo>
                  <a:lnTo>
                    <a:pt x="30698" y="16432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92796" y="2658344"/>
              <a:ext cx="30698" cy="164324"/>
            </a:xfrm>
            <a:custGeom>
              <a:avLst/>
              <a:pathLst>
                <a:path w="30698" h="164324">
                  <a:moveTo>
                    <a:pt x="0" y="0"/>
                  </a:moveTo>
                  <a:lnTo>
                    <a:pt x="30698" y="1643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92796" y="2658344"/>
              <a:ext cx="30698" cy="164324"/>
            </a:xfrm>
            <a:custGeom>
              <a:avLst/>
              <a:pathLst>
                <a:path w="30698" h="164324">
                  <a:moveTo>
                    <a:pt x="0" y="0"/>
                  </a:moveTo>
                  <a:lnTo>
                    <a:pt x="30698" y="1643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92796" y="2658344"/>
              <a:ext cx="30698" cy="164324"/>
            </a:xfrm>
            <a:custGeom>
              <a:avLst/>
              <a:pathLst>
                <a:path w="30698" h="164324">
                  <a:moveTo>
                    <a:pt x="0" y="0"/>
                  </a:moveTo>
                  <a:lnTo>
                    <a:pt x="30698" y="1643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92796" y="2658344"/>
              <a:ext cx="30698" cy="164324"/>
            </a:xfrm>
            <a:custGeom>
              <a:avLst/>
              <a:pathLst>
                <a:path w="30698" h="164324">
                  <a:moveTo>
                    <a:pt x="0" y="0"/>
                  </a:moveTo>
                  <a:lnTo>
                    <a:pt x="30698" y="1643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92796" y="2658344"/>
              <a:ext cx="30698" cy="164324"/>
            </a:xfrm>
            <a:custGeom>
              <a:avLst/>
              <a:pathLst>
                <a:path w="30698" h="164324">
                  <a:moveTo>
                    <a:pt x="0" y="0"/>
                  </a:moveTo>
                  <a:lnTo>
                    <a:pt x="30698" y="16432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92796" y="2658344"/>
              <a:ext cx="30698" cy="164324"/>
            </a:xfrm>
            <a:custGeom>
              <a:avLst/>
              <a:pathLst>
                <a:path w="30698" h="164324">
                  <a:moveTo>
                    <a:pt x="0" y="0"/>
                  </a:moveTo>
                  <a:lnTo>
                    <a:pt x="30698" y="16432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892796" y="2658344"/>
              <a:ext cx="30698" cy="164324"/>
            </a:xfrm>
            <a:custGeom>
              <a:avLst/>
              <a:pathLst>
                <a:path w="30698" h="164324">
                  <a:moveTo>
                    <a:pt x="0" y="0"/>
                  </a:moveTo>
                  <a:lnTo>
                    <a:pt x="30698" y="16432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892796" y="2658344"/>
              <a:ext cx="30698" cy="164324"/>
            </a:xfrm>
            <a:custGeom>
              <a:avLst/>
              <a:pathLst>
                <a:path w="30698" h="164324">
                  <a:moveTo>
                    <a:pt x="0" y="0"/>
                  </a:moveTo>
                  <a:lnTo>
                    <a:pt x="30698" y="16432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892796" y="2658344"/>
              <a:ext cx="30698" cy="164324"/>
            </a:xfrm>
            <a:custGeom>
              <a:avLst/>
              <a:pathLst>
                <a:path w="30698" h="164324">
                  <a:moveTo>
                    <a:pt x="0" y="0"/>
                  </a:moveTo>
                  <a:lnTo>
                    <a:pt x="30698" y="1643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892796" y="2658344"/>
              <a:ext cx="30698" cy="164324"/>
            </a:xfrm>
            <a:custGeom>
              <a:avLst/>
              <a:pathLst>
                <a:path w="30698" h="164324">
                  <a:moveTo>
                    <a:pt x="0" y="0"/>
                  </a:moveTo>
                  <a:lnTo>
                    <a:pt x="30698" y="1643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892796" y="2658344"/>
              <a:ext cx="30698" cy="164324"/>
            </a:xfrm>
            <a:custGeom>
              <a:avLst/>
              <a:pathLst>
                <a:path w="30698" h="164324">
                  <a:moveTo>
                    <a:pt x="0" y="0"/>
                  </a:moveTo>
                  <a:lnTo>
                    <a:pt x="30698" y="1643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892796" y="2658344"/>
              <a:ext cx="30698" cy="164324"/>
            </a:xfrm>
            <a:custGeom>
              <a:avLst/>
              <a:pathLst>
                <a:path w="30698" h="164324">
                  <a:moveTo>
                    <a:pt x="0" y="0"/>
                  </a:moveTo>
                  <a:lnTo>
                    <a:pt x="30698" y="1643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892796" y="2658344"/>
              <a:ext cx="30698" cy="164324"/>
            </a:xfrm>
            <a:custGeom>
              <a:avLst/>
              <a:pathLst>
                <a:path w="30698" h="164324">
                  <a:moveTo>
                    <a:pt x="0" y="0"/>
                  </a:moveTo>
                  <a:lnTo>
                    <a:pt x="30698" y="16432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892796" y="2658344"/>
              <a:ext cx="30698" cy="164324"/>
            </a:xfrm>
            <a:custGeom>
              <a:avLst/>
              <a:pathLst>
                <a:path w="30698" h="164324">
                  <a:moveTo>
                    <a:pt x="0" y="0"/>
                  </a:moveTo>
                  <a:lnTo>
                    <a:pt x="30698" y="16432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56332" y="2658344"/>
              <a:ext cx="334329" cy="331481"/>
            </a:xfrm>
            <a:custGeom>
              <a:avLst/>
              <a:pathLst>
                <a:path w="334329" h="331481">
                  <a:moveTo>
                    <a:pt x="136463" y="0"/>
                  </a:moveTo>
                  <a:lnTo>
                    <a:pt x="131275" y="1054"/>
                  </a:lnTo>
                  <a:lnTo>
                    <a:pt x="126122" y="2273"/>
                  </a:lnTo>
                  <a:lnTo>
                    <a:pt x="121011" y="3653"/>
                  </a:lnTo>
                  <a:lnTo>
                    <a:pt x="115946" y="5196"/>
                  </a:lnTo>
                  <a:lnTo>
                    <a:pt x="110932" y="6897"/>
                  </a:lnTo>
                  <a:lnTo>
                    <a:pt x="105975" y="8757"/>
                  </a:lnTo>
                  <a:lnTo>
                    <a:pt x="101079" y="10773"/>
                  </a:lnTo>
                  <a:lnTo>
                    <a:pt x="96249" y="12943"/>
                  </a:lnTo>
                  <a:lnTo>
                    <a:pt x="91491" y="15264"/>
                  </a:lnTo>
                  <a:lnTo>
                    <a:pt x="86808" y="17735"/>
                  </a:lnTo>
                  <a:lnTo>
                    <a:pt x="82206" y="20354"/>
                  </a:lnTo>
                  <a:lnTo>
                    <a:pt x="77690" y="23116"/>
                  </a:lnTo>
                  <a:lnTo>
                    <a:pt x="73263" y="26021"/>
                  </a:lnTo>
                  <a:lnTo>
                    <a:pt x="68930" y="29064"/>
                  </a:lnTo>
                  <a:lnTo>
                    <a:pt x="64696" y="32242"/>
                  </a:lnTo>
                  <a:lnTo>
                    <a:pt x="60564" y="35553"/>
                  </a:lnTo>
                  <a:lnTo>
                    <a:pt x="56540" y="38994"/>
                  </a:lnTo>
                  <a:lnTo>
                    <a:pt x="52626" y="42560"/>
                  </a:lnTo>
                  <a:lnTo>
                    <a:pt x="48828" y="46248"/>
                  </a:lnTo>
                  <a:lnTo>
                    <a:pt x="45148" y="50055"/>
                  </a:lnTo>
                  <a:lnTo>
                    <a:pt x="41590" y="53976"/>
                  </a:lnTo>
                  <a:lnTo>
                    <a:pt x="38159" y="58008"/>
                  </a:lnTo>
                  <a:lnTo>
                    <a:pt x="34856" y="62147"/>
                  </a:lnTo>
                  <a:lnTo>
                    <a:pt x="31687" y="66388"/>
                  </a:lnTo>
                  <a:lnTo>
                    <a:pt x="28653" y="70728"/>
                  </a:lnTo>
                  <a:lnTo>
                    <a:pt x="25759" y="75161"/>
                  </a:lnTo>
                  <a:lnTo>
                    <a:pt x="23006" y="79684"/>
                  </a:lnTo>
                  <a:lnTo>
                    <a:pt x="20398" y="84291"/>
                  </a:lnTo>
                  <a:lnTo>
                    <a:pt x="17937" y="88979"/>
                  </a:lnTo>
                  <a:lnTo>
                    <a:pt x="15626" y="93743"/>
                  </a:lnTo>
                  <a:lnTo>
                    <a:pt x="13467" y="98577"/>
                  </a:lnTo>
                  <a:lnTo>
                    <a:pt x="11462" y="103478"/>
                  </a:lnTo>
                  <a:lnTo>
                    <a:pt x="9613" y="108439"/>
                  </a:lnTo>
                  <a:lnTo>
                    <a:pt x="7922" y="113456"/>
                  </a:lnTo>
                  <a:lnTo>
                    <a:pt x="6391" y="118525"/>
                  </a:lnTo>
                  <a:lnTo>
                    <a:pt x="5021" y="123639"/>
                  </a:lnTo>
                  <a:lnTo>
                    <a:pt x="3814" y="128794"/>
                  </a:lnTo>
                  <a:lnTo>
                    <a:pt x="2771" y="133985"/>
                  </a:lnTo>
                  <a:lnTo>
                    <a:pt x="1893" y="139206"/>
                  </a:lnTo>
                  <a:lnTo>
                    <a:pt x="1180" y="144453"/>
                  </a:lnTo>
                  <a:lnTo>
                    <a:pt x="634" y="149719"/>
                  </a:lnTo>
                  <a:lnTo>
                    <a:pt x="255" y="155000"/>
                  </a:lnTo>
                  <a:lnTo>
                    <a:pt x="43" y="160291"/>
                  </a:lnTo>
                  <a:lnTo>
                    <a:pt x="0" y="165585"/>
                  </a:lnTo>
                  <a:lnTo>
                    <a:pt x="123" y="170878"/>
                  </a:lnTo>
                  <a:lnTo>
                    <a:pt x="415" y="176165"/>
                  </a:lnTo>
                  <a:lnTo>
                    <a:pt x="873" y="181440"/>
                  </a:lnTo>
                  <a:lnTo>
                    <a:pt x="1499" y="186697"/>
                  </a:lnTo>
                  <a:lnTo>
                    <a:pt x="2290" y="191932"/>
                  </a:lnTo>
                  <a:lnTo>
                    <a:pt x="3247" y="197140"/>
                  </a:lnTo>
                  <a:lnTo>
                    <a:pt x="4369" y="202314"/>
                  </a:lnTo>
                  <a:lnTo>
                    <a:pt x="5654" y="207451"/>
                  </a:lnTo>
                  <a:lnTo>
                    <a:pt x="7100" y="212544"/>
                  </a:lnTo>
                  <a:lnTo>
                    <a:pt x="8708" y="217588"/>
                  </a:lnTo>
                  <a:lnTo>
                    <a:pt x="10474" y="222580"/>
                  </a:lnTo>
                  <a:lnTo>
                    <a:pt x="12397" y="227513"/>
                  </a:lnTo>
                  <a:lnTo>
                    <a:pt x="14476" y="232382"/>
                  </a:lnTo>
                  <a:lnTo>
                    <a:pt x="16708" y="237183"/>
                  </a:lnTo>
                  <a:lnTo>
                    <a:pt x="19091" y="241912"/>
                  </a:lnTo>
                  <a:lnTo>
                    <a:pt x="21622" y="246562"/>
                  </a:lnTo>
                  <a:lnTo>
                    <a:pt x="24300" y="251130"/>
                  </a:lnTo>
                  <a:lnTo>
                    <a:pt x="27120" y="255610"/>
                  </a:lnTo>
                  <a:lnTo>
                    <a:pt x="30081" y="259999"/>
                  </a:lnTo>
                  <a:lnTo>
                    <a:pt x="33180" y="264293"/>
                  </a:lnTo>
                  <a:lnTo>
                    <a:pt x="36413" y="268486"/>
                  </a:lnTo>
                  <a:lnTo>
                    <a:pt x="39777" y="272574"/>
                  </a:lnTo>
                  <a:lnTo>
                    <a:pt x="43269" y="276554"/>
                  </a:lnTo>
                  <a:lnTo>
                    <a:pt x="46886" y="280421"/>
                  </a:lnTo>
                  <a:lnTo>
                    <a:pt x="50623" y="284172"/>
                  </a:lnTo>
                  <a:lnTo>
                    <a:pt x="54476" y="287802"/>
                  </a:lnTo>
                  <a:lnTo>
                    <a:pt x="58443" y="291309"/>
                  </a:lnTo>
                  <a:lnTo>
                    <a:pt x="62519" y="294688"/>
                  </a:lnTo>
                  <a:lnTo>
                    <a:pt x="66700" y="297937"/>
                  </a:lnTo>
                  <a:lnTo>
                    <a:pt x="70982" y="301051"/>
                  </a:lnTo>
                  <a:lnTo>
                    <a:pt x="75360" y="304028"/>
                  </a:lnTo>
                  <a:lnTo>
                    <a:pt x="79830" y="306866"/>
                  </a:lnTo>
                  <a:lnTo>
                    <a:pt x="84388" y="309560"/>
                  </a:lnTo>
                  <a:lnTo>
                    <a:pt x="89029" y="312108"/>
                  </a:lnTo>
                  <a:lnTo>
                    <a:pt x="93749" y="314509"/>
                  </a:lnTo>
                  <a:lnTo>
                    <a:pt x="98542" y="316758"/>
                  </a:lnTo>
                  <a:lnTo>
                    <a:pt x="103403" y="318855"/>
                  </a:lnTo>
                  <a:lnTo>
                    <a:pt x="108329" y="320796"/>
                  </a:lnTo>
                  <a:lnTo>
                    <a:pt x="113314" y="322581"/>
                  </a:lnTo>
                  <a:lnTo>
                    <a:pt x="118353" y="324207"/>
                  </a:lnTo>
                  <a:lnTo>
                    <a:pt x="123440" y="325673"/>
                  </a:lnTo>
                  <a:lnTo>
                    <a:pt x="128572" y="326976"/>
                  </a:lnTo>
                  <a:lnTo>
                    <a:pt x="133742" y="328117"/>
                  </a:lnTo>
                  <a:lnTo>
                    <a:pt x="138946" y="329093"/>
                  </a:lnTo>
                  <a:lnTo>
                    <a:pt x="144178" y="329904"/>
                  </a:lnTo>
                  <a:lnTo>
                    <a:pt x="149434" y="330549"/>
                  </a:lnTo>
                  <a:lnTo>
                    <a:pt x="154707" y="331027"/>
                  </a:lnTo>
                  <a:lnTo>
                    <a:pt x="159992" y="331338"/>
                  </a:lnTo>
                  <a:lnTo>
                    <a:pt x="165285" y="331481"/>
                  </a:lnTo>
                  <a:lnTo>
                    <a:pt x="170579" y="331456"/>
                  </a:lnTo>
                  <a:lnTo>
                    <a:pt x="175871" y="331264"/>
                  </a:lnTo>
                  <a:lnTo>
                    <a:pt x="181153" y="330905"/>
                  </a:lnTo>
                  <a:lnTo>
                    <a:pt x="186421" y="330378"/>
                  </a:lnTo>
                  <a:lnTo>
                    <a:pt x="191670" y="329685"/>
                  </a:lnTo>
                  <a:lnTo>
                    <a:pt x="196895" y="328826"/>
                  </a:lnTo>
                  <a:lnTo>
                    <a:pt x="202089" y="327802"/>
                  </a:lnTo>
                  <a:lnTo>
                    <a:pt x="207249" y="326614"/>
                  </a:lnTo>
                  <a:lnTo>
                    <a:pt x="212368" y="325263"/>
                  </a:lnTo>
                  <a:lnTo>
                    <a:pt x="217442" y="323751"/>
                  </a:lnTo>
                  <a:lnTo>
                    <a:pt x="222466" y="322078"/>
                  </a:lnTo>
                  <a:lnTo>
                    <a:pt x="227434" y="320248"/>
                  </a:lnTo>
                  <a:lnTo>
                    <a:pt x="232342" y="318261"/>
                  </a:lnTo>
                  <a:lnTo>
                    <a:pt x="237184" y="316120"/>
                  </a:lnTo>
                  <a:lnTo>
                    <a:pt x="241956" y="313826"/>
                  </a:lnTo>
                  <a:lnTo>
                    <a:pt x="246653" y="311382"/>
                  </a:lnTo>
                  <a:lnTo>
                    <a:pt x="251270" y="308791"/>
                  </a:lnTo>
                  <a:lnTo>
                    <a:pt x="255803" y="306055"/>
                  </a:lnTo>
                  <a:lnTo>
                    <a:pt x="260247" y="303177"/>
                  </a:lnTo>
                  <a:lnTo>
                    <a:pt x="264598" y="300159"/>
                  </a:lnTo>
                  <a:lnTo>
                    <a:pt x="268851" y="297006"/>
                  </a:lnTo>
                  <a:lnTo>
                    <a:pt x="273002" y="293719"/>
                  </a:lnTo>
                  <a:lnTo>
                    <a:pt x="277046" y="290302"/>
                  </a:lnTo>
                  <a:lnTo>
                    <a:pt x="280981" y="286759"/>
                  </a:lnTo>
                  <a:lnTo>
                    <a:pt x="284801" y="283093"/>
                  </a:lnTo>
                  <a:lnTo>
                    <a:pt x="288503" y="279308"/>
                  </a:lnTo>
                  <a:lnTo>
                    <a:pt x="292084" y="275408"/>
                  </a:lnTo>
                  <a:lnTo>
                    <a:pt x="295539" y="271396"/>
                  </a:lnTo>
                  <a:lnTo>
                    <a:pt x="298865" y="267277"/>
                  </a:lnTo>
                  <a:lnTo>
                    <a:pt x="302060" y="263054"/>
                  </a:lnTo>
                  <a:lnTo>
                    <a:pt x="305119" y="258733"/>
                  </a:lnTo>
                  <a:lnTo>
                    <a:pt x="308039" y="254316"/>
                  </a:lnTo>
                  <a:lnTo>
                    <a:pt x="310818" y="249810"/>
                  </a:lnTo>
                  <a:lnTo>
                    <a:pt x="313454" y="245218"/>
                  </a:lnTo>
                  <a:lnTo>
                    <a:pt x="315942" y="240544"/>
                  </a:lnTo>
                  <a:lnTo>
                    <a:pt x="318281" y="235794"/>
                  </a:lnTo>
                  <a:lnTo>
                    <a:pt x="320469" y="230973"/>
                  </a:lnTo>
                  <a:lnTo>
                    <a:pt x="322503" y="226084"/>
                  </a:lnTo>
                  <a:lnTo>
                    <a:pt x="324380" y="221134"/>
                  </a:lnTo>
                  <a:lnTo>
                    <a:pt x="326101" y="216127"/>
                  </a:lnTo>
                  <a:lnTo>
                    <a:pt x="327661" y="211067"/>
                  </a:lnTo>
                  <a:lnTo>
                    <a:pt x="329061" y="205961"/>
                  </a:lnTo>
                  <a:lnTo>
                    <a:pt x="330299" y="200813"/>
                  </a:lnTo>
                  <a:lnTo>
                    <a:pt x="331372" y="195628"/>
                  </a:lnTo>
                  <a:lnTo>
                    <a:pt x="332281" y="190412"/>
                  </a:lnTo>
                  <a:lnTo>
                    <a:pt x="333025" y="185170"/>
                  </a:lnTo>
                  <a:lnTo>
                    <a:pt x="333602" y="179907"/>
                  </a:lnTo>
                  <a:lnTo>
                    <a:pt x="334012" y="174628"/>
                  </a:lnTo>
                  <a:lnTo>
                    <a:pt x="334254" y="169339"/>
                  </a:lnTo>
                  <a:lnTo>
                    <a:pt x="334329" y="164045"/>
                  </a:lnTo>
                  <a:lnTo>
                    <a:pt x="334237" y="158751"/>
                  </a:lnTo>
                  <a:lnTo>
                    <a:pt x="333976" y="153463"/>
                  </a:lnTo>
                  <a:lnTo>
                    <a:pt x="333549" y="148186"/>
                  </a:lnTo>
                  <a:lnTo>
                    <a:pt x="332954" y="142925"/>
                  </a:lnTo>
                  <a:lnTo>
                    <a:pt x="332193" y="137685"/>
                  </a:lnTo>
                  <a:lnTo>
                    <a:pt x="331267" y="132472"/>
                  </a:lnTo>
                  <a:lnTo>
                    <a:pt x="330176" y="127291"/>
                  </a:lnTo>
                  <a:lnTo>
                    <a:pt x="328921" y="122147"/>
                  </a:lnTo>
                  <a:lnTo>
                    <a:pt x="327505" y="117046"/>
                  </a:lnTo>
                  <a:lnTo>
                    <a:pt x="325927" y="111992"/>
                  </a:lnTo>
                  <a:lnTo>
                    <a:pt x="324190" y="106990"/>
                  </a:lnTo>
                  <a:lnTo>
                    <a:pt x="322296" y="102046"/>
                  </a:lnTo>
                  <a:lnTo>
                    <a:pt x="320246" y="97164"/>
                  </a:lnTo>
                  <a:lnTo>
                    <a:pt x="318042" y="92350"/>
                  </a:lnTo>
                  <a:lnTo>
                    <a:pt x="315687" y="87608"/>
                  </a:lnTo>
                  <a:lnTo>
                    <a:pt x="313183" y="82943"/>
                  </a:lnTo>
                  <a:lnTo>
                    <a:pt x="310532" y="78359"/>
                  </a:lnTo>
                  <a:lnTo>
                    <a:pt x="307738" y="73862"/>
                  </a:lnTo>
                  <a:lnTo>
                    <a:pt x="304803" y="69456"/>
                  </a:lnTo>
                  <a:lnTo>
                    <a:pt x="301730" y="65144"/>
                  </a:lnTo>
                  <a:lnTo>
                    <a:pt x="298521" y="60933"/>
                  </a:lnTo>
                  <a:lnTo>
                    <a:pt x="295181" y="56824"/>
                  </a:lnTo>
                  <a:lnTo>
                    <a:pt x="291712" y="52824"/>
                  </a:lnTo>
                  <a:lnTo>
                    <a:pt x="288119" y="48936"/>
                  </a:lnTo>
                  <a:lnTo>
                    <a:pt x="284404" y="45163"/>
                  </a:lnTo>
                  <a:lnTo>
                    <a:pt x="280572" y="41510"/>
                  </a:lnTo>
                  <a:lnTo>
                    <a:pt x="276625" y="37980"/>
                  </a:lnTo>
                  <a:lnTo>
                    <a:pt x="272569" y="34577"/>
                  </a:lnTo>
                  <a:lnTo>
                    <a:pt x="268408" y="31304"/>
                  </a:lnTo>
                  <a:lnTo>
                    <a:pt x="264144" y="28164"/>
                  </a:lnTo>
                  <a:lnTo>
                    <a:pt x="259784" y="25161"/>
                  </a:lnTo>
                  <a:lnTo>
                    <a:pt x="255330" y="22298"/>
                  </a:lnTo>
                  <a:lnTo>
                    <a:pt x="250788" y="19577"/>
                  </a:lnTo>
                  <a:lnTo>
                    <a:pt x="246162" y="17001"/>
                  </a:lnTo>
                  <a:lnTo>
                    <a:pt x="241457" y="14573"/>
                  </a:lnTo>
                  <a:lnTo>
                    <a:pt x="236677" y="12296"/>
                  </a:lnTo>
                  <a:lnTo>
                    <a:pt x="231828" y="10171"/>
                  </a:lnTo>
                  <a:lnTo>
                    <a:pt x="226914" y="8200"/>
                  </a:lnTo>
                  <a:lnTo>
                    <a:pt x="167162" y="16432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23495" y="2655501"/>
              <a:ext cx="59751" cy="167167"/>
            </a:xfrm>
            <a:custGeom>
              <a:avLst/>
              <a:pathLst>
                <a:path w="59751" h="167167">
                  <a:moveTo>
                    <a:pt x="59751" y="11043"/>
                  </a:moveTo>
                  <a:lnTo>
                    <a:pt x="54006" y="8964"/>
                  </a:lnTo>
                  <a:lnTo>
                    <a:pt x="48188" y="7096"/>
                  </a:lnTo>
                  <a:lnTo>
                    <a:pt x="42307" y="5442"/>
                  </a:lnTo>
                  <a:lnTo>
                    <a:pt x="36368" y="4004"/>
                  </a:lnTo>
                  <a:lnTo>
                    <a:pt x="30381" y="2784"/>
                  </a:lnTo>
                  <a:lnTo>
                    <a:pt x="24354" y="1783"/>
                  </a:lnTo>
                  <a:lnTo>
                    <a:pt x="18294" y="1004"/>
                  </a:lnTo>
                  <a:lnTo>
                    <a:pt x="12209" y="446"/>
                  </a:lnTo>
                  <a:lnTo>
                    <a:pt x="6108" y="11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40659" y="2168369"/>
              <a:ext cx="5233" cy="167167"/>
            </a:xfrm>
            <a:custGeom>
              <a:avLst/>
              <a:pathLst>
                <a:path w="5233" h="167167">
                  <a:moveTo>
                    <a:pt x="5233" y="0"/>
                  </a:moveTo>
                  <a:lnTo>
                    <a:pt x="0" y="81"/>
                  </a:lnTo>
                  <a:lnTo>
                    <a:pt x="523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40659" y="2168451"/>
              <a:ext cx="5233" cy="167085"/>
            </a:xfrm>
            <a:custGeom>
              <a:avLst/>
              <a:pathLst>
                <a:path w="5233" h="167085">
                  <a:moveTo>
                    <a:pt x="0" y="0"/>
                  </a:moveTo>
                  <a:lnTo>
                    <a:pt x="5233" y="167085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40659" y="2168451"/>
              <a:ext cx="5233" cy="167085"/>
            </a:xfrm>
            <a:custGeom>
              <a:avLst/>
              <a:pathLst>
                <a:path w="5233" h="167085">
                  <a:moveTo>
                    <a:pt x="0" y="0"/>
                  </a:moveTo>
                  <a:lnTo>
                    <a:pt x="5233" y="16708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40659" y="2168451"/>
              <a:ext cx="5233" cy="167085"/>
            </a:xfrm>
            <a:custGeom>
              <a:avLst/>
              <a:pathLst>
                <a:path w="5233" h="167085">
                  <a:moveTo>
                    <a:pt x="0" y="0"/>
                  </a:moveTo>
                  <a:lnTo>
                    <a:pt x="5233" y="16708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40659" y="2168451"/>
              <a:ext cx="5233" cy="167085"/>
            </a:xfrm>
            <a:custGeom>
              <a:avLst/>
              <a:pathLst>
                <a:path w="5233" h="167085">
                  <a:moveTo>
                    <a:pt x="0" y="0"/>
                  </a:moveTo>
                  <a:lnTo>
                    <a:pt x="5233" y="16708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40659" y="2168451"/>
              <a:ext cx="5233" cy="167085"/>
            </a:xfrm>
            <a:custGeom>
              <a:avLst/>
              <a:pathLst>
                <a:path w="5233" h="167085">
                  <a:moveTo>
                    <a:pt x="0" y="0"/>
                  </a:moveTo>
                  <a:lnTo>
                    <a:pt x="5233" y="16708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40659" y="2168451"/>
              <a:ext cx="5233" cy="167085"/>
            </a:xfrm>
            <a:custGeom>
              <a:avLst/>
              <a:pathLst>
                <a:path w="5233" h="167085">
                  <a:moveTo>
                    <a:pt x="0" y="0"/>
                  </a:moveTo>
                  <a:lnTo>
                    <a:pt x="5233" y="16708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40659" y="2168451"/>
              <a:ext cx="5233" cy="167085"/>
            </a:xfrm>
            <a:custGeom>
              <a:avLst/>
              <a:pathLst>
                <a:path w="5233" h="167085">
                  <a:moveTo>
                    <a:pt x="0" y="0"/>
                  </a:moveTo>
                  <a:lnTo>
                    <a:pt x="5233" y="16708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40659" y="2168451"/>
              <a:ext cx="5233" cy="167085"/>
            </a:xfrm>
            <a:custGeom>
              <a:avLst/>
              <a:pathLst>
                <a:path w="5233" h="167085">
                  <a:moveTo>
                    <a:pt x="0" y="0"/>
                  </a:moveTo>
                  <a:lnTo>
                    <a:pt x="5233" y="16708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40659" y="2168451"/>
              <a:ext cx="5233" cy="167085"/>
            </a:xfrm>
            <a:custGeom>
              <a:avLst/>
              <a:pathLst>
                <a:path w="5233" h="167085">
                  <a:moveTo>
                    <a:pt x="0" y="0"/>
                  </a:moveTo>
                  <a:lnTo>
                    <a:pt x="5233" y="16708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40659" y="2168451"/>
              <a:ext cx="5233" cy="167085"/>
            </a:xfrm>
            <a:custGeom>
              <a:avLst/>
              <a:pathLst>
                <a:path w="5233" h="167085">
                  <a:moveTo>
                    <a:pt x="0" y="0"/>
                  </a:moveTo>
                  <a:lnTo>
                    <a:pt x="5233" y="16708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40659" y="2168451"/>
              <a:ext cx="5233" cy="167085"/>
            </a:xfrm>
            <a:custGeom>
              <a:avLst/>
              <a:pathLst>
                <a:path w="5233" h="167085">
                  <a:moveTo>
                    <a:pt x="0" y="0"/>
                  </a:moveTo>
                  <a:lnTo>
                    <a:pt x="5233" y="1670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40659" y="2168451"/>
              <a:ext cx="5233" cy="167085"/>
            </a:xfrm>
            <a:custGeom>
              <a:avLst/>
              <a:pathLst>
                <a:path w="5233" h="167085">
                  <a:moveTo>
                    <a:pt x="0" y="0"/>
                  </a:moveTo>
                  <a:lnTo>
                    <a:pt x="5233" y="1670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40659" y="2168451"/>
              <a:ext cx="5233" cy="167085"/>
            </a:xfrm>
            <a:custGeom>
              <a:avLst/>
              <a:pathLst>
                <a:path w="5233" h="167085">
                  <a:moveTo>
                    <a:pt x="0" y="0"/>
                  </a:moveTo>
                  <a:lnTo>
                    <a:pt x="5233" y="1670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40659" y="2168451"/>
              <a:ext cx="5233" cy="167085"/>
            </a:xfrm>
            <a:custGeom>
              <a:avLst/>
              <a:pathLst>
                <a:path w="5233" h="167085">
                  <a:moveTo>
                    <a:pt x="0" y="0"/>
                  </a:moveTo>
                  <a:lnTo>
                    <a:pt x="5233" y="1670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40659" y="2168451"/>
              <a:ext cx="5233" cy="167085"/>
            </a:xfrm>
            <a:custGeom>
              <a:avLst/>
              <a:pathLst>
                <a:path w="5233" h="167085">
                  <a:moveTo>
                    <a:pt x="0" y="0"/>
                  </a:moveTo>
                  <a:lnTo>
                    <a:pt x="5233" y="16708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40659" y="2168451"/>
              <a:ext cx="5233" cy="167085"/>
            </a:xfrm>
            <a:custGeom>
              <a:avLst/>
              <a:pathLst>
                <a:path w="5233" h="167085">
                  <a:moveTo>
                    <a:pt x="0" y="0"/>
                  </a:moveTo>
                  <a:lnTo>
                    <a:pt x="5233" y="16708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40659" y="2168451"/>
              <a:ext cx="5233" cy="167085"/>
            </a:xfrm>
            <a:custGeom>
              <a:avLst/>
              <a:pathLst>
                <a:path w="5233" h="167085">
                  <a:moveTo>
                    <a:pt x="0" y="0"/>
                  </a:moveTo>
                  <a:lnTo>
                    <a:pt x="5233" y="16708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40659" y="2168451"/>
              <a:ext cx="5233" cy="167085"/>
            </a:xfrm>
            <a:custGeom>
              <a:avLst/>
              <a:pathLst>
                <a:path w="5233" h="167085">
                  <a:moveTo>
                    <a:pt x="0" y="0"/>
                  </a:moveTo>
                  <a:lnTo>
                    <a:pt x="5233" y="16708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40659" y="2168451"/>
              <a:ext cx="5233" cy="167085"/>
            </a:xfrm>
            <a:custGeom>
              <a:avLst/>
              <a:pathLst>
                <a:path w="5233" h="167085">
                  <a:moveTo>
                    <a:pt x="0" y="0"/>
                  </a:moveTo>
                  <a:lnTo>
                    <a:pt x="5233" y="1670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40659" y="2168451"/>
              <a:ext cx="5233" cy="167085"/>
            </a:xfrm>
            <a:custGeom>
              <a:avLst/>
              <a:pathLst>
                <a:path w="5233" h="167085">
                  <a:moveTo>
                    <a:pt x="0" y="0"/>
                  </a:moveTo>
                  <a:lnTo>
                    <a:pt x="5233" y="1670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40659" y="2168451"/>
              <a:ext cx="5233" cy="167085"/>
            </a:xfrm>
            <a:custGeom>
              <a:avLst/>
              <a:pathLst>
                <a:path w="5233" h="167085">
                  <a:moveTo>
                    <a:pt x="0" y="0"/>
                  </a:moveTo>
                  <a:lnTo>
                    <a:pt x="5233" y="1670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40659" y="2168451"/>
              <a:ext cx="5233" cy="167085"/>
            </a:xfrm>
            <a:custGeom>
              <a:avLst/>
              <a:pathLst>
                <a:path w="5233" h="167085">
                  <a:moveTo>
                    <a:pt x="0" y="0"/>
                  </a:moveTo>
                  <a:lnTo>
                    <a:pt x="5233" y="1670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40659" y="2168451"/>
              <a:ext cx="5233" cy="167085"/>
            </a:xfrm>
            <a:custGeom>
              <a:avLst/>
              <a:pathLst>
                <a:path w="5233" h="167085">
                  <a:moveTo>
                    <a:pt x="0" y="0"/>
                  </a:moveTo>
                  <a:lnTo>
                    <a:pt x="5233" y="16708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40659" y="2168451"/>
              <a:ext cx="5233" cy="167085"/>
            </a:xfrm>
            <a:custGeom>
              <a:avLst/>
              <a:pathLst>
                <a:path w="5233" h="167085">
                  <a:moveTo>
                    <a:pt x="0" y="0"/>
                  </a:moveTo>
                  <a:lnTo>
                    <a:pt x="5233" y="16708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578740" y="2168451"/>
              <a:ext cx="334076" cy="334251"/>
            </a:xfrm>
            <a:custGeom>
              <a:avLst/>
              <a:pathLst>
                <a:path w="334076" h="334251">
                  <a:moveTo>
                    <a:pt x="161918" y="0"/>
                  </a:moveTo>
                  <a:lnTo>
                    <a:pt x="156626" y="249"/>
                  </a:lnTo>
                  <a:lnTo>
                    <a:pt x="151345" y="667"/>
                  </a:lnTo>
                  <a:lnTo>
                    <a:pt x="146079" y="1251"/>
                  </a:lnTo>
                  <a:lnTo>
                    <a:pt x="140835" y="2002"/>
                  </a:lnTo>
                  <a:lnTo>
                    <a:pt x="135617" y="2919"/>
                  </a:lnTo>
                  <a:lnTo>
                    <a:pt x="130431" y="4001"/>
                  </a:lnTo>
                  <a:lnTo>
                    <a:pt x="125282" y="5246"/>
                  </a:lnTo>
                  <a:lnTo>
                    <a:pt x="120174" y="6654"/>
                  </a:lnTo>
                  <a:lnTo>
                    <a:pt x="115114" y="8223"/>
                  </a:lnTo>
                  <a:lnTo>
                    <a:pt x="110107" y="9952"/>
                  </a:lnTo>
                  <a:lnTo>
                    <a:pt x="105156" y="11838"/>
                  </a:lnTo>
                  <a:lnTo>
                    <a:pt x="100268" y="13881"/>
                  </a:lnTo>
                  <a:lnTo>
                    <a:pt x="95447" y="16077"/>
                  </a:lnTo>
                  <a:lnTo>
                    <a:pt x="90698" y="18425"/>
                  </a:lnTo>
                  <a:lnTo>
                    <a:pt x="86025" y="20923"/>
                  </a:lnTo>
                  <a:lnTo>
                    <a:pt x="81435" y="23567"/>
                  </a:lnTo>
                  <a:lnTo>
                    <a:pt x="76930" y="26355"/>
                  </a:lnTo>
                  <a:lnTo>
                    <a:pt x="72516" y="29284"/>
                  </a:lnTo>
                  <a:lnTo>
                    <a:pt x="68197" y="32352"/>
                  </a:lnTo>
                  <a:lnTo>
                    <a:pt x="63977" y="35556"/>
                  </a:lnTo>
                  <a:lnTo>
                    <a:pt x="59861" y="38891"/>
                  </a:lnTo>
                  <a:lnTo>
                    <a:pt x="55853" y="42355"/>
                  </a:lnTo>
                  <a:lnTo>
                    <a:pt x="51956" y="45945"/>
                  </a:lnTo>
                  <a:lnTo>
                    <a:pt x="48176" y="49656"/>
                  </a:lnTo>
                  <a:lnTo>
                    <a:pt x="44514" y="53485"/>
                  </a:lnTo>
                  <a:lnTo>
                    <a:pt x="40976" y="57428"/>
                  </a:lnTo>
                  <a:lnTo>
                    <a:pt x="37565" y="61481"/>
                  </a:lnTo>
                  <a:lnTo>
                    <a:pt x="34283" y="65641"/>
                  </a:lnTo>
                  <a:lnTo>
                    <a:pt x="31136" y="69902"/>
                  </a:lnTo>
                  <a:lnTo>
                    <a:pt x="28125" y="74261"/>
                  </a:lnTo>
                  <a:lnTo>
                    <a:pt x="25253" y="78713"/>
                  </a:lnTo>
                  <a:lnTo>
                    <a:pt x="22524" y="83253"/>
                  </a:lnTo>
                  <a:lnTo>
                    <a:pt x="19940" y="87878"/>
                  </a:lnTo>
                  <a:lnTo>
                    <a:pt x="17504" y="92583"/>
                  </a:lnTo>
                  <a:lnTo>
                    <a:pt x="15219" y="97362"/>
                  </a:lnTo>
                  <a:lnTo>
                    <a:pt x="13085" y="102212"/>
                  </a:lnTo>
                  <a:lnTo>
                    <a:pt x="11107" y="107126"/>
                  </a:lnTo>
                  <a:lnTo>
                    <a:pt x="9286" y="112101"/>
                  </a:lnTo>
                  <a:lnTo>
                    <a:pt x="7623" y="117131"/>
                  </a:lnTo>
                  <a:lnTo>
                    <a:pt x="6120" y="122211"/>
                  </a:lnTo>
                  <a:lnTo>
                    <a:pt x="4779" y="127337"/>
                  </a:lnTo>
                  <a:lnTo>
                    <a:pt x="3601" y="132502"/>
                  </a:lnTo>
                  <a:lnTo>
                    <a:pt x="2587" y="137702"/>
                  </a:lnTo>
                  <a:lnTo>
                    <a:pt x="1739" y="142931"/>
                  </a:lnTo>
                  <a:lnTo>
                    <a:pt x="1056" y="148185"/>
                  </a:lnTo>
                  <a:lnTo>
                    <a:pt x="541" y="153457"/>
                  </a:lnTo>
                  <a:lnTo>
                    <a:pt x="193" y="158744"/>
                  </a:lnTo>
                  <a:lnTo>
                    <a:pt x="12" y="164038"/>
                  </a:lnTo>
                  <a:lnTo>
                    <a:pt x="0" y="169336"/>
                  </a:lnTo>
                  <a:lnTo>
                    <a:pt x="155" y="174632"/>
                  </a:lnTo>
                  <a:lnTo>
                    <a:pt x="478" y="179920"/>
                  </a:lnTo>
                  <a:lnTo>
                    <a:pt x="968" y="185195"/>
                  </a:lnTo>
                  <a:lnTo>
                    <a:pt x="1625" y="190451"/>
                  </a:lnTo>
                  <a:lnTo>
                    <a:pt x="2449" y="195685"/>
                  </a:lnTo>
                  <a:lnTo>
                    <a:pt x="3438" y="200890"/>
                  </a:lnTo>
                  <a:lnTo>
                    <a:pt x="4591" y="206060"/>
                  </a:lnTo>
                  <a:lnTo>
                    <a:pt x="5908" y="211192"/>
                  </a:lnTo>
                  <a:lnTo>
                    <a:pt x="7387" y="216279"/>
                  </a:lnTo>
                  <a:lnTo>
                    <a:pt x="9026" y="221317"/>
                  </a:lnTo>
                  <a:lnTo>
                    <a:pt x="10824" y="226300"/>
                  </a:lnTo>
                  <a:lnTo>
                    <a:pt x="12779" y="231224"/>
                  </a:lnTo>
                  <a:lnTo>
                    <a:pt x="14888" y="236084"/>
                  </a:lnTo>
                  <a:lnTo>
                    <a:pt x="17151" y="240874"/>
                  </a:lnTo>
                  <a:lnTo>
                    <a:pt x="19565" y="245590"/>
                  </a:lnTo>
                  <a:lnTo>
                    <a:pt x="22127" y="250227"/>
                  </a:lnTo>
                  <a:lnTo>
                    <a:pt x="24834" y="254781"/>
                  </a:lnTo>
                  <a:lnTo>
                    <a:pt x="27684" y="259247"/>
                  </a:lnTo>
                  <a:lnTo>
                    <a:pt x="30675" y="263620"/>
                  </a:lnTo>
                  <a:lnTo>
                    <a:pt x="33802" y="267896"/>
                  </a:lnTo>
                  <a:lnTo>
                    <a:pt x="37064" y="272071"/>
                  </a:lnTo>
                  <a:lnTo>
                    <a:pt x="40456" y="276140"/>
                  </a:lnTo>
                  <a:lnTo>
                    <a:pt x="43975" y="280100"/>
                  </a:lnTo>
                  <a:lnTo>
                    <a:pt x="47618" y="283947"/>
                  </a:lnTo>
                  <a:lnTo>
                    <a:pt x="51381" y="287676"/>
                  </a:lnTo>
                  <a:lnTo>
                    <a:pt x="55260" y="291284"/>
                  </a:lnTo>
                  <a:lnTo>
                    <a:pt x="59252" y="294767"/>
                  </a:lnTo>
                  <a:lnTo>
                    <a:pt x="63352" y="298122"/>
                  </a:lnTo>
                  <a:lnTo>
                    <a:pt x="67557" y="301345"/>
                  </a:lnTo>
                  <a:lnTo>
                    <a:pt x="71861" y="304434"/>
                  </a:lnTo>
                  <a:lnTo>
                    <a:pt x="76261" y="307384"/>
                  </a:lnTo>
                  <a:lnTo>
                    <a:pt x="80753" y="310194"/>
                  </a:lnTo>
                  <a:lnTo>
                    <a:pt x="85331" y="312860"/>
                  </a:lnTo>
                  <a:lnTo>
                    <a:pt x="89991" y="315379"/>
                  </a:lnTo>
                  <a:lnTo>
                    <a:pt x="94729" y="317750"/>
                  </a:lnTo>
                  <a:lnTo>
                    <a:pt x="99539" y="319969"/>
                  </a:lnTo>
                  <a:lnTo>
                    <a:pt x="104418" y="322035"/>
                  </a:lnTo>
                  <a:lnTo>
                    <a:pt x="109359" y="323945"/>
                  </a:lnTo>
                  <a:lnTo>
                    <a:pt x="114359" y="325697"/>
                  </a:lnTo>
                  <a:lnTo>
                    <a:pt x="119411" y="327291"/>
                  </a:lnTo>
                  <a:lnTo>
                    <a:pt x="124512" y="328723"/>
                  </a:lnTo>
                  <a:lnTo>
                    <a:pt x="129655" y="329993"/>
                  </a:lnTo>
                  <a:lnTo>
                    <a:pt x="134836" y="331099"/>
                  </a:lnTo>
                  <a:lnTo>
                    <a:pt x="140050" y="332041"/>
                  </a:lnTo>
                  <a:lnTo>
                    <a:pt x="145290" y="332817"/>
                  </a:lnTo>
                  <a:lnTo>
                    <a:pt x="150553" y="333426"/>
                  </a:lnTo>
                  <a:lnTo>
                    <a:pt x="155832" y="333869"/>
                  </a:lnTo>
                  <a:lnTo>
                    <a:pt x="161123" y="334144"/>
                  </a:lnTo>
                  <a:lnTo>
                    <a:pt x="166420" y="334251"/>
                  </a:lnTo>
                  <a:lnTo>
                    <a:pt x="171717" y="334190"/>
                  </a:lnTo>
                  <a:lnTo>
                    <a:pt x="177010" y="333962"/>
                  </a:lnTo>
                  <a:lnTo>
                    <a:pt x="182293" y="333565"/>
                  </a:lnTo>
                  <a:lnTo>
                    <a:pt x="187561" y="333002"/>
                  </a:lnTo>
                  <a:lnTo>
                    <a:pt x="192808" y="332272"/>
                  </a:lnTo>
                  <a:lnTo>
                    <a:pt x="198029" y="331376"/>
                  </a:lnTo>
                  <a:lnTo>
                    <a:pt x="203220" y="330315"/>
                  </a:lnTo>
                  <a:lnTo>
                    <a:pt x="208374" y="329090"/>
                  </a:lnTo>
                  <a:lnTo>
                    <a:pt x="213487" y="327703"/>
                  </a:lnTo>
                  <a:lnTo>
                    <a:pt x="218553" y="326154"/>
                  </a:lnTo>
                  <a:lnTo>
                    <a:pt x="223568" y="324445"/>
                  </a:lnTo>
                  <a:lnTo>
                    <a:pt x="228526" y="322578"/>
                  </a:lnTo>
                  <a:lnTo>
                    <a:pt x="233422" y="320555"/>
                  </a:lnTo>
                  <a:lnTo>
                    <a:pt x="238252" y="318378"/>
                  </a:lnTo>
                  <a:lnTo>
                    <a:pt x="243010" y="316049"/>
                  </a:lnTo>
                  <a:lnTo>
                    <a:pt x="247693" y="313571"/>
                  </a:lnTo>
                  <a:lnTo>
                    <a:pt x="252294" y="310945"/>
                  </a:lnTo>
                  <a:lnTo>
                    <a:pt x="256810" y="308175"/>
                  </a:lnTo>
                  <a:lnTo>
                    <a:pt x="261236" y="305263"/>
                  </a:lnTo>
                  <a:lnTo>
                    <a:pt x="265567" y="302212"/>
                  </a:lnTo>
                  <a:lnTo>
                    <a:pt x="269799" y="299026"/>
                  </a:lnTo>
                  <a:lnTo>
                    <a:pt x="273929" y="295707"/>
                  </a:lnTo>
                  <a:lnTo>
                    <a:pt x="277951" y="292259"/>
                  </a:lnTo>
                  <a:lnTo>
                    <a:pt x="281862" y="288685"/>
                  </a:lnTo>
                  <a:lnTo>
                    <a:pt x="285657" y="284989"/>
                  </a:lnTo>
                  <a:lnTo>
                    <a:pt x="289334" y="281175"/>
                  </a:lnTo>
                  <a:lnTo>
                    <a:pt x="292888" y="277246"/>
                  </a:lnTo>
                  <a:lnTo>
                    <a:pt x="296315" y="273206"/>
                  </a:lnTo>
                  <a:lnTo>
                    <a:pt x="299613" y="269060"/>
                  </a:lnTo>
                  <a:lnTo>
                    <a:pt x="302778" y="264812"/>
                  </a:lnTo>
                  <a:lnTo>
                    <a:pt x="305807" y="260465"/>
                  </a:lnTo>
                  <a:lnTo>
                    <a:pt x="308696" y="256024"/>
                  </a:lnTo>
                  <a:lnTo>
                    <a:pt x="311443" y="251495"/>
                  </a:lnTo>
                  <a:lnTo>
                    <a:pt x="314045" y="246880"/>
                  </a:lnTo>
                  <a:lnTo>
                    <a:pt x="316500" y="242185"/>
                  </a:lnTo>
                  <a:lnTo>
                    <a:pt x="318805" y="237415"/>
                  </a:lnTo>
                  <a:lnTo>
                    <a:pt x="320957" y="232574"/>
                  </a:lnTo>
                  <a:lnTo>
                    <a:pt x="322955" y="227668"/>
                  </a:lnTo>
                  <a:lnTo>
                    <a:pt x="324797" y="222700"/>
                  </a:lnTo>
                  <a:lnTo>
                    <a:pt x="326480" y="217677"/>
                  </a:lnTo>
                  <a:lnTo>
                    <a:pt x="328003" y="212603"/>
                  </a:lnTo>
                  <a:lnTo>
                    <a:pt x="329365" y="207483"/>
                  </a:lnTo>
                  <a:lnTo>
                    <a:pt x="330563" y="202322"/>
                  </a:lnTo>
                  <a:lnTo>
                    <a:pt x="331598" y="197127"/>
                  </a:lnTo>
                  <a:lnTo>
                    <a:pt x="332467" y="191901"/>
                  </a:lnTo>
                  <a:lnTo>
                    <a:pt x="333170" y="186650"/>
                  </a:lnTo>
                  <a:lnTo>
                    <a:pt x="333707" y="181379"/>
                  </a:lnTo>
                  <a:lnTo>
                    <a:pt x="334076" y="176094"/>
                  </a:lnTo>
                  <a:lnTo>
                    <a:pt x="167152" y="16708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45892" y="2168369"/>
              <a:ext cx="167157" cy="176176"/>
            </a:xfrm>
            <a:custGeom>
              <a:avLst/>
              <a:pathLst>
                <a:path w="167157" h="176176">
                  <a:moveTo>
                    <a:pt x="166924" y="176176"/>
                  </a:moveTo>
                  <a:lnTo>
                    <a:pt x="167129" y="170748"/>
                  </a:lnTo>
                  <a:lnTo>
                    <a:pt x="167157" y="165317"/>
                  </a:lnTo>
                  <a:lnTo>
                    <a:pt x="167008" y="159887"/>
                  </a:lnTo>
                  <a:lnTo>
                    <a:pt x="166684" y="154465"/>
                  </a:lnTo>
                  <a:lnTo>
                    <a:pt x="166183" y="149056"/>
                  </a:lnTo>
                  <a:lnTo>
                    <a:pt x="165507" y="143667"/>
                  </a:lnTo>
                  <a:lnTo>
                    <a:pt x="164656" y="138302"/>
                  </a:lnTo>
                  <a:lnTo>
                    <a:pt x="163631" y="132968"/>
                  </a:lnTo>
                  <a:lnTo>
                    <a:pt x="162434" y="127670"/>
                  </a:lnTo>
                  <a:lnTo>
                    <a:pt x="161065" y="122413"/>
                  </a:lnTo>
                  <a:lnTo>
                    <a:pt x="159526" y="117204"/>
                  </a:lnTo>
                  <a:lnTo>
                    <a:pt x="157818" y="112048"/>
                  </a:lnTo>
                  <a:lnTo>
                    <a:pt x="155944" y="106949"/>
                  </a:lnTo>
                  <a:lnTo>
                    <a:pt x="153906" y="101915"/>
                  </a:lnTo>
                  <a:lnTo>
                    <a:pt x="151705" y="96949"/>
                  </a:lnTo>
                  <a:lnTo>
                    <a:pt x="149343" y="92057"/>
                  </a:lnTo>
                  <a:lnTo>
                    <a:pt x="146824" y="87245"/>
                  </a:lnTo>
                  <a:lnTo>
                    <a:pt x="144150" y="82517"/>
                  </a:lnTo>
                  <a:lnTo>
                    <a:pt x="141324" y="77879"/>
                  </a:lnTo>
                  <a:lnTo>
                    <a:pt x="138348" y="73334"/>
                  </a:lnTo>
                  <a:lnTo>
                    <a:pt x="135227" y="68889"/>
                  </a:lnTo>
                  <a:lnTo>
                    <a:pt x="131963" y="64548"/>
                  </a:lnTo>
                  <a:lnTo>
                    <a:pt x="128559" y="60315"/>
                  </a:lnTo>
                  <a:lnTo>
                    <a:pt x="125020" y="56194"/>
                  </a:lnTo>
                  <a:lnTo>
                    <a:pt x="121348" y="52191"/>
                  </a:lnTo>
                  <a:lnTo>
                    <a:pt x="117549" y="48309"/>
                  </a:lnTo>
                  <a:lnTo>
                    <a:pt x="113625" y="44553"/>
                  </a:lnTo>
                  <a:lnTo>
                    <a:pt x="109582" y="40926"/>
                  </a:lnTo>
                  <a:lnTo>
                    <a:pt x="105422" y="37433"/>
                  </a:lnTo>
                  <a:lnTo>
                    <a:pt x="101152" y="34076"/>
                  </a:lnTo>
                  <a:lnTo>
                    <a:pt x="96775" y="30860"/>
                  </a:lnTo>
                  <a:lnTo>
                    <a:pt x="92295" y="27788"/>
                  </a:lnTo>
                  <a:lnTo>
                    <a:pt x="87718" y="24863"/>
                  </a:lnTo>
                  <a:lnTo>
                    <a:pt x="83049" y="22088"/>
                  </a:lnTo>
                  <a:lnTo>
                    <a:pt x="78291" y="19467"/>
                  </a:lnTo>
                  <a:lnTo>
                    <a:pt x="73451" y="17001"/>
                  </a:lnTo>
                  <a:lnTo>
                    <a:pt x="68534" y="14694"/>
                  </a:lnTo>
                  <a:lnTo>
                    <a:pt x="63544" y="12548"/>
                  </a:lnTo>
                  <a:lnTo>
                    <a:pt x="58487" y="10565"/>
                  </a:lnTo>
                  <a:lnTo>
                    <a:pt x="53369" y="8748"/>
                  </a:lnTo>
                  <a:lnTo>
                    <a:pt x="48194" y="7097"/>
                  </a:lnTo>
                  <a:lnTo>
                    <a:pt x="42968" y="5616"/>
                  </a:lnTo>
                  <a:lnTo>
                    <a:pt x="37696" y="4305"/>
                  </a:lnTo>
                  <a:lnTo>
                    <a:pt x="32385" y="3167"/>
                  </a:lnTo>
                  <a:lnTo>
                    <a:pt x="27040" y="2201"/>
                  </a:lnTo>
                  <a:lnTo>
                    <a:pt x="21666" y="1410"/>
                  </a:lnTo>
                  <a:lnTo>
                    <a:pt x="16270" y="793"/>
                  </a:lnTo>
                  <a:lnTo>
                    <a:pt x="10856" y="352"/>
                  </a:lnTo>
                  <a:lnTo>
                    <a:pt x="5431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44677" y="1735255"/>
              <a:ext cx="15869" cy="167167"/>
            </a:xfrm>
            <a:custGeom>
              <a:avLst/>
              <a:pathLst>
                <a:path w="15869" h="167167">
                  <a:moveTo>
                    <a:pt x="15869" y="0"/>
                  </a:moveTo>
                  <a:lnTo>
                    <a:pt x="7925" y="188"/>
                  </a:lnTo>
                  <a:lnTo>
                    <a:pt x="0" y="754"/>
                  </a:lnTo>
                  <a:lnTo>
                    <a:pt x="15869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44677" y="1736010"/>
              <a:ext cx="15869" cy="166412"/>
            </a:xfrm>
            <a:custGeom>
              <a:avLst/>
              <a:pathLst>
                <a:path w="15869" h="166412">
                  <a:moveTo>
                    <a:pt x="0" y="0"/>
                  </a:moveTo>
                  <a:lnTo>
                    <a:pt x="15869" y="16641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44677" y="1736010"/>
              <a:ext cx="15869" cy="166412"/>
            </a:xfrm>
            <a:custGeom>
              <a:avLst/>
              <a:pathLst>
                <a:path w="15869" h="166412">
                  <a:moveTo>
                    <a:pt x="0" y="0"/>
                  </a:moveTo>
                  <a:lnTo>
                    <a:pt x="15869" y="16641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44677" y="1736010"/>
              <a:ext cx="15869" cy="166412"/>
            </a:xfrm>
            <a:custGeom>
              <a:avLst/>
              <a:pathLst>
                <a:path w="15869" h="166412">
                  <a:moveTo>
                    <a:pt x="0" y="0"/>
                  </a:moveTo>
                  <a:lnTo>
                    <a:pt x="15869" y="16641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44677" y="1736010"/>
              <a:ext cx="15869" cy="166412"/>
            </a:xfrm>
            <a:custGeom>
              <a:avLst/>
              <a:pathLst>
                <a:path w="15869" h="166412">
                  <a:moveTo>
                    <a:pt x="0" y="0"/>
                  </a:moveTo>
                  <a:lnTo>
                    <a:pt x="15869" y="16641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44677" y="1736010"/>
              <a:ext cx="15869" cy="166412"/>
            </a:xfrm>
            <a:custGeom>
              <a:avLst/>
              <a:pathLst>
                <a:path w="15869" h="166412">
                  <a:moveTo>
                    <a:pt x="0" y="0"/>
                  </a:moveTo>
                  <a:lnTo>
                    <a:pt x="15869" y="16641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44677" y="1736010"/>
              <a:ext cx="15869" cy="166412"/>
            </a:xfrm>
            <a:custGeom>
              <a:avLst/>
              <a:pathLst>
                <a:path w="15869" h="166412">
                  <a:moveTo>
                    <a:pt x="0" y="0"/>
                  </a:moveTo>
                  <a:lnTo>
                    <a:pt x="15869" y="16641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44677" y="1736010"/>
              <a:ext cx="15869" cy="166412"/>
            </a:xfrm>
            <a:custGeom>
              <a:avLst/>
              <a:pathLst>
                <a:path w="15869" h="166412">
                  <a:moveTo>
                    <a:pt x="0" y="0"/>
                  </a:moveTo>
                  <a:lnTo>
                    <a:pt x="15869" y="16641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44677" y="1736010"/>
              <a:ext cx="15869" cy="166412"/>
            </a:xfrm>
            <a:custGeom>
              <a:avLst/>
              <a:pathLst>
                <a:path w="15869" h="166412">
                  <a:moveTo>
                    <a:pt x="0" y="0"/>
                  </a:moveTo>
                  <a:lnTo>
                    <a:pt x="15869" y="16641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44677" y="1736010"/>
              <a:ext cx="15869" cy="166412"/>
            </a:xfrm>
            <a:custGeom>
              <a:avLst/>
              <a:pathLst>
                <a:path w="15869" h="166412">
                  <a:moveTo>
                    <a:pt x="0" y="0"/>
                  </a:moveTo>
                  <a:lnTo>
                    <a:pt x="15869" y="16641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44677" y="1736010"/>
              <a:ext cx="15869" cy="166412"/>
            </a:xfrm>
            <a:custGeom>
              <a:avLst/>
              <a:pathLst>
                <a:path w="15869" h="166412">
                  <a:moveTo>
                    <a:pt x="0" y="0"/>
                  </a:moveTo>
                  <a:lnTo>
                    <a:pt x="15869" y="1664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44677" y="1736010"/>
              <a:ext cx="15869" cy="166412"/>
            </a:xfrm>
            <a:custGeom>
              <a:avLst/>
              <a:pathLst>
                <a:path w="15869" h="166412">
                  <a:moveTo>
                    <a:pt x="0" y="0"/>
                  </a:moveTo>
                  <a:lnTo>
                    <a:pt x="15869" y="1664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44677" y="1736010"/>
              <a:ext cx="15869" cy="166412"/>
            </a:xfrm>
            <a:custGeom>
              <a:avLst/>
              <a:pathLst>
                <a:path w="15869" h="166412">
                  <a:moveTo>
                    <a:pt x="0" y="0"/>
                  </a:moveTo>
                  <a:lnTo>
                    <a:pt x="15869" y="1664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44677" y="1736010"/>
              <a:ext cx="15869" cy="166412"/>
            </a:xfrm>
            <a:custGeom>
              <a:avLst/>
              <a:pathLst>
                <a:path w="15869" h="166412">
                  <a:moveTo>
                    <a:pt x="0" y="0"/>
                  </a:moveTo>
                  <a:lnTo>
                    <a:pt x="15869" y="1664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44677" y="1736010"/>
              <a:ext cx="15869" cy="166412"/>
            </a:xfrm>
            <a:custGeom>
              <a:avLst/>
              <a:pathLst>
                <a:path w="15869" h="166412">
                  <a:moveTo>
                    <a:pt x="0" y="0"/>
                  </a:moveTo>
                  <a:lnTo>
                    <a:pt x="15869" y="16641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44677" y="1736010"/>
              <a:ext cx="15869" cy="166412"/>
            </a:xfrm>
            <a:custGeom>
              <a:avLst/>
              <a:pathLst>
                <a:path w="15869" h="166412">
                  <a:moveTo>
                    <a:pt x="0" y="0"/>
                  </a:moveTo>
                  <a:lnTo>
                    <a:pt x="15869" y="16641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444677" y="1736010"/>
              <a:ext cx="15869" cy="166412"/>
            </a:xfrm>
            <a:custGeom>
              <a:avLst/>
              <a:pathLst>
                <a:path w="15869" h="166412">
                  <a:moveTo>
                    <a:pt x="0" y="0"/>
                  </a:moveTo>
                  <a:lnTo>
                    <a:pt x="15869" y="16641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444677" y="1736010"/>
              <a:ext cx="15869" cy="166412"/>
            </a:xfrm>
            <a:custGeom>
              <a:avLst/>
              <a:pathLst>
                <a:path w="15869" h="166412">
                  <a:moveTo>
                    <a:pt x="0" y="0"/>
                  </a:moveTo>
                  <a:lnTo>
                    <a:pt x="15869" y="16641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444677" y="1736010"/>
              <a:ext cx="15869" cy="166412"/>
            </a:xfrm>
            <a:custGeom>
              <a:avLst/>
              <a:pathLst>
                <a:path w="15869" h="166412">
                  <a:moveTo>
                    <a:pt x="0" y="0"/>
                  </a:moveTo>
                  <a:lnTo>
                    <a:pt x="15869" y="1664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444677" y="1736010"/>
              <a:ext cx="15869" cy="166412"/>
            </a:xfrm>
            <a:custGeom>
              <a:avLst/>
              <a:pathLst>
                <a:path w="15869" h="166412">
                  <a:moveTo>
                    <a:pt x="0" y="0"/>
                  </a:moveTo>
                  <a:lnTo>
                    <a:pt x="15869" y="1664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444677" y="1736010"/>
              <a:ext cx="15869" cy="166412"/>
            </a:xfrm>
            <a:custGeom>
              <a:avLst/>
              <a:pathLst>
                <a:path w="15869" h="166412">
                  <a:moveTo>
                    <a:pt x="0" y="0"/>
                  </a:moveTo>
                  <a:lnTo>
                    <a:pt x="15869" y="1664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444677" y="1736010"/>
              <a:ext cx="15869" cy="166412"/>
            </a:xfrm>
            <a:custGeom>
              <a:avLst/>
              <a:pathLst>
                <a:path w="15869" h="166412">
                  <a:moveTo>
                    <a:pt x="0" y="0"/>
                  </a:moveTo>
                  <a:lnTo>
                    <a:pt x="15869" y="1664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444677" y="1736010"/>
              <a:ext cx="15869" cy="166412"/>
            </a:xfrm>
            <a:custGeom>
              <a:avLst/>
              <a:pathLst>
                <a:path w="15869" h="166412">
                  <a:moveTo>
                    <a:pt x="0" y="0"/>
                  </a:moveTo>
                  <a:lnTo>
                    <a:pt x="15869" y="16641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444677" y="1736010"/>
              <a:ext cx="15869" cy="166412"/>
            </a:xfrm>
            <a:custGeom>
              <a:avLst/>
              <a:pathLst>
                <a:path w="15869" h="166412">
                  <a:moveTo>
                    <a:pt x="0" y="0"/>
                  </a:moveTo>
                  <a:lnTo>
                    <a:pt x="15869" y="16641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293386" y="1735937"/>
              <a:ext cx="334326" cy="333637"/>
            </a:xfrm>
            <a:custGeom>
              <a:avLst/>
              <a:pathLst>
                <a:path w="334326" h="333637">
                  <a:moveTo>
                    <a:pt x="151291" y="73"/>
                  </a:moveTo>
                  <a:lnTo>
                    <a:pt x="146042" y="657"/>
                  </a:lnTo>
                  <a:lnTo>
                    <a:pt x="140814" y="1407"/>
                  </a:lnTo>
                  <a:lnTo>
                    <a:pt x="135612" y="2321"/>
                  </a:lnTo>
                  <a:lnTo>
                    <a:pt x="130442" y="3400"/>
                  </a:lnTo>
                  <a:lnTo>
                    <a:pt x="125309" y="4641"/>
                  </a:lnTo>
                  <a:lnTo>
                    <a:pt x="120217" y="6044"/>
                  </a:lnTo>
                  <a:lnTo>
                    <a:pt x="115172" y="7607"/>
                  </a:lnTo>
                  <a:lnTo>
                    <a:pt x="110180" y="9328"/>
                  </a:lnTo>
                  <a:lnTo>
                    <a:pt x="105243" y="11207"/>
                  </a:lnTo>
                  <a:lnTo>
                    <a:pt x="100369" y="13240"/>
                  </a:lnTo>
                  <a:lnTo>
                    <a:pt x="95562" y="15427"/>
                  </a:lnTo>
                  <a:lnTo>
                    <a:pt x="90826" y="17764"/>
                  </a:lnTo>
                  <a:lnTo>
                    <a:pt x="86166" y="20249"/>
                  </a:lnTo>
                  <a:lnTo>
                    <a:pt x="81587" y="22881"/>
                  </a:lnTo>
                  <a:lnTo>
                    <a:pt x="77093" y="25656"/>
                  </a:lnTo>
                  <a:lnTo>
                    <a:pt x="72689" y="28571"/>
                  </a:lnTo>
                  <a:lnTo>
                    <a:pt x="68380" y="31624"/>
                  </a:lnTo>
                  <a:lnTo>
                    <a:pt x="64169" y="34812"/>
                  </a:lnTo>
                  <a:lnTo>
                    <a:pt x="60061" y="38131"/>
                  </a:lnTo>
                  <a:lnTo>
                    <a:pt x="56060" y="41578"/>
                  </a:lnTo>
                  <a:lnTo>
                    <a:pt x="52169" y="45150"/>
                  </a:lnTo>
                  <a:lnTo>
                    <a:pt x="48394" y="48843"/>
                  </a:lnTo>
                  <a:lnTo>
                    <a:pt x="44737" y="52654"/>
                  </a:lnTo>
                  <a:lnTo>
                    <a:pt x="41202" y="56578"/>
                  </a:lnTo>
                  <a:lnTo>
                    <a:pt x="37793" y="60612"/>
                  </a:lnTo>
                  <a:lnTo>
                    <a:pt x="34513" y="64751"/>
                  </a:lnTo>
                  <a:lnTo>
                    <a:pt x="31366" y="68992"/>
                  </a:lnTo>
                  <a:lnTo>
                    <a:pt x="28354" y="73330"/>
                  </a:lnTo>
                  <a:lnTo>
                    <a:pt x="25480" y="77762"/>
                  </a:lnTo>
                  <a:lnTo>
                    <a:pt x="22748" y="82281"/>
                  </a:lnTo>
                  <a:lnTo>
                    <a:pt x="20160" y="86885"/>
                  </a:lnTo>
                  <a:lnTo>
                    <a:pt x="17719" y="91569"/>
                  </a:lnTo>
                  <a:lnTo>
                    <a:pt x="15427" y="96327"/>
                  </a:lnTo>
                  <a:lnTo>
                    <a:pt x="13287" y="101155"/>
                  </a:lnTo>
                  <a:lnTo>
                    <a:pt x="11300" y="106048"/>
                  </a:lnTo>
                  <a:lnTo>
                    <a:pt x="9468" y="111002"/>
                  </a:lnTo>
                  <a:lnTo>
                    <a:pt x="7794" y="116011"/>
                  </a:lnTo>
                  <a:lnTo>
                    <a:pt x="6280" y="121071"/>
                  </a:lnTo>
                  <a:lnTo>
                    <a:pt x="4925" y="126175"/>
                  </a:lnTo>
                  <a:lnTo>
                    <a:pt x="3733" y="131320"/>
                  </a:lnTo>
                  <a:lnTo>
                    <a:pt x="2704" y="136500"/>
                  </a:lnTo>
                  <a:lnTo>
                    <a:pt x="1838" y="141710"/>
                  </a:lnTo>
                  <a:lnTo>
                    <a:pt x="1138" y="146945"/>
                  </a:lnTo>
                  <a:lnTo>
                    <a:pt x="604" y="152199"/>
                  </a:lnTo>
                  <a:lnTo>
                    <a:pt x="236" y="157468"/>
                  </a:lnTo>
                  <a:lnTo>
                    <a:pt x="34" y="162746"/>
                  </a:lnTo>
                  <a:lnTo>
                    <a:pt x="0" y="168027"/>
                  </a:lnTo>
                  <a:lnTo>
                    <a:pt x="132" y="173306"/>
                  </a:lnTo>
                  <a:lnTo>
                    <a:pt x="430" y="178579"/>
                  </a:lnTo>
                  <a:lnTo>
                    <a:pt x="896" y="183840"/>
                  </a:lnTo>
                  <a:lnTo>
                    <a:pt x="1527" y="189084"/>
                  </a:lnTo>
                  <a:lnTo>
                    <a:pt x="2323" y="194305"/>
                  </a:lnTo>
                  <a:lnTo>
                    <a:pt x="3285" y="199498"/>
                  </a:lnTo>
                  <a:lnTo>
                    <a:pt x="4409" y="204658"/>
                  </a:lnTo>
                  <a:lnTo>
                    <a:pt x="5696" y="209780"/>
                  </a:lnTo>
                  <a:lnTo>
                    <a:pt x="7145" y="214859"/>
                  </a:lnTo>
                  <a:lnTo>
                    <a:pt x="8753" y="219890"/>
                  </a:lnTo>
                  <a:lnTo>
                    <a:pt x="10519" y="224867"/>
                  </a:lnTo>
                  <a:lnTo>
                    <a:pt x="12441" y="229786"/>
                  </a:lnTo>
                  <a:lnTo>
                    <a:pt x="14518" y="234642"/>
                  </a:lnTo>
                  <a:lnTo>
                    <a:pt x="16747" y="239430"/>
                  </a:lnTo>
                  <a:lnTo>
                    <a:pt x="19126" y="244145"/>
                  </a:lnTo>
                  <a:lnTo>
                    <a:pt x="21654" y="248783"/>
                  </a:lnTo>
                  <a:lnTo>
                    <a:pt x="24326" y="253338"/>
                  </a:lnTo>
                  <a:lnTo>
                    <a:pt x="27141" y="257807"/>
                  </a:lnTo>
                  <a:lnTo>
                    <a:pt x="30095" y="262184"/>
                  </a:lnTo>
                  <a:lnTo>
                    <a:pt x="33187" y="266466"/>
                  </a:lnTo>
                  <a:lnTo>
                    <a:pt x="36412" y="270648"/>
                  </a:lnTo>
                  <a:lnTo>
                    <a:pt x="39768" y="274727"/>
                  </a:lnTo>
                  <a:lnTo>
                    <a:pt x="43251" y="278697"/>
                  </a:lnTo>
                  <a:lnTo>
                    <a:pt x="46857" y="282555"/>
                  </a:lnTo>
                  <a:lnTo>
                    <a:pt x="50584" y="286297"/>
                  </a:lnTo>
                  <a:lnTo>
                    <a:pt x="54427" y="289920"/>
                  </a:lnTo>
                  <a:lnTo>
                    <a:pt x="58382" y="293420"/>
                  </a:lnTo>
                  <a:lnTo>
                    <a:pt x="62446" y="296793"/>
                  </a:lnTo>
                  <a:lnTo>
                    <a:pt x="66615" y="300035"/>
                  </a:lnTo>
                  <a:lnTo>
                    <a:pt x="70884" y="303145"/>
                  </a:lnTo>
                  <a:lnTo>
                    <a:pt x="75249" y="306118"/>
                  </a:lnTo>
                  <a:lnTo>
                    <a:pt x="79706" y="308952"/>
                  </a:lnTo>
                  <a:lnTo>
                    <a:pt x="84250" y="311643"/>
                  </a:lnTo>
                  <a:lnTo>
                    <a:pt x="88877" y="314190"/>
                  </a:lnTo>
                  <a:lnTo>
                    <a:pt x="93582" y="316589"/>
                  </a:lnTo>
                  <a:lnTo>
                    <a:pt x="98360" y="318838"/>
                  </a:lnTo>
                  <a:lnTo>
                    <a:pt x="103207" y="320936"/>
                  </a:lnTo>
                  <a:lnTo>
                    <a:pt x="108118" y="322879"/>
                  </a:lnTo>
                  <a:lnTo>
                    <a:pt x="113088" y="324666"/>
                  </a:lnTo>
                  <a:lnTo>
                    <a:pt x="118112" y="326295"/>
                  </a:lnTo>
                  <a:lnTo>
                    <a:pt x="123184" y="327765"/>
                  </a:lnTo>
                  <a:lnTo>
                    <a:pt x="128301" y="329073"/>
                  </a:lnTo>
                  <a:lnTo>
                    <a:pt x="133457" y="330220"/>
                  </a:lnTo>
                  <a:lnTo>
                    <a:pt x="138646" y="331203"/>
                  </a:lnTo>
                  <a:lnTo>
                    <a:pt x="143863" y="332021"/>
                  </a:lnTo>
                  <a:lnTo>
                    <a:pt x="149104" y="332675"/>
                  </a:lnTo>
                  <a:lnTo>
                    <a:pt x="154363" y="333162"/>
                  </a:lnTo>
                  <a:lnTo>
                    <a:pt x="159634" y="333483"/>
                  </a:lnTo>
                  <a:lnTo>
                    <a:pt x="164914" y="333637"/>
                  </a:lnTo>
                  <a:lnTo>
                    <a:pt x="170195" y="333625"/>
                  </a:lnTo>
                  <a:lnTo>
                    <a:pt x="175473" y="333446"/>
                  </a:lnTo>
                  <a:lnTo>
                    <a:pt x="180743" y="333100"/>
                  </a:lnTo>
                  <a:lnTo>
                    <a:pt x="186000" y="332587"/>
                  </a:lnTo>
                  <a:lnTo>
                    <a:pt x="191237" y="331909"/>
                  </a:lnTo>
                  <a:lnTo>
                    <a:pt x="196451" y="331066"/>
                  </a:lnTo>
                  <a:lnTo>
                    <a:pt x="201635" y="330059"/>
                  </a:lnTo>
                  <a:lnTo>
                    <a:pt x="206785" y="328888"/>
                  </a:lnTo>
                  <a:lnTo>
                    <a:pt x="211896" y="327555"/>
                  </a:lnTo>
                  <a:lnTo>
                    <a:pt x="216962" y="326062"/>
                  </a:lnTo>
                  <a:lnTo>
                    <a:pt x="221978" y="324409"/>
                  </a:lnTo>
                  <a:lnTo>
                    <a:pt x="226939" y="322598"/>
                  </a:lnTo>
                  <a:lnTo>
                    <a:pt x="231841" y="320632"/>
                  </a:lnTo>
                  <a:lnTo>
                    <a:pt x="236678" y="318512"/>
                  </a:lnTo>
                  <a:lnTo>
                    <a:pt x="241446" y="316240"/>
                  </a:lnTo>
                  <a:lnTo>
                    <a:pt x="246139" y="313819"/>
                  </a:lnTo>
                  <a:lnTo>
                    <a:pt x="250754" y="311250"/>
                  </a:lnTo>
                  <a:lnTo>
                    <a:pt x="255285" y="308537"/>
                  </a:lnTo>
                  <a:lnTo>
                    <a:pt x="259729" y="305683"/>
                  </a:lnTo>
                  <a:lnTo>
                    <a:pt x="264080" y="302689"/>
                  </a:lnTo>
                  <a:lnTo>
                    <a:pt x="268334" y="299559"/>
                  </a:lnTo>
                  <a:lnTo>
                    <a:pt x="272487" y="296297"/>
                  </a:lnTo>
                  <a:lnTo>
                    <a:pt x="276535" y="292905"/>
                  </a:lnTo>
                  <a:lnTo>
                    <a:pt x="280474" y="289387"/>
                  </a:lnTo>
                  <a:lnTo>
                    <a:pt x="284300" y="285746"/>
                  </a:lnTo>
                  <a:lnTo>
                    <a:pt x="288009" y="281986"/>
                  </a:lnTo>
                  <a:lnTo>
                    <a:pt x="291597" y="278111"/>
                  </a:lnTo>
                  <a:lnTo>
                    <a:pt x="295061" y="274124"/>
                  </a:lnTo>
                  <a:lnTo>
                    <a:pt x="298398" y="270030"/>
                  </a:lnTo>
                  <a:lnTo>
                    <a:pt x="301603" y="265833"/>
                  </a:lnTo>
                  <a:lnTo>
                    <a:pt x="304674" y="261536"/>
                  </a:lnTo>
                  <a:lnTo>
                    <a:pt x="307608" y="257145"/>
                  </a:lnTo>
                  <a:lnTo>
                    <a:pt x="310402" y="252663"/>
                  </a:lnTo>
                  <a:lnTo>
                    <a:pt x="313053" y="248095"/>
                  </a:lnTo>
                  <a:lnTo>
                    <a:pt x="315558" y="243445"/>
                  </a:lnTo>
                  <a:lnTo>
                    <a:pt x="317915" y="238719"/>
                  </a:lnTo>
                  <a:lnTo>
                    <a:pt x="320122" y="233921"/>
                  </a:lnTo>
                  <a:lnTo>
                    <a:pt x="322176" y="229055"/>
                  </a:lnTo>
                  <a:lnTo>
                    <a:pt x="324075" y="224127"/>
                  </a:lnTo>
                  <a:lnTo>
                    <a:pt x="325817" y="219142"/>
                  </a:lnTo>
                  <a:lnTo>
                    <a:pt x="327402" y="214103"/>
                  </a:lnTo>
                  <a:lnTo>
                    <a:pt x="328826" y="209018"/>
                  </a:lnTo>
                  <a:lnTo>
                    <a:pt x="330089" y="203890"/>
                  </a:lnTo>
                  <a:lnTo>
                    <a:pt x="331189" y="198724"/>
                  </a:lnTo>
                  <a:lnTo>
                    <a:pt x="332126" y="193526"/>
                  </a:lnTo>
                  <a:lnTo>
                    <a:pt x="332898" y="188302"/>
                  </a:lnTo>
                  <a:lnTo>
                    <a:pt x="333504" y="183055"/>
                  </a:lnTo>
                  <a:lnTo>
                    <a:pt x="333944" y="177792"/>
                  </a:lnTo>
                  <a:lnTo>
                    <a:pt x="334218" y="172518"/>
                  </a:lnTo>
                  <a:lnTo>
                    <a:pt x="334326" y="167238"/>
                  </a:lnTo>
                  <a:lnTo>
                    <a:pt x="334266" y="161957"/>
                  </a:lnTo>
                  <a:lnTo>
                    <a:pt x="334039" y="156680"/>
                  </a:lnTo>
                  <a:lnTo>
                    <a:pt x="333646" y="151414"/>
                  </a:lnTo>
                  <a:lnTo>
                    <a:pt x="333087" y="146162"/>
                  </a:lnTo>
                  <a:lnTo>
                    <a:pt x="332362" y="140930"/>
                  </a:lnTo>
                  <a:lnTo>
                    <a:pt x="331473" y="135725"/>
                  </a:lnTo>
                  <a:lnTo>
                    <a:pt x="330419" y="130549"/>
                  </a:lnTo>
                  <a:lnTo>
                    <a:pt x="329202" y="125410"/>
                  </a:lnTo>
                  <a:lnTo>
                    <a:pt x="327824" y="120312"/>
                  </a:lnTo>
                  <a:lnTo>
                    <a:pt x="326285" y="115260"/>
                  </a:lnTo>
                  <a:lnTo>
                    <a:pt x="324588" y="110258"/>
                  </a:lnTo>
                  <a:lnTo>
                    <a:pt x="322733" y="105313"/>
                  </a:lnTo>
                  <a:lnTo>
                    <a:pt x="320723" y="100430"/>
                  </a:lnTo>
                  <a:lnTo>
                    <a:pt x="318560" y="95612"/>
                  </a:lnTo>
                  <a:lnTo>
                    <a:pt x="316245" y="90864"/>
                  </a:lnTo>
                  <a:lnTo>
                    <a:pt x="313782" y="86193"/>
                  </a:lnTo>
                  <a:lnTo>
                    <a:pt x="311172" y="81601"/>
                  </a:lnTo>
                  <a:lnTo>
                    <a:pt x="308419" y="77094"/>
                  </a:lnTo>
                  <a:lnTo>
                    <a:pt x="305525" y="72676"/>
                  </a:lnTo>
                  <a:lnTo>
                    <a:pt x="302492" y="68352"/>
                  </a:lnTo>
                  <a:lnTo>
                    <a:pt x="299325" y="64126"/>
                  </a:lnTo>
                  <a:lnTo>
                    <a:pt x="296026" y="60002"/>
                  </a:lnTo>
                  <a:lnTo>
                    <a:pt x="292597" y="55985"/>
                  </a:lnTo>
                  <a:lnTo>
                    <a:pt x="289044" y="52077"/>
                  </a:lnTo>
                  <a:lnTo>
                    <a:pt x="285369" y="48284"/>
                  </a:lnTo>
                  <a:lnTo>
                    <a:pt x="281576" y="44609"/>
                  </a:lnTo>
                  <a:lnTo>
                    <a:pt x="277669" y="41055"/>
                  </a:lnTo>
                  <a:lnTo>
                    <a:pt x="273652" y="37627"/>
                  </a:lnTo>
                  <a:lnTo>
                    <a:pt x="269528" y="34327"/>
                  </a:lnTo>
                  <a:lnTo>
                    <a:pt x="265302" y="31160"/>
                  </a:lnTo>
                  <a:lnTo>
                    <a:pt x="260979" y="28127"/>
                  </a:lnTo>
                  <a:lnTo>
                    <a:pt x="256561" y="25232"/>
                  </a:lnTo>
                  <a:lnTo>
                    <a:pt x="252054" y="22479"/>
                  </a:lnTo>
                  <a:lnTo>
                    <a:pt x="247463" y="19869"/>
                  </a:lnTo>
                  <a:lnTo>
                    <a:pt x="242791" y="17405"/>
                  </a:lnTo>
                  <a:lnTo>
                    <a:pt x="238044" y="15090"/>
                  </a:lnTo>
                  <a:lnTo>
                    <a:pt x="233226" y="12927"/>
                  </a:lnTo>
                  <a:lnTo>
                    <a:pt x="228343" y="10916"/>
                  </a:lnTo>
                  <a:lnTo>
                    <a:pt x="223398" y="9061"/>
                  </a:lnTo>
                  <a:lnTo>
                    <a:pt x="218397" y="7363"/>
                  </a:lnTo>
                  <a:lnTo>
                    <a:pt x="213345" y="5824"/>
                  </a:lnTo>
                  <a:lnTo>
                    <a:pt x="208246" y="4445"/>
                  </a:lnTo>
                  <a:lnTo>
                    <a:pt x="203107" y="3228"/>
                  </a:lnTo>
                  <a:lnTo>
                    <a:pt x="197932" y="2174"/>
                  </a:lnTo>
                  <a:lnTo>
                    <a:pt x="192726" y="1284"/>
                  </a:lnTo>
                  <a:lnTo>
                    <a:pt x="187495" y="559"/>
                  </a:lnTo>
                  <a:lnTo>
                    <a:pt x="182243" y="0"/>
                  </a:lnTo>
                  <a:lnTo>
                    <a:pt x="167160" y="16648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460546" y="1735255"/>
              <a:ext cx="15083" cy="167167"/>
            </a:xfrm>
            <a:custGeom>
              <a:avLst/>
              <a:pathLst>
                <a:path w="15083" h="167167">
                  <a:moveTo>
                    <a:pt x="15083" y="68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15673" y="1379510"/>
              <a:ext cx="167167" cy="204221"/>
            </a:xfrm>
            <a:custGeom>
              <a:avLst/>
              <a:pathLst>
                <a:path w="167167" h="204221">
                  <a:moveTo>
                    <a:pt x="167167" y="0"/>
                  </a:moveTo>
                  <a:lnTo>
                    <a:pt x="161812" y="85"/>
                  </a:lnTo>
                  <a:lnTo>
                    <a:pt x="156462" y="343"/>
                  </a:lnTo>
                  <a:lnTo>
                    <a:pt x="151123" y="771"/>
                  </a:lnTo>
                  <a:lnTo>
                    <a:pt x="145800" y="1371"/>
                  </a:lnTo>
                  <a:lnTo>
                    <a:pt x="140500" y="2140"/>
                  </a:lnTo>
                  <a:lnTo>
                    <a:pt x="135227" y="3079"/>
                  </a:lnTo>
                  <a:lnTo>
                    <a:pt x="129987" y="4187"/>
                  </a:lnTo>
                  <a:lnTo>
                    <a:pt x="124784" y="5461"/>
                  </a:lnTo>
                  <a:lnTo>
                    <a:pt x="119626" y="6902"/>
                  </a:lnTo>
                  <a:lnTo>
                    <a:pt x="114516" y="8507"/>
                  </a:lnTo>
                  <a:lnTo>
                    <a:pt x="109460" y="10276"/>
                  </a:lnTo>
                  <a:lnTo>
                    <a:pt x="104464" y="12205"/>
                  </a:lnTo>
                  <a:lnTo>
                    <a:pt x="99532" y="14293"/>
                  </a:lnTo>
                  <a:lnTo>
                    <a:pt x="94669" y="16538"/>
                  </a:lnTo>
                  <a:lnTo>
                    <a:pt x="89881" y="18938"/>
                  </a:lnTo>
                  <a:lnTo>
                    <a:pt x="85172" y="21490"/>
                  </a:lnTo>
                  <a:lnTo>
                    <a:pt x="80547" y="24192"/>
                  </a:lnTo>
                  <a:lnTo>
                    <a:pt x="76011" y="27040"/>
                  </a:lnTo>
                  <a:lnTo>
                    <a:pt x="71569" y="30032"/>
                  </a:lnTo>
                  <a:lnTo>
                    <a:pt x="67224" y="33165"/>
                  </a:lnTo>
                  <a:lnTo>
                    <a:pt x="62983" y="36436"/>
                  </a:lnTo>
                  <a:lnTo>
                    <a:pt x="58848" y="39840"/>
                  </a:lnTo>
                  <a:lnTo>
                    <a:pt x="54825" y="43376"/>
                  </a:lnTo>
                  <a:lnTo>
                    <a:pt x="50917" y="47038"/>
                  </a:lnTo>
                  <a:lnTo>
                    <a:pt x="47128" y="50824"/>
                  </a:lnTo>
                  <a:lnTo>
                    <a:pt x="43463" y="54729"/>
                  </a:lnTo>
                  <a:lnTo>
                    <a:pt x="39924" y="58750"/>
                  </a:lnTo>
                  <a:lnTo>
                    <a:pt x="36516" y="62882"/>
                  </a:lnTo>
                  <a:lnTo>
                    <a:pt x="33242" y="67121"/>
                  </a:lnTo>
                  <a:lnTo>
                    <a:pt x="30106" y="71463"/>
                  </a:lnTo>
                  <a:lnTo>
                    <a:pt x="27110" y="75903"/>
                  </a:lnTo>
                  <a:lnTo>
                    <a:pt x="24259" y="80437"/>
                  </a:lnTo>
                  <a:lnTo>
                    <a:pt x="21553" y="85059"/>
                  </a:lnTo>
                  <a:lnTo>
                    <a:pt x="18998" y="89766"/>
                  </a:lnTo>
                  <a:lnTo>
                    <a:pt x="16594" y="94553"/>
                  </a:lnTo>
                  <a:lnTo>
                    <a:pt x="14345" y="99414"/>
                  </a:lnTo>
                  <a:lnTo>
                    <a:pt x="12253" y="104344"/>
                  </a:lnTo>
                  <a:lnTo>
                    <a:pt x="10320" y="109339"/>
                  </a:lnTo>
                  <a:lnTo>
                    <a:pt x="8548" y="114394"/>
                  </a:lnTo>
                  <a:lnTo>
                    <a:pt x="6939" y="119502"/>
                  </a:lnTo>
                  <a:lnTo>
                    <a:pt x="5494" y="124660"/>
                  </a:lnTo>
                  <a:lnTo>
                    <a:pt x="4215" y="129861"/>
                  </a:lnTo>
                  <a:lnTo>
                    <a:pt x="3104" y="135100"/>
                  </a:lnTo>
                  <a:lnTo>
                    <a:pt x="2161" y="140373"/>
                  </a:lnTo>
                  <a:lnTo>
                    <a:pt x="1387" y="145673"/>
                  </a:lnTo>
                  <a:lnTo>
                    <a:pt x="784" y="150994"/>
                  </a:lnTo>
                  <a:lnTo>
                    <a:pt x="351" y="156333"/>
                  </a:lnTo>
                  <a:lnTo>
                    <a:pt x="89" y="161683"/>
                  </a:lnTo>
                  <a:lnTo>
                    <a:pt x="0" y="167038"/>
                  </a:lnTo>
                  <a:lnTo>
                    <a:pt x="81" y="172393"/>
                  </a:lnTo>
                  <a:lnTo>
                    <a:pt x="334" y="177743"/>
                  </a:lnTo>
                  <a:lnTo>
                    <a:pt x="759" y="183083"/>
                  </a:lnTo>
                  <a:lnTo>
                    <a:pt x="1354" y="188405"/>
                  </a:lnTo>
                  <a:lnTo>
                    <a:pt x="2120" y="193707"/>
                  </a:lnTo>
                  <a:lnTo>
                    <a:pt x="3055" y="198980"/>
                  </a:lnTo>
                  <a:lnTo>
                    <a:pt x="4158" y="204221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19831" y="1546678"/>
              <a:ext cx="163008" cy="37054"/>
            </a:xfrm>
            <a:custGeom>
              <a:avLst/>
              <a:pathLst>
                <a:path w="163008" h="37054">
                  <a:moveTo>
                    <a:pt x="0" y="37054"/>
                  </a:moveTo>
                  <a:lnTo>
                    <a:pt x="16300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19831" y="1546678"/>
              <a:ext cx="163008" cy="37054"/>
            </a:xfrm>
            <a:custGeom>
              <a:avLst/>
              <a:pathLst>
                <a:path w="163008" h="37054">
                  <a:moveTo>
                    <a:pt x="0" y="37054"/>
                  </a:moveTo>
                  <a:lnTo>
                    <a:pt x="16300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19831" y="1546678"/>
              <a:ext cx="163008" cy="37054"/>
            </a:xfrm>
            <a:custGeom>
              <a:avLst/>
              <a:pathLst>
                <a:path w="163008" h="37054">
                  <a:moveTo>
                    <a:pt x="0" y="37054"/>
                  </a:moveTo>
                  <a:lnTo>
                    <a:pt x="16300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19831" y="1546678"/>
              <a:ext cx="163008" cy="37054"/>
            </a:xfrm>
            <a:custGeom>
              <a:avLst/>
              <a:pathLst>
                <a:path w="163008" h="37054">
                  <a:moveTo>
                    <a:pt x="0" y="37054"/>
                  </a:moveTo>
                  <a:lnTo>
                    <a:pt x="16300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19831" y="1546678"/>
              <a:ext cx="163008" cy="37054"/>
            </a:xfrm>
            <a:custGeom>
              <a:avLst/>
              <a:pathLst>
                <a:path w="163008" h="37054">
                  <a:moveTo>
                    <a:pt x="0" y="37054"/>
                  </a:moveTo>
                  <a:lnTo>
                    <a:pt x="16300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19831" y="1546678"/>
              <a:ext cx="163008" cy="37054"/>
            </a:xfrm>
            <a:custGeom>
              <a:avLst/>
              <a:pathLst>
                <a:path w="163008" h="37054">
                  <a:moveTo>
                    <a:pt x="0" y="37054"/>
                  </a:moveTo>
                  <a:lnTo>
                    <a:pt x="16300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19831" y="1546678"/>
              <a:ext cx="163008" cy="37054"/>
            </a:xfrm>
            <a:custGeom>
              <a:avLst/>
              <a:pathLst>
                <a:path w="163008" h="37054">
                  <a:moveTo>
                    <a:pt x="0" y="37054"/>
                  </a:moveTo>
                  <a:lnTo>
                    <a:pt x="16300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19831" y="1546678"/>
              <a:ext cx="163008" cy="37054"/>
            </a:xfrm>
            <a:custGeom>
              <a:avLst/>
              <a:pathLst>
                <a:path w="163008" h="37054">
                  <a:moveTo>
                    <a:pt x="0" y="37054"/>
                  </a:moveTo>
                  <a:lnTo>
                    <a:pt x="16300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19831" y="1546678"/>
              <a:ext cx="163008" cy="37054"/>
            </a:xfrm>
            <a:custGeom>
              <a:avLst/>
              <a:pathLst>
                <a:path w="163008" h="37054">
                  <a:moveTo>
                    <a:pt x="0" y="37054"/>
                  </a:moveTo>
                  <a:lnTo>
                    <a:pt x="16300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19831" y="1546678"/>
              <a:ext cx="163008" cy="37054"/>
            </a:xfrm>
            <a:custGeom>
              <a:avLst/>
              <a:pathLst>
                <a:path w="163008" h="37054">
                  <a:moveTo>
                    <a:pt x="0" y="37054"/>
                  </a:moveTo>
                  <a:lnTo>
                    <a:pt x="16300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19831" y="1546678"/>
              <a:ext cx="163008" cy="37054"/>
            </a:xfrm>
            <a:custGeom>
              <a:avLst/>
              <a:pathLst>
                <a:path w="163008" h="37054">
                  <a:moveTo>
                    <a:pt x="0" y="37054"/>
                  </a:moveTo>
                  <a:lnTo>
                    <a:pt x="16300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19831" y="1546678"/>
              <a:ext cx="163008" cy="37054"/>
            </a:xfrm>
            <a:custGeom>
              <a:avLst/>
              <a:pathLst>
                <a:path w="163008" h="37054">
                  <a:moveTo>
                    <a:pt x="0" y="37054"/>
                  </a:moveTo>
                  <a:lnTo>
                    <a:pt x="16300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919831" y="1546678"/>
              <a:ext cx="163008" cy="37054"/>
            </a:xfrm>
            <a:custGeom>
              <a:avLst/>
              <a:pathLst>
                <a:path w="163008" h="37054">
                  <a:moveTo>
                    <a:pt x="0" y="37054"/>
                  </a:moveTo>
                  <a:lnTo>
                    <a:pt x="163008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919831" y="1546678"/>
              <a:ext cx="163008" cy="37054"/>
            </a:xfrm>
            <a:custGeom>
              <a:avLst/>
              <a:pathLst>
                <a:path w="163008" h="37054">
                  <a:moveTo>
                    <a:pt x="0" y="37054"/>
                  </a:moveTo>
                  <a:lnTo>
                    <a:pt x="16300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919831" y="1546678"/>
              <a:ext cx="163008" cy="37054"/>
            </a:xfrm>
            <a:custGeom>
              <a:avLst/>
              <a:pathLst>
                <a:path w="163008" h="37054">
                  <a:moveTo>
                    <a:pt x="0" y="37054"/>
                  </a:moveTo>
                  <a:lnTo>
                    <a:pt x="16300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919831" y="1546678"/>
              <a:ext cx="163008" cy="37054"/>
            </a:xfrm>
            <a:custGeom>
              <a:avLst/>
              <a:pathLst>
                <a:path w="163008" h="37054">
                  <a:moveTo>
                    <a:pt x="0" y="37054"/>
                  </a:moveTo>
                  <a:lnTo>
                    <a:pt x="163008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919831" y="1546678"/>
              <a:ext cx="163008" cy="37054"/>
            </a:xfrm>
            <a:custGeom>
              <a:avLst/>
              <a:pathLst>
                <a:path w="163008" h="37054">
                  <a:moveTo>
                    <a:pt x="0" y="37054"/>
                  </a:moveTo>
                  <a:lnTo>
                    <a:pt x="16300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919831" y="1546678"/>
              <a:ext cx="163008" cy="37054"/>
            </a:xfrm>
            <a:custGeom>
              <a:avLst/>
              <a:pathLst>
                <a:path w="163008" h="37054">
                  <a:moveTo>
                    <a:pt x="0" y="37054"/>
                  </a:moveTo>
                  <a:lnTo>
                    <a:pt x="16300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919831" y="1546678"/>
              <a:ext cx="163008" cy="37054"/>
            </a:xfrm>
            <a:custGeom>
              <a:avLst/>
              <a:pathLst>
                <a:path w="163008" h="37054">
                  <a:moveTo>
                    <a:pt x="0" y="37054"/>
                  </a:moveTo>
                  <a:lnTo>
                    <a:pt x="16300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919831" y="1546678"/>
              <a:ext cx="163008" cy="37054"/>
            </a:xfrm>
            <a:custGeom>
              <a:avLst/>
              <a:pathLst>
                <a:path w="163008" h="37054">
                  <a:moveTo>
                    <a:pt x="0" y="37054"/>
                  </a:moveTo>
                  <a:lnTo>
                    <a:pt x="16300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919831" y="1546678"/>
              <a:ext cx="163008" cy="37054"/>
            </a:xfrm>
            <a:custGeom>
              <a:avLst/>
              <a:pathLst>
                <a:path w="163008" h="37054">
                  <a:moveTo>
                    <a:pt x="0" y="37054"/>
                  </a:moveTo>
                  <a:lnTo>
                    <a:pt x="16300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919831" y="1546678"/>
              <a:ext cx="163008" cy="37054"/>
            </a:xfrm>
            <a:custGeom>
              <a:avLst/>
              <a:pathLst>
                <a:path w="163008" h="37054">
                  <a:moveTo>
                    <a:pt x="0" y="37054"/>
                  </a:moveTo>
                  <a:lnTo>
                    <a:pt x="16300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919831" y="1546678"/>
              <a:ext cx="322323" cy="167158"/>
            </a:xfrm>
            <a:custGeom>
              <a:avLst/>
              <a:pathLst>
                <a:path w="322323" h="167158">
                  <a:moveTo>
                    <a:pt x="0" y="37054"/>
                  </a:moveTo>
                  <a:lnTo>
                    <a:pt x="1261" y="42224"/>
                  </a:lnTo>
                  <a:lnTo>
                    <a:pt x="2687" y="47350"/>
                  </a:lnTo>
                  <a:lnTo>
                    <a:pt x="4276" y="52429"/>
                  </a:lnTo>
                  <a:lnTo>
                    <a:pt x="6025" y="57455"/>
                  </a:lnTo>
                  <a:lnTo>
                    <a:pt x="7933" y="62422"/>
                  </a:lnTo>
                  <a:lnTo>
                    <a:pt x="9998" y="67326"/>
                  </a:lnTo>
                  <a:lnTo>
                    <a:pt x="12219" y="72162"/>
                  </a:lnTo>
                  <a:lnTo>
                    <a:pt x="14592" y="76925"/>
                  </a:lnTo>
                  <a:lnTo>
                    <a:pt x="17115" y="81610"/>
                  </a:lnTo>
                  <a:lnTo>
                    <a:pt x="19787" y="86212"/>
                  </a:lnTo>
                  <a:lnTo>
                    <a:pt x="22603" y="90726"/>
                  </a:lnTo>
                  <a:lnTo>
                    <a:pt x="25562" y="95149"/>
                  </a:lnTo>
                  <a:lnTo>
                    <a:pt x="28660" y="99476"/>
                  </a:lnTo>
                  <a:lnTo>
                    <a:pt x="31894" y="103701"/>
                  </a:lnTo>
                  <a:lnTo>
                    <a:pt x="35262" y="107822"/>
                  </a:lnTo>
                  <a:lnTo>
                    <a:pt x="38758" y="111833"/>
                  </a:lnTo>
                  <a:lnTo>
                    <a:pt x="42380" y="115731"/>
                  </a:lnTo>
                  <a:lnTo>
                    <a:pt x="46125" y="119512"/>
                  </a:lnTo>
                  <a:lnTo>
                    <a:pt x="49988" y="123172"/>
                  </a:lnTo>
                  <a:lnTo>
                    <a:pt x="53966" y="126706"/>
                  </a:lnTo>
                  <a:lnTo>
                    <a:pt x="58054" y="130113"/>
                  </a:lnTo>
                  <a:lnTo>
                    <a:pt x="62248" y="133387"/>
                  </a:lnTo>
                  <a:lnTo>
                    <a:pt x="66545" y="136527"/>
                  </a:lnTo>
                  <a:lnTo>
                    <a:pt x="70939" y="139528"/>
                  </a:lnTo>
                  <a:lnTo>
                    <a:pt x="75427" y="142388"/>
                  </a:lnTo>
                  <a:lnTo>
                    <a:pt x="80003" y="145103"/>
                  </a:lnTo>
                  <a:lnTo>
                    <a:pt x="84663" y="147671"/>
                  </a:lnTo>
                  <a:lnTo>
                    <a:pt x="89403" y="150090"/>
                  </a:lnTo>
                  <a:lnTo>
                    <a:pt x="94218" y="152357"/>
                  </a:lnTo>
                  <a:lnTo>
                    <a:pt x="99102" y="154469"/>
                  </a:lnTo>
                  <a:lnTo>
                    <a:pt x="104050" y="156425"/>
                  </a:lnTo>
                  <a:lnTo>
                    <a:pt x="109059" y="158222"/>
                  </a:lnTo>
                  <a:lnTo>
                    <a:pt x="114122" y="159859"/>
                  </a:lnTo>
                  <a:lnTo>
                    <a:pt x="119235" y="161334"/>
                  </a:lnTo>
                  <a:lnTo>
                    <a:pt x="124392" y="162646"/>
                  </a:lnTo>
                  <a:lnTo>
                    <a:pt x="129589" y="163792"/>
                  </a:lnTo>
                  <a:lnTo>
                    <a:pt x="134819" y="164773"/>
                  </a:lnTo>
                  <a:lnTo>
                    <a:pt x="140077" y="165587"/>
                  </a:lnTo>
                  <a:lnTo>
                    <a:pt x="145359" y="166233"/>
                  </a:lnTo>
                  <a:lnTo>
                    <a:pt x="150659" y="166710"/>
                  </a:lnTo>
                  <a:lnTo>
                    <a:pt x="155971" y="167019"/>
                  </a:lnTo>
                  <a:lnTo>
                    <a:pt x="161291" y="167158"/>
                  </a:lnTo>
                  <a:lnTo>
                    <a:pt x="166612" y="167128"/>
                  </a:lnTo>
                  <a:lnTo>
                    <a:pt x="171930" y="166929"/>
                  </a:lnTo>
                  <a:lnTo>
                    <a:pt x="177238" y="166560"/>
                  </a:lnTo>
                  <a:lnTo>
                    <a:pt x="182532" y="166023"/>
                  </a:lnTo>
                  <a:lnTo>
                    <a:pt x="187807" y="165317"/>
                  </a:lnTo>
                  <a:lnTo>
                    <a:pt x="193056" y="164444"/>
                  </a:lnTo>
                  <a:lnTo>
                    <a:pt x="198275" y="163405"/>
                  </a:lnTo>
                  <a:lnTo>
                    <a:pt x="203458" y="162199"/>
                  </a:lnTo>
                  <a:lnTo>
                    <a:pt x="208600" y="160830"/>
                  </a:lnTo>
                  <a:lnTo>
                    <a:pt x="213695" y="159297"/>
                  </a:lnTo>
                  <a:lnTo>
                    <a:pt x="218740" y="157603"/>
                  </a:lnTo>
                  <a:lnTo>
                    <a:pt x="223728" y="155750"/>
                  </a:lnTo>
                  <a:lnTo>
                    <a:pt x="228654" y="153738"/>
                  </a:lnTo>
                  <a:lnTo>
                    <a:pt x="233514" y="151571"/>
                  </a:lnTo>
                  <a:lnTo>
                    <a:pt x="238303" y="149250"/>
                  </a:lnTo>
                  <a:lnTo>
                    <a:pt x="243015" y="146778"/>
                  </a:lnTo>
                  <a:lnTo>
                    <a:pt x="247646" y="144157"/>
                  </a:lnTo>
                  <a:lnTo>
                    <a:pt x="252191" y="141390"/>
                  </a:lnTo>
                  <a:lnTo>
                    <a:pt x="256646" y="138480"/>
                  </a:lnTo>
                  <a:lnTo>
                    <a:pt x="261007" y="135430"/>
                  </a:lnTo>
                  <a:lnTo>
                    <a:pt x="265267" y="132242"/>
                  </a:lnTo>
                  <a:lnTo>
                    <a:pt x="269425" y="128920"/>
                  </a:lnTo>
                  <a:lnTo>
                    <a:pt x="273474" y="125468"/>
                  </a:lnTo>
                  <a:lnTo>
                    <a:pt x="277411" y="121888"/>
                  </a:lnTo>
                  <a:lnTo>
                    <a:pt x="281233" y="118185"/>
                  </a:lnTo>
                  <a:lnTo>
                    <a:pt x="284935" y="114363"/>
                  </a:lnTo>
                  <a:lnTo>
                    <a:pt x="288513" y="110424"/>
                  </a:lnTo>
                  <a:lnTo>
                    <a:pt x="291964" y="106374"/>
                  </a:lnTo>
                  <a:lnTo>
                    <a:pt x="295284" y="102215"/>
                  </a:lnTo>
                  <a:lnTo>
                    <a:pt x="298471" y="97953"/>
                  </a:lnTo>
                  <a:lnTo>
                    <a:pt x="301520" y="93592"/>
                  </a:lnTo>
                  <a:lnTo>
                    <a:pt x="304428" y="89136"/>
                  </a:lnTo>
                  <a:lnTo>
                    <a:pt x="307194" y="84590"/>
                  </a:lnTo>
                  <a:lnTo>
                    <a:pt x="309813" y="79958"/>
                  </a:lnTo>
                  <a:lnTo>
                    <a:pt x="312284" y="75245"/>
                  </a:lnTo>
                  <a:lnTo>
                    <a:pt x="314603" y="70456"/>
                  </a:lnTo>
                  <a:lnTo>
                    <a:pt x="316769" y="65595"/>
                  </a:lnTo>
                  <a:lnTo>
                    <a:pt x="318778" y="60668"/>
                  </a:lnTo>
                  <a:lnTo>
                    <a:pt x="320630" y="55679"/>
                  </a:lnTo>
                  <a:lnTo>
                    <a:pt x="322323" y="50634"/>
                  </a:lnTo>
                  <a:lnTo>
                    <a:pt x="16300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082840" y="1379510"/>
              <a:ext cx="167145" cy="217802"/>
            </a:xfrm>
            <a:custGeom>
              <a:avLst/>
              <a:pathLst>
                <a:path w="167145" h="217802">
                  <a:moveTo>
                    <a:pt x="159314" y="217802"/>
                  </a:moveTo>
                  <a:lnTo>
                    <a:pt x="160870" y="212616"/>
                  </a:lnTo>
                  <a:lnTo>
                    <a:pt x="162257" y="207383"/>
                  </a:lnTo>
                  <a:lnTo>
                    <a:pt x="163475" y="202107"/>
                  </a:lnTo>
                  <a:lnTo>
                    <a:pt x="164520" y="196795"/>
                  </a:lnTo>
                  <a:lnTo>
                    <a:pt x="165394" y="191452"/>
                  </a:lnTo>
                  <a:lnTo>
                    <a:pt x="166093" y="186084"/>
                  </a:lnTo>
                  <a:lnTo>
                    <a:pt x="166619" y="180695"/>
                  </a:lnTo>
                  <a:lnTo>
                    <a:pt x="166969" y="175292"/>
                  </a:lnTo>
                  <a:lnTo>
                    <a:pt x="167145" y="169881"/>
                  </a:lnTo>
                  <a:lnTo>
                    <a:pt x="167145" y="164467"/>
                  </a:lnTo>
                  <a:lnTo>
                    <a:pt x="166970" y="159056"/>
                  </a:lnTo>
                  <a:lnTo>
                    <a:pt x="166620" y="153653"/>
                  </a:lnTo>
                  <a:lnTo>
                    <a:pt x="166095" y="148265"/>
                  </a:lnTo>
                  <a:lnTo>
                    <a:pt x="165396" y="142896"/>
                  </a:lnTo>
                  <a:lnTo>
                    <a:pt x="164523" y="137553"/>
                  </a:lnTo>
                  <a:lnTo>
                    <a:pt x="163478" y="132240"/>
                  </a:lnTo>
                  <a:lnTo>
                    <a:pt x="162261" y="126965"/>
                  </a:lnTo>
                  <a:lnTo>
                    <a:pt x="160874" y="121732"/>
                  </a:lnTo>
                  <a:lnTo>
                    <a:pt x="159318" y="116546"/>
                  </a:lnTo>
                  <a:lnTo>
                    <a:pt x="157595" y="111413"/>
                  </a:lnTo>
                  <a:lnTo>
                    <a:pt x="155707" y="106339"/>
                  </a:lnTo>
                  <a:lnTo>
                    <a:pt x="153656" y="101329"/>
                  </a:lnTo>
                  <a:lnTo>
                    <a:pt x="151443" y="96387"/>
                  </a:lnTo>
                  <a:lnTo>
                    <a:pt x="149072" y="91520"/>
                  </a:lnTo>
                  <a:lnTo>
                    <a:pt x="146544" y="86733"/>
                  </a:lnTo>
                  <a:lnTo>
                    <a:pt x="143862" y="82029"/>
                  </a:lnTo>
                  <a:lnTo>
                    <a:pt x="141030" y="77415"/>
                  </a:lnTo>
                  <a:lnTo>
                    <a:pt x="138050" y="72895"/>
                  </a:lnTo>
                  <a:lnTo>
                    <a:pt x="134924" y="68474"/>
                  </a:lnTo>
                  <a:lnTo>
                    <a:pt x="131658" y="64157"/>
                  </a:lnTo>
                  <a:lnTo>
                    <a:pt x="128253" y="59947"/>
                  </a:lnTo>
                  <a:lnTo>
                    <a:pt x="124714" y="55850"/>
                  </a:lnTo>
                  <a:lnTo>
                    <a:pt x="121043" y="51870"/>
                  </a:lnTo>
                  <a:lnTo>
                    <a:pt x="117246" y="48011"/>
                  </a:lnTo>
                  <a:lnTo>
                    <a:pt x="113326" y="44277"/>
                  </a:lnTo>
                  <a:lnTo>
                    <a:pt x="109287" y="40671"/>
                  </a:lnTo>
                  <a:lnTo>
                    <a:pt x="105134" y="37199"/>
                  </a:lnTo>
                  <a:lnTo>
                    <a:pt x="100870" y="33862"/>
                  </a:lnTo>
                  <a:lnTo>
                    <a:pt x="96500" y="30666"/>
                  </a:lnTo>
                  <a:lnTo>
                    <a:pt x="92029" y="27612"/>
                  </a:lnTo>
                  <a:lnTo>
                    <a:pt x="87462" y="24705"/>
                  </a:lnTo>
                  <a:lnTo>
                    <a:pt x="82803" y="21948"/>
                  </a:lnTo>
                  <a:lnTo>
                    <a:pt x="78057" y="19343"/>
                  </a:lnTo>
                  <a:lnTo>
                    <a:pt x="73229" y="16892"/>
                  </a:lnTo>
                  <a:lnTo>
                    <a:pt x="68324" y="14600"/>
                  </a:lnTo>
                  <a:lnTo>
                    <a:pt x="63348" y="12467"/>
                  </a:lnTo>
                  <a:lnTo>
                    <a:pt x="58305" y="10497"/>
                  </a:lnTo>
                  <a:lnTo>
                    <a:pt x="53201" y="8691"/>
                  </a:lnTo>
                  <a:lnTo>
                    <a:pt x="48041" y="7051"/>
                  </a:lnTo>
                  <a:lnTo>
                    <a:pt x="42831" y="5580"/>
                  </a:lnTo>
                  <a:lnTo>
                    <a:pt x="37576" y="4277"/>
                  </a:lnTo>
                  <a:lnTo>
                    <a:pt x="32281" y="3146"/>
                  </a:lnTo>
                  <a:lnTo>
                    <a:pt x="26953" y="2187"/>
                  </a:lnTo>
                  <a:lnTo>
                    <a:pt x="21596" y="1400"/>
                  </a:lnTo>
                  <a:lnTo>
                    <a:pt x="16217" y="788"/>
                  </a:lnTo>
                  <a:lnTo>
                    <a:pt x="10821" y="350"/>
                  </a:lnTo>
                  <a:lnTo>
                    <a:pt x="5413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65968" y="1120312"/>
              <a:ext cx="167166" cy="290469"/>
            </a:xfrm>
            <a:custGeom>
              <a:avLst/>
              <a:pathLst>
                <a:path w="167166" h="290469">
                  <a:moveTo>
                    <a:pt x="167166" y="0"/>
                  </a:moveTo>
                  <a:lnTo>
                    <a:pt x="161817" y="85"/>
                  </a:lnTo>
                  <a:lnTo>
                    <a:pt x="156474" y="342"/>
                  </a:lnTo>
                  <a:lnTo>
                    <a:pt x="151141" y="769"/>
                  </a:lnTo>
                  <a:lnTo>
                    <a:pt x="145825" y="1367"/>
                  </a:lnTo>
                  <a:lnTo>
                    <a:pt x="140530" y="2135"/>
                  </a:lnTo>
                  <a:lnTo>
                    <a:pt x="135263" y="3072"/>
                  </a:lnTo>
                  <a:lnTo>
                    <a:pt x="130029" y="4177"/>
                  </a:lnTo>
                  <a:lnTo>
                    <a:pt x="124832" y="5449"/>
                  </a:lnTo>
                  <a:lnTo>
                    <a:pt x="119679" y="6886"/>
                  </a:lnTo>
                  <a:lnTo>
                    <a:pt x="114575" y="8488"/>
                  </a:lnTo>
                  <a:lnTo>
                    <a:pt x="109524" y="10252"/>
                  </a:lnTo>
                  <a:lnTo>
                    <a:pt x="104533" y="12177"/>
                  </a:lnTo>
                  <a:lnTo>
                    <a:pt x="99605" y="14260"/>
                  </a:lnTo>
                  <a:lnTo>
                    <a:pt x="94747" y="16500"/>
                  </a:lnTo>
                  <a:lnTo>
                    <a:pt x="89963" y="18895"/>
                  </a:lnTo>
                  <a:lnTo>
                    <a:pt x="85258" y="21441"/>
                  </a:lnTo>
                  <a:lnTo>
                    <a:pt x="80637" y="24137"/>
                  </a:lnTo>
                  <a:lnTo>
                    <a:pt x="76105" y="26979"/>
                  </a:lnTo>
                  <a:lnTo>
                    <a:pt x="71666" y="29964"/>
                  </a:lnTo>
                  <a:lnTo>
                    <a:pt x="67324" y="33091"/>
                  </a:lnTo>
                  <a:lnTo>
                    <a:pt x="63085" y="36354"/>
                  </a:lnTo>
                  <a:lnTo>
                    <a:pt x="58953" y="39751"/>
                  </a:lnTo>
                  <a:lnTo>
                    <a:pt x="54931" y="43279"/>
                  </a:lnTo>
                  <a:lnTo>
                    <a:pt x="51024" y="46934"/>
                  </a:lnTo>
                  <a:lnTo>
                    <a:pt x="47236" y="50712"/>
                  </a:lnTo>
                  <a:lnTo>
                    <a:pt x="43571" y="54609"/>
                  </a:lnTo>
                  <a:lnTo>
                    <a:pt x="40033" y="58622"/>
                  </a:lnTo>
                  <a:lnTo>
                    <a:pt x="36625" y="62745"/>
                  </a:lnTo>
                  <a:lnTo>
                    <a:pt x="33350" y="66976"/>
                  </a:lnTo>
                  <a:lnTo>
                    <a:pt x="30213" y="71309"/>
                  </a:lnTo>
                  <a:lnTo>
                    <a:pt x="27216" y="75741"/>
                  </a:lnTo>
                  <a:lnTo>
                    <a:pt x="24362" y="80266"/>
                  </a:lnTo>
                  <a:lnTo>
                    <a:pt x="21654" y="84880"/>
                  </a:lnTo>
                  <a:lnTo>
                    <a:pt x="19096" y="89578"/>
                  </a:lnTo>
                  <a:lnTo>
                    <a:pt x="16689" y="94356"/>
                  </a:lnTo>
                  <a:lnTo>
                    <a:pt x="14436" y="99208"/>
                  </a:lnTo>
                  <a:lnTo>
                    <a:pt x="12340" y="104130"/>
                  </a:lnTo>
                  <a:lnTo>
                    <a:pt x="10402" y="109117"/>
                  </a:lnTo>
                  <a:lnTo>
                    <a:pt x="8625" y="114163"/>
                  </a:lnTo>
                  <a:lnTo>
                    <a:pt x="7010" y="119263"/>
                  </a:lnTo>
                  <a:lnTo>
                    <a:pt x="5559" y="124412"/>
                  </a:lnTo>
                  <a:lnTo>
                    <a:pt x="4274" y="129605"/>
                  </a:lnTo>
                  <a:lnTo>
                    <a:pt x="3155" y="134837"/>
                  </a:lnTo>
                  <a:lnTo>
                    <a:pt x="2205" y="140101"/>
                  </a:lnTo>
                  <a:lnTo>
                    <a:pt x="1423" y="145394"/>
                  </a:lnTo>
                  <a:lnTo>
                    <a:pt x="811" y="150709"/>
                  </a:lnTo>
                  <a:lnTo>
                    <a:pt x="370" y="156040"/>
                  </a:lnTo>
                  <a:lnTo>
                    <a:pt x="99" y="161383"/>
                  </a:lnTo>
                  <a:lnTo>
                    <a:pt x="0" y="166732"/>
                  </a:lnTo>
                  <a:lnTo>
                    <a:pt x="71" y="172081"/>
                  </a:lnTo>
                  <a:lnTo>
                    <a:pt x="314" y="177425"/>
                  </a:lnTo>
                  <a:lnTo>
                    <a:pt x="728" y="182759"/>
                  </a:lnTo>
                  <a:lnTo>
                    <a:pt x="1312" y="188077"/>
                  </a:lnTo>
                  <a:lnTo>
                    <a:pt x="2066" y="193373"/>
                  </a:lnTo>
                  <a:lnTo>
                    <a:pt x="2989" y="198643"/>
                  </a:lnTo>
                  <a:lnTo>
                    <a:pt x="4080" y="203880"/>
                  </a:lnTo>
                  <a:lnTo>
                    <a:pt x="5339" y="209080"/>
                  </a:lnTo>
                  <a:lnTo>
                    <a:pt x="6763" y="214237"/>
                  </a:lnTo>
                  <a:lnTo>
                    <a:pt x="8351" y="219345"/>
                  </a:lnTo>
                  <a:lnTo>
                    <a:pt x="10102" y="224400"/>
                  </a:lnTo>
                  <a:lnTo>
                    <a:pt x="12014" y="229397"/>
                  </a:lnTo>
                  <a:lnTo>
                    <a:pt x="14084" y="234330"/>
                  </a:lnTo>
                  <a:lnTo>
                    <a:pt x="16312" y="239194"/>
                  </a:lnTo>
                  <a:lnTo>
                    <a:pt x="18694" y="243984"/>
                  </a:lnTo>
                  <a:lnTo>
                    <a:pt x="21228" y="248696"/>
                  </a:lnTo>
                  <a:lnTo>
                    <a:pt x="23911" y="253324"/>
                  </a:lnTo>
                  <a:lnTo>
                    <a:pt x="26742" y="257863"/>
                  </a:lnTo>
                  <a:lnTo>
                    <a:pt x="29716" y="262310"/>
                  </a:lnTo>
                  <a:lnTo>
                    <a:pt x="32831" y="266660"/>
                  </a:lnTo>
                  <a:lnTo>
                    <a:pt x="36083" y="270907"/>
                  </a:lnTo>
                  <a:lnTo>
                    <a:pt x="39470" y="275049"/>
                  </a:lnTo>
                  <a:lnTo>
                    <a:pt x="42987" y="279080"/>
                  </a:lnTo>
                  <a:lnTo>
                    <a:pt x="46632" y="282996"/>
                  </a:lnTo>
                  <a:lnTo>
                    <a:pt x="50400" y="286794"/>
                  </a:lnTo>
                  <a:lnTo>
                    <a:pt x="54287" y="290469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520256" y="1287480"/>
              <a:ext cx="112878" cy="123301"/>
            </a:xfrm>
            <a:custGeom>
              <a:avLst/>
              <a:pathLst>
                <a:path w="112878" h="123301">
                  <a:moveTo>
                    <a:pt x="0" y="123301"/>
                  </a:moveTo>
                  <a:lnTo>
                    <a:pt x="11287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520256" y="1287480"/>
              <a:ext cx="112878" cy="123301"/>
            </a:xfrm>
            <a:custGeom>
              <a:avLst/>
              <a:pathLst>
                <a:path w="112878" h="123301">
                  <a:moveTo>
                    <a:pt x="0" y="123301"/>
                  </a:moveTo>
                  <a:lnTo>
                    <a:pt x="11287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520256" y="1287480"/>
              <a:ext cx="112878" cy="123301"/>
            </a:xfrm>
            <a:custGeom>
              <a:avLst/>
              <a:pathLst>
                <a:path w="112878" h="123301">
                  <a:moveTo>
                    <a:pt x="0" y="123301"/>
                  </a:moveTo>
                  <a:lnTo>
                    <a:pt x="11287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520256" y="1287480"/>
              <a:ext cx="112878" cy="123301"/>
            </a:xfrm>
            <a:custGeom>
              <a:avLst/>
              <a:pathLst>
                <a:path w="112878" h="123301">
                  <a:moveTo>
                    <a:pt x="0" y="123301"/>
                  </a:moveTo>
                  <a:lnTo>
                    <a:pt x="11287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520256" y="1287480"/>
              <a:ext cx="112878" cy="123301"/>
            </a:xfrm>
            <a:custGeom>
              <a:avLst/>
              <a:pathLst>
                <a:path w="112878" h="123301">
                  <a:moveTo>
                    <a:pt x="0" y="123301"/>
                  </a:moveTo>
                  <a:lnTo>
                    <a:pt x="11287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520256" y="1287480"/>
              <a:ext cx="112878" cy="123301"/>
            </a:xfrm>
            <a:custGeom>
              <a:avLst/>
              <a:pathLst>
                <a:path w="112878" h="123301">
                  <a:moveTo>
                    <a:pt x="0" y="123301"/>
                  </a:moveTo>
                  <a:lnTo>
                    <a:pt x="11287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520256" y="1287480"/>
              <a:ext cx="112878" cy="123301"/>
            </a:xfrm>
            <a:custGeom>
              <a:avLst/>
              <a:pathLst>
                <a:path w="112878" h="123301">
                  <a:moveTo>
                    <a:pt x="0" y="123301"/>
                  </a:moveTo>
                  <a:lnTo>
                    <a:pt x="11287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520256" y="1287480"/>
              <a:ext cx="112878" cy="123301"/>
            </a:xfrm>
            <a:custGeom>
              <a:avLst/>
              <a:pathLst>
                <a:path w="112878" h="123301">
                  <a:moveTo>
                    <a:pt x="0" y="123301"/>
                  </a:moveTo>
                  <a:lnTo>
                    <a:pt x="11287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520256" y="1287480"/>
              <a:ext cx="112878" cy="123301"/>
            </a:xfrm>
            <a:custGeom>
              <a:avLst/>
              <a:pathLst>
                <a:path w="112878" h="123301">
                  <a:moveTo>
                    <a:pt x="0" y="123301"/>
                  </a:moveTo>
                  <a:lnTo>
                    <a:pt x="11287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520256" y="1287480"/>
              <a:ext cx="112878" cy="123301"/>
            </a:xfrm>
            <a:custGeom>
              <a:avLst/>
              <a:pathLst>
                <a:path w="112878" h="123301">
                  <a:moveTo>
                    <a:pt x="0" y="123301"/>
                  </a:moveTo>
                  <a:lnTo>
                    <a:pt x="11287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520256" y="1287480"/>
              <a:ext cx="112878" cy="123301"/>
            </a:xfrm>
            <a:custGeom>
              <a:avLst/>
              <a:pathLst>
                <a:path w="112878" h="123301">
                  <a:moveTo>
                    <a:pt x="0" y="123301"/>
                  </a:moveTo>
                  <a:lnTo>
                    <a:pt x="11287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520256" y="1287480"/>
              <a:ext cx="112878" cy="123301"/>
            </a:xfrm>
            <a:custGeom>
              <a:avLst/>
              <a:pathLst>
                <a:path w="112878" h="123301">
                  <a:moveTo>
                    <a:pt x="0" y="123301"/>
                  </a:moveTo>
                  <a:lnTo>
                    <a:pt x="112878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520256" y="1287480"/>
              <a:ext cx="112878" cy="123301"/>
            </a:xfrm>
            <a:custGeom>
              <a:avLst/>
              <a:pathLst>
                <a:path w="112878" h="123301">
                  <a:moveTo>
                    <a:pt x="0" y="123301"/>
                  </a:moveTo>
                  <a:lnTo>
                    <a:pt x="11287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520256" y="1287480"/>
              <a:ext cx="112878" cy="123301"/>
            </a:xfrm>
            <a:custGeom>
              <a:avLst/>
              <a:pathLst>
                <a:path w="112878" h="123301">
                  <a:moveTo>
                    <a:pt x="0" y="123301"/>
                  </a:moveTo>
                  <a:lnTo>
                    <a:pt x="11287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520256" y="1287480"/>
              <a:ext cx="112878" cy="123301"/>
            </a:xfrm>
            <a:custGeom>
              <a:avLst/>
              <a:pathLst>
                <a:path w="112878" h="123301">
                  <a:moveTo>
                    <a:pt x="0" y="123301"/>
                  </a:moveTo>
                  <a:lnTo>
                    <a:pt x="112878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520256" y="1287480"/>
              <a:ext cx="112878" cy="123301"/>
            </a:xfrm>
            <a:custGeom>
              <a:avLst/>
              <a:pathLst>
                <a:path w="112878" h="123301">
                  <a:moveTo>
                    <a:pt x="0" y="123301"/>
                  </a:moveTo>
                  <a:lnTo>
                    <a:pt x="11287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520256" y="1287480"/>
              <a:ext cx="112878" cy="123301"/>
            </a:xfrm>
            <a:custGeom>
              <a:avLst/>
              <a:pathLst>
                <a:path w="112878" h="123301">
                  <a:moveTo>
                    <a:pt x="0" y="123301"/>
                  </a:moveTo>
                  <a:lnTo>
                    <a:pt x="11287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520256" y="1287480"/>
              <a:ext cx="112878" cy="123301"/>
            </a:xfrm>
            <a:custGeom>
              <a:avLst/>
              <a:pathLst>
                <a:path w="112878" h="123301">
                  <a:moveTo>
                    <a:pt x="0" y="123301"/>
                  </a:moveTo>
                  <a:lnTo>
                    <a:pt x="11287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520256" y="1287480"/>
              <a:ext cx="112878" cy="123301"/>
            </a:xfrm>
            <a:custGeom>
              <a:avLst/>
              <a:pathLst>
                <a:path w="112878" h="123301">
                  <a:moveTo>
                    <a:pt x="0" y="123301"/>
                  </a:moveTo>
                  <a:lnTo>
                    <a:pt x="11287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520256" y="1287480"/>
              <a:ext cx="112878" cy="123301"/>
            </a:xfrm>
            <a:custGeom>
              <a:avLst/>
              <a:pathLst>
                <a:path w="112878" h="123301">
                  <a:moveTo>
                    <a:pt x="0" y="123301"/>
                  </a:moveTo>
                  <a:lnTo>
                    <a:pt x="11287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520256" y="1287480"/>
              <a:ext cx="112878" cy="123301"/>
            </a:xfrm>
            <a:custGeom>
              <a:avLst/>
              <a:pathLst>
                <a:path w="112878" h="123301">
                  <a:moveTo>
                    <a:pt x="0" y="123301"/>
                  </a:moveTo>
                  <a:lnTo>
                    <a:pt x="11287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520256" y="1136302"/>
              <a:ext cx="280029" cy="318339"/>
            </a:xfrm>
            <a:custGeom>
              <a:avLst/>
              <a:pathLst>
                <a:path w="280029" h="318339">
                  <a:moveTo>
                    <a:pt x="0" y="274479"/>
                  </a:moveTo>
                  <a:lnTo>
                    <a:pt x="3986" y="278013"/>
                  </a:lnTo>
                  <a:lnTo>
                    <a:pt x="8083" y="281419"/>
                  </a:lnTo>
                  <a:lnTo>
                    <a:pt x="12286" y="284692"/>
                  </a:lnTo>
                  <a:lnTo>
                    <a:pt x="16591" y="287829"/>
                  </a:lnTo>
                  <a:lnTo>
                    <a:pt x="20995" y="290828"/>
                  </a:lnTo>
                  <a:lnTo>
                    <a:pt x="25491" y="293685"/>
                  </a:lnTo>
                  <a:lnTo>
                    <a:pt x="30076" y="296397"/>
                  </a:lnTo>
                  <a:lnTo>
                    <a:pt x="34746" y="298962"/>
                  </a:lnTo>
                  <a:lnTo>
                    <a:pt x="39495" y="301376"/>
                  </a:lnTo>
                  <a:lnTo>
                    <a:pt x="44318" y="303638"/>
                  </a:lnTo>
                  <a:lnTo>
                    <a:pt x="49211" y="305746"/>
                  </a:lnTo>
                  <a:lnTo>
                    <a:pt x="54168" y="307696"/>
                  </a:lnTo>
                  <a:lnTo>
                    <a:pt x="59186" y="309487"/>
                  </a:lnTo>
                  <a:lnTo>
                    <a:pt x="64257" y="311118"/>
                  </a:lnTo>
                  <a:lnTo>
                    <a:pt x="69378" y="312586"/>
                  </a:lnTo>
                  <a:lnTo>
                    <a:pt x="74544" y="313890"/>
                  </a:lnTo>
                  <a:lnTo>
                    <a:pt x="79748" y="315029"/>
                  </a:lnTo>
                  <a:lnTo>
                    <a:pt x="84986" y="316001"/>
                  </a:lnTo>
                  <a:lnTo>
                    <a:pt x="90252" y="316806"/>
                  </a:lnTo>
                  <a:lnTo>
                    <a:pt x="95541" y="317443"/>
                  </a:lnTo>
                  <a:lnTo>
                    <a:pt x="100848" y="317911"/>
                  </a:lnTo>
                  <a:lnTo>
                    <a:pt x="106167" y="318210"/>
                  </a:lnTo>
                  <a:lnTo>
                    <a:pt x="111493" y="318339"/>
                  </a:lnTo>
                  <a:lnTo>
                    <a:pt x="116820" y="318298"/>
                  </a:lnTo>
                  <a:lnTo>
                    <a:pt x="122143" y="318088"/>
                  </a:lnTo>
                  <a:lnTo>
                    <a:pt x="127457" y="317708"/>
                  </a:lnTo>
                  <a:lnTo>
                    <a:pt x="132756" y="317159"/>
                  </a:lnTo>
                  <a:lnTo>
                    <a:pt x="138035" y="316441"/>
                  </a:lnTo>
                  <a:lnTo>
                    <a:pt x="143288" y="315556"/>
                  </a:lnTo>
                  <a:lnTo>
                    <a:pt x="148510" y="314503"/>
                  </a:lnTo>
                  <a:lnTo>
                    <a:pt x="153697" y="313285"/>
                  </a:lnTo>
                  <a:lnTo>
                    <a:pt x="158841" y="311902"/>
                  </a:lnTo>
                  <a:lnTo>
                    <a:pt x="163939" y="310356"/>
                  </a:lnTo>
                  <a:lnTo>
                    <a:pt x="168986" y="308648"/>
                  </a:lnTo>
                  <a:lnTo>
                    <a:pt x="173975" y="306780"/>
                  </a:lnTo>
                  <a:lnTo>
                    <a:pt x="178902" y="304754"/>
                  </a:lnTo>
                  <a:lnTo>
                    <a:pt x="183762" y="302572"/>
                  </a:lnTo>
                  <a:lnTo>
                    <a:pt x="188550" y="300237"/>
                  </a:lnTo>
                  <a:lnTo>
                    <a:pt x="193262" y="297750"/>
                  </a:lnTo>
                  <a:lnTo>
                    <a:pt x="197891" y="295114"/>
                  </a:lnTo>
                  <a:lnTo>
                    <a:pt x="202435" y="292332"/>
                  </a:lnTo>
                  <a:lnTo>
                    <a:pt x="206887" y="289407"/>
                  </a:lnTo>
                  <a:lnTo>
                    <a:pt x="211244" y="286341"/>
                  </a:lnTo>
                  <a:lnTo>
                    <a:pt x="215501" y="283138"/>
                  </a:lnTo>
                  <a:lnTo>
                    <a:pt x="219653" y="279801"/>
                  </a:lnTo>
                  <a:lnTo>
                    <a:pt x="223698" y="276333"/>
                  </a:lnTo>
                  <a:lnTo>
                    <a:pt x="227630" y="272739"/>
                  </a:lnTo>
                  <a:lnTo>
                    <a:pt x="231445" y="269020"/>
                  </a:lnTo>
                  <a:lnTo>
                    <a:pt x="235140" y="265182"/>
                  </a:lnTo>
                  <a:lnTo>
                    <a:pt x="238710" y="261229"/>
                  </a:lnTo>
                  <a:lnTo>
                    <a:pt x="242153" y="257163"/>
                  </a:lnTo>
                  <a:lnTo>
                    <a:pt x="245465" y="252990"/>
                  </a:lnTo>
                  <a:lnTo>
                    <a:pt x="248641" y="248714"/>
                  </a:lnTo>
                  <a:lnTo>
                    <a:pt x="251680" y="244338"/>
                  </a:lnTo>
                  <a:lnTo>
                    <a:pt x="254578" y="239868"/>
                  </a:lnTo>
                  <a:lnTo>
                    <a:pt x="257333" y="235308"/>
                  </a:lnTo>
                  <a:lnTo>
                    <a:pt x="259940" y="230662"/>
                  </a:lnTo>
                  <a:lnTo>
                    <a:pt x="262398" y="225936"/>
                  </a:lnTo>
                  <a:lnTo>
                    <a:pt x="264704" y="221133"/>
                  </a:lnTo>
                  <a:lnTo>
                    <a:pt x="266856" y="216260"/>
                  </a:lnTo>
                  <a:lnTo>
                    <a:pt x="268852" y="211321"/>
                  </a:lnTo>
                  <a:lnTo>
                    <a:pt x="270689" y="206320"/>
                  </a:lnTo>
                  <a:lnTo>
                    <a:pt x="272366" y="201263"/>
                  </a:lnTo>
                  <a:lnTo>
                    <a:pt x="273881" y="196156"/>
                  </a:lnTo>
                  <a:lnTo>
                    <a:pt x="275233" y="191003"/>
                  </a:lnTo>
                  <a:lnTo>
                    <a:pt x="276419" y="185809"/>
                  </a:lnTo>
                  <a:lnTo>
                    <a:pt x="277440" y="180581"/>
                  </a:lnTo>
                  <a:lnTo>
                    <a:pt x="278293" y="175322"/>
                  </a:lnTo>
                  <a:lnTo>
                    <a:pt x="278978" y="170039"/>
                  </a:lnTo>
                  <a:lnTo>
                    <a:pt x="279495" y="164737"/>
                  </a:lnTo>
                  <a:lnTo>
                    <a:pt x="279842" y="159421"/>
                  </a:lnTo>
                  <a:lnTo>
                    <a:pt x="280020" y="154096"/>
                  </a:lnTo>
                  <a:lnTo>
                    <a:pt x="280029" y="148769"/>
                  </a:lnTo>
                  <a:lnTo>
                    <a:pt x="279867" y="143444"/>
                  </a:lnTo>
                  <a:lnTo>
                    <a:pt x="279536" y="138127"/>
                  </a:lnTo>
                  <a:lnTo>
                    <a:pt x="279035" y="132823"/>
                  </a:lnTo>
                  <a:lnTo>
                    <a:pt x="278366" y="127538"/>
                  </a:lnTo>
                  <a:lnTo>
                    <a:pt x="277529" y="122277"/>
                  </a:lnTo>
                  <a:lnTo>
                    <a:pt x="276524" y="117045"/>
                  </a:lnTo>
                  <a:lnTo>
                    <a:pt x="275353" y="111848"/>
                  </a:lnTo>
                  <a:lnTo>
                    <a:pt x="274018" y="106691"/>
                  </a:lnTo>
                  <a:lnTo>
                    <a:pt x="272518" y="101578"/>
                  </a:lnTo>
                  <a:lnTo>
                    <a:pt x="270857" y="96517"/>
                  </a:lnTo>
                  <a:lnTo>
                    <a:pt x="269035" y="91511"/>
                  </a:lnTo>
                  <a:lnTo>
                    <a:pt x="267054" y="86565"/>
                  </a:lnTo>
                  <a:lnTo>
                    <a:pt x="264917" y="81685"/>
                  </a:lnTo>
                  <a:lnTo>
                    <a:pt x="262626" y="76876"/>
                  </a:lnTo>
                  <a:lnTo>
                    <a:pt x="260182" y="72142"/>
                  </a:lnTo>
                  <a:lnTo>
                    <a:pt x="257589" y="67488"/>
                  </a:lnTo>
                  <a:lnTo>
                    <a:pt x="254849" y="62920"/>
                  </a:lnTo>
                  <a:lnTo>
                    <a:pt x="251964" y="58441"/>
                  </a:lnTo>
                  <a:lnTo>
                    <a:pt x="248939" y="54056"/>
                  </a:lnTo>
                  <a:lnTo>
                    <a:pt x="245775" y="49770"/>
                  </a:lnTo>
                  <a:lnTo>
                    <a:pt x="242476" y="45587"/>
                  </a:lnTo>
                  <a:lnTo>
                    <a:pt x="239046" y="41511"/>
                  </a:lnTo>
                  <a:lnTo>
                    <a:pt x="235487" y="37546"/>
                  </a:lnTo>
                  <a:lnTo>
                    <a:pt x="231804" y="33697"/>
                  </a:lnTo>
                  <a:lnTo>
                    <a:pt x="228000" y="29967"/>
                  </a:lnTo>
                  <a:lnTo>
                    <a:pt x="224079" y="26360"/>
                  </a:lnTo>
                  <a:lnTo>
                    <a:pt x="220046" y="22880"/>
                  </a:lnTo>
                  <a:lnTo>
                    <a:pt x="215903" y="19531"/>
                  </a:lnTo>
                  <a:lnTo>
                    <a:pt x="211656" y="16315"/>
                  </a:lnTo>
                  <a:lnTo>
                    <a:pt x="207309" y="13236"/>
                  </a:lnTo>
                  <a:lnTo>
                    <a:pt x="202865" y="10297"/>
                  </a:lnTo>
                  <a:lnTo>
                    <a:pt x="198330" y="7501"/>
                  </a:lnTo>
                  <a:lnTo>
                    <a:pt x="193709" y="4851"/>
                  </a:lnTo>
                  <a:lnTo>
                    <a:pt x="189005" y="2350"/>
                  </a:lnTo>
                  <a:lnTo>
                    <a:pt x="184224" y="0"/>
                  </a:lnTo>
                  <a:lnTo>
                    <a:pt x="112878" y="15117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5633135" y="1120312"/>
              <a:ext cx="71345" cy="167167"/>
            </a:xfrm>
            <a:custGeom>
              <a:avLst/>
              <a:pathLst>
                <a:path w="71345" h="167167">
                  <a:moveTo>
                    <a:pt x="71345" y="15989"/>
                  </a:moveTo>
                  <a:lnTo>
                    <a:pt x="66177" y="13657"/>
                  </a:lnTo>
                  <a:lnTo>
                    <a:pt x="60934" y="11501"/>
                  </a:lnTo>
                  <a:lnTo>
                    <a:pt x="55620" y="9524"/>
                  </a:lnTo>
                  <a:lnTo>
                    <a:pt x="50242" y="7728"/>
                  </a:lnTo>
                  <a:lnTo>
                    <a:pt x="44806" y="6116"/>
                  </a:lnTo>
                  <a:lnTo>
                    <a:pt x="39318" y="4689"/>
                  </a:lnTo>
                  <a:lnTo>
                    <a:pt x="33786" y="3449"/>
                  </a:lnTo>
                  <a:lnTo>
                    <a:pt x="28214" y="2398"/>
                  </a:lnTo>
                  <a:lnTo>
                    <a:pt x="22610" y="1536"/>
                  </a:lnTo>
                  <a:lnTo>
                    <a:pt x="16980" y="864"/>
                  </a:lnTo>
                  <a:lnTo>
                    <a:pt x="11331" y="384"/>
                  </a:lnTo>
                  <a:lnTo>
                    <a:pt x="5669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68512" y="971635"/>
              <a:ext cx="167163" cy="236141"/>
            </a:xfrm>
            <a:custGeom>
              <a:avLst/>
              <a:pathLst>
                <a:path w="167163" h="236141">
                  <a:moveTo>
                    <a:pt x="167163" y="0"/>
                  </a:moveTo>
                  <a:lnTo>
                    <a:pt x="161782" y="86"/>
                  </a:lnTo>
                  <a:lnTo>
                    <a:pt x="156407" y="346"/>
                  </a:lnTo>
                  <a:lnTo>
                    <a:pt x="151042" y="779"/>
                  </a:lnTo>
                  <a:lnTo>
                    <a:pt x="145695" y="1384"/>
                  </a:lnTo>
                  <a:lnTo>
                    <a:pt x="140369" y="2161"/>
                  </a:lnTo>
                  <a:lnTo>
                    <a:pt x="135072" y="3109"/>
                  </a:lnTo>
                  <a:lnTo>
                    <a:pt x="129807" y="4227"/>
                  </a:lnTo>
                  <a:lnTo>
                    <a:pt x="124582" y="5514"/>
                  </a:lnTo>
                  <a:lnTo>
                    <a:pt x="119400" y="6968"/>
                  </a:lnTo>
                  <a:lnTo>
                    <a:pt x="114268" y="8589"/>
                  </a:lnTo>
                  <a:lnTo>
                    <a:pt x="109191" y="10374"/>
                  </a:lnTo>
                  <a:lnTo>
                    <a:pt x="104174" y="12321"/>
                  </a:lnTo>
                  <a:lnTo>
                    <a:pt x="99222" y="14429"/>
                  </a:lnTo>
                  <a:lnTo>
                    <a:pt x="94341" y="16695"/>
                  </a:lnTo>
                  <a:lnTo>
                    <a:pt x="89535" y="19117"/>
                  </a:lnTo>
                  <a:lnTo>
                    <a:pt x="84809" y="21693"/>
                  </a:lnTo>
                  <a:lnTo>
                    <a:pt x="80169" y="24419"/>
                  </a:lnTo>
                  <a:lnTo>
                    <a:pt x="75619" y="27293"/>
                  </a:lnTo>
                  <a:lnTo>
                    <a:pt x="71164" y="30312"/>
                  </a:lnTo>
                  <a:lnTo>
                    <a:pt x="66809" y="33473"/>
                  </a:lnTo>
                  <a:lnTo>
                    <a:pt x="62557" y="36773"/>
                  </a:lnTo>
                  <a:lnTo>
                    <a:pt x="58414" y="40208"/>
                  </a:lnTo>
                  <a:lnTo>
                    <a:pt x="54384" y="43774"/>
                  </a:lnTo>
                  <a:lnTo>
                    <a:pt x="50470" y="47469"/>
                  </a:lnTo>
                  <a:lnTo>
                    <a:pt x="46677" y="51287"/>
                  </a:lnTo>
                  <a:lnTo>
                    <a:pt x="43010" y="55225"/>
                  </a:lnTo>
                  <a:lnTo>
                    <a:pt x="39471" y="59280"/>
                  </a:lnTo>
                  <a:lnTo>
                    <a:pt x="36064" y="63446"/>
                  </a:lnTo>
                  <a:lnTo>
                    <a:pt x="32793" y="67720"/>
                  </a:lnTo>
                  <a:lnTo>
                    <a:pt x="29662" y="72097"/>
                  </a:lnTo>
                  <a:lnTo>
                    <a:pt x="26673" y="76572"/>
                  </a:lnTo>
                  <a:lnTo>
                    <a:pt x="23829" y="81141"/>
                  </a:lnTo>
                  <a:lnTo>
                    <a:pt x="21134" y="85800"/>
                  </a:lnTo>
                  <a:lnTo>
                    <a:pt x="18591" y="90543"/>
                  </a:lnTo>
                  <a:lnTo>
                    <a:pt x="16201" y="95365"/>
                  </a:lnTo>
                  <a:lnTo>
                    <a:pt x="13968" y="100262"/>
                  </a:lnTo>
                  <a:lnTo>
                    <a:pt x="11894" y="105227"/>
                  </a:lnTo>
                  <a:lnTo>
                    <a:pt x="9981" y="110258"/>
                  </a:lnTo>
                  <a:lnTo>
                    <a:pt x="8230" y="115347"/>
                  </a:lnTo>
                  <a:lnTo>
                    <a:pt x="6645" y="120490"/>
                  </a:lnTo>
                  <a:lnTo>
                    <a:pt x="5225" y="125681"/>
                  </a:lnTo>
                  <a:lnTo>
                    <a:pt x="3974" y="130915"/>
                  </a:lnTo>
                  <a:lnTo>
                    <a:pt x="2891" y="136187"/>
                  </a:lnTo>
                  <a:lnTo>
                    <a:pt x="1979" y="141491"/>
                  </a:lnTo>
                  <a:lnTo>
                    <a:pt x="1238" y="146821"/>
                  </a:lnTo>
                  <a:lnTo>
                    <a:pt x="669" y="152173"/>
                  </a:lnTo>
                  <a:lnTo>
                    <a:pt x="273" y="157540"/>
                  </a:lnTo>
                  <a:lnTo>
                    <a:pt x="50" y="162917"/>
                  </a:lnTo>
                  <a:lnTo>
                    <a:pt x="0" y="168299"/>
                  </a:lnTo>
                  <a:lnTo>
                    <a:pt x="123" y="173679"/>
                  </a:lnTo>
                  <a:lnTo>
                    <a:pt x="419" y="179053"/>
                  </a:lnTo>
                  <a:lnTo>
                    <a:pt x="888" y="184414"/>
                  </a:lnTo>
                  <a:lnTo>
                    <a:pt x="1529" y="189757"/>
                  </a:lnTo>
                  <a:lnTo>
                    <a:pt x="2342" y="195077"/>
                  </a:lnTo>
                  <a:lnTo>
                    <a:pt x="3326" y="200368"/>
                  </a:lnTo>
                  <a:lnTo>
                    <a:pt x="4480" y="205625"/>
                  </a:lnTo>
                  <a:lnTo>
                    <a:pt x="5802" y="210842"/>
                  </a:lnTo>
                  <a:lnTo>
                    <a:pt x="7291" y="216013"/>
                  </a:lnTo>
                  <a:lnTo>
                    <a:pt x="8947" y="221134"/>
                  </a:lnTo>
                  <a:lnTo>
                    <a:pt x="10766" y="226199"/>
                  </a:lnTo>
                  <a:lnTo>
                    <a:pt x="12747" y="231203"/>
                  </a:lnTo>
                  <a:lnTo>
                    <a:pt x="14888" y="236141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83401" y="1138802"/>
              <a:ext cx="152274" cy="68973"/>
            </a:xfrm>
            <a:custGeom>
              <a:avLst/>
              <a:pathLst>
                <a:path w="152274" h="68973">
                  <a:moveTo>
                    <a:pt x="0" y="68973"/>
                  </a:moveTo>
                  <a:lnTo>
                    <a:pt x="15227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83401" y="1138802"/>
              <a:ext cx="152274" cy="68973"/>
            </a:xfrm>
            <a:custGeom>
              <a:avLst/>
              <a:pathLst>
                <a:path w="152274" h="68973">
                  <a:moveTo>
                    <a:pt x="0" y="68973"/>
                  </a:moveTo>
                  <a:lnTo>
                    <a:pt x="15227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83401" y="1138802"/>
              <a:ext cx="152274" cy="68973"/>
            </a:xfrm>
            <a:custGeom>
              <a:avLst/>
              <a:pathLst>
                <a:path w="152274" h="68973">
                  <a:moveTo>
                    <a:pt x="0" y="68973"/>
                  </a:moveTo>
                  <a:lnTo>
                    <a:pt x="152274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83401" y="1138802"/>
              <a:ext cx="152274" cy="68973"/>
            </a:xfrm>
            <a:custGeom>
              <a:avLst/>
              <a:pathLst>
                <a:path w="152274" h="68973">
                  <a:moveTo>
                    <a:pt x="0" y="68973"/>
                  </a:moveTo>
                  <a:lnTo>
                    <a:pt x="152274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83401" y="1138802"/>
              <a:ext cx="152274" cy="68973"/>
            </a:xfrm>
            <a:custGeom>
              <a:avLst/>
              <a:pathLst>
                <a:path w="152274" h="68973">
                  <a:moveTo>
                    <a:pt x="0" y="68973"/>
                  </a:moveTo>
                  <a:lnTo>
                    <a:pt x="15227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83401" y="1138802"/>
              <a:ext cx="152274" cy="68973"/>
            </a:xfrm>
            <a:custGeom>
              <a:avLst/>
              <a:pathLst>
                <a:path w="152274" h="68973">
                  <a:moveTo>
                    <a:pt x="0" y="68973"/>
                  </a:moveTo>
                  <a:lnTo>
                    <a:pt x="15227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83401" y="1138802"/>
              <a:ext cx="152274" cy="68973"/>
            </a:xfrm>
            <a:custGeom>
              <a:avLst/>
              <a:pathLst>
                <a:path w="152274" h="68973">
                  <a:moveTo>
                    <a:pt x="0" y="68973"/>
                  </a:moveTo>
                  <a:lnTo>
                    <a:pt x="15227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983401" y="1138802"/>
              <a:ext cx="152274" cy="68973"/>
            </a:xfrm>
            <a:custGeom>
              <a:avLst/>
              <a:pathLst>
                <a:path w="152274" h="68973">
                  <a:moveTo>
                    <a:pt x="0" y="68973"/>
                  </a:moveTo>
                  <a:lnTo>
                    <a:pt x="15227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983401" y="1138802"/>
              <a:ext cx="152274" cy="68973"/>
            </a:xfrm>
            <a:custGeom>
              <a:avLst/>
              <a:pathLst>
                <a:path w="152274" h="68973">
                  <a:moveTo>
                    <a:pt x="0" y="68973"/>
                  </a:moveTo>
                  <a:lnTo>
                    <a:pt x="15227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983401" y="1138802"/>
              <a:ext cx="152274" cy="68973"/>
            </a:xfrm>
            <a:custGeom>
              <a:avLst/>
              <a:pathLst>
                <a:path w="152274" h="68973">
                  <a:moveTo>
                    <a:pt x="0" y="68973"/>
                  </a:moveTo>
                  <a:lnTo>
                    <a:pt x="15227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983401" y="1138802"/>
              <a:ext cx="152274" cy="68973"/>
            </a:xfrm>
            <a:custGeom>
              <a:avLst/>
              <a:pathLst>
                <a:path w="152274" h="68973">
                  <a:moveTo>
                    <a:pt x="0" y="68973"/>
                  </a:moveTo>
                  <a:lnTo>
                    <a:pt x="152274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983401" y="1138802"/>
              <a:ext cx="152274" cy="68973"/>
            </a:xfrm>
            <a:custGeom>
              <a:avLst/>
              <a:pathLst>
                <a:path w="152274" h="68973">
                  <a:moveTo>
                    <a:pt x="0" y="68973"/>
                  </a:moveTo>
                  <a:lnTo>
                    <a:pt x="15227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983401" y="1138802"/>
              <a:ext cx="152274" cy="68973"/>
            </a:xfrm>
            <a:custGeom>
              <a:avLst/>
              <a:pathLst>
                <a:path w="152274" h="68973">
                  <a:moveTo>
                    <a:pt x="0" y="68973"/>
                  </a:moveTo>
                  <a:lnTo>
                    <a:pt x="15227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983401" y="1138802"/>
              <a:ext cx="152274" cy="68973"/>
            </a:xfrm>
            <a:custGeom>
              <a:avLst/>
              <a:pathLst>
                <a:path w="152274" h="68973">
                  <a:moveTo>
                    <a:pt x="0" y="68973"/>
                  </a:moveTo>
                  <a:lnTo>
                    <a:pt x="152274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983401" y="1138802"/>
              <a:ext cx="152274" cy="68973"/>
            </a:xfrm>
            <a:custGeom>
              <a:avLst/>
              <a:pathLst>
                <a:path w="152274" h="68973">
                  <a:moveTo>
                    <a:pt x="0" y="68973"/>
                  </a:moveTo>
                  <a:lnTo>
                    <a:pt x="15227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983401" y="1138802"/>
              <a:ext cx="152274" cy="68973"/>
            </a:xfrm>
            <a:custGeom>
              <a:avLst/>
              <a:pathLst>
                <a:path w="152274" h="68973">
                  <a:moveTo>
                    <a:pt x="0" y="68973"/>
                  </a:moveTo>
                  <a:lnTo>
                    <a:pt x="15227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983401" y="1138802"/>
              <a:ext cx="152274" cy="68973"/>
            </a:xfrm>
            <a:custGeom>
              <a:avLst/>
              <a:pathLst>
                <a:path w="152274" h="68973">
                  <a:moveTo>
                    <a:pt x="0" y="68973"/>
                  </a:moveTo>
                  <a:lnTo>
                    <a:pt x="15227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983401" y="1138802"/>
              <a:ext cx="152274" cy="68973"/>
            </a:xfrm>
            <a:custGeom>
              <a:avLst/>
              <a:pathLst>
                <a:path w="152274" h="68973">
                  <a:moveTo>
                    <a:pt x="0" y="68973"/>
                  </a:moveTo>
                  <a:lnTo>
                    <a:pt x="15227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983401" y="1138802"/>
              <a:ext cx="152274" cy="68973"/>
            </a:xfrm>
            <a:custGeom>
              <a:avLst/>
              <a:pathLst>
                <a:path w="152274" h="68973">
                  <a:moveTo>
                    <a:pt x="0" y="68973"/>
                  </a:moveTo>
                  <a:lnTo>
                    <a:pt x="152274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983401" y="1138802"/>
              <a:ext cx="152274" cy="68973"/>
            </a:xfrm>
            <a:custGeom>
              <a:avLst/>
              <a:pathLst>
                <a:path w="152274" h="68973">
                  <a:moveTo>
                    <a:pt x="0" y="68973"/>
                  </a:moveTo>
                  <a:lnTo>
                    <a:pt x="152274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983401" y="1065708"/>
              <a:ext cx="319440" cy="240257"/>
            </a:xfrm>
            <a:custGeom>
              <a:avLst/>
              <a:pathLst>
                <a:path w="319440" h="240257">
                  <a:moveTo>
                    <a:pt x="0" y="142067"/>
                  </a:moveTo>
                  <a:lnTo>
                    <a:pt x="2285" y="146905"/>
                  </a:lnTo>
                  <a:lnTo>
                    <a:pt x="4724" y="151667"/>
                  </a:lnTo>
                  <a:lnTo>
                    <a:pt x="7314" y="156349"/>
                  </a:lnTo>
                  <a:lnTo>
                    <a:pt x="10053" y="160946"/>
                  </a:lnTo>
                  <a:lnTo>
                    <a:pt x="12937" y="165452"/>
                  </a:lnTo>
                  <a:lnTo>
                    <a:pt x="15964" y="169864"/>
                  </a:lnTo>
                  <a:lnTo>
                    <a:pt x="19131" y="174177"/>
                  </a:lnTo>
                  <a:lnTo>
                    <a:pt x="22434" y="178386"/>
                  </a:lnTo>
                  <a:lnTo>
                    <a:pt x="25870" y="182487"/>
                  </a:lnTo>
                  <a:lnTo>
                    <a:pt x="29436" y="186477"/>
                  </a:lnTo>
                  <a:lnTo>
                    <a:pt x="33127" y="190350"/>
                  </a:lnTo>
                  <a:lnTo>
                    <a:pt x="36941" y="194103"/>
                  </a:lnTo>
                  <a:lnTo>
                    <a:pt x="40873" y="197732"/>
                  </a:lnTo>
                  <a:lnTo>
                    <a:pt x="44918" y="201233"/>
                  </a:lnTo>
                  <a:lnTo>
                    <a:pt x="49074" y="204603"/>
                  </a:lnTo>
                  <a:lnTo>
                    <a:pt x="53336" y="207838"/>
                  </a:lnTo>
                  <a:lnTo>
                    <a:pt x="57699" y="210936"/>
                  </a:lnTo>
                  <a:lnTo>
                    <a:pt x="62159" y="213892"/>
                  </a:lnTo>
                  <a:lnTo>
                    <a:pt x="66711" y="216704"/>
                  </a:lnTo>
                  <a:lnTo>
                    <a:pt x="71350" y="219368"/>
                  </a:lnTo>
                  <a:lnTo>
                    <a:pt x="76073" y="221883"/>
                  </a:lnTo>
                  <a:lnTo>
                    <a:pt x="80874" y="224246"/>
                  </a:lnTo>
                  <a:lnTo>
                    <a:pt x="85748" y="226453"/>
                  </a:lnTo>
                  <a:lnTo>
                    <a:pt x="90690" y="228504"/>
                  </a:lnTo>
                  <a:lnTo>
                    <a:pt x="95695" y="230395"/>
                  </a:lnTo>
                  <a:lnTo>
                    <a:pt x="100758" y="232125"/>
                  </a:lnTo>
                  <a:lnTo>
                    <a:pt x="105874" y="233692"/>
                  </a:lnTo>
                  <a:lnTo>
                    <a:pt x="111037" y="235095"/>
                  </a:lnTo>
                  <a:lnTo>
                    <a:pt x="116243" y="236332"/>
                  </a:lnTo>
                  <a:lnTo>
                    <a:pt x="121485" y="237401"/>
                  </a:lnTo>
                  <a:lnTo>
                    <a:pt x="126759" y="238302"/>
                  </a:lnTo>
                  <a:lnTo>
                    <a:pt x="132060" y="239034"/>
                  </a:lnTo>
                  <a:lnTo>
                    <a:pt x="137380" y="239596"/>
                  </a:lnTo>
                  <a:lnTo>
                    <a:pt x="142717" y="239988"/>
                  </a:lnTo>
                  <a:lnTo>
                    <a:pt x="148063" y="240208"/>
                  </a:lnTo>
                  <a:lnTo>
                    <a:pt x="153413" y="240257"/>
                  </a:lnTo>
                  <a:lnTo>
                    <a:pt x="158762" y="240135"/>
                  </a:lnTo>
                  <a:lnTo>
                    <a:pt x="164105" y="239842"/>
                  </a:lnTo>
                  <a:lnTo>
                    <a:pt x="169435" y="239378"/>
                  </a:lnTo>
                  <a:lnTo>
                    <a:pt x="174748" y="238744"/>
                  </a:lnTo>
                  <a:lnTo>
                    <a:pt x="180037" y="237940"/>
                  </a:lnTo>
                  <a:lnTo>
                    <a:pt x="185299" y="236967"/>
                  </a:lnTo>
                  <a:lnTo>
                    <a:pt x="190526" y="235826"/>
                  </a:lnTo>
                  <a:lnTo>
                    <a:pt x="195715" y="234518"/>
                  </a:lnTo>
                  <a:lnTo>
                    <a:pt x="200858" y="233045"/>
                  </a:lnTo>
                  <a:lnTo>
                    <a:pt x="205952" y="231409"/>
                  </a:lnTo>
                  <a:lnTo>
                    <a:pt x="210991" y="229610"/>
                  </a:lnTo>
                  <a:lnTo>
                    <a:pt x="215970" y="227650"/>
                  </a:lnTo>
                  <a:lnTo>
                    <a:pt x="220884" y="225533"/>
                  </a:lnTo>
                  <a:lnTo>
                    <a:pt x="225727" y="223259"/>
                  </a:lnTo>
                  <a:lnTo>
                    <a:pt x="230495" y="220831"/>
                  </a:lnTo>
                  <a:lnTo>
                    <a:pt x="235183" y="218252"/>
                  </a:lnTo>
                  <a:lnTo>
                    <a:pt x="239786" y="215525"/>
                  </a:lnTo>
                  <a:lnTo>
                    <a:pt x="244300" y="212651"/>
                  </a:lnTo>
                  <a:lnTo>
                    <a:pt x="248719" y="209634"/>
                  </a:lnTo>
                  <a:lnTo>
                    <a:pt x="253039" y="206478"/>
                  </a:lnTo>
                  <a:lnTo>
                    <a:pt x="257256" y="203185"/>
                  </a:lnTo>
                  <a:lnTo>
                    <a:pt x="261366" y="199759"/>
                  </a:lnTo>
                  <a:lnTo>
                    <a:pt x="265363" y="196202"/>
                  </a:lnTo>
                  <a:lnTo>
                    <a:pt x="269245" y="192520"/>
                  </a:lnTo>
                  <a:lnTo>
                    <a:pt x="273007" y="188716"/>
                  </a:lnTo>
                  <a:lnTo>
                    <a:pt x="276646" y="184793"/>
                  </a:lnTo>
                  <a:lnTo>
                    <a:pt x="280157" y="180755"/>
                  </a:lnTo>
                  <a:lnTo>
                    <a:pt x="283537" y="176607"/>
                  </a:lnTo>
                  <a:lnTo>
                    <a:pt x="286782" y="172354"/>
                  </a:lnTo>
                  <a:lnTo>
                    <a:pt x="289890" y="167998"/>
                  </a:lnTo>
                  <a:lnTo>
                    <a:pt x="292857" y="163545"/>
                  </a:lnTo>
                  <a:lnTo>
                    <a:pt x="295679" y="159000"/>
                  </a:lnTo>
                  <a:lnTo>
                    <a:pt x="298355" y="154367"/>
                  </a:lnTo>
                  <a:lnTo>
                    <a:pt x="300881" y="149650"/>
                  </a:lnTo>
                  <a:lnTo>
                    <a:pt x="303255" y="144855"/>
                  </a:lnTo>
                  <a:lnTo>
                    <a:pt x="305475" y="139986"/>
                  </a:lnTo>
                  <a:lnTo>
                    <a:pt x="307537" y="135049"/>
                  </a:lnTo>
                  <a:lnTo>
                    <a:pt x="309440" y="130049"/>
                  </a:lnTo>
                  <a:lnTo>
                    <a:pt x="311182" y="124990"/>
                  </a:lnTo>
                  <a:lnTo>
                    <a:pt x="312762" y="119878"/>
                  </a:lnTo>
                  <a:lnTo>
                    <a:pt x="314177" y="114718"/>
                  </a:lnTo>
                  <a:lnTo>
                    <a:pt x="315426" y="109515"/>
                  </a:lnTo>
                  <a:lnTo>
                    <a:pt x="316508" y="104275"/>
                  </a:lnTo>
                  <a:lnTo>
                    <a:pt x="317422" y="99003"/>
                  </a:lnTo>
                  <a:lnTo>
                    <a:pt x="318166" y="93705"/>
                  </a:lnTo>
                  <a:lnTo>
                    <a:pt x="318741" y="88385"/>
                  </a:lnTo>
                  <a:lnTo>
                    <a:pt x="319145" y="83050"/>
                  </a:lnTo>
                  <a:lnTo>
                    <a:pt x="319378" y="77704"/>
                  </a:lnTo>
                  <a:lnTo>
                    <a:pt x="319440" y="72354"/>
                  </a:lnTo>
                  <a:lnTo>
                    <a:pt x="319331" y="67005"/>
                  </a:lnTo>
                  <a:lnTo>
                    <a:pt x="319050" y="61662"/>
                  </a:lnTo>
                  <a:lnTo>
                    <a:pt x="318599" y="56330"/>
                  </a:lnTo>
                  <a:lnTo>
                    <a:pt x="317977" y="51016"/>
                  </a:lnTo>
                  <a:lnTo>
                    <a:pt x="317186" y="45724"/>
                  </a:lnTo>
                  <a:lnTo>
                    <a:pt x="316226" y="40461"/>
                  </a:lnTo>
                  <a:lnTo>
                    <a:pt x="315097" y="35230"/>
                  </a:lnTo>
                  <a:lnTo>
                    <a:pt x="313802" y="30039"/>
                  </a:lnTo>
                  <a:lnTo>
                    <a:pt x="312342" y="24892"/>
                  </a:lnTo>
                  <a:lnTo>
                    <a:pt x="310717" y="19794"/>
                  </a:lnTo>
                  <a:lnTo>
                    <a:pt x="308930" y="14750"/>
                  </a:lnTo>
                  <a:lnTo>
                    <a:pt x="306983" y="9767"/>
                  </a:lnTo>
                  <a:lnTo>
                    <a:pt x="304877" y="4848"/>
                  </a:lnTo>
                  <a:lnTo>
                    <a:pt x="302615" y="0"/>
                  </a:lnTo>
                  <a:lnTo>
                    <a:pt x="152274" y="7309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135676" y="971635"/>
              <a:ext cx="150340" cy="167167"/>
            </a:xfrm>
            <a:custGeom>
              <a:avLst/>
              <a:pathLst>
                <a:path w="150340" h="167167">
                  <a:moveTo>
                    <a:pt x="150340" y="94073"/>
                  </a:moveTo>
                  <a:lnTo>
                    <a:pt x="147855" y="89169"/>
                  </a:lnTo>
                  <a:lnTo>
                    <a:pt x="145210" y="84349"/>
                  </a:lnTo>
                  <a:lnTo>
                    <a:pt x="142408" y="79618"/>
                  </a:lnTo>
                  <a:lnTo>
                    <a:pt x="139452" y="74983"/>
                  </a:lnTo>
                  <a:lnTo>
                    <a:pt x="136345" y="70447"/>
                  </a:lnTo>
                  <a:lnTo>
                    <a:pt x="133091" y="66016"/>
                  </a:lnTo>
                  <a:lnTo>
                    <a:pt x="129693" y="61694"/>
                  </a:lnTo>
                  <a:lnTo>
                    <a:pt x="126154" y="57486"/>
                  </a:lnTo>
                  <a:lnTo>
                    <a:pt x="122479" y="53397"/>
                  </a:lnTo>
                  <a:lnTo>
                    <a:pt x="118672" y="49431"/>
                  </a:lnTo>
                  <a:lnTo>
                    <a:pt x="114736" y="45592"/>
                  </a:lnTo>
                  <a:lnTo>
                    <a:pt x="110676" y="41885"/>
                  </a:lnTo>
                  <a:lnTo>
                    <a:pt x="106496" y="38313"/>
                  </a:lnTo>
                  <a:lnTo>
                    <a:pt x="102202" y="34881"/>
                  </a:lnTo>
                  <a:lnTo>
                    <a:pt x="97796" y="31591"/>
                  </a:lnTo>
                  <a:lnTo>
                    <a:pt x="93285" y="28449"/>
                  </a:lnTo>
                  <a:lnTo>
                    <a:pt x="88673" y="25456"/>
                  </a:lnTo>
                  <a:lnTo>
                    <a:pt x="83965" y="22617"/>
                  </a:lnTo>
                  <a:lnTo>
                    <a:pt x="79166" y="19934"/>
                  </a:lnTo>
                  <a:lnTo>
                    <a:pt x="74282" y="17410"/>
                  </a:lnTo>
                  <a:lnTo>
                    <a:pt x="69317" y="15048"/>
                  </a:lnTo>
                  <a:lnTo>
                    <a:pt x="64277" y="12851"/>
                  </a:lnTo>
                  <a:lnTo>
                    <a:pt x="59168" y="10821"/>
                  </a:lnTo>
                  <a:lnTo>
                    <a:pt x="53995" y="8960"/>
                  </a:lnTo>
                  <a:lnTo>
                    <a:pt x="48763" y="7270"/>
                  </a:lnTo>
                  <a:lnTo>
                    <a:pt x="43479" y="5753"/>
                  </a:lnTo>
                  <a:lnTo>
                    <a:pt x="38147" y="4410"/>
                  </a:lnTo>
                  <a:lnTo>
                    <a:pt x="32775" y="3244"/>
                  </a:lnTo>
                  <a:lnTo>
                    <a:pt x="27366" y="2255"/>
                  </a:lnTo>
                  <a:lnTo>
                    <a:pt x="21929" y="1444"/>
                  </a:lnTo>
                  <a:lnTo>
                    <a:pt x="16467" y="813"/>
                  </a:lnTo>
                  <a:lnTo>
                    <a:pt x="10988" y="361"/>
                  </a:lnTo>
                  <a:lnTo>
                    <a:pt x="5497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538564" y="941493"/>
              <a:ext cx="78716" cy="167167"/>
            </a:xfrm>
            <a:custGeom>
              <a:avLst/>
              <a:pathLst>
                <a:path w="78716" h="167167">
                  <a:moveTo>
                    <a:pt x="78716" y="0"/>
                  </a:moveTo>
                  <a:lnTo>
                    <a:pt x="72863" y="102"/>
                  </a:lnTo>
                  <a:lnTo>
                    <a:pt x="67017" y="409"/>
                  </a:lnTo>
                  <a:lnTo>
                    <a:pt x="61185" y="921"/>
                  </a:lnTo>
                  <a:lnTo>
                    <a:pt x="55375" y="1637"/>
                  </a:lnTo>
                  <a:lnTo>
                    <a:pt x="49593" y="2556"/>
                  </a:lnTo>
                  <a:lnTo>
                    <a:pt x="43848" y="3676"/>
                  </a:lnTo>
                  <a:lnTo>
                    <a:pt x="38145" y="4997"/>
                  </a:lnTo>
                  <a:lnTo>
                    <a:pt x="32491" y="6517"/>
                  </a:lnTo>
                  <a:lnTo>
                    <a:pt x="26895" y="8234"/>
                  </a:lnTo>
                  <a:lnTo>
                    <a:pt x="21362" y="10146"/>
                  </a:lnTo>
                  <a:lnTo>
                    <a:pt x="15899" y="12251"/>
                  </a:lnTo>
                  <a:lnTo>
                    <a:pt x="10513" y="14545"/>
                  </a:lnTo>
                  <a:lnTo>
                    <a:pt x="5211" y="17027"/>
                  </a:lnTo>
                  <a:lnTo>
                    <a:pt x="0" y="19693"/>
                  </a:lnTo>
                  <a:lnTo>
                    <a:pt x="7871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538564" y="961186"/>
              <a:ext cx="78716" cy="147474"/>
            </a:xfrm>
            <a:custGeom>
              <a:avLst/>
              <a:pathLst>
                <a:path w="78716" h="147474">
                  <a:moveTo>
                    <a:pt x="0" y="0"/>
                  </a:moveTo>
                  <a:lnTo>
                    <a:pt x="78716" y="14747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538564" y="961186"/>
              <a:ext cx="78716" cy="147474"/>
            </a:xfrm>
            <a:custGeom>
              <a:avLst/>
              <a:pathLst>
                <a:path w="78716" h="147474">
                  <a:moveTo>
                    <a:pt x="0" y="0"/>
                  </a:moveTo>
                  <a:lnTo>
                    <a:pt x="78716" y="14747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538564" y="961186"/>
              <a:ext cx="78716" cy="147474"/>
            </a:xfrm>
            <a:custGeom>
              <a:avLst/>
              <a:pathLst>
                <a:path w="78716" h="147474">
                  <a:moveTo>
                    <a:pt x="0" y="0"/>
                  </a:moveTo>
                  <a:lnTo>
                    <a:pt x="78716" y="14747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538564" y="961186"/>
              <a:ext cx="78716" cy="147474"/>
            </a:xfrm>
            <a:custGeom>
              <a:avLst/>
              <a:pathLst>
                <a:path w="78716" h="147474">
                  <a:moveTo>
                    <a:pt x="0" y="0"/>
                  </a:moveTo>
                  <a:lnTo>
                    <a:pt x="78716" y="14747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538564" y="961186"/>
              <a:ext cx="78716" cy="147474"/>
            </a:xfrm>
            <a:custGeom>
              <a:avLst/>
              <a:pathLst>
                <a:path w="78716" h="147474">
                  <a:moveTo>
                    <a:pt x="0" y="0"/>
                  </a:moveTo>
                  <a:lnTo>
                    <a:pt x="78716" y="14747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538564" y="961186"/>
              <a:ext cx="78716" cy="147474"/>
            </a:xfrm>
            <a:custGeom>
              <a:avLst/>
              <a:pathLst>
                <a:path w="78716" h="147474">
                  <a:moveTo>
                    <a:pt x="0" y="0"/>
                  </a:moveTo>
                  <a:lnTo>
                    <a:pt x="78716" y="1474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538564" y="961186"/>
              <a:ext cx="78716" cy="147474"/>
            </a:xfrm>
            <a:custGeom>
              <a:avLst/>
              <a:pathLst>
                <a:path w="78716" h="147474">
                  <a:moveTo>
                    <a:pt x="0" y="0"/>
                  </a:moveTo>
                  <a:lnTo>
                    <a:pt x="78716" y="1474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538564" y="961186"/>
              <a:ext cx="78716" cy="147474"/>
            </a:xfrm>
            <a:custGeom>
              <a:avLst/>
              <a:pathLst>
                <a:path w="78716" h="147474">
                  <a:moveTo>
                    <a:pt x="0" y="0"/>
                  </a:moveTo>
                  <a:lnTo>
                    <a:pt x="78716" y="1474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538564" y="961186"/>
              <a:ext cx="78716" cy="147474"/>
            </a:xfrm>
            <a:custGeom>
              <a:avLst/>
              <a:pathLst>
                <a:path w="78716" h="147474">
                  <a:moveTo>
                    <a:pt x="0" y="0"/>
                  </a:moveTo>
                  <a:lnTo>
                    <a:pt x="78716" y="1474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538564" y="961186"/>
              <a:ext cx="78716" cy="147474"/>
            </a:xfrm>
            <a:custGeom>
              <a:avLst/>
              <a:pathLst>
                <a:path w="78716" h="147474">
                  <a:moveTo>
                    <a:pt x="0" y="0"/>
                  </a:moveTo>
                  <a:lnTo>
                    <a:pt x="78716" y="14747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538564" y="961186"/>
              <a:ext cx="78716" cy="147474"/>
            </a:xfrm>
            <a:custGeom>
              <a:avLst/>
              <a:pathLst>
                <a:path w="78716" h="147474">
                  <a:moveTo>
                    <a:pt x="0" y="0"/>
                  </a:moveTo>
                  <a:lnTo>
                    <a:pt x="78716" y="14747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538564" y="961186"/>
              <a:ext cx="78716" cy="147474"/>
            </a:xfrm>
            <a:custGeom>
              <a:avLst/>
              <a:pathLst>
                <a:path w="78716" h="147474">
                  <a:moveTo>
                    <a:pt x="0" y="0"/>
                  </a:moveTo>
                  <a:lnTo>
                    <a:pt x="78716" y="14747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538564" y="961186"/>
              <a:ext cx="78716" cy="147474"/>
            </a:xfrm>
            <a:custGeom>
              <a:avLst/>
              <a:pathLst>
                <a:path w="78716" h="147474">
                  <a:moveTo>
                    <a:pt x="0" y="0"/>
                  </a:moveTo>
                  <a:lnTo>
                    <a:pt x="78716" y="14747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538564" y="961186"/>
              <a:ext cx="78716" cy="147474"/>
            </a:xfrm>
            <a:custGeom>
              <a:avLst/>
              <a:pathLst>
                <a:path w="78716" h="147474">
                  <a:moveTo>
                    <a:pt x="0" y="0"/>
                  </a:moveTo>
                  <a:lnTo>
                    <a:pt x="78716" y="1474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538564" y="961186"/>
              <a:ext cx="78716" cy="147474"/>
            </a:xfrm>
            <a:custGeom>
              <a:avLst/>
              <a:pathLst>
                <a:path w="78716" h="147474">
                  <a:moveTo>
                    <a:pt x="0" y="0"/>
                  </a:moveTo>
                  <a:lnTo>
                    <a:pt x="78716" y="1474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538564" y="961186"/>
              <a:ext cx="78716" cy="147474"/>
            </a:xfrm>
            <a:custGeom>
              <a:avLst/>
              <a:pathLst>
                <a:path w="78716" h="147474">
                  <a:moveTo>
                    <a:pt x="0" y="0"/>
                  </a:moveTo>
                  <a:lnTo>
                    <a:pt x="78716" y="1474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538564" y="961186"/>
              <a:ext cx="78716" cy="147474"/>
            </a:xfrm>
            <a:custGeom>
              <a:avLst/>
              <a:pathLst>
                <a:path w="78716" h="147474">
                  <a:moveTo>
                    <a:pt x="0" y="0"/>
                  </a:moveTo>
                  <a:lnTo>
                    <a:pt x="78716" y="1474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538564" y="961186"/>
              <a:ext cx="78716" cy="147474"/>
            </a:xfrm>
            <a:custGeom>
              <a:avLst/>
              <a:pathLst>
                <a:path w="78716" h="147474">
                  <a:moveTo>
                    <a:pt x="0" y="0"/>
                  </a:moveTo>
                  <a:lnTo>
                    <a:pt x="78716" y="14747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538564" y="961186"/>
              <a:ext cx="78716" cy="147474"/>
            </a:xfrm>
            <a:custGeom>
              <a:avLst/>
              <a:pathLst>
                <a:path w="78716" h="147474">
                  <a:moveTo>
                    <a:pt x="0" y="0"/>
                  </a:moveTo>
                  <a:lnTo>
                    <a:pt x="78716" y="14747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450112" y="944882"/>
              <a:ext cx="334334" cy="330927"/>
            </a:xfrm>
            <a:custGeom>
              <a:avLst/>
              <a:pathLst>
                <a:path w="334334" h="330927">
                  <a:moveTo>
                    <a:pt x="88451" y="16303"/>
                  </a:moveTo>
                  <a:lnTo>
                    <a:pt x="83806" y="18878"/>
                  </a:lnTo>
                  <a:lnTo>
                    <a:pt x="79246" y="21599"/>
                  </a:lnTo>
                  <a:lnTo>
                    <a:pt x="74774" y="24463"/>
                  </a:lnTo>
                  <a:lnTo>
                    <a:pt x="70396" y="27468"/>
                  </a:lnTo>
                  <a:lnTo>
                    <a:pt x="66115" y="30610"/>
                  </a:lnTo>
                  <a:lnTo>
                    <a:pt x="61936" y="33887"/>
                  </a:lnTo>
                  <a:lnTo>
                    <a:pt x="57864" y="37295"/>
                  </a:lnTo>
                  <a:lnTo>
                    <a:pt x="53901" y="40831"/>
                  </a:lnTo>
                  <a:lnTo>
                    <a:pt x="50053" y="44490"/>
                  </a:lnTo>
                  <a:lnTo>
                    <a:pt x="46324" y="48270"/>
                  </a:lnTo>
                  <a:lnTo>
                    <a:pt x="42716" y="52167"/>
                  </a:lnTo>
                  <a:lnTo>
                    <a:pt x="39234" y="56176"/>
                  </a:lnTo>
                  <a:lnTo>
                    <a:pt x="35880" y="60294"/>
                  </a:lnTo>
                  <a:lnTo>
                    <a:pt x="32660" y="64516"/>
                  </a:lnTo>
                  <a:lnTo>
                    <a:pt x="29575" y="68839"/>
                  </a:lnTo>
                  <a:lnTo>
                    <a:pt x="26629" y="73257"/>
                  </a:lnTo>
                  <a:lnTo>
                    <a:pt x="23824" y="77766"/>
                  </a:lnTo>
                  <a:lnTo>
                    <a:pt x="21165" y="82363"/>
                  </a:lnTo>
                  <a:lnTo>
                    <a:pt x="18653" y="87041"/>
                  </a:lnTo>
                  <a:lnTo>
                    <a:pt x="16290" y="91797"/>
                  </a:lnTo>
                  <a:lnTo>
                    <a:pt x="14080" y="96626"/>
                  </a:lnTo>
                  <a:lnTo>
                    <a:pt x="12024" y="101522"/>
                  </a:lnTo>
                  <a:lnTo>
                    <a:pt x="10125" y="106481"/>
                  </a:lnTo>
                  <a:lnTo>
                    <a:pt x="8385" y="111498"/>
                  </a:lnTo>
                  <a:lnTo>
                    <a:pt x="6804" y="116568"/>
                  </a:lnTo>
                  <a:lnTo>
                    <a:pt x="5386" y="121685"/>
                  </a:lnTo>
                  <a:lnTo>
                    <a:pt x="4130" y="126845"/>
                  </a:lnTo>
                  <a:lnTo>
                    <a:pt x="3039" y="132042"/>
                  </a:lnTo>
                  <a:lnTo>
                    <a:pt x="2114" y="137271"/>
                  </a:lnTo>
                  <a:lnTo>
                    <a:pt x="1356" y="142527"/>
                  </a:lnTo>
                  <a:lnTo>
                    <a:pt x="764" y="147805"/>
                  </a:lnTo>
                  <a:lnTo>
                    <a:pt x="341" y="153098"/>
                  </a:lnTo>
                  <a:lnTo>
                    <a:pt x="86" y="158402"/>
                  </a:lnTo>
                  <a:lnTo>
                    <a:pt x="0" y="163712"/>
                  </a:lnTo>
                  <a:lnTo>
                    <a:pt x="82" y="169022"/>
                  </a:lnTo>
                  <a:lnTo>
                    <a:pt x="333" y="174326"/>
                  </a:lnTo>
                  <a:lnTo>
                    <a:pt x="752" y="179620"/>
                  </a:lnTo>
                  <a:lnTo>
                    <a:pt x="1339" y="184898"/>
                  </a:lnTo>
                  <a:lnTo>
                    <a:pt x="2094" y="190154"/>
                  </a:lnTo>
                  <a:lnTo>
                    <a:pt x="3015" y="195384"/>
                  </a:lnTo>
                  <a:lnTo>
                    <a:pt x="4101" y="200582"/>
                  </a:lnTo>
                  <a:lnTo>
                    <a:pt x="5353" y="205743"/>
                  </a:lnTo>
                  <a:lnTo>
                    <a:pt x="6767" y="210861"/>
                  </a:lnTo>
                  <a:lnTo>
                    <a:pt x="8344" y="215932"/>
                  </a:lnTo>
                  <a:lnTo>
                    <a:pt x="10080" y="220951"/>
                  </a:lnTo>
                  <a:lnTo>
                    <a:pt x="11976" y="225911"/>
                  </a:lnTo>
                  <a:lnTo>
                    <a:pt x="14027" y="230809"/>
                  </a:lnTo>
                  <a:lnTo>
                    <a:pt x="16234" y="235640"/>
                  </a:lnTo>
                  <a:lnTo>
                    <a:pt x="18593" y="240397"/>
                  </a:lnTo>
                  <a:lnTo>
                    <a:pt x="21101" y="245078"/>
                  </a:lnTo>
                  <a:lnTo>
                    <a:pt x="23757" y="249676"/>
                  </a:lnTo>
                  <a:lnTo>
                    <a:pt x="26558" y="254188"/>
                  </a:lnTo>
                  <a:lnTo>
                    <a:pt x="29501" y="258608"/>
                  </a:lnTo>
                  <a:lnTo>
                    <a:pt x="32582" y="262933"/>
                  </a:lnTo>
                  <a:lnTo>
                    <a:pt x="35799" y="267158"/>
                  </a:lnTo>
                  <a:lnTo>
                    <a:pt x="39149" y="271278"/>
                  </a:lnTo>
                  <a:lnTo>
                    <a:pt x="42629" y="275290"/>
                  </a:lnTo>
                  <a:lnTo>
                    <a:pt x="46233" y="279190"/>
                  </a:lnTo>
                  <a:lnTo>
                    <a:pt x="49960" y="282973"/>
                  </a:lnTo>
                  <a:lnTo>
                    <a:pt x="53805" y="286635"/>
                  </a:lnTo>
                  <a:lnTo>
                    <a:pt x="57765" y="290174"/>
                  </a:lnTo>
                  <a:lnTo>
                    <a:pt x="61835" y="293585"/>
                  </a:lnTo>
                  <a:lnTo>
                    <a:pt x="66011" y="296865"/>
                  </a:lnTo>
                  <a:lnTo>
                    <a:pt x="70289" y="300011"/>
                  </a:lnTo>
                  <a:lnTo>
                    <a:pt x="74665" y="303020"/>
                  </a:lnTo>
                  <a:lnTo>
                    <a:pt x="79134" y="305887"/>
                  </a:lnTo>
                  <a:lnTo>
                    <a:pt x="83693" y="308612"/>
                  </a:lnTo>
                  <a:lnTo>
                    <a:pt x="88335" y="311190"/>
                  </a:lnTo>
                  <a:lnTo>
                    <a:pt x="93057" y="313620"/>
                  </a:lnTo>
                  <a:lnTo>
                    <a:pt x="97854" y="315898"/>
                  </a:lnTo>
                  <a:lnTo>
                    <a:pt x="102721" y="318023"/>
                  </a:lnTo>
                  <a:lnTo>
                    <a:pt x="107652" y="319992"/>
                  </a:lnTo>
                  <a:lnTo>
                    <a:pt x="112644" y="321803"/>
                  </a:lnTo>
                  <a:lnTo>
                    <a:pt x="117691" y="323455"/>
                  </a:lnTo>
                  <a:lnTo>
                    <a:pt x="122788" y="324946"/>
                  </a:lnTo>
                  <a:lnTo>
                    <a:pt x="127929" y="326275"/>
                  </a:lnTo>
                  <a:lnTo>
                    <a:pt x="133111" y="327439"/>
                  </a:lnTo>
                  <a:lnTo>
                    <a:pt x="138326" y="328438"/>
                  </a:lnTo>
                  <a:lnTo>
                    <a:pt x="143571" y="329271"/>
                  </a:lnTo>
                  <a:lnTo>
                    <a:pt x="148839" y="329937"/>
                  </a:lnTo>
                  <a:lnTo>
                    <a:pt x="154126" y="330435"/>
                  </a:lnTo>
                  <a:lnTo>
                    <a:pt x="159426" y="330766"/>
                  </a:lnTo>
                  <a:lnTo>
                    <a:pt x="164734" y="330927"/>
                  </a:lnTo>
                  <a:lnTo>
                    <a:pt x="170044" y="330920"/>
                  </a:lnTo>
                  <a:lnTo>
                    <a:pt x="175352" y="330744"/>
                  </a:lnTo>
                  <a:lnTo>
                    <a:pt x="180651" y="330400"/>
                  </a:lnTo>
                  <a:lnTo>
                    <a:pt x="185937" y="329888"/>
                  </a:lnTo>
                  <a:lnTo>
                    <a:pt x="191203" y="329208"/>
                  </a:lnTo>
                  <a:lnTo>
                    <a:pt x="196446" y="328361"/>
                  </a:lnTo>
                  <a:lnTo>
                    <a:pt x="201659" y="327348"/>
                  </a:lnTo>
                  <a:lnTo>
                    <a:pt x="206837" y="326170"/>
                  </a:lnTo>
                  <a:lnTo>
                    <a:pt x="211975" y="324828"/>
                  </a:lnTo>
                  <a:lnTo>
                    <a:pt x="217067" y="323323"/>
                  </a:lnTo>
                  <a:lnTo>
                    <a:pt x="222110" y="321658"/>
                  </a:lnTo>
                  <a:lnTo>
                    <a:pt x="227097" y="319833"/>
                  </a:lnTo>
                  <a:lnTo>
                    <a:pt x="232023" y="317851"/>
                  </a:lnTo>
                  <a:lnTo>
                    <a:pt x="236884" y="315713"/>
                  </a:lnTo>
                  <a:lnTo>
                    <a:pt x="241675" y="313422"/>
                  </a:lnTo>
                  <a:lnTo>
                    <a:pt x="246391" y="310980"/>
                  </a:lnTo>
                  <a:lnTo>
                    <a:pt x="251026" y="308389"/>
                  </a:lnTo>
                  <a:lnTo>
                    <a:pt x="255577" y="305653"/>
                  </a:lnTo>
                  <a:lnTo>
                    <a:pt x="260039" y="302773"/>
                  </a:lnTo>
                  <a:lnTo>
                    <a:pt x="264407" y="299753"/>
                  </a:lnTo>
                  <a:lnTo>
                    <a:pt x="268677" y="296596"/>
                  </a:lnTo>
                  <a:lnTo>
                    <a:pt x="272844" y="293305"/>
                  </a:lnTo>
                  <a:lnTo>
                    <a:pt x="276905" y="289883"/>
                  </a:lnTo>
                  <a:lnTo>
                    <a:pt x="280855" y="286333"/>
                  </a:lnTo>
                  <a:lnTo>
                    <a:pt x="284690" y="282660"/>
                  </a:lnTo>
                  <a:lnTo>
                    <a:pt x="288407" y="278868"/>
                  </a:lnTo>
                  <a:lnTo>
                    <a:pt x="292002" y="274959"/>
                  </a:lnTo>
                  <a:lnTo>
                    <a:pt x="295470" y="270937"/>
                  </a:lnTo>
                  <a:lnTo>
                    <a:pt x="298809" y="266808"/>
                  </a:lnTo>
                  <a:lnTo>
                    <a:pt x="302015" y="262575"/>
                  </a:lnTo>
                  <a:lnTo>
                    <a:pt x="305085" y="258242"/>
                  </a:lnTo>
                  <a:lnTo>
                    <a:pt x="308016" y="253814"/>
                  </a:lnTo>
                  <a:lnTo>
                    <a:pt x="310805" y="249294"/>
                  </a:lnTo>
                  <a:lnTo>
                    <a:pt x="313448" y="244689"/>
                  </a:lnTo>
                  <a:lnTo>
                    <a:pt x="315945" y="240002"/>
                  </a:lnTo>
                  <a:lnTo>
                    <a:pt x="318291" y="235238"/>
                  </a:lnTo>
                  <a:lnTo>
                    <a:pt x="320484" y="230402"/>
                  </a:lnTo>
                  <a:lnTo>
                    <a:pt x="322523" y="225498"/>
                  </a:lnTo>
                  <a:lnTo>
                    <a:pt x="324405" y="220533"/>
                  </a:lnTo>
                  <a:lnTo>
                    <a:pt x="326128" y="215510"/>
                  </a:lnTo>
                  <a:lnTo>
                    <a:pt x="327691" y="210434"/>
                  </a:lnTo>
                  <a:lnTo>
                    <a:pt x="329092" y="205312"/>
                  </a:lnTo>
                  <a:lnTo>
                    <a:pt x="330330" y="200148"/>
                  </a:lnTo>
                  <a:lnTo>
                    <a:pt x="331403" y="194947"/>
                  </a:lnTo>
                  <a:lnTo>
                    <a:pt x="332310" y="189715"/>
                  </a:lnTo>
                  <a:lnTo>
                    <a:pt x="333050" y="184456"/>
                  </a:lnTo>
                  <a:lnTo>
                    <a:pt x="333624" y="179177"/>
                  </a:lnTo>
                  <a:lnTo>
                    <a:pt x="334029" y="173882"/>
                  </a:lnTo>
                  <a:lnTo>
                    <a:pt x="334265" y="168577"/>
                  </a:lnTo>
                  <a:lnTo>
                    <a:pt x="334334" y="163267"/>
                  </a:lnTo>
                  <a:lnTo>
                    <a:pt x="334233" y="157958"/>
                  </a:lnTo>
                  <a:lnTo>
                    <a:pt x="333964" y="152654"/>
                  </a:lnTo>
                  <a:lnTo>
                    <a:pt x="333526" y="147362"/>
                  </a:lnTo>
                  <a:lnTo>
                    <a:pt x="332921" y="142086"/>
                  </a:lnTo>
                  <a:lnTo>
                    <a:pt x="332149" y="136832"/>
                  </a:lnTo>
                  <a:lnTo>
                    <a:pt x="331209" y="131606"/>
                  </a:lnTo>
                  <a:lnTo>
                    <a:pt x="330105" y="126412"/>
                  </a:lnTo>
                  <a:lnTo>
                    <a:pt x="328836" y="121255"/>
                  </a:lnTo>
                  <a:lnTo>
                    <a:pt x="327404" y="116141"/>
                  </a:lnTo>
                  <a:lnTo>
                    <a:pt x="325810" y="111076"/>
                  </a:lnTo>
                  <a:lnTo>
                    <a:pt x="324056" y="106064"/>
                  </a:lnTo>
                  <a:lnTo>
                    <a:pt x="322143" y="101110"/>
                  </a:lnTo>
                  <a:lnTo>
                    <a:pt x="320075" y="96219"/>
                  </a:lnTo>
                  <a:lnTo>
                    <a:pt x="317852" y="91396"/>
                  </a:lnTo>
                  <a:lnTo>
                    <a:pt x="315477" y="86646"/>
                  </a:lnTo>
                  <a:lnTo>
                    <a:pt x="312952" y="81975"/>
                  </a:lnTo>
                  <a:lnTo>
                    <a:pt x="310280" y="77385"/>
                  </a:lnTo>
                  <a:lnTo>
                    <a:pt x="307464" y="72883"/>
                  </a:lnTo>
                  <a:lnTo>
                    <a:pt x="304506" y="68473"/>
                  </a:lnTo>
                  <a:lnTo>
                    <a:pt x="301410" y="64159"/>
                  </a:lnTo>
                  <a:lnTo>
                    <a:pt x="298178" y="59945"/>
                  </a:lnTo>
                  <a:lnTo>
                    <a:pt x="294814" y="55836"/>
                  </a:lnTo>
                  <a:lnTo>
                    <a:pt x="291321" y="51836"/>
                  </a:lnTo>
                  <a:lnTo>
                    <a:pt x="287702" y="47949"/>
                  </a:lnTo>
                  <a:lnTo>
                    <a:pt x="283963" y="44179"/>
                  </a:lnTo>
                  <a:lnTo>
                    <a:pt x="280105" y="40530"/>
                  </a:lnTo>
                  <a:lnTo>
                    <a:pt x="276133" y="37005"/>
                  </a:lnTo>
                  <a:lnTo>
                    <a:pt x="272052" y="33608"/>
                  </a:lnTo>
                  <a:lnTo>
                    <a:pt x="267864" y="30342"/>
                  </a:lnTo>
                  <a:lnTo>
                    <a:pt x="263575" y="27211"/>
                  </a:lnTo>
                  <a:lnTo>
                    <a:pt x="259189" y="24218"/>
                  </a:lnTo>
                  <a:lnTo>
                    <a:pt x="254710" y="21365"/>
                  </a:lnTo>
                  <a:lnTo>
                    <a:pt x="250142" y="18656"/>
                  </a:lnTo>
                  <a:lnTo>
                    <a:pt x="245491" y="16094"/>
                  </a:lnTo>
                  <a:lnTo>
                    <a:pt x="240760" y="13681"/>
                  </a:lnTo>
                  <a:lnTo>
                    <a:pt x="235956" y="11419"/>
                  </a:lnTo>
                  <a:lnTo>
                    <a:pt x="231082" y="9311"/>
                  </a:lnTo>
                  <a:lnTo>
                    <a:pt x="226143" y="7359"/>
                  </a:lnTo>
                  <a:lnTo>
                    <a:pt x="221145" y="5565"/>
                  </a:lnTo>
                  <a:lnTo>
                    <a:pt x="216093" y="3930"/>
                  </a:lnTo>
                  <a:lnTo>
                    <a:pt x="210991" y="2457"/>
                  </a:lnTo>
                  <a:lnTo>
                    <a:pt x="205845" y="1146"/>
                  </a:lnTo>
                  <a:lnTo>
                    <a:pt x="200660" y="0"/>
                  </a:lnTo>
                  <a:lnTo>
                    <a:pt x="167167" y="16377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617280" y="941493"/>
              <a:ext cx="33492" cy="167167"/>
            </a:xfrm>
            <a:custGeom>
              <a:avLst/>
              <a:pathLst>
                <a:path w="33492" h="167167">
                  <a:moveTo>
                    <a:pt x="33492" y="3389"/>
                  </a:moveTo>
                  <a:lnTo>
                    <a:pt x="26859" y="2171"/>
                  </a:lnTo>
                  <a:lnTo>
                    <a:pt x="20183" y="1222"/>
                  </a:lnTo>
                  <a:lnTo>
                    <a:pt x="13473" y="543"/>
                  </a:lnTo>
                  <a:lnTo>
                    <a:pt x="6742" y="13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066069" y="1031511"/>
              <a:ext cx="39825" cy="167167"/>
            </a:xfrm>
            <a:custGeom>
              <a:avLst/>
              <a:pathLst>
                <a:path w="39825" h="167167">
                  <a:moveTo>
                    <a:pt x="39825" y="0"/>
                  </a:moveTo>
                  <a:lnTo>
                    <a:pt x="33125" y="134"/>
                  </a:lnTo>
                  <a:lnTo>
                    <a:pt x="26435" y="537"/>
                  </a:lnTo>
                  <a:lnTo>
                    <a:pt x="19767" y="1207"/>
                  </a:lnTo>
                  <a:lnTo>
                    <a:pt x="13132" y="2144"/>
                  </a:lnTo>
                  <a:lnTo>
                    <a:pt x="6539" y="3347"/>
                  </a:lnTo>
                  <a:lnTo>
                    <a:pt x="0" y="4813"/>
                  </a:lnTo>
                  <a:lnTo>
                    <a:pt x="3982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066069" y="1036325"/>
              <a:ext cx="39825" cy="162354"/>
            </a:xfrm>
            <a:custGeom>
              <a:avLst/>
              <a:pathLst>
                <a:path w="39825" h="162354">
                  <a:moveTo>
                    <a:pt x="0" y="0"/>
                  </a:moveTo>
                  <a:lnTo>
                    <a:pt x="39825" y="16235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066069" y="1036325"/>
              <a:ext cx="39825" cy="162354"/>
            </a:xfrm>
            <a:custGeom>
              <a:avLst/>
              <a:pathLst>
                <a:path w="39825" h="162354">
                  <a:moveTo>
                    <a:pt x="0" y="0"/>
                  </a:moveTo>
                  <a:lnTo>
                    <a:pt x="39825" y="16235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066069" y="1036325"/>
              <a:ext cx="39825" cy="162354"/>
            </a:xfrm>
            <a:custGeom>
              <a:avLst/>
              <a:pathLst>
                <a:path w="39825" h="162354">
                  <a:moveTo>
                    <a:pt x="0" y="0"/>
                  </a:moveTo>
                  <a:lnTo>
                    <a:pt x="39825" y="16235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066069" y="1036325"/>
              <a:ext cx="39825" cy="162354"/>
            </a:xfrm>
            <a:custGeom>
              <a:avLst/>
              <a:pathLst>
                <a:path w="39825" h="162354">
                  <a:moveTo>
                    <a:pt x="0" y="0"/>
                  </a:moveTo>
                  <a:lnTo>
                    <a:pt x="39825" y="16235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066069" y="1036325"/>
              <a:ext cx="39825" cy="162354"/>
            </a:xfrm>
            <a:custGeom>
              <a:avLst/>
              <a:pathLst>
                <a:path w="39825" h="162354">
                  <a:moveTo>
                    <a:pt x="0" y="0"/>
                  </a:moveTo>
                  <a:lnTo>
                    <a:pt x="39825" y="1623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066069" y="1036325"/>
              <a:ext cx="39825" cy="162354"/>
            </a:xfrm>
            <a:custGeom>
              <a:avLst/>
              <a:pathLst>
                <a:path w="39825" h="162354">
                  <a:moveTo>
                    <a:pt x="0" y="0"/>
                  </a:moveTo>
                  <a:lnTo>
                    <a:pt x="39825" y="1623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066069" y="1036325"/>
              <a:ext cx="39825" cy="162354"/>
            </a:xfrm>
            <a:custGeom>
              <a:avLst/>
              <a:pathLst>
                <a:path w="39825" h="162354">
                  <a:moveTo>
                    <a:pt x="0" y="0"/>
                  </a:moveTo>
                  <a:lnTo>
                    <a:pt x="39825" y="1623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066069" y="1036325"/>
              <a:ext cx="39825" cy="162354"/>
            </a:xfrm>
            <a:custGeom>
              <a:avLst/>
              <a:pathLst>
                <a:path w="39825" h="162354">
                  <a:moveTo>
                    <a:pt x="0" y="0"/>
                  </a:moveTo>
                  <a:lnTo>
                    <a:pt x="39825" y="1623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066069" y="1036325"/>
              <a:ext cx="39825" cy="162354"/>
            </a:xfrm>
            <a:custGeom>
              <a:avLst/>
              <a:pathLst>
                <a:path w="39825" h="162354">
                  <a:moveTo>
                    <a:pt x="0" y="0"/>
                  </a:moveTo>
                  <a:lnTo>
                    <a:pt x="39825" y="16235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066069" y="1036325"/>
              <a:ext cx="39825" cy="162354"/>
            </a:xfrm>
            <a:custGeom>
              <a:avLst/>
              <a:pathLst>
                <a:path w="39825" h="162354">
                  <a:moveTo>
                    <a:pt x="0" y="0"/>
                  </a:moveTo>
                  <a:lnTo>
                    <a:pt x="39825" y="1623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066069" y="1036325"/>
              <a:ext cx="39825" cy="162354"/>
            </a:xfrm>
            <a:custGeom>
              <a:avLst/>
              <a:pathLst>
                <a:path w="39825" h="162354">
                  <a:moveTo>
                    <a:pt x="0" y="0"/>
                  </a:moveTo>
                  <a:lnTo>
                    <a:pt x="39825" y="1623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066069" y="1036325"/>
              <a:ext cx="39825" cy="162354"/>
            </a:xfrm>
            <a:custGeom>
              <a:avLst/>
              <a:pathLst>
                <a:path w="39825" h="162354">
                  <a:moveTo>
                    <a:pt x="0" y="0"/>
                  </a:moveTo>
                  <a:lnTo>
                    <a:pt x="39825" y="16235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066069" y="1036325"/>
              <a:ext cx="39825" cy="162354"/>
            </a:xfrm>
            <a:custGeom>
              <a:avLst/>
              <a:pathLst>
                <a:path w="39825" h="162354">
                  <a:moveTo>
                    <a:pt x="0" y="0"/>
                  </a:moveTo>
                  <a:lnTo>
                    <a:pt x="39825" y="1623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066069" y="1036325"/>
              <a:ext cx="39825" cy="162354"/>
            </a:xfrm>
            <a:custGeom>
              <a:avLst/>
              <a:pathLst>
                <a:path w="39825" h="162354">
                  <a:moveTo>
                    <a:pt x="0" y="0"/>
                  </a:moveTo>
                  <a:lnTo>
                    <a:pt x="39825" y="1623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066069" y="1036325"/>
              <a:ext cx="39825" cy="162354"/>
            </a:xfrm>
            <a:custGeom>
              <a:avLst/>
              <a:pathLst>
                <a:path w="39825" h="162354">
                  <a:moveTo>
                    <a:pt x="0" y="0"/>
                  </a:moveTo>
                  <a:lnTo>
                    <a:pt x="39825" y="1623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066069" y="1036325"/>
              <a:ext cx="39825" cy="162354"/>
            </a:xfrm>
            <a:custGeom>
              <a:avLst/>
              <a:pathLst>
                <a:path w="39825" h="162354">
                  <a:moveTo>
                    <a:pt x="0" y="0"/>
                  </a:moveTo>
                  <a:lnTo>
                    <a:pt x="39825" y="1623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066069" y="1036325"/>
              <a:ext cx="39825" cy="162354"/>
            </a:xfrm>
            <a:custGeom>
              <a:avLst/>
              <a:pathLst>
                <a:path w="39825" h="162354">
                  <a:moveTo>
                    <a:pt x="0" y="0"/>
                  </a:moveTo>
                  <a:lnTo>
                    <a:pt x="39825" y="16235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066069" y="1036325"/>
              <a:ext cx="39825" cy="162354"/>
            </a:xfrm>
            <a:custGeom>
              <a:avLst/>
              <a:pathLst>
                <a:path w="39825" h="162354">
                  <a:moveTo>
                    <a:pt x="0" y="0"/>
                  </a:moveTo>
                  <a:lnTo>
                    <a:pt x="39825" y="16235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938731" y="1036325"/>
              <a:ext cx="187608" cy="329519"/>
            </a:xfrm>
            <a:custGeom>
              <a:avLst/>
              <a:pathLst>
                <a:path w="187608" h="329519">
                  <a:moveTo>
                    <a:pt x="127338" y="0"/>
                  </a:moveTo>
                  <a:lnTo>
                    <a:pt x="122191" y="1349"/>
                  </a:lnTo>
                  <a:lnTo>
                    <a:pt x="117091" y="2862"/>
                  </a:lnTo>
                  <a:lnTo>
                    <a:pt x="112040" y="4536"/>
                  </a:lnTo>
                  <a:lnTo>
                    <a:pt x="107046" y="6370"/>
                  </a:lnTo>
                  <a:lnTo>
                    <a:pt x="102113" y="8362"/>
                  </a:lnTo>
                  <a:lnTo>
                    <a:pt x="97245" y="10510"/>
                  </a:lnTo>
                  <a:lnTo>
                    <a:pt x="92449" y="12812"/>
                  </a:lnTo>
                  <a:lnTo>
                    <a:pt x="87728" y="15265"/>
                  </a:lnTo>
                  <a:lnTo>
                    <a:pt x="83087" y="17868"/>
                  </a:lnTo>
                  <a:lnTo>
                    <a:pt x="78532" y="20616"/>
                  </a:lnTo>
                  <a:lnTo>
                    <a:pt x="74066" y="23509"/>
                  </a:lnTo>
                  <a:lnTo>
                    <a:pt x="69695" y="26542"/>
                  </a:lnTo>
                  <a:lnTo>
                    <a:pt x="65423" y="29712"/>
                  </a:lnTo>
                  <a:lnTo>
                    <a:pt x="61253" y="33017"/>
                  </a:lnTo>
                  <a:lnTo>
                    <a:pt x="57191" y="36453"/>
                  </a:lnTo>
                  <a:lnTo>
                    <a:pt x="53240" y="40016"/>
                  </a:lnTo>
                  <a:lnTo>
                    <a:pt x="49405" y="43703"/>
                  </a:lnTo>
                  <a:lnTo>
                    <a:pt x="45689" y="47511"/>
                  </a:lnTo>
                  <a:lnTo>
                    <a:pt x="42096" y="51435"/>
                  </a:lnTo>
                  <a:lnTo>
                    <a:pt x="38629" y="55471"/>
                  </a:lnTo>
                  <a:lnTo>
                    <a:pt x="35293" y="59615"/>
                  </a:lnTo>
                  <a:lnTo>
                    <a:pt x="32091" y="63864"/>
                  </a:lnTo>
                  <a:lnTo>
                    <a:pt x="29025" y="68212"/>
                  </a:lnTo>
                  <a:lnTo>
                    <a:pt x="26099" y="72655"/>
                  </a:lnTo>
                  <a:lnTo>
                    <a:pt x="23316" y="77190"/>
                  </a:lnTo>
                  <a:lnTo>
                    <a:pt x="20679" y="81811"/>
                  </a:lnTo>
                  <a:lnTo>
                    <a:pt x="18190" y="86513"/>
                  </a:lnTo>
                  <a:lnTo>
                    <a:pt x="15852" y="91292"/>
                  </a:lnTo>
                  <a:lnTo>
                    <a:pt x="13667" y="96143"/>
                  </a:lnTo>
                  <a:lnTo>
                    <a:pt x="11638" y="101061"/>
                  </a:lnTo>
                  <a:lnTo>
                    <a:pt x="9766" y="106042"/>
                  </a:lnTo>
                  <a:lnTo>
                    <a:pt x="8054" y="111079"/>
                  </a:lnTo>
                  <a:lnTo>
                    <a:pt x="6503" y="116168"/>
                  </a:lnTo>
                  <a:lnTo>
                    <a:pt x="5114" y="121304"/>
                  </a:lnTo>
                  <a:lnTo>
                    <a:pt x="3890" y="126482"/>
                  </a:lnTo>
                  <a:lnTo>
                    <a:pt x="2831" y="131696"/>
                  </a:lnTo>
                  <a:lnTo>
                    <a:pt x="1939" y="136941"/>
                  </a:lnTo>
                  <a:lnTo>
                    <a:pt x="1214" y="142211"/>
                  </a:lnTo>
                  <a:lnTo>
                    <a:pt x="657" y="147503"/>
                  </a:lnTo>
                  <a:lnTo>
                    <a:pt x="269" y="152809"/>
                  </a:lnTo>
                  <a:lnTo>
                    <a:pt x="49" y="158125"/>
                  </a:lnTo>
                  <a:lnTo>
                    <a:pt x="0" y="163445"/>
                  </a:lnTo>
                  <a:lnTo>
                    <a:pt x="119" y="168764"/>
                  </a:lnTo>
                  <a:lnTo>
                    <a:pt x="407" y="174076"/>
                  </a:lnTo>
                  <a:lnTo>
                    <a:pt x="865" y="179377"/>
                  </a:lnTo>
                  <a:lnTo>
                    <a:pt x="1491" y="184660"/>
                  </a:lnTo>
                  <a:lnTo>
                    <a:pt x="2285" y="189921"/>
                  </a:lnTo>
                  <a:lnTo>
                    <a:pt x="3245" y="195154"/>
                  </a:lnTo>
                  <a:lnTo>
                    <a:pt x="4372" y="200354"/>
                  </a:lnTo>
                  <a:lnTo>
                    <a:pt x="5664" y="205515"/>
                  </a:lnTo>
                  <a:lnTo>
                    <a:pt x="7119" y="210632"/>
                  </a:lnTo>
                  <a:lnTo>
                    <a:pt x="8737" y="215701"/>
                  </a:lnTo>
                  <a:lnTo>
                    <a:pt x="10515" y="220715"/>
                  </a:lnTo>
                  <a:lnTo>
                    <a:pt x="12451" y="225671"/>
                  </a:lnTo>
                  <a:lnTo>
                    <a:pt x="14544" y="230562"/>
                  </a:lnTo>
                  <a:lnTo>
                    <a:pt x="16792" y="235384"/>
                  </a:lnTo>
                  <a:lnTo>
                    <a:pt x="19192" y="240132"/>
                  </a:lnTo>
                  <a:lnTo>
                    <a:pt x="21742" y="244802"/>
                  </a:lnTo>
                  <a:lnTo>
                    <a:pt x="24440" y="249388"/>
                  </a:lnTo>
                  <a:lnTo>
                    <a:pt x="27282" y="253886"/>
                  </a:lnTo>
                  <a:lnTo>
                    <a:pt x="30265" y="258291"/>
                  </a:lnTo>
                  <a:lnTo>
                    <a:pt x="33388" y="262598"/>
                  </a:lnTo>
                  <a:lnTo>
                    <a:pt x="36645" y="266805"/>
                  </a:lnTo>
                  <a:lnTo>
                    <a:pt x="40035" y="270905"/>
                  </a:lnTo>
                  <a:lnTo>
                    <a:pt x="43554" y="274896"/>
                  </a:lnTo>
                  <a:lnTo>
                    <a:pt x="47198" y="278772"/>
                  </a:lnTo>
                  <a:lnTo>
                    <a:pt x="50964" y="282531"/>
                  </a:lnTo>
                  <a:lnTo>
                    <a:pt x="54847" y="286168"/>
                  </a:lnTo>
                  <a:lnTo>
                    <a:pt x="58844" y="289679"/>
                  </a:lnTo>
                  <a:lnTo>
                    <a:pt x="62951" y="293062"/>
                  </a:lnTo>
                  <a:lnTo>
                    <a:pt x="67163" y="296312"/>
                  </a:lnTo>
                  <a:lnTo>
                    <a:pt x="71476" y="299426"/>
                  </a:lnTo>
                  <a:lnTo>
                    <a:pt x="75887" y="302402"/>
                  </a:lnTo>
                  <a:lnTo>
                    <a:pt x="80390" y="305236"/>
                  </a:lnTo>
                  <a:lnTo>
                    <a:pt x="84981" y="307925"/>
                  </a:lnTo>
                  <a:lnTo>
                    <a:pt x="89655" y="310466"/>
                  </a:lnTo>
                  <a:lnTo>
                    <a:pt x="94407" y="312858"/>
                  </a:lnTo>
                  <a:lnTo>
                    <a:pt x="99233" y="315097"/>
                  </a:lnTo>
                  <a:lnTo>
                    <a:pt x="104129" y="317181"/>
                  </a:lnTo>
                  <a:lnTo>
                    <a:pt x="109087" y="319109"/>
                  </a:lnTo>
                  <a:lnTo>
                    <a:pt x="114105" y="320877"/>
                  </a:lnTo>
                  <a:lnTo>
                    <a:pt x="119177" y="322486"/>
                  </a:lnTo>
                  <a:lnTo>
                    <a:pt x="124297" y="323932"/>
                  </a:lnTo>
                  <a:lnTo>
                    <a:pt x="129460" y="325214"/>
                  </a:lnTo>
                  <a:lnTo>
                    <a:pt x="134662" y="326331"/>
                  </a:lnTo>
                  <a:lnTo>
                    <a:pt x="139897" y="327282"/>
                  </a:lnTo>
                  <a:lnTo>
                    <a:pt x="145159" y="328067"/>
                  </a:lnTo>
                  <a:lnTo>
                    <a:pt x="150443" y="328683"/>
                  </a:lnTo>
                  <a:lnTo>
                    <a:pt x="155745" y="329131"/>
                  </a:lnTo>
                  <a:lnTo>
                    <a:pt x="161058" y="329410"/>
                  </a:lnTo>
                  <a:lnTo>
                    <a:pt x="166377" y="329519"/>
                  </a:lnTo>
                  <a:lnTo>
                    <a:pt x="171697" y="329460"/>
                  </a:lnTo>
                  <a:lnTo>
                    <a:pt x="177013" y="329231"/>
                  </a:lnTo>
                  <a:lnTo>
                    <a:pt x="182318" y="328833"/>
                  </a:lnTo>
                  <a:lnTo>
                    <a:pt x="187608" y="328266"/>
                  </a:lnTo>
                  <a:lnTo>
                    <a:pt x="167163" y="16235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105894" y="1031511"/>
              <a:ext cx="167151" cy="333079"/>
            </a:xfrm>
            <a:custGeom>
              <a:avLst/>
              <a:pathLst>
                <a:path w="167151" h="333079">
                  <a:moveTo>
                    <a:pt x="20444" y="333079"/>
                  </a:moveTo>
                  <a:lnTo>
                    <a:pt x="25706" y="332346"/>
                  </a:lnTo>
                  <a:lnTo>
                    <a:pt x="30941" y="331446"/>
                  </a:lnTo>
                  <a:lnTo>
                    <a:pt x="36145" y="330380"/>
                  </a:lnTo>
                  <a:lnTo>
                    <a:pt x="41313" y="329149"/>
                  </a:lnTo>
                  <a:lnTo>
                    <a:pt x="46439" y="327755"/>
                  </a:lnTo>
                  <a:lnTo>
                    <a:pt x="51517" y="326198"/>
                  </a:lnTo>
                  <a:lnTo>
                    <a:pt x="56544" y="324481"/>
                  </a:lnTo>
                  <a:lnTo>
                    <a:pt x="61514" y="322605"/>
                  </a:lnTo>
                  <a:lnTo>
                    <a:pt x="66422" y="320572"/>
                  </a:lnTo>
                  <a:lnTo>
                    <a:pt x="71263" y="318384"/>
                  </a:lnTo>
                  <a:lnTo>
                    <a:pt x="76031" y="316043"/>
                  </a:lnTo>
                  <a:lnTo>
                    <a:pt x="80723" y="313552"/>
                  </a:lnTo>
                  <a:lnTo>
                    <a:pt x="85334" y="310913"/>
                  </a:lnTo>
                  <a:lnTo>
                    <a:pt x="89858" y="308129"/>
                  </a:lnTo>
                  <a:lnTo>
                    <a:pt x="94291" y="305203"/>
                  </a:lnTo>
                  <a:lnTo>
                    <a:pt x="98630" y="302137"/>
                  </a:lnTo>
                  <a:lnTo>
                    <a:pt x="102868" y="298935"/>
                  </a:lnTo>
                  <a:lnTo>
                    <a:pt x="107003" y="295600"/>
                  </a:lnTo>
                  <a:lnTo>
                    <a:pt x="111030" y="292136"/>
                  </a:lnTo>
                  <a:lnTo>
                    <a:pt x="114945" y="288545"/>
                  </a:lnTo>
                  <a:lnTo>
                    <a:pt x="118743" y="284831"/>
                  </a:lnTo>
                  <a:lnTo>
                    <a:pt x="122422" y="280999"/>
                  </a:lnTo>
                  <a:lnTo>
                    <a:pt x="125977" y="277052"/>
                  </a:lnTo>
                  <a:lnTo>
                    <a:pt x="129405" y="272994"/>
                  </a:lnTo>
                  <a:lnTo>
                    <a:pt x="132702" y="268829"/>
                  </a:lnTo>
                  <a:lnTo>
                    <a:pt x="135865" y="264561"/>
                  </a:lnTo>
                  <a:lnTo>
                    <a:pt x="138891" y="260195"/>
                  </a:lnTo>
                  <a:lnTo>
                    <a:pt x="141776" y="255735"/>
                  </a:lnTo>
                  <a:lnTo>
                    <a:pt x="144519" y="251185"/>
                  </a:lnTo>
                  <a:lnTo>
                    <a:pt x="147116" y="246551"/>
                  </a:lnTo>
                  <a:lnTo>
                    <a:pt x="149564" y="241836"/>
                  </a:lnTo>
                  <a:lnTo>
                    <a:pt x="151861" y="237047"/>
                  </a:lnTo>
                  <a:lnTo>
                    <a:pt x="154004" y="232186"/>
                  </a:lnTo>
                  <a:lnTo>
                    <a:pt x="155992" y="227260"/>
                  </a:lnTo>
                  <a:lnTo>
                    <a:pt x="157823" y="222273"/>
                  </a:lnTo>
                  <a:lnTo>
                    <a:pt x="159494" y="217231"/>
                  </a:lnTo>
                  <a:lnTo>
                    <a:pt x="161004" y="212138"/>
                  </a:lnTo>
                  <a:lnTo>
                    <a:pt x="162352" y="207000"/>
                  </a:lnTo>
                  <a:lnTo>
                    <a:pt x="163536" y="201821"/>
                  </a:lnTo>
                  <a:lnTo>
                    <a:pt x="164554" y="196607"/>
                  </a:lnTo>
                  <a:lnTo>
                    <a:pt x="165406" y="191364"/>
                  </a:lnTo>
                  <a:lnTo>
                    <a:pt x="166092" y="186096"/>
                  </a:lnTo>
                  <a:lnTo>
                    <a:pt x="166609" y="180809"/>
                  </a:lnTo>
                  <a:lnTo>
                    <a:pt x="166959" y="175509"/>
                  </a:lnTo>
                  <a:lnTo>
                    <a:pt x="167139" y="170200"/>
                  </a:lnTo>
                  <a:lnTo>
                    <a:pt x="167151" y="164887"/>
                  </a:lnTo>
                  <a:lnTo>
                    <a:pt x="166995" y="159578"/>
                  </a:lnTo>
                  <a:lnTo>
                    <a:pt x="166669" y="154275"/>
                  </a:lnTo>
                  <a:lnTo>
                    <a:pt x="166175" y="148986"/>
                  </a:lnTo>
                  <a:lnTo>
                    <a:pt x="165514" y="143716"/>
                  </a:lnTo>
                  <a:lnTo>
                    <a:pt x="164685" y="138468"/>
                  </a:lnTo>
                  <a:lnTo>
                    <a:pt x="163690" y="133250"/>
                  </a:lnTo>
                  <a:lnTo>
                    <a:pt x="162530" y="128066"/>
                  </a:lnTo>
                  <a:lnTo>
                    <a:pt x="161205" y="122922"/>
                  </a:lnTo>
                  <a:lnTo>
                    <a:pt x="159718" y="117822"/>
                  </a:lnTo>
                  <a:lnTo>
                    <a:pt x="158070" y="112772"/>
                  </a:lnTo>
                  <a:lnTo>
                    <a:pt x="156262" y="107777"/>
                  </a:lnTo>
                  <a:lnTo>
                    <a:pt x="154296" y="102842"/>
                  </a:lnTo>
                  <a:lnTo>
                    <a:pt x="152174" y="97972"/>
                  </a:lnTo>
                  <a:lnTo>
                    <a:pt x="149899" y="93172"/>
                  </a:lnTo>
                  <a:lnTo>
                    <a:pt x="147472" y="88447"/>
                  </a:lnTo>
                  <a:lnTo>
                    <a:pt x="144896" y="83801"/>
                  </a:lnTo>
                  <a:lnTo>
                    <a:pt x="142174" y="79239"/>
                  </a:lnTo>
                  <a:lnTo>
                    <a:pt x="139309" y="74766"/>
                  </a:lnTo>
                  <a:lnTo>
                    <a:pt x="136302" y="70386"/>
                  </a:lnTo>
                  <a:lnTo>
                    <a:pt x="133158" y="66104"/>
                  </a:lnTo>
                  <a:lnTo>
                    <a:pt x="129880" y="61925"/>
                  </a:lnTo>
                  <a:lnTo>
                    <a:pt x="126471" y="57851"/>
                  </a:lnTo>
                  <a:lnTo>
                    <a:pt x="122933" y="53888"/>
                  </a:lnTo>
                  <a:lnTo>
                    <a:pt x="119272" y="50039"/>
                  </a:lnTo>
                  <a:lnTo>
                    <a:pt x="115490" y="46308"/>
                  </a:lnTo>
                  <a:lnTo>
                    <a:pt x="111592" y="42700"/>
                  </a:lnTo>
                  <a:lnTo>
                    <a:pt x="107581" y="39217"/>
                  </a:lnTo>
                  <a:lnTo>
                    <a:pt x="103461" y="35863"/>
                  </a:lnTo>
                  <a:lnTo>
                    <a:pt x="99237" y="32642"/>
                  </a:lnTo>
                  <a:lnTo>
                    <a:pt x="94912" y="29557"/>
                  </a:lnTo>
                  <a:lnTo>
                    <a:pt x="90492" y="26611"/>
                  </a:lnTo>
                  <a:lnTo>
                    <a:pt x="85981" y="23807"/>
                  </a:lnTo>
                  <a:lnTo>
                    <a:pt x="81382" y="21147"/>
                  </a:lnTo>
                  <a:lnTo>
                    <a:pt x="76701" y="18635"/>
                  </a:lnTo>
                  <a:lnTo>
                    <a:pt x="71943" y="16273"/>
                  </a:lnTo>
                  <a:lnTo>
                    <a:pt x="67113" y="14063"/>
                  </a:lnTo>
                  <a:lnTo>
                    <a:pt x="62214" y="12008"/>
                  </a:lnTo>
                  <a:lnTo>
                    <a:pt x="57253" y="10110"/>
                  </a:lnTo>
                  <a:lnTo>
                    <a:pt x="52234" y="8370"/>
                  </a:lnTo>
                  <a:lnTo>
                    <a:pt x="47162" y="6790"/>
                  </a:lnTo>
                  <a:lnTo>
                    <a:pt x="42042" y="5373"/>
                  </a:lnTo>
                  <a:lnTo>
                    <a:pt x="36880" y="4119"/>
                  </a:lnTo>
                  <a:lnTo>
                    <a:pt x="31681" y="3029"/>
                  </a:lnTo>
                  <a:lnTo>
                    <a:pt x="26450" y="2105"/>
                  </a:lnTo>
                  <a:lnTo>
                    <a:pt x="21192" y="1348"/>
                  </a:lnTo>
                  <a:lnTo>
                    <a:pt x="15912" y="759"/>
                  </a:lnTo>
                  <a:lnTo>
                    <a:pt x="10617" y="337"/>
                  </a:lnTo>
                  <a:lnTo>
                    <a:pt x="5311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67951" y="1236837"/>
              <a:ext cx="161137" cy="167167"/>
            </a:xfrm>
            <a:custGeom>
              <a:avLst/>
              <a:pathLst>
                <a:path w="161137" h="167167">
                  <a:moveTo>
                    <a:pt x="161137" y="0"/>
                  </a:moveTo>
                  <a:lnTo>
                    <a:pt x="155699" y="88"/>
                  </a:lnTo>
                  <a:lnTo>
                    <a:pt x="150267" y="353"/>
                  </a:lnTo>
                  <a:lnTo>
                    <a:pt x="144847" y="795"/>
                  </a:lnTo>
                  <a:lnTo>
                    <a:pt x="139443" y="1413"/>
                  </a:lnTo>
                  <a:lnTo>
                    <a:pt x="134063" y="2206"/>
                  </a:lnTo>
                  <a:lnTo>
                    <a:pt x="128711" y="3174"/>
                  </a:lnTo>
                  <a:lnTo>
                    <a:pt x="123394" y="4316"/>
                  </a:lnTo>
                  <a:lnTo>
                    <a:pt x="118117" y="5630"/>
                  </a:lnTo>
                  <a:lnTo>
                    <a:pt x="112885" y="7115"/>
                  </a:lnTo>
                  <a:lnTo>
                    <a:pt x="107704" y="8769"/>
                  </a:lnTo>
                  <a:lnTo>
                    <a:pt x="102580" y="10591"/>
                  </a:lnTo>
                  <a:lnTo>
                    <a:pt x="97517" y="12579"/>
                  </a:lnTo>
                  <a:lnTo>
                    <a:pt x="92523" y="14730"/>
                  </a:lnTo>
                  <a:lnTo>
                    <a:pt x="87600" y="17043"/>
                  </a:lnTo>
                  <a:lnTo>
                    <a:pt x="82756" y="19514"/>
                  </a:lnTo>
                  <a:lnTo>
                    <a:pt x="77994" y="22142"/>
                  </a:lnTo>
                  <a:lnTo>
                    <a:pt x="73321" y="24923"/>
                  </a:lnTo>
                  <a:lnTo>
                    <a:pt x="68740" y="27855"/>
                  </a:lnTo>
                  <a:lnTo>
                    <a:pt x="64257" y="30934"/>
                  </a:lnTo>
                  <a:lnTo>
                    <a:pt x="59877" y="34158"/>
                  </a:lnTo>
                  <a:lnTo>
                    <a:pt x="55604" y="37522"/>
                  </a:lnTo>
                  <a:lnTo>
                    <a:pt x="51443" y="41023"/>
                  </a:lnTo>
                  <a:lnTo>
                    <a:pt x="47398" y="44658"/>
                  </a:lnTo>
                  <a:lnTo>
                    <a:pt x="43473" y="48423"/>
                  </a:lnTo>
                  <a:lnTo>
                    <a:pt x="39672" y="52313"/>
                  </a:lnTo>
                  <a:lnTo>
                    <a:pt x="36001" y="56325"/>
                  </a:lnTo>
                  <a:lnTo>
                    <a:pt x="32461" y="60454"/>
                  </a:lnTo>
                  <a:lnTo>
                    <a:pt x="29058" y="64697"/>
                  </a:lnTo>
                  <a:lnTo>
                    <a:pt x="25795" y="69047"/>
                  </a:lnTo>
                  <a:lnTo>
                    <a:pt x="22675" y="73502"/>
                  </a:lnTo>
                  <a:lnTo>
                    <a:pt x="19701" y="78055"/>
                  </a:lnTo>
                  <a:lnTo>
                    <a:pt x="16877" y="82703"/>
                  </a:lnTo>
                  <a:lnTo>
                    <a:pt x="14206" y="87440"/>
                  </a:lnTo>
                  <a:lnTo>
                    <a:pt x="11690" y="92262"/>
                  </a:lnTo>
                  <a:lnTo>
                    <a:pt x="9333" y="97163"/>
                  </a:lnTo>
                  <a:lnTo>
                    <a:pt x="7136" y="102138"/>
                  </a:lnTo>
                  <a:lnTo>
                    <a:pt x="5102" y="107182"/>
                  </a:lnTo>
                  <a:lnTo>
                    <a:pt x="3234" y="112289"/>
                  </a:lnTo>
                  <a:lnTo>
                    <a:pt x="1532" y="117455"/>
                  </a:lnTo>
                  <a:lnTo>
                    <a:pt x="0" y="122673"/>
                  </a:lnTo>
                  <a:lnTo>
                    <a:pt x="16113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67951" y="1359511"/>
              <a:ext cx="161137" cy="44494"/>
            </a:xfrm>
            <a:custGeom>
              <a:avLst/>
              <a:pathLst>
                <a:path w="161137" h="44494">
                  <a:moveTo>
                    <a:pt x="0" y="0"/>
                  </a:moveTo>
                  <a:lnTo>
                    <a:pt x="161137" y="4449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67951" y="1359511"/>
              <a:ext cx="161137" cy="44494"/>
            </a:xfrm>
            <a:custGeom>
              <a:avLst/>
              <a:pathLst>
                <a:path w="161137" h="44494">
                  <a:moveTo>
                    <a:pt x="0" y="0"/>
                  </a:moveTo>
                  <a:lnTo>
                    <a:pt x="161137" y="4449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67951" y="1359511"/>
              <a:ext cx="161137" cy="44494"/>
            </a:xfrm>
            <a:custGeom>
              <a:avLst/>
              <a:pathLst>
                <a:path w="161137" h="44494">
                  <a:moveTo>
                    <a:pt x="0" y="0"/>
                  </a:moveTo>
                  <a:lnTo>
                    <a:pt x="161137" y="4449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67951" y="1359511"/>
              <a:ext cx="161137" cy="44494"/>
            </a:xfrm>
            <a:custGeom>
              <a:avLst/>
              <a:pathLst>
                <a:path w="161137" h="44494">
                  <a:moveTo>
                    <a:pt x="0" y="0"/>
                  </a:moveTo>
                  <a:lnTo>
                    <a:pt x="161137" y="444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467951" y="1359511"/>
              <a:ext cx="161137" cy="44494"/>
            </a:xfrm>
            <a:custGeom>
              <a:avLst/>
              <a:pathLst>
                <a:path w="161137" h="44494">
                  <a:moveTo>
                    <a:pt x="0" y="0"/>
                  </a:moveTo>
                  <a:lnTo>
                    <a:pt x="161137" y="444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467951" y="1359511"/>
              <a:ext cx="161137" cy="44494"/>
            </a:xfrm>
            <a:custGeom>
              <a:avLst/>
              <a:pathLst>
                <a:path w="161137" h="44494">
                  <a:moveTo>
                    <a:pt x="0" y="0"/>
                  </a:moveTo>
                  <a:lnTo>
                    <a:pt x="161137" y="444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467951" y="1359511"/>
              <a:ext cx="161137" cy="44494"/>
            </a:xfrm>
            <a:custGeom>
              <a:avLst/>
              <a:pathLst>
                <a:path w="161137" h="44494">
                  <a:moveTo>
                    <a:pt x="0" y="0"/>
                  </a:moveTo>
                  <a:lnTo>
                    <a:pt x="161137" y="444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467951" y="1359511"/>
              <a:ext cx="161137" cy="44494"/>
            </a:xfrm>
            <a:custGeom>
              <a:avLst/>
              <a:pathLst>
                <a:path w="161137" h="44494">
                  <a:moveTo>
                    <a:pt x="0" y="0"/>
                  </a:moveTo>
                  <a:lnTo>
                    <a:pt x="161137" y="4449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467951" y="1359511"/>
              <a:ext cx="161137" cy="44494"/>
            </a:xfrm>
            <a:custGeom>
              <a:avLst/>
              <a:pathLst>
                <a:path w="161137" h="44494">
                  <a:moveTo>
                    <a:pt x="0" y="0"/>
                  </a:moveTo>
                  <a:lnTo>
                    <a:pt x="161137" y="4449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467951" y="1359511"/>
              <a:ext cx="161137" cy="44494"/>
            </a:xfrm>
            <a:custGeom>
              <a:avLst/>
              <a:pathLst>
                <a:path w="161137" h="44494">
                  <a:moveTo>
                    <a:pt x="0" y="0"/>
                  </a:moveTo>
                  <a:lnTo>
                    <a:pt x="161137" y="4449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467951" y="1359511"/>
              <a:ext cx="161137" cy="44494"/>
            </a:xfrm>
            <a:custGeom>
              <a:avLst/>
              <a:pathLst>
                <a:path w="161137" h="44494">
                  <a:moveTo>
                    <a:pt x="0" y="0"/>
                  </a:moveTo>
                  <a:lnTo>
                    <a:pt x="161137" y="4449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467951" y="1359511"/>
              <a:ext cx="161137" cy="44494"/>
            </a:xfrm>
            <a:custGeom>
              <a:avLst/>
              <a:pathLst>
                <a:path w="161137" h="44494">
                  <a:moveTo>
                    <a:pt x="0" y="0"/>
                  </a:moveTo>
                  <a:lnTo>
                    <a:pt x="161137" y="444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467951" y="1359511"/>
              <a:ext cx="161137" cy="44494"/>
            </a:xfrm>
            <a:custGeom>
              <a:avLst/>
              <a:pathLst>
                <a:path w="161137" h="44494">
                  <a:moveTo>
                    <a:pt x="0" y="0"/>
                  </a:moveTo>
                  <a:lnTo>
                    <a:pt x="161137" y="444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467951" y="1359511"/>
              <a:ext cx="161137" cy="44494"/>
            </a:xfrm>
            <a:custGeom>
              <a:avLst/>
              <a:pathLst>
                <a:path w="161137" h="44494">
                  <a:moveTo>
                    <a:pt x="0" y="0"/>
                  </a:moveTo>
                  <a:lnTo>
                    <a:pt x="161137" y="444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467951" y="1359511"/>
              <a:ext cx="161137" cy="44494"/>
            </a:xfrm>
            <a:custGeom>
              <a:avLst/>
              <a:pathLst>
                <a:path w="161137" h="44494">
                  <a:moveTo>
                    <a:pt x="0" y="0"/>
                  </a:moveTo>
                  <a:lnTo>
                    <a:pt x="161137" y="444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467951" y="1359511"/>
              <a:ext cx="161137" cy="44494"/>
            </a:xfrm>
            <a:custGeom>
              <a:avLst/>
              <a:pathLst>
                <a:path w="161137" h="44494">
                  <a:moveTo>
                    <a:pt x="0" y="0"/>
                  </a:moveTo>
                  <a:lnTo>
                    <a:pt x="161137" y="4449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467951" y="1359511"/>
              <a:ext cx="161137" cy="44494"/>
            </a:xfrm>
            <a:custGeom>
              <a:avLst/>
              <a:pathLst>
                <a:path w="161137" h="44494">
                  <a:moveTo>
                    <a:pt x="0" y="0"/>
                  </a:moveTo>
                  <a:lnTo>
                    <a:pt x="161137" y="4449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461941" y="1239152"/>
              <a:ext cx="334305" cy="332020"/>
            </a:xfrm>
            <a:custGeom>
              <a:avLst/>
              <a:pathLst>
                <a:path w="334305" h="332020">
                  <a:moveTo>
                    <a:pt x="6009" y="120359"/>
                  </a:moveTo>
                  <a:lnTo>
                    <a:pt x="4681" y="125485"/>
                  </a:lnTo>
                  <a:lnTo>
                    <a:pt x="3515" y="130651"/>
                  </a:lnTo>
                  <a:lnTo>
                    <a:pt x="2514" y="135851"/>
                  </a:lnTo>
                  <a:lnTo>
                    <a:pt x="1678" y="141080"/>
                  </a:lnTo>
                  <a:lnTo>
                    <a:pt x="1008" y="146333"/>
                  </a:lnTo>
                  <a:lnTo>
                    <a:pt x="505" y="151604"/>
                  </a:lnTo>
                  <a:lnTo>
                    <a:pt x="169" y="156889"/>
                  </a:lnTo>
                  <a:lnTo>
                    <a:pt x="0" y="162182"/>
                  </a:lnTo>
                  <a:lnTo>
                    <a:pt x="0" y="167477"/>
                  </a:lnTo>
                  <a:lnTo>
                    <a:pt x="166" y="172770"/>
                  </a:lnTo>
                  <a:lnTo>
                    <a:pt x="501" y="178055"/>
                  </a:lnTo>
                  <a:lnTo>
                    <a:pt x="1003" y="183327"/>
                  </a:lnTo>
                  <a:lnTo>
                    <a:pt x="1671" y="188580"/>
                  </a:lnTo>
                  <a:lnTo>
                    <a:pt x="2506" y="193809"/>
                  </a:lnTo>
                  <a:lnTo>
                    <a:pt x="3506" y="199009"/>
                  </a:lnTo>
                  <a:lnTo>
                    <a:pt x="4670" y="204175"/>
                  </a:lnTo>
                  <a:lnTo>
                    <a:pt x="5997" y="209302"/>
                  </a:lnTo>
                  <a:lnTo>
                    <a:pt x="7485" y="214384"/>
                  </a:lnTo>
                  <a:lnTo>
                    <a:pt x="9134" y="219416"/>
                  </a:lnTo>
                  <a:lnTo>
                    <a:pt x="10942" y="224393"/>
                  </a:lnTo>
                  <a:lnTo>
                    <a:pt x="12906" y="229311"/>
                  </a:lnTo>
                  <a:lnTo>
                    <a:pt x="15025" y="234164"/>
                  </a:lnTo>
                  <a:lnTo>
                    <a:pt x="17297" y="238948"/>
                  </a:lnTo>
                  <a:lnTo>
                    <a:pt x="19719" y="243657"/>
                  </a:lnTo>
                  <a:lnTo>
                    <a:pt x="22289" y="248287"/>
                  </a:lnTo>
                  <a:lnTo>
                    <a:pt x="25004" y="252833"/>
                  </a:lnTo>
                  <a:lnTo>
                    <a:pt x="27862" y="257291"/>
                  </a:lnTo>
                  <a:lnTo>
                    <a:pt x="30860" y="261656"/>
                  </a:lnTo>
                  <a:lnTo>
                    <a:pt x="33994" y="265925"/>
                  </a:lnTo>
                  <a:lnTo>
                    <a:pt x="37262" y="270091"/>
                  </a:lnTo>
                  <a:lnTo>
                    <a:pt x="40661" y="274152"/>
                  </a:lnTo>
                  <a:lnTo>
                    <a:pt x="44186" y="278104"/>
                  </a:lnTo>
                  <a:lnTo>
                    <a:pt x="47835" y="281942"/>
                  </a:lnTo>
                  <a:lnTo>
                    <a:pt x="51604" y="285662"/>
                  </a:lnTo>
                  <a:lnTo>
                    <a:pt x="55488" y="289261"/>
                  </a:lnTo>
                  <a:lnTo>
                    <a:pt x="59485" y="292735"/>
                  </a:lnTo>
                  <a:lnTo>
                    <a:pt x="63589" y="296081"/>
                  </a:lnTo>
                  <a:lnTo>
                    <a:pt x="67798" y="299295"/>
                  </a:lnTo>
                  <a:lnTo>
                    <a:pt x="72106" y="302375"/>
                  </a:lnTo>
                  <a:lnTo>
                    <a:pt x="76509" y="305316"/>
                  </a:lnTo>
                  <a:lnTo>
                    <a:pt x="81004" y="308116"/>
                  </a:lnTo>
                  <a:lnTo>
                    <a:pt x="85585" y="310773"/>
                  </a:lnTo>
                  <a:lnTo>
                    <a:pt x="90247" y="313283"/>
                  </a:lnTo>
                  <a:lnTo>
                    <a:pt x="94987" y="315644"/>
                  </a:lnTo>
                  <a:lnTo>
                    <a:pt x="99800" y="317854"/>
                  </a:lnTo>
                  <a:lnTo>
                    <a:pt x="104680" y="319910"/>
                  </a:lnTo>
                  <a:lnTo>
                    <a:pt x="109622" y="321811"/>
                  </a:lnTo>
                  <a:lnTo>
                    <a:pt x="114622" y="323554"/>
                  </a:lnTo>
                  <a:lnTo>
                    <a:pt x="119676" y="325138"/>
                  </a:lnTo>
                  <a:lnTo>
                    <a:pt x="124776" y="326562"/>
                  </a:lnTo>
                  <a:lnTo>
                    <a:pt x="129919" y="327823"/>
                  </a:lnTo>
                  <a:lnTo>
                    <a:pt x="135100" y="328920"/>
                  </a:lnTo>
                  <a:lnTo>
                    <a:pt x="140313" y="329853"/>
                  </a:lnTo>
                  <a:lnTo>
                    <a:pt x="145552" y="330620"/>
                  </a:lnTo>
                  <a:lnTo>
                    <a:pt x="150814" y="331221"/>
                  </a:lnTo>
                  <a:lnTo>
                    <a:pt x="156091" y="331654"/>
                  </a:lnTo>
                  <a:lnTo>
                    <a:pt x="161380" y="331921"/>
                  </a:lnTo>
                  <a:lnTo>
                    <a:pt x="166675" y="332020"/>
                  </a:lnTo>
                  <a:lnTo>
                    <a:pt x="171970" y="331951"/>
                  </a:lnTo>
                  <a:lnTo>
                    <a:pt x="177260" y="331714"/>
                  </a:lnTo>
                  <a:lnTo>
                    <a:pt x="182540" y="331310"/>
                  </a:lnTo>
                  <a:lnTo>
                    <a:pt x="187804" y="330739"/>
                  </a:lnTo>
                  <a:lnTo>
                    <a:pt x="193048" y="330001"/>
                  </a:lnTo>
                  <a:lnTo>
                    <a:pt x="198266" y="329098"/>
                  </a:lnTo>
                  <a:lnTo>
                    <a:pt x="203453" y="328030"/>
                  </a:lnTo>
                  <a:lnTo>
                    <a:pt x="208603" y="326798"/>
                  </a:lnTo>
                  <a:lnTo>
                    <a:pt x="213712" y="325404"/>
                  </a:lnTo>
                  <a:lnTo>
                    <a:pt x="218774" y="323848"/>
                  </a:lnTo>
                  <a:lnTo>
                    <a:pt x="223784" y="322133"/>
                  </a:lnTo>
                  <a:lnTo>
                    <a:pt x="228737" y="320261"/>
                  </a:lnTo>
                  <a:lnTo>
                    <a:pt x="233628" y="318232"/>
                  </a:lnTo>
                  <a:lnTo>
                    <a:pt x="238453" y="316049"/>
                  </a:lnTo>
                  <a:lnTo>
                    <a:pt x="243206" y="313715"/>
                  </a:lnTo>
                  <a:lnTo>
                    <a:pt x="247883" y="311231"/>
                  </a:lnTo>
                  <a:lnTo>
                    <a:pt x="252479" y="308600"/>
                  </a:lnTo>
                  <a:lnTo>
                    <a:pt x="256989" y="305825"/>
                  </a:lnTo>
                  <a:lnTo>
                    <a:pt x="261409" y="302909"/>
                  </a:lnTo>
                  <a:lnTo>
                    <a:pt x="265735" y="299854"/>
                  </a:lnTo>
                  <a:lnTo>
                    <a:pt x="269961" y="296664"/>
                  </a:lnTo>
                  <a:lnTo>
                    <a:pt x="274085" y="293341"/>
                  </a:lnTo>
                  <a:lnTo>
                    <a:pt x="278101" y="289889"/>
                  </a:lnTo>
                  <a:lnTo>
                    <a:pt x="282005" y="286312"/>
                  </a:lnTo>
                  <a:lnTo>
                    <a:pt x="285795" y="282613"/>
                  </a:lnTo>
                  <a:lnTo>
                    <a:pt x="289465" y="278796"/>
                  </a:lnTo>
                  <a:lnTo>
                    <a:pt x="293013" y="274865"/>
                  </a:lnTo>
                  <a:lnTo>
                    <a:pt x="296434" y="270823"/>
                  </a:lnTo>
                  <a:lnTo>
                    <a:pt x="299726" y="266675"/>
                  </a:lnTo>
                  <a:lnTo>
                    <a:pt x="302884" y="262424"/>
                  </a:lnTo>
                  <a:lnTo>
                    <a:pt x="305907" y="258076"/>
                  </a:lnTo>
                  <a:lnTo>
                    <a:pt x="308790" y="253634"/>
                  </a:lnTo>
                  <a:lnTo>
                    <a:pt x="311531" y="249103"/>
                  </a:lnTo>
                  <a:lnTo>
                    <a:pt x="314127" y="244488"/>
                  </a:lnTo>
                  <a:lnTo>
                    <a:pt x="316575" y="239792"/>
                  </a:lnTo>
                  <a:lnTo>
                    <a:pt x="318874" y="235022"/>
                  </a:lnTo>
                  <a:lnTo>
                    <a:pt x="321020" y="230181"/>
                  </a:lnTo>
                  <a:lnTo>
                    <a:pt x="323012" y="225274"/>
                  </a:lnTo>
                  <a:lnTo>
                    <a:pt x="324848" y="220307"/>
                  </a:lnTo>
                  <a:lnTo>
                    <a:pt x="326525" y="215284"/>
                  </a:lnTo>
                  <a:lnTo>
                    <a:pt x="328043" y="210211"/>
                  </a:lnTo>
                  <a:lnTo>
                    <a:pt x="329399" y="205092"/>
                  </a:lnTo>
                  <a:lnTo>
                    <a:pt x="330592" y="199933"/>
                  </a:lnTo>
                  <a:lnTo>
                    <a:pt x="331621" y="194738"/>
                  </a:lnTo>
                  <a:lnTo>
                    <a:pt x="332485" y="189513"/>
                  </a:lnTo>
                  <a:lnTo>
                    <a:pt x="333183" y="184264"/>
                  </a:lnTo>
                  <a:lnTo>
                    <a:pt x="333714" y="178995"/>
                  </a:lnTo>
                  <a:lnTo>
                    <a:pt x="334079" y="173713"/>
                  </a:lnTo>
                  <a:lnTo>
                    <a:pt x="334276" y="168421"/>
                  </a:lnTo>
                  <a:lnTo>
                    <a:pt x="334305" y="163125"/>
                  </a:lnTo>
                  <a:lnTo>
                    <a:pt x="334166" y="157832"/>
                  </a:lnTo>
                  <a:lnTo>
                    <a:pt x="333860" y="152545"/>
                  </a:lnTo>
                  <a:lnTo>
                    <a:pt x="333387" y="147271"/>
                  </a:lnTo>
                  <a:lnTo>
                    <a:pt x="332746" y="142014"/>
                  </a:lnTo>
                  <a:lnTo>
                    <a:pt x="331940" y="136780"/>
                  </a:lnTo>
                  <a:lnTo>
                    <a:pt x="330968" y="131575"/>
                  </a:lnTo>
                  <a:lnTo>
                    <a:pt x="329832" y="126403"/>
                  </a:lnTo>
                  <a:lnTo>
                    <a:pt x="328532" y="121269"/>
                  </a:lnTo>
                  <a:lnTo>
                    <a:pt x="327071" y="116179"/>
                  </a:lnTo>
                  <a:lnTo>
                    <a:pt x="325449" y="111138"/>
                  </a:lnTo>
                  <a:lnTo>
                    <a:pt x="323668" y="106151"/>
                  </a:lnTo>
                  <a:lnTo>
                    <a:pt x="321730" y="101223"/>
                  </a:lnTo>
                  <a:lnTo>
                    <a:pt x="319637" y="96359"/>
                  </a:lnTo>
                  <a:lnTo>
                    <a:pt x="317391" y="91563"/>
                  </a:lnTo>
                  <a:lnTo>
                    <a:pt x="314995" y="86841"/>
                  </a:lnTo>
                  <a:lnTo>
                    <a:pt x="312449" y="82197"/>
                  </a:lnTo>
                  <a:lnTo>
                    <a:pt x="309759" y="77636"/>
                  </a:lnTo>
                  <a:lnTo>
                    <a:pt x="306925" y="73163"/>
                  </a:lnTo>
                  <a:lnTo>
                    <a:pt x="303950" y="68782"/>
                  </a:lnTo>
                  <a:lnTo>
                    <a:pt x="300839" y="64497"/>
                  </a:lnTo>
                  <a:lnTo>
                    <a:pt x="297593" y="60313"/>
                  </a:lnTo>
                  <a:lnTo>
                    <a:pt x="294216" y="56233"/>
                  </a:lnTo>
                  <a:lnTo>
                    <a:pt x="290712" y="52263"/>
                  </a:lnTo>
                  <a:lnTo>
                    <a:pt x="287084" y="48406"/>
                  </a:lnTo>
                  <a:lnTo>
                    <a:pt x="283336" y="44665"/>
                  </a:lnTo>
                  <a:lnTo>
                    <a:pt x="279470" y="41046"/>
                  </a:lnTo>
                  <a:lnTo>
                    <a:pt x="275493" y="37550"/>
                  </a:lnTo>
                  <a:lnTo>
                    <a:pt x="271406" y="34182"/>
                  </a:lnTo>
                  <a:lnTo>
                    <a:pt x="267215" y="30945"/>
                  </a:lnTo>
                  <a:lnTo>
                    <a:pt x="262923" y="27843"/>
                  </a:lnTo>
                  <a:lnTo>
                    <a:pt x="258536" y="24878"/>
                  </a:lnTo>
                  <a:lnTo>
                    <a:pt x="254056" y="22054"/>
                  </a:lnTo>
                  <a:lnTo>
                    <a:pt x="249490" y="19373"/>
                  </a:lnTo>
                  <a:lnTo>
                    <a:pt x="244841" y="16837"/>
                  </a:lnTo>
                  <a:lnTo>
                    <a:pt x="240113" y="14451"/>
                  </a:lnTo>
                  <a:lnTo>
                    <a:pt x="235313" y="12215"/>
                  </a:lnTo>
                  <a:lnTo>
                    <a:pt x="230444" y="10133"/>
                  </a:lnTo>
                  <a:lnTo>
                    <a:pt x="225512" y="8205"/>
                  </a:lnTo>
                  <a:lnTo>
                    <a:pt x="220521" y="6435"/>
                  </a:lnTo>
                  <a:lnTo>
                    <a:pt x="215476" y="4824"/>
                  </a:lnTo>
                  <a:lnTo>
                    <a:pt x="210383" y="3374"/>
                  </a:lnTo>
                  <a:lnTo>
                    <a:pt x="205247" y="2085"/>
                  </a:lnTo>
                  <a:lnTo>
                    <a:pt x="200073" y="960"/>
                  </a:lnTo>
                  <a:lnTo>
                    <a:pt x="194865" y="0"/>
                  </a:lnTo>
                  <a:lnTo>
                    <a:pt x="167146" y="16485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629088" y="1236837"/>
              <a:ext cx="27718" cy="167167"/>
            </a:xfrm>
            <a:custGeom>
              <a:avLst/>
              <a:pathLst>
                <a:path w="27718" h="167167">
                  <a:moveTo>
                    <a:pt x="27718" y="2314"/>
                  </a:moveTo>
                  <a:lnTo>
                    <a:pt x="20831" y="1302"/>
                  </a:lnTo>
                  <a:lnTo>
                    <a:pt x="13907" y="579"/>
                  </a:lnTo>
                  <a:lnTo>
                    <a:pt x="6959" y="14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174695" y="1546402"/>
              <a:ext cx="37870" cy="167167"/>
            </a:xfrm>
            <a:custGeom>
              <a:avLst/>
              <a:pathLst>
                <a:path w="37870" h="167167">
                  <a:moveTo>
                    <a:pt x="37870" y="0"/>
                  </a:moveTo>
                  <a:lnTo>
                    <a:pt x="31505" y="121"/>
                  </a:lnTo>
                  <a:lnTo>
                    <a:pt x="25149" y="484"/>
                  </a:lnTo>
                  <a:lnTo>
                    <a:pt x="18811" y="1090"/>
                  </a:lnTo>
                  <a:lnTo>
                    <a:pt x="12500" y="1936"/>
                  </a:lnTo>
                  <a:lnTo>
                    <a:pt x="6227" y="3022"/>
                  </a:lnTo>
                  <a:lnTo>
                    <a:pt x="0" y="4346"/>
                  </a:lnTo>
                  <a:lnTo>
                    <a:pt x="3787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174695" y="1550748"/>
              <a:ext cx="37870" cy="162821"/>
            </a:xfrm>
            <a:custGeom>
              <a:avLst/>
              <a:pathLst>
                <a:path w="37870" h="162821">
                  <a:moveTo>
                    <a:pt x="0" y="0"/>
                  </a:moveTo>
                  <a:lnTo>
                    <a:pt x="37870" y="16282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174695" y="1550748"/>
              <a:ext cx="37870" cy="162821"/>
            </a:xfrm>
            <a:custGeom>
              <a:avLst/>
              <a:pathLst>
                <a:path w="37870" h="162821">
                  <a:moveTo>
                    <a:pt x="0" y="0"/>
                  </a:moveTo>
                  <a:lnTo>
                    <a:pt x="37870" y="16282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174695" y="1550748"/>
              <a:ext cx="37870" cy="162821"/>
            </a:xfrm>
            <a:custGeom>
              <a:avLst/>
              <a:pathLst>
                <a:path w="37870" h="162821">
                  <a:moveTo>
                    <a:pt x="0" y="0"/>
                  </a:moveTo>
                  <a:lnTo>
                    <a:pt x="37870" y="162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174695" y="1550748"/>
              <a:ext cx="37870" cy="162821"/>
            </a:xfrm>
            <a:custGeom>
              <a:avLst/>
              <a:pathLst>
                <a:path w="37870" h="162821">
                  <a:moveTo>
                    <a:pt x="0" y="0"/>
                  </a:moveTo>
                  <a:lnTo>
                    <a:pt x="37870" y="162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174695" y="1550748"/>
              <a:ext cx="37870" cy="162821"/>
            </a:xfrm>
            <a:custGeom>
              <a:avLst/>
              <a:pathLst>
                <a:path w="37870" h="162821">
                  <a:moveTo>
                    <a:pt x="0" y="0"/>
                  </a:moveTo>
                  <a:lnTo>
                    <a:pt x="37870" y="162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174695" y="1550748"/>
              <a:ext cx="37870" cy="162821"/>
            </a:xfrm>
            <a:custGeom>
              <a:avLst/>
              <a:pathLst>
                <a:path w="37870" h="162821">
                  <a:moveTo>
                    <a:pt x="0" y="0"/>
                  </a:moveTo>
                  <a:lnTo>
                    <a:pt x="37870" y="162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174695" y="1550748"/>
              <a:ext cx="37870" cy="162821"/>
            </a:xfrm>
            <a:custGeom>
              <a:avLst/>
              <a:pathLst>
                <a:path w="37870" h="162821">
                  <a:moveTo>
                    <a:pt x="0" y="0"/>
                  </a:moveTo>
                  <a:lnTo>
                    <a:pt x="37870" y="16282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174695" y="1550748"/>
              <a:ext cx="37870" cy="162821"/>
            </a:xfrm>
            <a:custGeom>
              <a:avLst/>
              <a:pathLst>
                <a:path w="37870" h="162821">
                  <a:moveTo>
                    <a:pt x="0" y="0"/>
                  </a:moveTo>
                  <a:lnTo>
                    <a:pt x="37870" y="1628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174695" y="1550748"/>
              <a:ext cx="37870" cy="162821"/>
            </a:xfrm>
            <a:custGeom>
              <a:avLst/>
              <a:pathLst>
                <a:path w="37870" h="162821">
                  <a:moveTo>
                    <a:pt x="0" y="0"/>
                  </a:moveTo>
                  <a:lnTo>
                    <a:pt x="37870" y="1628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174695" y="1550748"/>
              <a:ext cx="37870" cy="162821"/>
            </a:xfrm>
            <a:custGeom>
              <a:avLst/>
              <a:pathLst>
                <a:path w="37870" h="162821">
                  <a:moveTo>
                    <a:pt x="0" y="0"/>
                  </a:moveTo>
                  <a:lnTo>
                    <a:pt x="37870" y="16282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174695" y="1550748"/>
              <a:ext cx="37870" cy="162821"/>
            </a:xfrm>
            <a:custGeom>
              <a:avLst/>
              <a:pathLst>
                <a:path w="37870" h="162821">
                  <a:moveTo>
                    <a:pt x="0" y="0"/>
                  </a:moveTo>
                  <a:lnTo>
                    <a:pt x="37870" y="162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174695" y="1550748"/>
              <a:ext cx="37870" cy="162821"/>
            </a:xfrm>
            <a:custGeom>
              <a:avLst/>
              <a:pathLst>
                <a:path w="37870" h="162821">
                  <a:moveTo>
                    <a:pt x="0" y="0"/>
                  </a:moveTo>
                  <a:lnTo>
                    <a:pt x="37870" y="162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174695" y="1550748"/>
              <a:ext cx="37870" cy="162821"/>
            </a:xfrm>
            <a:custGeom>
              <a:avLst/>
              <a:pathLst>
                <a:path w="37870" h="162821">
                  <a:moveTo>
                    <a:pt x="0" y="0"/>
                  </a:moveTo>
                  <a:lnTo>
                    <a:pt x="37870" y="162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174695" y="1550748"/>
              <a:ext cx="37870" cy="162821"/>
            </a:xfrm>
            <a:custGeom>
              <a:avLst/>
              <a:pathLst>
                <a:path w="37870" h="162821">
                  <a:moveTo>
                    <a:pt x="0" y="0"/>
                  </a:moveTo>
                  <a:lnTo>
                    <a:pt x="37870" y="162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174695" y="1550748"/>
              <a:ext cx="37870" cy="162821"/>
            </a:xfrm>
            <a:custGeom>
              <a:avLst/>
              <a:pathLst>
                <a:path w="37870" h="162821">
                  <a:moveTo>
                    <a:pt x="0" y="0"/>
                  </a:moveTo>
                  <a:lnTo>
                    <a:pt x="37870" y="1628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174695" y="1550748"/>
              <a:ext cx="37870" cy="162821"/>
            </a:xfrm>
            <a:custGeom>
              <a:avLst/>
              <a:pathLst>
                <a:path w="37870" h="162821">
                  <a:moveTo>
                    <a:pt x="0" y="0"/>
                  </a:moveTo>
                  <a:lnTo>
                    <a:pt x="37870" y="1628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045409" y="1550748"/>
              <a:ext cx="334307" cy="329987"/>
            </a:xfrm>
            <a:custGeom>
              <a:avLst/>
              <a:pathLst>
                <a:path w="334307" h="329987">
                  <a:moveTo>
                    <a:pt x="129286" y="0"/>
                  </a:moveTo>
                  <a:lnTo>
                    <a:pt x="124145" y="1282"/>
                  </a:lnTo>
                  <a:lnTo>
                    <a:pt x="119047" y="2726"/>
                  </a:lnTo>
                  <a:lnTo>
                    <a:pt x="113997" y="4331"/>
                  </a:lnTo>
                  <a:lnTo>
                    <a:pt x="109001" y="6095"/>
                  </a:lnTo>
                  <a:lnTo>
                    <a:pt x="104063" y="8017"/>
                  </a:lnTo>
                  <a:lnTo>
                    <a:pt x="99188" y="10095"/>
                  </a:lnTo>
                  <a:lnTo>
                    <a:pt x="94382" y="12326"/>
                  </a:lnTo>
                  <a:lnTo>
                    <a:pt x="89649" y="14708"/>
                  </a:lnTo>
                  <a:lnTo>
                    <a:pt x="84994" y="17239"/>
                  </a:lnTo>
                  <a:lnTo>
                    <a:pt x="80421" y="19916"/>
                  </a:lnTo>
                  <a:lnTo>
                    <a:pt x="75936" y="22736"/>
                  </a:lnTo>
                  <a:lnTo>
                    <a:pt x="71542" y="25698"/>
                  </a:lnTo>
                  <a:lnTo>
                    <a:pt x="67244" y="28797"/>
                  </a:lnTo>
                  <a:lnTo>
                    <a:pt x="63046" y="32031"/>
                  </a:lnTo>
                  <a:lnTo>
                    <a:pt x="58954" y="35396"/>
                  </a:lnTo>
                  <a:lnTo>
                    <a:pt x="54970" y="38890"/>
                  </a:lnTo>
                  <a:lnTo>
                    <a:pt x="51098" y="42507"/>
                  </a:lnTo>
                  <a:lnTo>
                    <a:pt x="47343" y="46246"/>
                  </a:lnTo>
                  <a:lnTo>
                    <a:pt x="43709" y="50102"/>
                  </a:lnTo>
                  <a:lnTo>
                    <a:pt x="40199" y="54071"/>
                  </a:lnTo>
                  <a:lnTo>
                    <a:pt x="36816" y="58149"/>
                  </a:lnTo>
                  <a:lnTo>
                    <a:pt x="33564" y="62333"/>
                  </a:lnTo>
                  <a:lnTo>
                    <a:pt x="30446" y="66617"/>
                  </a:lnTo>
                  <a:lnTo>
                    <a:pt x="27466" y="70998"/>
                  </a:lnTo>
                  <a:lnTo>
                    <a:pt x="24626" y="75472"/>
                  </a:lnTo>
                  <a:lnTo>
                    <a:pt x="21929" y="80033"/>
                  </a:lnTo>
                  <a:lnTo>
                    <a:pt x="19378" y="84677"/>
                  </a:lnTo>
                  <a:lnTo>
                    <a:pt x="16976" y="89400"/>
                  </a:lnTo>
                  <a:lnTo>
                    <a:pt x="14724" y="94197"/>
                  </a:lnTo>
                  <a:lnTo>
                    <a:pt x="12626" y="99062"/>
                  </a:lnTo>
                  <a:lnTo>
                    <a:pt x="10683" y="103992"/>
                  </a:lnTo>
                  <a:lnTo>
                    <a:pt x="8897" y="108980"/>
                  </a:lnTo>
                  <a:lnTo>
                    <a:pt x="7270" y="114023"/>
                  </a:lnTo>
                  <a:lnTo>
                    <a:pt x="5804" y="119115"/>
                  </a:lnTo>
                  <a:lnTo>
                    <a:pt x="4500" y="124251"/>
                  </a:lnTo>
                  <a:lnTo>
                    <a:pt x="3359" y="129425"/>
                  </a:lnTo>
                  <a:lnTo>
                    <a:pt x="2383" y="134633"/>
                  </a:lnTo>
                  <a:lnTo>
                    <a:pt x="1573" y="139869"/>
                  </a:lnTo>
                  <a:lnTo>
                    <a:pt x="928" y="145129"/>
                  </a:lnTo>
                  <a:lnTo>
                    <a:pt x="451" y="150406"/>
                  </a:lnTo>
                  <a:lnTo>
                    <a:pt x="141" y="155696"/>
                  </a:lnTo>
                  <a:lnTo>
                    <a:pt x="0" y="160993"/>
                  </a:lnTo>
                  <a:lnTo>
                    <a:pt x="26" y="166291"/>
                  </a:lnTo>
                  <a:lnTo>
                    <a:pt x="219" y="171586"/>
                  </a:lnTo>
                  <a:lnTo>
                    <a:pt x="581" y="176873"/>
                  </a:lnTo>
                  <a:lnTo>
                    <a:pt x="1110" y="182145"/>
                  </a:lnTo>
                  <a:lnTo>
                    <a:pt x="1806" y="187398"/>
                  </a:lnTo>
                  <a:lnTo>
                    <a:pt x="2668" y="192626"/>
                  </a:lnTo>
                  <a:lnTo>
                    <a:pt x="3695" y="197824"/>
                  </a:lnTo>
                  <a:lnTo>
                    <a:pt x="4887" y="202987"/>
                  </a:lnTo>
                  <a:lnTo>
                    <a:pt x="6241" y="208110"/>
                  </a:lnTo>
                  <a:lnTo>
                    <a:pt x="7757" y="213187"/>
                  </a:lnTo>
                  <a:lnTo>
                    <a:pt x="9434" y="218213"/>
                  </a:lnTo>
                  <a:lnTo>
                    <a:pt x="11269" y="223184"/>
                  </a:lnTo>
                  <a:lnTo>
                    <a:pt x="13260" y="228095"/>
                  </a:lnTo>
                  <a:lnTo>
                    <a:pt x="15406" y="232939"/>
                  </a:lnTo>
                  <a:lnTo>
                    <a:pt x="17705" y="237713"/>
                  </a:lnTo>
                  <a:lnTo>
                    <a:pt x="20153" y="242412"/>
                  </a:lnTo>
                  <a:lnTo>
                    <a:pt x="22750" y="247031"/>
                  </a:lnTo>
                  <a:lnTo>
                    <a:pt x="25491" y="251566"/>
                  </a:lnTo>
                  <a:lnTo>
                    <a:pt x="28375" y="256011"/>
                  </a:lnTo>
                  <a:lnTo>
                    <a:pt x="31398" y="260363"/>
                  </a:lnTo>
                  <a:lnTo>
                    <a:pt x="34558" y="264616"/>
                  </a:lnTo>
                  <a:lnTo>
                    <a:pt x="37850" y="268768"/>
                  </a:lnTo>
                  <a:lnTo>
                    <a:pt x="41273" y="272813"/>
                  </a:lnTo>
                  <a:lnTo>
                    <a:pt x="44822" y="276747"/>
                  </a:lnTo>
                  <a:lnTo>
                    <a:pt x="48494" y="280567"/>
                  </a:lnTo>
                  <a:lnTo>
                    <a:pt x="52286" y="284269"/>
                  </a:lnTo>
                  <a:lnTo>
                    <a:pt x="56193" y="287848"/>
                  </a:lnTo>
                  <a:lnTo>
                    <a:pt x="60211" y="291302"/>
                  </a:lnTo>
                  <a:lnTo>
                    <a:pt x="64336" y="294627"/>
                  </a:lnTo>
                  <a:lnTo>
                    <a:pt x="68565" y="297820"/>
                  </a:lnTo>
                  <a:lnTo>
                    <a:pt x="72894" y="300876"/>
                  </a:lnTo>
                  <a:lnTo>
                    <a:pt x="77316" y="303795"/>
                  </a:lnTo>
                  <a:lnTo>
                    <a:pt x="81829" y="306571"/>
                  </a:lnTo>
                  <a:lnTo>
                    <a:pt x="86428" y="309203"/>
                  </a:lnTo>
                  <a:lnTo>
                    <a:pt x="91108" y="311688"/>
                  </a:lnTo>
                  <a:lnTo>
                    <a:pt x="95864" y="314024"/>
                  </a:lnTo>
                  <a:lnTo>
                    <a:pt x="100692" y="316207"/>
                  </a:lnTo>
                  <a:lnTo>
                    <a:pt x="105587" y="318236"/>
                  </a:lnTo>
                  <a:lnTo>
                    <a:pt x="110543" y="320110"/>
                  </a:lnTo>
                  <a:lnTo>
                    <a:pt x="115557" y="321825"/>
                  </a:lnTo>
                  <a:lnTo>
                    <a:pt x="120622" y="323381"/>
                  </a:lnTo>
                  <a:lnTo>
                    <a:pt x="125734" y="324775"/>
                  </a:lnTo>
                  <a:lnTo>
                    <a:pt x="130888" y="326006"/>
                  </a:lnTo>
                  <a:lnTo>
                    <a:pt x="136078" y="327074"/>
                  </a:lnTo>
                  <a:lnTo>
                    <a:pt x="141299" y="327976"/>
                  </a:lnTo>
                  <a:lnTo>
                    <a:pt x="146546" y="328713"/>
                  </a:lnTo>
                  <a:lnTo>
                    <a:pt x="151814" y="329283"/>
                  </a:lnTo>
                  <a:lnTo>
                    <a:pt x="157098" y="329685"/>
                  </a:lnTo>
                  <a:lnTo>
                    <a:pt x="162391" y="329920"/>
                  </a:lnTo>
                  <a:lnTo>
                    <a:pt x="167689" y="329987"/>
                  </a:lnTo>
                  <a:lnTo>
                    <a:pt x="172987" y="329886"/>
                  </a:lnTo>
                  <a:lnTo>
                    <a:pt x="178279" y="329618"/>
                  </a:lnTo>
                  <a:lnTo>
                    <a:pt x="183560" y="329181"/>
                  </a:lnTo>
                  <a:lnTo>
                    <a:pt x="188824" y="328578"/>
                  </a:lnTo>
                  <a:lnTo>
                    <a:pt x="194066" y="327808"/>
                  </a:lnTo>
                  <a:lnTo>
                    <a:pt x="199282" y="326872"/>
                  </a:lnTo>
                  <a:lnTo>
                    <a:pt x="204465" y="325772"/>
                  </a:lnTo>
                  <a:lnTo>
                    <a:pt x="209611" y="324508"/>
                  </a:lnTo>
                  <a:lnTo>
                    <a:pt x="214714" y="323081"/>
                  </a:lnTo>
                  <a:lnTo>
                    <a:pt x="219769" y="321493"/>
                  </a:lnTo>
                  <a:lnTo>
                    <a:pt x="224771" y="319746"/>
                  </a:lnTo>
                  <a:lnTo>
                    <a:pt x="229716" y="317841"/>
                  </a:lnTo>
                  <a:lnTo>
                    <a:pt x="234597" y="315781"/>
                  </a:lnTo>
                  <a:lnTo>
                    <a:pt x="239411" y="313566"/>
                  </a:lnTo>
                  <a:lnTo>
                    <a:pt x="244153" y="311201"/>
                  </a:lnTo>
                  <a:lnTo>
                    <a:pt x="248817" y="308686"/>
                  </a:lnTo>
                  <a:lnTo>
                    <a:pt x="253398" y="306025"/>
                  </a:lnTo>
                  <a:lnTo>
                    <a:pt x="257894" y="303219"/>
                  </a:lnTo>
                  <a:lnTo>
                    <a:pt x="262298" y="300273"/>
                  </a:lnTo>
                  <a:lnTo>
                    <a:pt x="266606" y="297189"/>
                  </a:lnTo>
                  <a:lnTo>
                    <a:pt x="270815" y="293969"/>
                  </a:lnTo>
                  <a:lnTo>
                    <a:pt x="274919" y="290618"/>
                  </a:lnTo>
                  <a:lnTo>
                    <a:pt x="278915" y="287139"/>
                  </a:lnTo>
                  <a:lnTo>
                    <a:pt x="282799" y="283534"/>
                  </a:lnTo>
                  <a:lnTo>
                    <a:pt x="286567" y="279809"/>
                  </a:lnTo>
                  <a:lnTo>
                    <a:pt x="290215" y="275965"/>
                  </a:lnTo>
                  <a:lnTo>
                    <a:pt x="293739" y="272009"/>
                  </a:lnTo>
                  <a:lnTo>
                    <a:pt x="297136" y="267942"/>
                  </a:lnTo>
                  <a:lnTo>
                    <a:pt x="300402" y="263770"/>
                  </a:lnTo>
                  <a:lnTo>
                    <a:pt x="303535" y="259496"/>
                  </a:lnTo>
                  <a:lnTo>
                    <a:pt x="306530" y="255125"/>
                  </a:lnTo>
                  <a:lnTo>
                    <a:pt x="309385" y="250662"/>
                  </a:lnTo>
                  <a:lnTo>
                    <a:pt x="312098" y="246110"/>
                  </a:lnTo>
                  <a:lnTo>
                    <a:pt x="314665" y="241474"/>
                  </a:lnTo>
                  <a:lnTo>
                    <a:pt x="317083" y="236760"/>
                  </a:lnTo>
                  <a:lnTo>
                    <a:pt x="319351" y="231971"/>
                  </a:lnTo>
                  <a:lnTo>
                    <a:pt x="321467" y="227113"/>
                  </a:lnTo>
                  <a:lnTo>
                    <a:pt x="323427" y="222190"/>
                  </a:lnTo>
                  <a:lnTo>
                    <a:pt x="325230" y="217208"/>
                  </a:lnTo>
                  <a:lnTo>
                    <a:pt x="326874" y="212171"/>
                  </a:lnTo>
                  <a:lnTo>
                    <a:pt x="328358" y="207084"/>
                  </a:lnTo>
                  <a:lnTo>
                    <a:pt x="329680" y="201953"/>
                  </a:lnTo>
                  <a:lnTo>
                    <a:pt x="330838" y="196782"/>
                  </a:lnTo>
                  <a:lnTo>
                    <a:pt x="331832" y="191577"/>
                  </a:lnTo>
                  <a:lnTo>
                    <a:pt x="332661" y="186344"/>
                  </a:lnTo>
                  <a:lnTo>
                    <a:pt x="333323" y="181087"/>
                  </a:lnTo>
                  <a:lnTo>
                    <a:pt x="333819" y="175811"/>
                  </a:lnTo>
                  <a:lnTo>
                    <a:pt x="334147" y="170523"/>
                  </a:lnTo>
                  <a:lnTo>
                    <a:pt x="334307" y="165226"/>
                  </a:lnTo>
                  <a:lnTo>
                    <a:pt x="334299" y="159928"/>
                  </a:lnTo>
                  <a:lnTo>
                    <a:pt x="334124" y="154632"/>
                  </a:lnTo>
                  <a:lnTo>
                    <a:pt x="333780" y="149344"/>
                  </a:lnTo>
                  <a:lnTo>
                    <a:pt x="333269" y="144070"/>
                  </a:lnTo>
                  <a:lnTo>
                    <a:pt x="332592" y="138815"/>
                  </a:lnTo>
                  <a:lnTo>
                    <a:pt x="331748" y="133584"/>
                  </a:lnTo>
                  <a:lnTo>
                    <a:pt x="330739" y="128382"/>
                  </a:lnTo>
                  <a:lnTo>
                    <a:pt x="329565" y="123215"/>
                  </a:lnTo>
                  <a:lnTo>
                    <a:pt x="328228" y="118088"/>
                  </a:lnTo>
                  <a:lnTo>
                    <a:pt x="326730" y="113006"/>
                  </a:lnTo>
                  <a:lnTo>
                    <a:pt x="325071" y="107973"/>
                  </a:lnTo>
                  <a:lnTo>
                    <a:pt x="323253" y="102996"/>
                  </a:lnTo>
                  <a:lnTo>
                    <a:pt x="321279" y="98079"/>
                  </a:lnTo>
                  <a:lnTo>
                    <a:pt x="319149" y="93227"/>
                  </a:lnTo>
                  <a:lnTo>
                    <a:pt x="316867" y="88445"/>
                  </a:lnTo>
                  <a:lnTo>
                    <a:pt x="314435" y="83737"/>
                  </a:lnTo>
                  <a:lnTo>
                    <a:pt x="311854" y="79109"/>
                  </a:lnTo>
                  <a:lnTo>
                    <a:pt x="309129" y="74566"/>
                  </a:lnTo>
                  <a:lnTo>
                    <a:pt x="306260" y="70110"/>
                  </a:lnTo>
                  <a:lnTo>
                    <a:pt x="303252" y="65748"/>
                  </a:lnTo>
                  <a:lnTo>
                    <a:pt x="300107" y="61484"/>
                  </a:lnTo>
                  <a:lnTo>
                    <a:pt x="296829" y="57321"/>
                  </a:lnTo>
                  <a:lnTo>
                    <a:pt x="293420" y="53264"/>
                  </a:lnTo>
                  <a:lnTo>
                    <a:pt x="289884" y="49318"/>
                  </a:lnTo>
                  <a:lnTo>
                    <a:pt x="286226" y="45485"/>
                  </a:lnTo>
                  <a:lnTo>
                    <a:pt x="282447" y="41771"/>
                  </a:lnTo>
                  <a:lnTo>
                    <a:pt x="278553" y="38177"/>
                  </a:lnTo>
                  <a:lnTo>
                    <a:pt x="274546" y="34710"/>
                  </a:lnTo>
                  <a:lnTo>
                    <a:pt x="270432" y="31370"/>
                  </a:lnTo>
                  <a:lnTo>
                    <a:pt x="266214" y="28163"/>
                  </a:lnTo>
                  <a:lnTo>
                    <a:pt x="261897" y="25092"/>
                  </a:lnTo>
                  <a:lnTo>
                    <a:pt x="257484" y="22158"/>
                  </a:lnTo>
                  <a:lnTo>
                    <a:pt x="252981" y="19366"/>
                  </a:lnTo>
                  <a:lnTo>
                    <a:pt x="248391" y="16718"/>
                  </a:lnTo>
                  <a:lnTo>
                    <a:pt x="243720" y="14217"/>
                  </a:lnTo>
                  <a:lnTo>
                    <a:pt x="238972" y="11865"/>
                  </a:lnTo>
                  <a:lnTo>
                    <a:pt x="167157" y="16282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212566" y="1546402"/>
              <a:ext cx="71814" cy="167167"/>
            </a:xfrm>
            <a:custGeom>
              <a:avLst/>
              <a:pathLst>
                <a:path w="71814" h="167167">
                  <a:moveTo>
                    <a:pt x="71814" y="16211"/>
                  </a:moveTo>
                  <a:lnTo>
                    <a:pt x="66617" y="13847"/>
                  </a:lnTo>
                  <a:lnTo>
                    <a:pt x="61342" y="11661"/>
                  </a:lnTo>
                  <a:lnTo>
                    <a:pt x="55996" y="9657"/>
                  </a:lnTo>
                  <a:lnTo>
                    <a:pt x="50584" y="7837"/>
                  </a:lnTo>
                  <a:lnTo>
                    <a:pt x="45113" y="6202"/>
                  </a:lnTo>
                  <a:lnTo>
                    <a:pt x="39590" y="4755"/>
                  </a:lnTo>
                  <a:lnTo>
                    <a:pt x="34020" y="3498"/>
                  </a:lnTo>
                  <a:lnTo>
                    <a:pt x="28411" y="2432"/>
                  </a:lnTo>
                  <a:lnTo>
                    <a:pt x="22769" y="1557"/>
                  </a:lnTo>
                  <a:lnTo>
                    <a:pt x="17100" y="876"/>
                  </a:lnTo>
                  <a:lnTo>
                    <a:pt x="11411" y="389"/>
                  </a:lnTo>
                  <a:lnTo>
                    <a:pt x="5708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864716" y="1943516"/>
              <a:ext cx="14067" cy="167167"/>
            </a:xfrm>
            <a:custGeom>
              <a:avLst/>
              <a:pathLst>
                <a:path w="14067" h="167167">
                  <a:moveTo>
                    <a:pt x="14067" y="0"/>
                  </a:moveTo>
                  <a:lnTo>
                    <a:pt x="0" y="592"/>
                  </a:lnTo>
                  <a:lnTo>
                    <a:pt x="14067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864716" y="1944109"/>
              <a:ext cx="14067" cy="166574"/>
            </a:xfrm>
            <a:custGeom>
              <a:avLst/>
              <a:pathLst>
                <a:path w="14067" h="166574">
                  <a:moveTo>
                    <a:pt x="0" y="0"/>
                  </a:moveTo>
                  <a:lnTo>
                    <a:pt x="14067" y="16657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864716" y="1944109"/>
              <a:ext cx="14067" cy="166574"/>
            </a:xfrm>
            <a:custGeom>
              <a:avLst/>
              <a:pathLst>
                <a:path w="14067" h="166574">
                  <a:moveTo>
                    <a:pt x="0" y="0"/>
                  </a:moveTo>
                  <a:lnTo>
                    <a:pt x="14067" y="1665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864716" y="1944109"/>
              <a:ext cx="14067" cy="166574"/>
            </a:xfrm>
            <a:custGeom>
              <a:avLst/>
              <a:pathLst>
                <a:path w="14067" h="166574">
                  <a:moveTo>
                    <a:pt x="0" y="0"/>
                  </a:moveTo>
                  <a:lnTo>
                    <a:pt x="14067" y="1665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864716" y="1944109"/>
              <a:ext cx="14067" cy="166574"/>
            </a:xfrm>
            <a:custGeom>
              <a:avLst/>
              <a:pathLst>
                <a:path w="14067" h="166574">
                  <a:moveTo>
                    <a:pt x="0" y="0"/>
                  </a:moveTo>
                  <a:lnTo>
                    <a:pt x="14067" y="1665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864716" y="1944109"/>
              <a:ext cx="14067" cy="166574"/>
            </a:xfrm>
            <a:custGeom>
              <a:avLst/>
              <a:pathLst>
                <a:path w="14067" h="166574">
                  <a:moveTo>
                    <a:pt x="0" y="0"/>
                  </a:moveTo>
                  <a:lnTo>
                    <a:pt x="14067" y="1665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864716" y="1944109"/>
              <a:ext cx="14067" cy="166574"/>
            </a:xfrm>
            <a:custGeom>
              <a:avLst/>
              <a:pathLst>
                <a:path w="14067" h="166574">
                  <a:moveTo>
                    <a:pt x="0" y="0"/>
                  </a:moveTo>
                  <a:lnTo>
                    <a:pt x="14067" y="16657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864716" y="1944109"/>
              <a:ext cx="14067" cy="166574"/>
            </a:xfrm>
            <a:custGeom>
              <a:avLst/>
              <a:pathLst>
                <a:path w="14067" h="166574">
                  <a:moveTo>
                    <a:pt x="0" y="0"/>
                  </a:moveTo>
                  <a:lnTo>
                    <a:pt x="14067" y="16657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864716" y="1944109"/>
              <a:ext cx="14067" cy="166574"/>
            </a:xfrm>
            <a:custGeom>
              <a:avLst/>
              <a:pathLst>
                <a:path w="14067" h="166574">
                  <a:moveTo>
                    <a:pt x="0" y="0"/>
                  </a:moveTo>
                  <a:lnTo>
                    <a:pt x="14067" y="16657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864716" y="1944109"/>
              <a:ext cx="14067" cy="166574"/>
            </a:xfrm>
            <a:custGeom>
              <a:avLst/>
              <a:pathLst>
                <a:path w="14067" h="166574">
                  <a:moveTo>
                    <a:pt x="0" y="0"/>
                  </a:moveTo>
                  <a:lnTo>
                    <a:pt x="14067" y="16657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864716" y="1944109"/>
              <a:ext cx="14067" cy="166574"/>
            </a:xfrm>
            <a:custGeom>
              <a:avLst/>
              <a:pathLst>
                <a:path w="14067" h="166574">
                  <a:moveTo>
                    <a:pt x="0" y="0"/>
                  </a:moveTo>
                  <a:lnTo>
                    <a:pt x="14067" y="1665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864716" y="1944109"/>
              <a:ext cx="14067" cy="166574"/>
            </a:xfrm>
            <a:custGeom>
              <a:avLst/>
              <a:pathLst>
                <a:path w="14067" h="166574">
                  <a:moveTo>
                    <a:pt x="0" y="0"/>
                  </a:moveTo>
                  <a:lnTo>
                    <a:pt x="14067" y="1665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864716" y="1944109"/>
              <a:ext cx="14067" cy="166574"/>
            </a:xfrm>
            <a:custGeom>
              <a:avLst/>
              <a:pathLst>
                <a:path w="14067" h="166574">
                  <a:moveTo>
                    <a:pt x="0" y="0"/>
                  </a:moveTo>
                  <a:lnTo>
                    <a:pt x="14067" y="1665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864716" y="1944109"/>
              <a:ext cx="14067" cy="166574"/>
            </a:xfrm>
            <a:custGeom>
              <a:avLst/>
              <a:pathLst>
                <a:path w="14067" h="166574">
                  <a:moveTo>
                    <a:pt x="0" y="0"/>
                  </a:moveTo>
                  <a:lnTo>
                    <a:pt x="14067" y="1665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864716" y="1944109"/>
              <a:ext cx="14067" cy="166574"/>
            </a:xfrm>
            <a:custGeom>
              <a:avLst/>
              <a:pathLst>
                <a:path w="14067" h="166574">
                  <a:moveTo>
                    <a:pt x="0" y="0"/>
                  </a:moveTo>
                  <a:lnTo>
                    <a:pt x="14067" y="16657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864716" y="1944109"/>
              <a:ext cx="14067" cy="166574"/>
            </a:xfrm>
            <a:custGeom>
              <a:avLst/>
              <a:pathLst>
                <a:path w="14067" h="166574">
                  <a:moveTo>
                    <a:pt x="0" y="0"/>
                  </a:moveTo>
                  <a:lnTo>
                    <a:pt x="14067" y="16657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781346" y="1944109"/>
              <a:ext cx="97437" cy="166574"/>
            </a:xfrm>
            <a:custGeom>
              <a:avLst/>
              <a:pathLst>
                <a:path w="97437" h="166574">
                  <a:moveTo>
                    <a:pt x="83369" y="0"/>
                  </a:moveTo>
                  <a:lnTo>
                    <a:pt x="77777" y="567"/>
                  </a:lnTo>
                  <a:lnTo>
                    <a:pt x="72207" y="1321"/>
                  </a:lnTo>
                  <a:lnTo>
                    <a:pt x="66666" y="2263"/>
                  </a:lnTo>
                  <a:lnTo>
                    <a:pt x="61159" y="3390"/>
                  </a:lnTo>
                  <a:lnTo>
                    <a:pt x="55694" y="4702"/>
                  </a:lnTo>
                  <a:lnTo>
                    <a:pt x="50275" y="6197"/>
                  </a:lnTo>
                  <a:lnTo>
                    <a:pt x="44910" y="7873"/>
                  </a:lnTo>
                  <a:lnTo>
                    <a:pt x="39605" y="9729"/>
                  </a:lnTo>
                  <a:lnTo>
                    <a:pt x="34364" y="11762"/>
                  </a:lnTo>
                  <a:lnTo>
                    <a:pt x="29195" y="13970"/>
                  </a:lnTo>
                  <a:lnTo>
                    <a:pt x="24103" y="16350"/>
                  </a:lnTo>
                  <a:lnTo>
                    <a:pt x="19094" y="18901"/>
                  </a:lnTo>
                  <a:lnTo>
                    <a:pt x="14174" y="21618"/>
                  </a:lnTo>
                  <a:lnTo>
                    <a:pt x="9348" y="24499"/>
                  </a:lnTo>
                  <a:lnTo>
                    <a:pt x="4621" y="27541"/>
                  </a:lnTo>
                  <a:lnTo>
                    <a:pt x="0" y="30740"/>
                  </a:lnTo>
                  <a:lnTo>
                    <a:pt x="97437" y="16657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711616" y="1943516"/>
              <a:ext cx="334325" cy="334325"/>
            </a:xfrm>
            <a:custGeom>
              <a:avLst/>
              <a:pathLst>
                <a:path w="334325" h="334325">
                  <a:moveTo>
                    <a:pt x="69730" y="31333"/>
                  </a:moveTo>
                  <a:lnTo>
                    <a:pt x="65483" y="34482"/>
                  </a:lnTo>
                  <a:lnTo>
                    <a:pt x="61339" y="37763"/>
                  </a:lnTo>
                  <a:lnTo>
                    <a:pt x="57300" y="41174"/>
                  </a:lnTo>
                  <a:lnTo>
                    <a:pt x="53371" y="44711"/>
                  </a:lnTo>
                  <a:lnTo>
                    <a:pt x="49556" y="48371"/>
                  </a:lnTo>
                  <a:lnTo>
                    <a:pt x="45858" y="52149"/>
                  </a:lnTo>
                  <a:lnTo>
                    <a:pt x="42282" y="56042"/>
                  </a:lnTo>
                  <a:lnTo>
                    <a:pt x="38831" y="60047"/>
                  </a:lnTo>
                  <a:lnTo>
                    <a:pt x="35508" y="64158"/>
                  </a:lnTo>
                  <a:lnTo>
                    <a:pt x="32316" y="68373"/>
                  </a:lnTo>
                  <a:lnTo>
                    <a:pt x="29260" y="72686"/>
                  </a:lnTo>
                  <a:lnTo>
                    <a:pt x="26341" y="77094"/>
                  </a:lnTo>
                  <a:lnTo>
                    <a:pt x="23564" y="81592"/>
                  </a:lnTo>
                  <a:lnTo>
                    <a:pt x="20930" y="86175"/>
                  </a:lnTo>
                  <a:lnTo>
                    <a:pt x="18442" y="90840"/>
                  </a:lnTo>
                  <a:lnTo>
                    <a:pt x="16103" y="95581"/>
                  </a:lnTo>
                  <a:lnTo>
                    <a:pt x="13915" y="100393"/>
                  </a:lnTo>
                  <a:lnTo>
                    <a:pt x="11880" y="105273"/>
                  </a:lnTo>
                  <a:lnTo>
                    <a:pt x="10001" y="110214"/>
                  </a:lnTo>
                  <a:lnTo>
                    <a:pt x="8278" y="115212"/>
                  </a:lnTo>
                  <a:lnTo>
                    <a:pt x="6715" y="120262"/>
                  </a:lnTo>
                  <a:lnTo>
                    <a:pt x="5312" y="125359"/>
                  </a:lnTo>
                  <a:lnTo>
                    <a:pt x="4071" y="130497"/>
                  </a:lnTo>
                  <a:lnTo>
                    <a:pt x="2993" y="135673"/>
                  </a:lnTo>
                  <a:lnTo>
                    <a:pt x="2079" y="140880"/>
                  </a:lnTo>
                  <a:lnTo>
                    <a:pt x="1331" y="146113"/>
                  </a:lnTo>
                  <a:lnTo>
                    <a:pt x="748" y="151367"/>
                  </a:lnTo>
                  <a:lnTo>
                    <a:pt x="331" y="156637"/>
                  </a:lnTo>
                  <a:lnTo>
                    <a:pt x="82" y="161918"/>
                  </a:lnTo>
                  <a:lnTo>
                    <a:pt x="0" y="167204"/>
                  </a:lnTo>
                  <a:lnTo>
                    <a:pt x="84" y="172490"/>
                  </a:lnTo>
                  <a:lnTo>
                    <a:pt x="336" y="177770"/>
                  </a:lnTo>
                  <a:lnTo>
                    <a:pt x="755" y="183040"/>
                  </a:lnTo>
                  <a:lnTo>
                    <a:pt x="1340" y="188294"/>
                  </a:lnTo>
                  <a:lnTo>
                    <a:pt x="2091" y="193527"/>
                  </a:lnTo>
                  <a:lnTo>
                    <a:pt x="3007" y="198734"/>
                  </a:lnTo>
                  <a:lnTo>
                    <a:pt x="4087" y="203908"/>
                  </a:lnTo>
                  <a:lnTo>
                    <a:pt x="5330" y="209047"/>
                  </a:lnTo>
                  <a:lnTo>
                    <a:pt x="6736" y="214143"/>
                  </a:lnTo>
                  <a:lnTo>
                    <a:pt x="8301" y="219192"/>
                  </a:lnTo>
                  <a:lnTo>
                    <a:pt x="10026" y="224190"/>
                  </a:lnTo>
                  <a:lnTo>
                    <a:pt x="11907" y="229130"/>
                  </a:lnTo>
                  <a:lnTo>
                    <a:pt x="13944" y="234008"/>
                  </a:lnTo>
                  <a:lnTo>
                    <a:pt x="16134" y="238820"/>
                  </a:lnTo>
                  <a:lnTo>
                    <a:pt x="18476" y="243560"/>
                  </a:lnTo>
                  <a:lnTo>
                    <a:pt x="20965" y="248223"/>
                  </a:lnTo>
                  <a:lnTo>
                    <a:pt x="23602" y="252805"/>
                  </a:lnTo>
                  <a:lnTo>
                    <a:pt x="26381" y="257302"/>
                  </a:lnTo>
                  <a:lnTo>
                    <a:pt x="29302" y="261709"/>
                  </a:lnTo>
                  <a:lnTo>
                    <a:pt x="32360" y="266021"/>
                  </a:lnTo>
                  <a:lnTo>
                    <a:pt x="35553" y="270234"/>
                  </a:lnTo>
                  <a:lnTo>
                    <a:pt x="38878" y="274344"/>
                  </a:lnTo>
                  <a:lnTo>
                    <a:pt x="42331" y="278347"/>
                  </a:lnTo>
                  <a:lnTo>
                    <a:pt x="45909" y="282239"/>
                  </a:lnTo>
                  <a:lnTo>
                    <a:pt x="49608" y="286015"/>
                  </a:lnTo>
                  <a:lnTo>
                    <a:pt x="53425" y="289673"/>
                  </a:lnTo>
                  <a:lnTo>
                    <a:pt x="57356" y="293208"/>
                  </a:lnTo>
                  <a:lnTo>
                    <a:pt x="61396" y="296617"/>
                  </a:lnTo>
                  <a:lnTo>
                    <a:pt x="65542" y="299897"/>
                  </a:lnTo>
                  <a:lnTo>
                    <a:pt x="69790" y="303044"/>
                  </a:lnTo>
                  <a:lnTo>
                    <a:pt x="74135" y="306055"/>
                  </a:lnTo>
                  <a:lnTo>
                    <a:pt x="78573" y="308928"/>
                  </a:lnTo>
                  <a:lnTo>
                    <a:pt x="83100" y="311658"/>
                  </a:lnTo>
                  <a:lnTo>
                    <a:pt x="87711" y="314244"/>
                  </a:lnTo>
                  <a:lnTo>
                    <a:pt x="92401" y="316683"/>
                  </a:lnTo>
                  <a:lnTo>
                    <a:pt x="97166" y="318972"/>
                  </a:lnTo>
                  <a:lnTo>
                    <a:pt x="102001" y="321110"/>
                  </a:lnTo>
                  <a:lnTo>
                    <a:pt x="106901" y="323093"/>
                  </a:lnTo>
                  <a:lnTo>
                    <a:pt x="111862" y="324921"/>
                  </a:lnTo>
                  <a:lnTo>
                    <a:pt x="116878" y="326591"/>
                  </a:lnTo>
                  <a:lnTo>
                    <a:pt x="121944" y="328101"/>
                  </a:lnTo>
                  <a:lnTo>
                    <a:pt x="127055" y="329451"/>
                  </a:lnTo>
                  <a:lnTo>
                    <a:pt x="132207" y="330638"/>
                  </a:lnTo>
                  <a:lnTo>
                    <a:pt x="137393" y="331662"/>
                  </a:lnTo>
                  <a:lnTo>
                    <a:pt x="142609" y="332521"/>
                  </a:lnTo>
                  <a:lnTo>
                    <a:pt x="147850" y="333215"/>
                  </a:lnTo>
                  <a:lnTo>
                    <a:pt x="153110" y="333742"/>
                  </a:lnTo>
                  <a:lnTo>
                    <a:pt x="158384" y="334104"/>
                  </a:lnTo>
                  <a:lnTo>
                    <a:pt x="163667" y="334298"/>
                  </a:lnTo>
                  <a:lnTo>
                    <a:pt x="168954" y="334325"/>
                  </a:lnTo>
                  <a:lnTo>
                    <a:pt x="174238" y="334185"/>
                  </a:lnTo>
                  <a:lnTo>
                    <a:pt x="179516" y="333878"/>
                  </a:lnTo>
                  <a:lnTo>
                    <a:pt x="184781" y="333404"/>
                  </a:lnTo>
                  <a:lnTo>
                    <a:pt x="190029" y="332764"/>
                  </a:lnTo>
                  <a:lnTo>
                    <a:pt x="195254" y="331958"/>
                  </a:lnTo>
                  <a:lnTo>
                    <a:pt x="200450" y="330988"/>
                  </a:lnTo>
                  <a:lnTo>
                    <a:pt x="205614" y="329853"/>
                  </a:lnTo>
                  <a:lnTo>
                    <a:pt x="210738" y="328556"/>
                  </a:lnTo>
                  <a:lnTo>
                    <a:pt x="215820" y="327098"/>
                  </a:lnTo>
                  <a:lnTo>
                    <a:pt x="220852" y="325479"/>
                  </a:lnTo>
                  <a:lnTo>
                    <a:pt x="225831" y="323703"/>
                  </a:lnTo>
                  <a:lnTo>
                    <a:pt x="230752" y="321769"/>
                  </a:lnTo>
                  <a:lnTo>
                    <a:pt x="235609" y="319682"/>
                  </a:lnTo>
                  <a:lnTo>
                    <a:pt x="240397" y="317441"/>
                  </a:lnTo>
                  <a:lnTo>
                    <a:pt x="245112" y="315050"/>
                  </a:lnTo>
                  <a:lnTo>
                    <a:pt x="249749" y="312512"/>
                  </a:lnTo>
                  <a:lnTo>
                    <a:pt x="254304" y="309828"/>
                  </a:lnTo>
                  <a:lnTo>
                    <a:pt x="258771" y="307001"/>
                  </a:lnTo>
                  <a:lnTo>
                    <a:pt x="263147" y="304035"/>
                  </a:lnTo>
                  <a:lnTo>
                    <a:pt x="267426" y="300932"/>
                  </a:lnTo>
                  <a:lnTo>
                    <a:pt x="271606" y="297695"/>
                  </a:lnTo>
                  <a:lnTo>
                    <a:pt x="275681" y="294327"/>
                  </a:lnTo>
                  <a:lnTo>
                    <a:pt x="279648" y="290832"/>
                  </a:lnTo>
                  <a:lnTo>
                    <a:pt x="283502" y="287214"/>
                  </a:lnTo>
                  <a:lnTo>
                    <a:pt x="287239" y="283475"/>
                  </a:lnTo>
                  <a:lnTo>
                    <a:pt x="290857" y="279620"/>
                  </a:lnTo>
                  <a:lnTo>
                    <a:pt x="294351" y="275653"/>
                  </a:lnTo>
                  <a:lnTo>
                    <a:pt x="297718" y="271577"/>
                  </a:lnTo>
                  <a:lnTo>
                    <a:pt x="300954" y="267397"/>
                  </a:lnTo>
                  <a:lnTo>
                    <a:pt x="304056" y="263116"/>
                  </a:lnTo>
                  <a:lnTo>
                    <a:pt x="307022" y="258740"/>
                  </a:lnTo>
                  <a:lnTo>
                    <a:pt x="309847" y="254272"/>
                  </a:lnTo>
                  <a:lnTo>
                    <a:pt x="312530" y="249717"/>
                  </a:lnTo>
                  <a:lnTo>
                    <a:pt x="315068" y="245079"/>
                  </a:lnTo>
                  <a:lnTo>
                    <a:pt x="317457" y="240364"/>
                  </a:lnTo>
                  <a:lnTo>
                    <a:pt x="319697" y="235575"/>
                  </a:lnTo>
                  <a:lnTo>
                    <a:pt x="321783" y="230718"/>
                  </a:lnTo>
                  <a:lnTo>
                    <a:pt x="323716" y="225797"/>
                  </a:lnTo>
                  <a:lnTo>
                    <a:pt x="325491" y="220818"/>
                  </a:lnTo>
                  <a:lnTo>
                    <a:pt x="327108" y="215784"/>
                  </a:lnTo>
                  <a:lnTo>
                    <a:pt x="328566" y="210703"/>
                  </a:lnTo>
                  <a:lnTo>
                    <a:pt x="329862" y="205578"/>
                  </a:lnTo>
                  <a:lnTo>
                    <a:pt x="330995" y="200414"/>
                  </a:lnTo>
                  <a:lnTo>
                    <a:pt x="331964" y="195217"/>
                  </a:lnTo>
                  <a:lnTo>
                    <a:pt x="332769" y="189992"/>
                  </a:lnTo>
                  <a:lnTo>
                    <a:pt x="333408" y="184744"/>
                  </a:lnTo>
                  <a:lnTo>
                    <a:pt x="333880" y="179479"/>
                  </a:lnTo>
                  <a:lnTo>
                    <a:pt x="334186" y="174202"/>
                  </a:lnTo>
                  <a:lnTo>
                    <a:pt x="334325" y="168917"/>
                  </a:lnTo>
                  <a:lnTo>
                    <a:pt x="334297" y="163630"/>
                  </a:lnTo>
                  <a:lnTo>
                    <a:pt x="334102" y="158348"/>
                  </a:lnTo>
                  <a:lnTo>
                    <a:pt x="333739" y="153073"/>
                  </a:lnTo>
                  <a:lnTo>
                    <a:pt x="333210" y="147813"/>
                  </a:lnTo>
                  <a:lnTo>
                    <a:pt x="332515" y="142573"/>
                  </a:lnTo>
                  <a:lnTo>
                    <a:pt x="331655" y="137357"/>
                  </a:lnTo>
                  <a:lnTo>
                    <a:pt x="330630" y="132171"/>
                  </a:lnTo>
                  <a:lnTo>
                    <a:pt x="329442" y="127019"/>
                  </a:lnTo>
                  <a:lnTo>
                    <a:pt x="328091" y="121908"/>
                  </a:lnTo>
                  <a:lnTo>
                    <a:pt x="326580" y="116843"/>
                  </a:lnTo>
                  <a:lnTo>
                    <a:pt x="324909" y="111827"/>
                  </a:lnTo>
                  <a:lnTo>
                    <a:pt x="323080" y="106867"/>
                  </a:lnTo>
                  <a:lnTo>
                    <a:pt x="321095" y="101967"/>
                  </a:lnTo>
                  <a:lnTo>
                    <a:pt x="318957" y="97133"/>
                  </a:lnTo>
                  <a:lnTo>
                    <a:pt x="316666" y="92368"/>
                  </a:lnTo>
                  <a:lnTo>
                    <a:pt x="314226" y="87678"/>
                  </a:lnTo>
                  <a:lnTo>
                    <a:pt x="311639" y="83068"/>
                  </a:lnTo>
                  <a:lnTo>
                    <a:pt x="308908" y="78542"/>
                  </a:lnTo>
                  <a:lnTo>
                    <a:pt x="306035" y="74104"/>
                  </a:lnTo>
                  <a:lnTo>
                    <a:pt x="303023" y="69760"/>
                  </a:lnTo>
                  <a:lnTo>
                    <a:pt x="299875" y="65513"/>
                  </a:lnTo>
                  <a:lnTo>
                    <a:pt x="296594" y="61367"/>
                  </a:lnTo>
                  <a:lnTo>
                    <a:pt x="293184" y="57328"/>
                  </a:lnTo>
                  <a:lnTo>
                    <a:pt x="289648" y="53398"/>
                  </a:lnTo>
                  <a:lnTo>
                    <a:pt x="285989" y="49582"/>
                  </a:lnTo>
                  <a:lnTo>
                    <a:pt x="282212" y="45884"/>
                  </a:lnTo>
                  <a:lnTo>
                    <a:pt x="278319" y="42307"/>
                  </a:lnTo>
                  <a:lnTo>
                    <a:pt x="274316" y="38854"/>
                  </a:lnTo>
                  <a:lnTo>
                    <a:pt x="270205" y="35530"/>
                  </a:lnTo>
                  <a:lnTo>
                    <a:pt x="265991" y="32338"/>
                  </a:lnTo>
                  <a:lnTo>
                    <a:pt x="261678" y="29281"/>
                  </a:lnTo>
                  <a:lnTo>
                    <a:pt x="257271" y="26361"/>
                  </a:lnTo>
                  <a:lnTo>
                    <a:pt x="252774" y="23583"/>
                  </a:lnTo>
                  <a:lnTo>
                    <a:pt x="248191" y="20948"/>
                  </a:lnTo>
                  <a:lnTo>
                    <a:pt x="243527" y="18459"/>
                  </a:lnTo>
                  <a:lnTo>
                    <a:pt x="238786" y="16119"/>
                  </a:lnTo>
                  <a:lnTo>
                    <a:pt x="233974" y="13930"/>
                  </a:lnTo>
                  <a:lnTo>
                    <a:pt x="229096" y="11894"/>
                  </a:lnTo>
                  <a:lnTo>
                    <a:pt x="224155" y="10013"/>
                  </a:lnTo>
                  <a:lnTo>
                    <a:pt x="219157" y="8290"/>
                  </a:lnTo>
                  <a:lnTo>
                    <a:pt x="214108" y="6725"/>
                  </a:lnTo>
                  <a:lnTo>
                    <a:pt x="209011" y="5321"/>
                  </a:lnTo>
                  <a:lnTo>
                    <a:pt x="203872" y="4079"/>
                  </a:lnTo>
                  <a:lnTo>
                    <a:pt x="198697" y="3000"/>
                  </a:lnTo>
                  <a:lnTo>
                    <a:pt x="193491" y="2085"/>
                  </a:lnTo>
                  <a:lnTo>
                    <a:pt x="188257" y="1335"/>
                  </a:lnTo>
                  <a:lnTo>
                    <a:pt x="183003" y="751"/>
                  </a:lnTo>
                  <a:lnTo>
                    <a:pt x="177733" y="334"/>
                  </a:lnTo>
                  <a:lnTo>
                    <a:pt x="172453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626484" y="2406772"/>
              <a:ext cx="19248" cy="167167"/>
            </a:xfrm>
            <a:custGeom>
              <a:avLst/>
              <a:pathLst>
                <a:path w="19248" h="167167">
                  <a:moveTo>
                    <a:pt x="19248" y="0"/>
                  </a:moveTo>
                  <a:lnTo>
                    <a:pt x="9608" y="278"/>
                  </a:lnTo>
                  <a:lnTo>
                    <a:pt x="0" y="1111"/>
                  </a:lnTo>
                  <a:lnTo>
                    <a:pt x="19248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626484" y="2407884"/>
              <a:ext cx="19248" cy="166055"/>
            </a:xfrm>
            <a:custGeom>
              <a:avLst/>
              <a:pathLst>
                <a:path w="19248" h="166055">
                  <a:moveTo>
                    <a:pt x="0" y="0"/>
                  </a:moveTo>
                  <a:lnTo>
                    <a:pt x="19248" y="1660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626484" y="2407884"/>
              <a:ext cx="19248" cy="166055"/>
            </a:xfrm>
            <a:custGeom>
              <a:avLst/>
              <a:pathLst>
                <a:path w="19248" h="166055">
                  <a:moveTo>
                    <a:pt x="0" y="0"/>
                  </a:moveTo>
                  <a:lnTo>
                    <a:pt x="19248" y="1660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626484" y="2407884"/>
              <a:ext cx="19248" cy="166055"/>
            </a:xfrm>
            <a:custGeom>
              <a:avLst/>
              <a:pathLst>
                <a:path w="19248" h="166055">
                  <a:moveTo>
                    <a:pt x="0" y="0"/>
                  </a:moveTo>
                  <a:lnTo>
                    <a:pt x="19248" y="1660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626484" y="2407884"/>
              <a:ext cx="19248" cy="166055"/>
            </a:xfrm>
            <a:custGeom>
              <a:avLst/>
              <a:pathLst>
                <a:path w="19248" h="166055">
                  <a:moveTo>
                    <a:pt x="0" y="0"/>
                  </a:moveTo>
                  <a:lnTo>
                    <a:pt x="19248" y="1660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626484" y="2407884"/>
              <a:ext cx="19248" cy="166055"/>
            </a:xfrm>
            <a:custGeom>
              <a:avLst/>
              <a:pathLst>
                <a:path w="19248" h="166055">
                  <a:moveTo>
                    <a:pt x="0" y="0"/>
                  </a:moveTo>
                  <a:lnTo>
                    <a:pt x="19248" y="16605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626484" y="2407884"/>
              <a:ext cx="19248" cy="166055"/>
            </a:xfrm>
            <a:custGeom>
              <a:avLst/>
              <a:pathLst>
                <a:path w="19248" h="166055">
                  <a:moveTo>
                    <a:pt x="0" y="0"/>
                  </a:moveTo>
                  <a:lnTo>
                    <a:pt x="19248" y="1660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626484" y="2407884"/>
              <a:ext cx="19248" cy="166055"/>
            </a:xfrm>
            <a:custGeom>
              <a:avLst/>
              <a:pathLst>
                <a:path w="19248" h="166055">
                  <a:moveTo>
                    <a:pt x="0" y="0"/>
                  </a:moveTo>
                  <a:lnTo>
                    <a:pt x="19248" y="1660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26484" y="2407884"/>
              <a:ext cx="19248" cy="166055"/>
            </a:xfrm>
            <a:custGeom>
              <a:avLst/>
              <a:pathLst>
                <a:path w="19248" h="166055">
                  <a:moveTo>
                    <a:pt x="0" y="0"/>
                  </a:moveTo>
                  <a:lnTo>
                    <a:pt x="19248" y="16605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626484" y="2407884"/>
              <a:ext cx="19248" cy="166055"/>
            </a:xfrm>
            <a:custGeom>
              <a:avLst/>
              <a:pathLst>
                <a:path w="19248" h="166055">
                  <a:moveTo>
                    <a:pt x="0" y="0"/>
                  </a:moveTo>
                  <a:lnTo>
                    <a:pt x="19248" y="1660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626484" y="2407884"/>
              <a:ext cx="19248" cy="166055"/>
            </a:xfrm>
            <a:custGeom>
              <a:avLst/>
              <a:pathLst>
                <a:path w="19248" h="166055">
                  <a:moveTo>
                    <a:pt x="0" y="0"/>
                  </a:moveTo>
                  <a:lnTo>
                    <a:pt x="19248" y="1660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626484" y="2407884"/>
              <a:ext cx="19248" cy="166055"/>
            </a:xfrm>
            <a:custGeom>
              <a:avLst/>
              <a:pathLst>
                <a:path w="19248" h="166055">
                  <a:moveTo>
                    <a:pt x="0" y="0"/>
                  </a:moveTo>
                  <a:lnTo>
                    <a:pt x="19248" y="1660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626484" y="2407884"/>
              <a:ext cx="19248" cy="166055"/>
            </a:xfrm>
            <a:custGeom>
              <a:avLst/>
              <a:pathLst>
                <a:path w="19248" h="166055">
                  <a:moveTo>
                    <a:pt x="0" y="0"/>
                  </a:moveTo>
                  <a:lnTo>
                    <a:pt x="19248" y="1660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626484" y="2407884"/>
              <a:ext cx="19248" cy="166055"/>
            </a:xfrm>
            <a:custGeom>
              <a:avLst/>
              <a:pathLst>
                <a:path w="19248" h="166055">
                  <a:moveTo>
                    <a:pt x="0" y="0"/>
                  </a:moveTo>
                  <a:lnTo>
                    <a:pt x="19248" y="16605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626484" y="2407884"/>
              <a:ext cx="19248" cy="166055"/>
            </a:xfrm>
            <a:custGeom>
              <a:avLst/>
              <a:pathLst>
                <a:path w="19248" h="166055">
                  <a:moveTo>
                    <a:pt x="0" y="0"/>
                  </a:moveTo>
                  <a:lnTo>
                    <a:pt x="19248" y="16605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478566" y="2407505"/>
              <a:ext cx="334326" cy="333591"/>
            </a:xfrm>
            <a:custGeom>
              <a:avLst/>
              <a:pathLst>
                <a:path w="334326" h="333591">
                  <a:moveTo>
                    <a:pt x="147918" y="378"/>
                  </a:moveTo>
                  <a:lnTo>
                    <a:pt x="142675" y="1070"/>
                  </a:lnTo>
                  <a:lnTo>
                    <a:pt x="137457" y="1927"/>
                  </a:lnTo>
                  <a:lnTo>
                    <a:pt x="132268" y="2949"/>
                  </a:lnTo>
                  <a:lnTo>
                    <a:pt x="127115" y="4135"/>
                  </a:lnTo>
                  <a:lnTo>
                    <a:pt x="122001" y="5483"/>
                  </a:lnTo>
                  <a:lnTo>
                    <a:pt x="116933" y="6992"/>
                  </a:lnTo>
                  <a:lnTo>
                    <a:pt x="111915" y="8661"/>
                  </a:lnTo>
                  <a:lnTo>
                    <a:pt x="106952" y="10487"/>
                  </a:lnTo>
                  <a:lnTo>
                    <a:pt x="102050" y="12470"/>
                  </a:lnTo>
                  <a:lnTo>
                    <a:pt x="97212" y="14607"/>
                  </a:lnTo>
                  <a:lnTo>
                    <a:pt x="92445" y="16895"/>
                  </a:lnTo>
                  <a:lnTo>
                    <a:pt x="87752" y="19334"/>
                  </a:lnTo>
                  <a:lnTo>
                    <a:pt x="83139" y="21919"/>
                  </a:lnTo>
                  <a:lnTo>
                    <a:pt x="78610" y="24649"/>
                  </a:lnTo>
                  <a:lnTo>
                    <a:pt x="74170" y="27521"/>
                  </a:lnTo>
                  <a:lnTo>
                    <a:pt x="69823" y="30532"/>
                  </a:lnTo>
                  <a:lnTo>
                    <a:pt x="65573" y="33679"/>
                  </a:lnTo>
                  <a:lnTo>
                    <a:pt x="61424" y="36959"/>
                  </a:lnTo>
                  <a:lnTo>
                    <a:pt x="57382" y="40369"/>
                  </a:lnTo>
                  <a:lnTo>
                    <a:pt x="53450" y="43904"/>
                  </a:lnTo>
                  <a:lnTo>
                    <a:pt x="49631" y="47563"/>
                  </a:lnTo>
                  <a:lnTo>
                    <a:pt x="45930" y="51340"/>
                  </a:lnTo>
                  <a:lnTo>
                    <a:pt x="42350" y="55232"/>
                  </a:lnTo>
                  <a:lnTo>
                    <a:pt x="38895" y="59236"/>
                  </a:lnTo>
                  <a:lnTo>
                    <a:pt x="35569" y="63347"/>
                  </a:lnTo>
                  <a:lnTo>
                    <a:pt x="32374" y="67561"/>
                  </a:lnTo>
                  <a:lnTo>
                    <a:pt x="29314" y="71874"/>
                  </a:lnTo>
                  <a:lnTo>
                    <a:pt x="26392" y="76282"/>
                  </a:lnTo>
                  <a:lnTo>
                    <a:pt x="23611" y="80780"/>
                  </a:lnTo>
                  <a:lnTo>
                    <a:pt x="20973" y="85363"/>
                  </a:lnTo>
                  <a:lnTo>
                    <a:pt x="18482" y="90028"/>
                  </a:lnTo>
                  <a:lnTo>
                    <a:pt x="16140" y="94769"/>
                  </a:lnTo>
                  <a:lnTo>
                    <a:pt x="13949" y="99582"/>
                  </a:lnTo>
                  <a:lnTo>
                    <a:pt x="11911" y="104462"/>
                  </a:lnTo>
                  <a:lnTo>
                    <a:pt x="10028" y="109404"/>
                  </a:lnTo>
                  <a:lnTo>
                    <a:pt x="8303" y="114403"/>
                  </a:lnTo>
                  <a:lnTo>
                    <a:pt x="6737" y="119453"/>
                  </a:lnTo>
                  <a:lnTo>
                    <a:pt x="5331" y="124551"/>
                  </a:lnTo>
                  <a:lnTo>
                    <a:pt x="4087" y="129691"/>
                  </a:lnTo>
                  <a:lnTo>
                    <a:pt x="3007" y="134868"/>
                  </a:lnTo>
                  <a:lnTo>
                    <a:pt x="2090" y="140076"/>
                  </a:lnTo>
                  <a:lnTo>
                    <a:pt x="1339" y="145311"/>
                  </a:lnTo>
                  <a:lnTo>
                    <a:pt x="754" y="150567"/>
                  </a:lnTo>
                  <a:lnTo>
                    <a:pt x="336" y="155838"/>
                  </a:lnTo>
                  <a:lnTo>
                    <a:pt x="84" y="161121"/>
                  </a:lnTo>
                  <a:lnTo>
                    <a:pt x="0" y="166408"/>
                  </a:lnTo>
                  <a:lnTo>
                    <a:pt x="82" y="171696"/>
                  </a:lnTo>
                  <a:lnTo>
                    <a:pt x="332" y="176978"/>
                  </a:lnTo>
                  <a:lnTo>
                    <a:pt x="749" y="182250"/>
                  </a:lnTo>
                  <a:lnTo>
                    <a:pt x="1333" y="187506"/>
                  </a:lnTo>
                  <a:lnTo>
                    <a:pt x="2082" y="192741"/>
                  </a:lnTo>
                  <a:lnTo>
                    <a:pt x="2997" y="197949"/>
                  </a:lnTo>
                  <a:lnTo>
                    <a:pt x="4076" y="203126"/>
                  </a:lnTo>
                  <a:lnTo>
                    <a:pt x="5318" y="208266"/>
                  </a:lnTo>
                  <a:lnTo>
                    <a:pt x="6723" y="213365"/>
                  </a:lnTo>
                  <a:lnTo>
                    <a:pt x="8287" y="218416"/>
                  </a:lnTo>
                  <a:lnTo>
                    <a:pt x="10011" y="223416"/>
                  </a:lnTo>
                  <a:lnTo>
                    <a:pt x="11892" y="228358"/>
                  </a:lnTo>
                  <a:lnTo>
                    <a:pt x="13929" y="233238"/>
                  </a:lnTo>
                  <a:lnTo>
                    <a:pt x="16118" y="238052"/>
                  </a:lnTo>
                  <a:lnTo>
                    <a:pt x="18459" y="242794"/>
                  </a:lnTo>
                  <a:lnTo>
                    <a:pt x="20949" y="247459"/>
                  </a:lnTo>
                  <a:lnTo>
                    <a:pt x="23585" y="252044"/>
                  </a:lnTo>
                  <a:lnTo>
                    <a:pt x="26365" y="256543"/>
                  </a:lnTo>
                  <a:lnTo>
                    <a:pt x="29285" y="260951"/>
                  </a:lnTo>
                  <a:lnTo>
                    <a:pt x="32344" y="265265"/>
                  </a:lnTo>
                  <a:lnTo>
                    <a:pt x="35538" y="269480"/>
                  </a:lnTo>
                  <a:lnTo>
                    <a:pt x="38863" y="273592"/>
                  </a:lnTo>
                  <a:lnTo>
                    <a:pt x="42317" y="277597"/>
                  </a:lnTo>
                  <a:lnTo>
                    <a:pt x="45895" y="281490"/>
                  </a:lnTo>
                  <a:lnTo>
                    <a:pt x="49595" y="285268"/>
                  </a:lnTo>
                  <a:lnTo>
                    <a:pt x="53413" y="288928"/>
                  </a:lnTo>
                  <a:lnTo>
                    <a:pt x="57344" y="292465"/>
                  </a:lnTo>
                  <a:lnTo>
                    <a:pt x="61386" y="295875"/>
                  </a:lnTo>
                  <a:lnTo>
                    <a:pt x="65533" y="299156"/>
                  </a:lnTo>
                  <a:lnTo>
                    <a:pt x="69782" y="302305"/>
                  </a:lnTo>
                  <a:lnTo>
                    <a:pt x="74128" y="305317"/>
                  </a:lnTo>
                  <a:lnTo>
                    <a:pt x="78568" y="308191"/>
                  </a:lnTo>
                  <a:lnTo>
                    <a:pt x="83096" y="310922"/>
                  </a:lnTo>
                  <a:lnTo>
                    <a:pt x="87708" y="313509"/>
                  </a:lnTo>
                  <a:lnTo>
                    <a:pt x="92400" y="315949"/>
                  </a:lnTo>
                  <a:lnTo>
                    <a:pt x="97167" y="318239"/>
                  </a:lnTo>
                  <a:lnTo>
                    <a:pt x="102003" y="320377"/>
                  </a:lnTo>
                  <a:lnTo>
                    <a:pt x="106905" y="322361"/>
                  </a:lnTo>
                  <a:lnTo>
                    <a:pt x="111868" y="324189"/>
                  </a:lnTo>
                  <a:lnTo>
                    <a:pt x="116885" y="325859"/>
                  </a:lnTo>
                  <a:lnTo>
                    <a:pt x="121953" y="327370"/>
                  </a:lnTo>
                  <a:lnTo>
                    <a:pt x="127066" y="328720"/>
                  </a:lnTo>
                  <a:lnTo>
                    <a:pt x="132219" y="329907"/>
                  </a:lnTo>
                  <a:lnTo>
                    <a:pt x="137408" y="330930"/>
                  </a:lnTo>
                  <a:lnTo>
                    <a:pt x="142626" y="331789"/>
                  </a:lnTo>
                  <a:lnTo>
                    <a:pt x="147868" y="332483"/>
                  </a:lnTo>
                  <a:lnTo>
                    <a:pt x="153130" y="333010"/>
                  </a:lnTo>
                  <a:lnTo>
                    <a:pt x="158406" y="333371"/>
                  </a:lnTo>
                  <a:lnTo>
                    <a:pt x="163691" y="333565"/>
                  </a:lnTo>
                  <a:lnTo>
                    <a:pt x="168979" y="333591"/>
                  </a:lnTo>
                  <a:lnTo>
                    <a:pt x="174265" y="333450"/>
                  </a:lnTo>
                  <a:lnTo>
                    <a:pt x="179544" y="333142"/>
                  </a:lnTo>
                  <a:lnTo>
                    <a:pt x="184811" y="332667"/>
                  </a:lnTo>
                  <a:lnTo>
                    <a:pt x="190060" y="332026"/>
                  </a:lnTo>
                  <a:lnTo>
                    <a:pt x="195287" y="331219"/>
                  </a:lnTo>
                  <a:lnTo>
                    <a:pt x="200485" y="330247"/>
                  </a:lnTo>
                  <a:lnTo>
                    <a:pt x="205650" y="329111"/>
                  </a:lnTo>
                  <a:lnTo>
                    <a:pt x="210776" y="327812"/>
                  </a:lnTo>
                  <a:lnTo>
                    <a:pt x="215859" y="326352"/>
                  </a:lnTo>
                  <a:lnTo>
                    <a:pt x="220893" y="324732"/>
                  </a:lnTo>
                  <a:lnTo>
                    <a:pt x="225873" y="322953"/>
                  </a:lnTo>
                  <a:lnTo>
                    <a:pt x="230794" y="321018"/>
                  </a:lnTo>
                  <a:lnTo>
                    <a:pt x="235652" y="318928"/>
                  </a:lnTo>
                  <a:lnTo>
                    <a:pt x="240441" y="316686"/>
                  </a:lnTo>
                  <a:lnTo>
                    <a:pt x="245157" y="314293"/>
                  </a:lnTo>
                  <a:lnTo>
                    <a:pt x="249795" y="311752"/>
                  </a:lnTo>
                  <a:lnTo>
                    <a:pt x="254350" y="309066"/>
                  </a:lnTo>
                  <a:lnTo>
                    <a:pt x="258818" y="306237"/>
                  </a:lnTo>
                  <a:lnTo>
                    <a:pt x="263194" y="303268"/>
                  </a:lnTo>
                  <a:lnTo>
                    <a:pt x="267474" y="300162"/>
                  </a:lnTo>
                  <a:lnTo>
                    <a:pt x="271654" y="296922"/>
                  </a:lnTo>
                  <a:lnTo>
                    <a:pt x="275729" y="293552"/>
                  </a:lnTo>
                  <a:lnTo>
                    <a:pt x="279696" y="290055"/>
                  </a:lnTo>
                  <a:lnTo>
                    <a:pt x="283550" y="286433"/>
                  </a:lnTo>
                  <a:lnTo>
                    <a:pt x="287287" y="282692"/>
                  </a:lnTo>
                  <a:lnTo>
                    <a:pt x="290904" y="278834"/>
                  </a:lnTo>
                  <a:lnTo>
                    <a:pt x="294398" y="274864"/>
                  </a:lnTo>
                  <a:lnTo>
                    <a:pt x="297764" y="270786"/>
                  </a:lnTo>
                  <a:lnTo>
                    <a:pt x="300999" y="266603"/>
                  </a:lnTo>
                  <a:lnTo>
                    <a:pt x="304100" y="262319"/>
                  </a:lnTo>
                  <a:lnTo>
                    <a:pt x="307065" y="257940"/>
                  </a:lnTo>
                  <a:lnTo>
                    <a:pt x="309889" y="253469"/>
                  </a:lnTo>
                  <a:lnTo>
                    <a:pt x="312571" y="248911"/>
                  </a:lnTo>
                  <a:lnTo>
                    <a:pt x="315107" y="244271"/>
                  </a:lnTo>
                  <a:lnTo>
                    <a:pt x="317495" y="239553"/>
                  </a:lnTo>
                  <a:lnTo>
                    <a:pt x="319733" y="234761"/>
                  </a:lnTo>
                  <a:lnTo>
                    <a:pt x="321817" y="229901"/>
                  </a:lnTo>
                  <a:lnTo>
                    <a:pt x="323748" y="224978"/>
                  </a:lnTo>
                  <a:lnTo>
                    <a:pt x="325521" y="219996"/>
                  </a:lnTo>
                  <a:lnTo>
                    <a:pt x="327136" y="214960"/>
                  </a:lnTo>
                  <a:lnTo>
                    <a:pt x="328591" y="209876"/>
                  </a:lnTo>
                  <a:lnTo>
                    <a:pt x="329884" y="204748"/>
                  </a:lnTo>
                  <a:lnTo>
                    <a:pt x="331015" y="199582"/>
                  </a:lnTo>
                  <a:lnTo>
                    <a:pt x="331981" y="194383"/>
                  </a:lnTo>
                  <a:lnTo>
                    <a:pt x="332783" y="189156"/>
                  </a:lnTo>
                  <a:lnTo>
                    <a:pt x="333419" y="183906"/>
                  </a:lnTo>
                  <a:lnTo>
                    <a:pt x="333888" y="178639"/>
                  </a:lnTo>
                  <a:lnTo>
                    <a:pt x="334191" y="173359"/>
                  </a:lnTo>
                  <a:lnTo>
                    <a:pt x="334326" y="168073"/>
                  </a:lnTo>
                  <a:lnTo>
                    <a:pt x="334295" y="162785"/>
                  </a:lnTo>
                  <a:lnTo>
                    <a:pt x="334096" y="157500"/>
                  </a:lnTo>
                  <a:lnTo>
                    <a:pt x="333729" y="152225"/>
                  </a:lnTo>
                  <a:lnTo>
                    <a:pt x="333197" y="146963"/>
                  </a:lnTo>
                  <a:lnTo>
                    <a:pt x="332498" y="141721"/>
                  </a:lnTo>
                  <a:lnTo>
                    <a:pt x="331633" y="136504"/>
                  </a:lnTo>
                  <a:lnTo>
                    <a:pt x="330604" y="131317"/>
                  </a:lnTo>
                  <a:lnTo>
                    <a:pt x="329412" y="126165"/>
                  </a:lnTo>
                  <a:lnTo>
                    <a:pt x="328057" y="121053"/>
                  </a:lnTo>
                  <a:lnTo>
                    <a:pt x="326541" y="115987"/>
                  </a:lnTo>
                  <a:lnTo>
                    <a:pt x="324866" y="110971"/>
                  </a:lnTo>
                  <a:lnTo>
                    <a:pt x="323033" y="106011"/>
                  </a:lnTo>
                  <a:lnTo>
                    <a:pt x="321043" y="101111"/>
                  </a:lnTo>
                  <a:lnTo>
                    <a:pt x="318900" y="96277"/>
                  </a:lnTo>
                  <a:lnTo>
                    <a:pt x="316605" y="91512"/>
                  </a:lnTo>
                  <a:lnTo>
                    <a:pt x="314161" y="86823"/>
                  </a:lnTo>
                  <a:lnTo>
                    <a:pt x="311569" y="82213"/>
                  </a:lnTo>
                  <a:lnTo>
                    <a:pt x="308833" y="77688"/>
                  </a:lnTo>
                  <a:lnTo>
                    <a:pt x="305955" y="73251"/>
                  </a:lnTo>
                  <a:lnTo>
                    <a:pt x="302938" y="68908"/>
                  </a:lnTo>
                  <a:lnTo>
                    <a:pt x="299785" y="64662"/>
                  </a:lnTo>
                  <a:lnTo>
                    <a:pt x="296500" y="60519"/>
                  </a:lnTo>
                  <a:lnTo>
                    <a:pt x="293085" y="56481"/>
                  </a:lnTo>
                  <a:lnTo>
                    <a:pt x="289544" y="52553"/>
                  </a:lnTo>
                  <a:lnTo>
                    <a:pt x="285881" y="48739"/>
                  </a:lnTo>
                  <a:lnTo>
                    <a:pt x="282099" y="45043"/>
                  </a:lnTo>
                  <a:lnTo>
                    <a:pt x="278202" y="41468"/>
                  </a:lnTo>
                  <a:lnTo>
                    <a:pt x="274193" y="38019"/>
                  </a:lnTo>
                  <a:lnTo>
                    <a:pt x="270078" y="34698"/>
                  </a:lnTo>
                  <a:lnTo>
                    <a:pt x="265860" y="31509"/>
                  </a:lnTo>
                  <a:lnTo>
                    <a:pt x="261543" y="28454"/>
                  </a:lnTo>
                  <a:lnTo>
                    <a:pt x="257131" y="25538"/>
                  </a:lnTo>
                  <a:lnTo>
                    <a:pt x="252630" y="22763"/>
                  </a:lnTo>
                  <a:lnTo>
                    <a:pt x="248042" y="20132"/>
                  </a:lnTo>
                  <a:lnTo>
                    <a:pt x="243374" y="17647"/>
                  </a:lnTo>
                  <a:lnTo>
                    <a:pt x="238630" y="15311"/>
                  </a:lnTo>
                  <a:lnTo>
                    <a:pt x="233814" y="13126"/>
                  </a:lnTo>
                  <a:lnTo>
                    <a:pt x="228932" y="11095"/>
                  </a:lnTo>
                  <a:lnTo>
                    <a:pt x="223987" y="9219"/>
                  </a:lnTo>
                  <a:lnTo>
                    <a:pt x="218986" y="7500"/>
                  </a:lnTo>
                  <a:lnTo>
                    <a:pt x="213933" y="5941"/>
                  </a:lnTo>
                  <a:lnTo>
                    <a:pt x="208833" y="4542"/>
                  </a:lnTo>
                  <a:lnTo>
                    <a:pt x="203692" y="3305"/>
                  </a:lnTo>
                  <a:lnTo>
                    <a:pt x="198514" y="2231"/>
                  </a:lnTo>
                  <a:lnTo>
                    <a:pt x="193304" y="1322"/>
                  </a:lnTo>
                  <a:lnTo>
                    <a:pt x="188069" y="578"/>
                  </a:lnTo>
                  <a:lnTo>
                    <a:pt x="182812" y="0"/>
                  </a:lnTo>
                  <a:lnTo>
                    <a:pt x="167167" y="1664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645733" y="2406772"/>
              <a:ext cx="15645" cy="167167"/>
            </a:xfrm>
            <a:custGeom>
              <a:avLst/>
              <a:pathLst>
                <a:path w="15645" h="167167">
                  <a:moveTo>
                    <a:pt x="15645" y="73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22306" y="2911194"/>
              <a:ext cx="3674" cy="167167"/>
            </a:xfrm>
            <a:custGeom>
              <a:avLst/>
              <a:pathLst>
                <a:path w="3674" h="167167">
                  <a:moveTo>
                    <a:pt x="3674" y="0"/>
                  </a:moveTo>
                  <a:lnTo>
                    <a:pt x="0" y="40"/>
                  </a:lnTo>
                  <a:lnTo>
                    <a:pt x="367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22306" y="2911235"/>
              <a:ext cx="3674" cy="167127"/>
            </a:xfrm>
            <a:custGeom>
              <a:avLst/>
              <a:pathLst>
                <a:path w="3674" h="167127">
                  <a:moveTo>
                    <a:pt x="0" y="0"/>
                  </a:moveTo>
                  <a:lnTo>
                    <a:pt x="3674" y="1671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22306" y="2911235"/>
              <a:ext cx="3674" cy="167127"/>
            </a:xfrm>
            <a:custGeom>
              <a:avLst/>
              <a:pathLst>
                <a:path w="3674" h="167127">
                  <a:moveTo>
                    <a:pt x="0" y="0"/>
                  </a:moveTo>
                  <a:lnTo>
                    <a:pt x="3674" y="1671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22306" y="2911235"/>
              <a:ext cx="3674" cy="167127"/>
            </a:xfrm>
            <a:custGeom>
              <a:avLst/>
              <a:pathLst>
                <a:path w="3674" h="167127">
                  <a:moveTo>
                    <a:pt x="0" y="0"/>
                  </a:moveTo>
                  <a:lnTo>
                    <a:pt x="3674" y="1671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22306" y="2911235"/>
              <a:ext cx="3674" cy="167127"/>
            </a:xfrm>
            <a:custGeom>
              <a:avLst/>
              <a:pathLst>
                <a:path w="3674" h="167127">
                  <a:moveTo>
                    <a:pt x="0" y="0"/>
                  </a:moveTo>
                  <a:lnTo>
                    <a:pt x="3674" y="16712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22306" y="2911235"/>
              <a:ext cx="3674" cy="167127"/>
            </a:xfrm>
            <a:custGeom>
              <a:avLst/>
              <a:pathLst>
                <a:path w="3674" h="167127">
                  <a:moveTo>
                    <a:pt x="0" y="0"/>
                  </a:moveTo>
                  <a:lnTo>
                    <a:pt x="3674" y="1671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22306" y="2911235"/>
              <a:ext cx="3674" cy="167127"/>
            </a:xfrm>
            <a:custGeom>
              <a:avLst/>
              <a:pathLst>
                <a:path w="3674" h="167127">
                  <a:moveTo>
                    <a:pt x="0" y="0"/>
                  </a:moveTo>
                  <a:lnTo>
                    <a:pt x="3674" y="1671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22306" y="2911235"/>
              <a:ext cx="3674" cy="167127"/>
            </a:xfrm>
            <a:custGeom>
              <a:avLst/>
              <a:pathLst>
                <a:path w="3674" h="167127">
                  <a:moveTo>
                    <a:pt x="0" y="0"/>
                  </a:moveTo>
                  <a:lnTo>
                    <a:pt x="3674" y="16712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22306" y="2911235"/>
              <a:ext cx="3674" cy="167127"/>
            </a:xfrm>
            <a:custGeom>
              <a:avLst/>
              <a:pathLst>
                <a:path w="3674" h="167127">
                  <a:moveTo>
                    <a:pt x="0" y="0"/>
                  </a:moveTo>
                  <a:lnTo>
                    <a:pt x="3674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22306" y="2911235"/>
              <a:ext cx="3674" cy="167127"/>
            </a:xfrm>
            <a:custGeom>
              <a:avLst/>
              <a:pathLst>
                <a:path w="3674" h="167127">
                  <a:moveTo>
                    <a:pt x="0" y="0"/>
                  </a:moveTo>
                  <a:lnTo>
                    <a:pt x="3674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22306" y="2911235"/>
              <a:ext cx="3674" cy="167127"/>
            </a:xfrm>
            <a:custGeom>
              <a:avLst/>
              <a:pathLst>
                <a:path w="3674" h="167127">
                  <a:moveTo>
                    <a:pt x="0" y="0"/>
                  </a:moveTo>
                  <a:lnTo>
                    <a:pt x="3674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22306" y="2911235"/>
              <a:ext cx="3674" cy="167127"/>
            </a:xfrm>
            <a:custGeom>
              <a:avLst/>
              <a:pathLst>
                <a:path w="3674" h="167127">
                  <a:moveTo>
                    <a:pt x="0" y="0"/>
                  </a:moveTo>
                  <a:lnTo>
                    <a:pt x="3674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22306" y="2911235"/>
              <a:ext cx="3674" cy="167127"/>
            </a:xfrm>
            <a:custGeom>
              <a:avLst/>
              <a:pathLst>
                <a:path w="3674" h="167127">
                  <a:moveTo>
                    <a:pt x="0" y="0"/>
                  </a:moveTo>
                  <a:lnTo>
                    <a:pt x="3674" y="16712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22306" y="2911235"/>
              <a:ext cx="3674" cy="167127"/>
            </a:xfrm>
            <a:custGeom>
              <a:avLst/>
              <a:pathLst>
                <a:path w="3674" h="167127">
                  <a:moveTo>
                    <a:pt x="0" y="0"/>
                  </a:moveTo>
                  <a:lnTo>
                    <a:pt x="3674" y="16712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358813" y="2911235"/>
              <a:ext cx="334318" cy="334288"/>
            </a:xfrm>
            <a:custGeom>
              <a:avLst/>
              <a:pathLst>
                <a:path w="334318" h="334288">
                  <a:moveTo>
                    <a:pt x="163492" y="0"/>
                  </a:moveTo>
                  <a:lnTo>
                    <a:pt x="158214" y="199"/>
                  </a:lnTo>
                  <a:lnTo>
                    <a:pt x="152945" y="565"/>
                  </a:lnTo>
                  <a:lnTo>
                    <a:pt x="147690" y="1098"/>
                  </a:lnTo>
                  <a:lnTo>
                    <a:pt x="142454" y="1796"/>
                  </a:lnTo>
                  <a:lnTo>
                    <a:pt x="137243" y="2659"/>
                  </a:lnTo>
                  <a:lnTo>
                    <a:pt x="132062" y="3687"/>
                  </a:lnTo>
                  <a:lnTo>
                    <a:pt x="126916" y="4877"/>
                  </a:lnTo>
                  <a:lnTo>
                    <a:pt x="121810" y="6230"/>
                  </a:lnTo>
                  <a:lnTo>
                    <a:pt x="116749" y="7743"/>
                  </a:lnTo>
                  <a:lnTo>
                    <a:pt x="111739" y="9416"/>
                  </a:lnTo>
                  <a:lnTo>
                    <a:pt x="106784" y="11246"/>
                  </a:lnTo>
                  <a:lnTo>
                    <a:pt x="101890" y="13231"/>
                  </a:lnTo>
                  <a:lnTo>
                    <a:pt x="97060" y="15370"/>
                  </a:lnTo>
                  <a:lnTo>
                    <a:pt x="92301" y="17661"/>
                  </a:lnTo>
                  <a:lnTo>
                    <a:pt x="87616" y="20101"/>
                  </a:lnTo>
                  <a:lnTo>
                    <a:pt x="83011" y="22687"/>
                  </a:lnTo>
                  <a:lnTo>
                    <a:pt x="78489" y="25418"/>
                  </a:lnTo>
                  <a:lnTo>
                    <a:pt x="74056" y="28291"/>
                  </a:lnTo>
                  <a:lnTo>
                    <a:pt x="69717" y="31302"/>
                  </a:lnTo>
                  <a:lnTo>
                    <a:pt x="65474" y="34448"/>
                  </a:lnTo>
                  <a:lnTo>
                    <a:pt x="61333" y="37727"/>
                  </a:lnTo>
                  <a:lnTo>
                    <a:pt x="57298" y="41136"/>
                  </a:lnTo>
                  <a:lnTo>
                    <a:pt x="53372" y="44670"/>
                  </a:lnTo>
                  <a:lnTo>
                    <a:pt x="49560" y="48326"/>
                  </a:lnTo>
                  <a:lnTo>
                    <a:pt x="45866" y="52101"/>
                  </a:lnTo>
                  <a:lnTo>
                    <a:pt x="42292" y="55990"/>
                  </a:lnTo>
                  <a:lnTo>
                    <a:pt x="38843" y="59991"/>
                  </a:lnTo>
                  <a:lnTo>
                    <a:pt x="35523" y="64099"/>
                  </a:lnTo>
                  <a:lnTo>
                    <a:pt x="32333" y="68309"/>
                  </a:lnTo>
                  <a:lnTo>
                    <a:pt x="29279" y="72618"/>
                  </a:lnTo>
                  <a:lnTo>
                    <a:pt x="26362" y="77022"/>
                  </a:lnTo>
                  <a:lnTo>
                    <a:pt x="23585" y="81515"/>
                  </a:lnTo>
                  <a:lnTo>
                    <a:pt x="20952" y="86094"/>
                  </a:lnTo>
                  <a:lnTo>
                    <a:pt x="18465" y="90754"/>
                  </a:lnTo>
                  <a:lnTo>
                    <a:pt x="16127" y="95490"/>
                  </a:lnTo>
                  <a:lnTo>
                    <a:pt x="13939" y="100298"/>
                  </a:lnTo>
                  <a:lnTo>
                    <a:pt x="11904" y="105172"/>
                  </a:lnTo>
                  <a:lnTo>
                    <a:pt x="10024" y="110108"/>
                  </a:lnTo>
                  <a:lnTo>
                    <a:pt x="8301" y="115102"/>
                  </a:lnTo>
                  <a:lnTo>
                    <a:pt x="6737" y="120147"/>
                  </a:lnTo>
                  <a:lnTo>
                    <a:pt x="5333" y="125239"/>
                  </a:lnTo>
                  <a:lnTo>
                    <a:pt x="4090" y="130372"/>
                  </a:lnTo>
                  <a:lnTo>
                    <a:pt x="3010" y="135543"/>
                  </a:lnTo>
                  <a:lnTo>
                    <a:pt x="2094" y="140745"/>
                  </a:lnTo>
                  <a:lnTo>
                    <a:pt x="1343" y="145973"/>
                  </a:lnTo>
                  <a:lnTo>
                    <a:pt x="758" y="151223"/>
                  </a:lnTo>
                  <a:lnTo>
                    <a:pt x="338" y="156488"/>
                  </a:lnTo>
                  <a:lnTo>
                    <a:pt x="86" y="161764"/>
                  </a:lnTo>
                  <a:lnTo>
                    <a:pt x="0" y="167045"/>
                  </a:lnTo>
                  <a:lnTo>
                    <a:pt x="80" y="172327"/>
                  </a:lnTo>
                  <a:lnTo>
                    <a:pt x="328" y="177603"/>
                  </a:lnTo>
                  <a:lnTo>
                    <a:pt x="742" y="182869"/>
                  </a:lnTo>
                  <a:lnTo>
                    <a:pt x="1323" y="188119"/>
                  </a:lnTo>
                  <a:lnTo>
                    <a:pt x="2069" y="193348"/>
                  </a:lnTo>
                  <a:lnTo>
                    <a:pt x="2980" y="198551"/>
                  </a:lnTo>
                  <a:lnTo>
                    <a:pt x="4054" y="203722"/>
                  </a:lnTo>
                  <a:lnTo>
                    <a:pt x="5292" y="208857"/>
                  </a:lnTo>
                  <a:lnTo>
                    <a:pt x="6691" y="213951"/>
                  </a:lnTo>
                  <a:lnTo>
                    <a:pt x="8251" y="218997"/>
                  </a:lnTo>
                  <a:lnTo>
                    <a:pt x="9969" y="223992"/>
                  </a:lnTo>
                  <a:lnTo>
                    <a:pt x="11844" y="228930"/>
                  </a:lnTo>
                  <a:lnTo>
                    <a:pt x="13874" y="233806"/>
                  </a:lnTo>
                  <a:lnTo>
                    <a:pt x="16057" y="238616"/>
                  </a:lnTo>
                  <a:lnTo>
                    <a:pt x="18391" y="243354"/>
                  </a:lnTo>
                  <a:lnTo>
                    <a:pt x="20874" y="248017"/>
                  </a:lnTo>
                  <a:lnTo>
                    <a:pt x="23502" y="252598"/>
                  </a:lnTo>
                  <a:lnTo>
                    <a:pt x="26274" y="257094"/>
                  </a:lnTo>
                  <a:lnTo>
                    <a:pt x="29187" y="261501"/>
                  </a:lnTo>
                  <a:lnTo>
                    <a:pt x="32237" y="265813"/>
                  </a:lnTo>
                  <a:lnTo>
                    <a:pt x="35423" y="270026"/>
                  </a:lnTo>
                  <a:lnTo>
                    <a:pt x="38739" y="274137"/>
                  </a:lnTo>
                  <a:lnTo>
                    <a:pt x="42184" y="278141"/>
                  </a:lnTo>
                  <a:lnTo>
                    <a:pt x="45754" y="282035"/>
                  </a:lnTo>
                  <a:lnTo>
                    <a:pt x="49445" y="285813"/>
                  </a:lnTo>
                  <a:lnTo>
                    <a:pt x="53253" y="289473"/>
                  </a:lnTo>
                  <a:lnTo>
                    <a:pt x="57176" y="293011"/>
                  </a:lnTo>
                  <a:lnTo>
                    <a:pt x="61208" y="296423"/>
                  </a:lnTo>
                  <a:lnTo>
                    <a:pt x="65345" y="299706"/>
                  </a:lnTo>
                  <a:lnTo>
                    <a:pt x="69585" y="302857"/>
                  </a:lnTo>
                  <a:lnTo>
                    <a:pt x="73922" y="305872"/>
                  </a:lnTo>
                  <a:lnTo>
                    <a:pt x="78352" y="308749"/>
                  </a:lnTo>
                  <a:lnTo>
                    <a:pt x="82870" y="311484"/>
                  </a:lnTo>
                  <a:lnTo>
                    <a:pt x="87473" y="314075"/>
                  </a:lnTo>
                  <a:lnTo>
                    <a:pt x="92155" y="316519"/>
                  </a:lnTo>
                  <a:lnTo>
                    <a:pt x="96913" y="318815"/>
                  </a:lnTo>
                  <a:lnTo>
                    <a:pt x="101740" y="320959"/>
                  </a:lnTo>
                  <a:lnTo>
                    <a:pt x="106633" y="322949"/>
                  </a:lnTo>
                  <a:lnTo>
                    <a:pt x="111586" y="324783"/>
                  </a:lnTo>
                  <a:lnTo>
                    <a:pt x="116595" y="326461"/>
                  </a:lnTo>
                  <a:lnTo>
                    <a:pt x="121654" y="327979"/>
                  </a:lnTo>
                  <a:lnTo>
                    <a:pt x="126758" y="329337"/>
                  </a:lnTo>
                  <a:lnTo>
                    <a:pt x="131903" y="330532"/>
                  </a:lnTo>
                  <a:lnTo>
                    <a:pt x="137083" y="331565"/>
                  </a:lnTo>
                  <a:lnTo>
                    <a:pt x="142294" y="332433"/>
                  </a:lnTo>
                  <a:lnTo>
                    <a:pt x="147529" y="333136"/>
                  </a:lnTo>
                  <a:lnTo>
                    <a:pt x="152783" y="333674"/>
                  </a:lnTo>
                  <a:lnTo>
                    <a:pt x="158052" y="334045"/>
                  </a:lnTo>
                  <a:lnTo>
                    <a:pt x="163330" y="334250"/>
                  </a:lnTo>
                  <a:lnTo>
                    <a:pt x="168612" y="334288"/>
                  </a:lnTo>
                  <a:lnTo>
                    <a:pt x="173892" y="334159"/>
                  </a:lnTo>
                  <a:lnTo>
                    <a:pt x="179166" y="333863"/>
                  </a:lnTo>
                  <a:lnTo>
                    <a:pt x="184428" y="333400"/>
                  </a:lnTo>
                  <a:lnTo>
                    <a:pt x="189672" y="332772"/>
                  </a:lnTo>
                  <a:lnTo>
                    <a:pt x="194895" y="331978"/>
                  </a:lnTo>
                  <a:lnTo>
                    <a:pt x="200089" y="331020"/>
                  </a:lnTo>
                  <a:lnTo>
                    <a:pt x="205250" y="329898"/>
                  </a:lnTo>
                  <a:lnTo>
                    <a:pt x="210374" y="328614"/>
                  </a:lnTo>
                  <a:lnTo>
                    <a:pt x="215454" y="327168"/>
                  </a:lnTo>
                  <a:lnTo>
                    <a:pt x="220486" y="325563"/>
                  </a:lnTo>
                  <a:lnTo>
                    <a:pt x="225465" y="323799"/>
                  </a:lnTo>
                  <a:lnTo>
                    <a:pt x="230386" y="321879"/>
                  </a:lnTo>
                  <a:lnTo>
                    <a:pt x="235244" y="319804"/>
                  </a:lnTo>
                  <a:lnTo>
                    <a:pt x="240033" y="317577"/>
                  </a:lnTo>
                  <a:lnTo>
                    <a:pt x="244750" y="315200"/>
                  </a:lnTo>
                  <a:lnTo>
                    <a:pt x="249389" y="312675"/>
                  </a:lnTo>
                  <a:lnTo>
                    <a:pt x="253947" y="310005"/>
                  </a:lnTo>
                  <a:lnTo>
                    <a:pt x="258417" y="307192"/>
                  </a:lnTo>
                  <a:lnTo>
                    <a:pt x="262797" y="304239"/>
                  </a:lnTo>
                  <a:lnTo>
                    <a:pt x="267081" y="301149"/>
                  </a:lnTo>
                  <a:lnTo>
                    <a:pt x="271265" y="297926"/>
                  </a:lnTo>
                  <a:lnTo>
                    <a:pt x="275346" y="294572"/>
                  </a:lnTo>
                  <a:lnTo>
                    <a:pt x="279318" y="291090"/>
                  </a:lnTo>
                  <a:lnTo>
                    <a:pt x="283179" y="287485"/>
                  </a:lnTo>
                  <a:lnTo>
                    <a:pt x="286923" y="283760"/>
                  </a:lnTo>
                  <a:lnTo>
                    <a:pt x="290548" y="279918"/>
                  </a:lnTo>
                  <a:lnTo>
                    <a:pt x="294050" y="275964"/>
                  </a:lnTo>
                  <a:lnTo>
                    <a:pt x="297425" y="271901"/>
                  </a:lnTo>
                  <a:lnTo>
                    <a:pt x="300671" y="267733"/>
                  </a:lnTo>
                  <a:lnTo>
                    <a:pt x="303782" y="263465"/>
                  </a:lnTo>
                  <a:lnTo>
                    <a:pt x="306758" y="259101"/>
                  </a:lnTo>
                  <a:lnTo>
                    <a:pt x="309594" y="254645"/>
                  </a:lnTo>
                  <a:lnTo>
                    <a:pt x="312288" y="250102"/>
                  </a:lnTo>
                  <a:lnTo>
                    <a:pt x="314837" y="245475"/>
                  </a:lnTo>
                  <a:lnTo>
                    <a:pt x="317238" y="240771"/>
                  </a:lnTo>
                  <a:lnTo>
                    <a:pt x="319490" y="235993"/>
                  </a:lnTo>
                  <a:lnTo>
                    <a:pt x="321590" y="231146"/>
                  </a:lnTo>
                  <a:lnTo>
                    <a:pt x="323535" y="226235"/>
                  </a:lnTo>
                  <a:lnTo>
                    <a:pt x="325325" y="221266"/>
                  </a:lnTo>
                  <a:lnTo>
                    <a:pt x="326956" y="216242"/>
                  </a:lnTo>
                  <a:lnTo>
                    <a:pt x="328428" y="211169"/>
                  </a:lnTo>
                  <a:lnTo>
                    <a:pt x="329739" y="206052"/>
                  </a:lnTo>
                  <a:lnTo>
                    <a:pt x="330888" y="200897"/>
                  </a:lnTo>
                  <a:lnTo>
                    <a:pt x="331873" y="195708"/>
                  </a:lnTo>
                  <a:lnTo>
                    <a:pt x="332694" y="190490"/>
                  </a:lnTo>
                  <a:lnTo>
                    <a:pt x="333349" y="185248"/>
                  </a:lnTo>
                  <a:lnTo>
                    <a:pt x="333839" y="179989"/>
                  </a:lnTo>
                  <a:lnTo>
                    <a:pt x="334162" y="174717"/>
                  </a:lnTo>
                  <a:lnTo>
                    <a:pt x="334318" y="169437"/>
                  </a:lnTo>
                  <a:lnTo>
                    <a:pt x="334308" y="164155"/>
                  </a:lnTo>
                  <a:lnTo>
                    <a:pt x="334131" y="158876"/>
                  </a:lnTo>
                  <a:lnTo>
                    <a:pt x="333787" y="153605"/>
                  </a:lnTo>
                  <a:lnTo>
                    <a:pt x="333276" y="148348"/>
                  </a:lnTo>
                  <a:lnTo>
                    <a:pt x="332600" y="143110"/>
                  </a:lnTo>
                  <a:lnTo>
                    <a:pt x="331759" y="137895"/>
                  </a:lnTo>
                  <a:lnTo>
                    <a:pt x="330753" y="132710"/>
                  </a:lnTo>
                  <a:lnTo>
                    <a:pt x="329584" y="127559"/>
                  </a:lnTo>
                  <a:lnTo>
                    <a:pt x="328253" y="122447"/>
                  </a:lnTo>
                  <a:lnTo>
                    <a:pt x="326761" y="117380"/>
                  </a:lnTo>
                  <a:lnTo>
                    <a:pt x="325110" y="112363"/>
                  </a:lnTo>
                  <a:lnTo>
                    <a:pt x="323301" y="107400"/>
                  </a:lnTo>
                  <a:lnTo>
                    <a:pt x="321336" y="102497"/>
                  </a:lnTo>
                  <a:lnTo>
                    <a:pt x="319217" y="97659"/>
                  </a:lnTo>
                  <a:lnTo>
                    <a:pt x="316946" y="92890"/>
                  </a:lnTo>
                  <a:lnTo>
                    <a:pt x="314526" y="88195"/>
                  </a:lnTo>
                  <a:lnTo>
                    <a:pt x="311959" y="83579"/>
                  </a:lnTo>
                  <a:lnTo>
                    <a:pt x="309247" y="79046"/>
                  </a:lnTo>
                  <a:lnTo>
                    <a:pt x="306393" y="74601"/>
                  </a:lnTo>
                  <a:lnTo>
                    <a:pt x="303401" y="70249"/>
                  </a:lnTo>
                  <a:lnTo>
                    <a:pt x="300272" y="65993"/>
                  </a:lnTo>
                  <a:lnTo>
                    <a:pt x="297010" y="61838"/>
                  </a:lnTo>
                  <a:lnTo>
                    <a:pt x="293619" y="57789"/>
                  </a:lnTo>
                  <a:lnTo>
                    <a:pt x="290102" y="53848"/>
                  </a:lnTo>
                  <a:lnTo>
                    <a:pt x="286461" y="50021"/>
                  </a:lnTo>
                  <a:lnTo>
                    <a:pt x="282702" y="46310"/>
                  </a:lnTo>
                  <a:lnTo>
                    <a:pt x="278827" y="42720"/>
                  </a:lnTo>
                  <a:lnTo>
                    <a:pt x="274841" y="39255"/>
                  </a:lnTo>
                  <a:lnTo>
                    <a:pt x="270748" y="35917"/>
                  </a:lnTo>
                  <a:lnTo>
                    <a:pt x="266551" y="32710"/>
                  </a:lnTo>
                  <a:lnTo>
                    <a:pt x="262254" y="29637"/>
                  </a:lnTo>
                  <a:lnTo>
                    <a:pt x="257863" y="26702"/>
                  </a:lnTo>
                  <a:lnTo>
                    <a:pt x="253381" y="23906"/>
                  </a:lnTo>
                  <a:lnTo>
                    <a:pt x="248814" y="21254"/>
                  </a:lnTo>
                  <a:lnTo>
                    <a:pt x="244164" y="18747"/>
                  </a:lnTo>
                  <a:lnTo>
                    <a:pt x="239438" y="16389"/>
                  </a:lnTo>
                  <a:lnTo>
                    <a:pt x="234640" y="14181"/>
                  </a:lnTo>
                  <a:lnTo>
                    <a:pt x="229774" y="12126"/>
                  </a:lnTo>
                  <a:lnTo>
                    <a:pt x="224846" y="10225"/>
                  </a:lnTo>
                  <a:lnTo>
                    <a:pt x="167167" y="1671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25980" y="2911194"/>
              <a:ext cx="57678" cy="167167"/>
            </a:xfrm>
            <a:custGeom>
              <a:avLst/>
              <a:pathLst>
                <a:path w="57678" h="167167">
                  <a:moveTo>
                    <a:pt x="57678" y="10265"/>
                  </a:moveTo>
                  <a:lnTo>
                    <a:pt x="52116" y="8331"/>
                  </a:lnTo>
                  <a:lnTo>
                    <a:pt x="46490" y="6594"/>
                  </a:lnTo>
                  <a:lnTo>
                    <a:pt x="40805" y="5056"/>
                  </a:lnTo>
                  <a:lnTo>
                    <a:pt x="35071" y="3720"/>
                  </a:lnTo>
                  <a:lnTo>
                    <a:pt x="29292" y="2586"/>
                  </a:lnTo>
                  <a:lnTo>
                    <a:pt x="23477" y="1656"/>
                  </a:lnTo>
                  <a:lnTo>
                    <a:pt x="17633" y="932"/>
                  </a:lnTo>
                  <a:lnTo>
                    <a:pt x="11768" y="414"/>
                  </a:lnTo>
                  <a:lnTo>
                    <a:pt x="5887" y="10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07798" y="3429590"/>
              <a:ext cx="18181" cy="167167"/>
            </a:xfrm>
            <a:custGeom>
              <a:avLst/>
              <a:pathLst>
                <a:path w="18181" h="167167">
                  <a:moveTo>
                    <a:pt x="18181" y="0"/>
                  </a:moveTo>
                  <a:lnTo>
                    <a:pt x="9077" y="248"/>
                  </a:lnTo>
                  <a:lnTo>
                    <a:pt x="0" y="991"/>
                  </a:lnTo>
                  <a:lnTo>
                    <a:pt x="1818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07798" y="3430582"/>
              <a:ext cx="18181" cy="166175"/>
            </a:xfrm>
            <a:custGeom>
              <a:avLst/>
              <a:pathLst>
                <a:path w="18181" h="166175">
                  <a:moveTo>
                    <a:pt x="0" y="0"/>
                  </a:moveTo>
                  <a:lnTo>
                    <a:pt x="18181" y="1661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07798" y="3430582"/>
              <a:ext cx="18181" cy="166175"/>
            </a:xfrm>
            <a:custGeom>
              <a:avLst/>
              <a:pathLst>
                <a:path w="18181" h="166175">
                  <a:moveTo>
                    <a:pt x="0" y="0"/>
                  </a:moveTo>
                  <a:lnTo>
                    <a:pt x="18181" y="1661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07798" y="3430582"/>
              <a:ext cx="18181" cy="166175"/>
            </a:xfrm>
            <a:custGeom>
              <a:avLst/>
              <a:pathLst>
                <a:path w="18181" h="166175">
                  <a:moveTo>
                    <a:pt x="0" y="0"/>
                  </a:moveTo>
                  <a:lnTo>
                    <a:pt x="18181" y="16617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07798" y="3430582"/>
              <a:ext cx="18181" cy="166175"/>
            </a:xfrm>
            <a:custGeom>
              <a:avLst/>
              <a:pathLst>
                <a:path w="18181" h="166175">
                  <a:moveTo>
                    <a:pt x="0" y="0"/>
                  </a:moveTo>
                  <a:lnTo>
                    <a:pt x="18181" y="1661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07798" y="3430582"/>
              <a:ext cx="18181" cy="166175"/>
            </a:xfrm>
            <a:custGeom>
              <a:avLst/>
              <a:pathLst>
                <a:path w="18181" h="166175">
                  <a:moveTo>
                    <a:pt x="0" y="0"/>
                  </a:moveTo>
                  <a:lnTo>
                    <a:pt x="18181" y="1661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07798" y="3430582"/>
              <a:ext cx="18181" cy="166175"/>
            </a:xfrm>
            <a:custGeom>
              <a:avLst/>
              <a:pathLst>
                <a:path w="18181" h="166175">
                  <a:moveTo>
                    <a:pt x="0" y="0"/>
                  </a:moveTo>
                  <a:lnTo>
                    <a:pt x="18181" y="16617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07798" y="3430582"/>
              <a:ext cx="18181" cy="166175"/>
            </a:xfrm>
            <a:custGeom>
              <a:avLst/>
              <a:pathLst>
                <a:path w="18181" h="166175">
                  <a:moveTo>
                    <a:pt x="0" y="0"/>
                  </a:moveTo>
                  <a:lnTo>
                    <a:pt x="18181" y="1661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07798" y="3430582"/>
              <a:ext cx="18181" cy="166175"/>
            </a:xfrm>
            <a:custGeom>
              <a:avLst/>
              <a:pathLst>
                <a:path w="18181" h="166175">
                  <a:moveTo>
                    <a:pt x="0" y="0"/>
                  </a:moveTo>
                  <a:lnTo>
                    <a:pt x="18181" y="1661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07798" y="3430582"/>
              <a:ext cx="18181" cy="166175"/>
            </a:xfrm>
            <a:custGeom>
              <a:avLst/>
              <a:pathLst>
                <a:path w="18181" h="166175">
                  <a:moveTo>
                    <a:pt x="0" y="0"/>
                  </a:moveTo>
                  <a:lnTo>
                    <a:pt x="18181" y="1661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07798" y="3430582"/>
              <a:ext cx="18181" cy="166175"/>
            </a:xfrm>
            <a:custGeom>
              <a:avLst/>
              <a:pathLst>
                <a:path w="18181" h="166175">
                  <a:moveTo>
                    <a:pt x="0" y="0"/>
                  </a:moveTo>
                  <a:lnTo>
                    <a:pt x="18181" y="1661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07798" y="3430582"/>
              <a:ext cx="18181" cy="166175"/>
            </a:xfrm>
            <a:custGeom>
              <a:avLst/>
              <a:pathLst>
                <a:path w="18181" h="166175">
                  <a:moveTo>
                    <a:pt x="0" y="0"/>
                  </a:moveTo>
                  <a:lnTo>
                    <a:pt x="18181" y="16617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07798" y="3430582"/>
              <a:ext cx="18181" cy="166175"/>
            </a:xfrm>
            <a:custGeom>
              <a:avLst/>
              <a:pathLst>
                <a:path w="18181" h="166175">
                  <a:moveTo>
                    <a:pt x="0" y="0"/>
                  </a:moveTo>
                  <a:lnTo>
                    <a:pt x="18181" y="16617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358813" y="3430582"/>
              <a:ext cx="334333" cy="333327"/>
            </a:xfrm>
            <a:custGeom>
              <a:avLst/>
              <a:pathLst>
                <a:path w="334333" h="333327">
                  <a:moveTo>
                    <a:pt x="148985" y="0"/>
                  </a:moveTo>
                  <a:lnTo>
                    <a:pt x="143722" y="660"/>
                  </a:lnTo>
                  <a:lnTo>
                    <a:pt x="138483" y="1487"/>
                  </a:lnTo>
                  <a:lnTo>
                    <a:pt x="133272" y="2480"/>
                  </a:lnTo>
                  <a:lnTo>
                    <a:pt x="128096" y="3638"/>
                  </a:lnTo>
                  <a:lnTo>
                    <a:pt x="122959" y="4959"/>
                  </a:lnTo>
                  <a:lnTo>
                    <a:pt x="117867" y="6443"/>
                  </a:lnTo>
                  <a:lnTo>
                    <a:pt x="112824" y="8087"/>
                  </a:lnTo>
                  <a:lnTo>
                    <a:pt x="107836" y="9891"/>
                  </a:lnTo>
                  <a:lnTo>
                    <a:pt x="102908" y="11852"/>
                  </a:lnTo>
                  <a:lnTo>
                    <a:pt x="98044" y="13968"/>
                  </a:lnTo>
                  <a:lnTo>
                    <a:pt x="93250" y="16238"/>
                  </a:lnTo>
                  <a:lnTo>
                    <a:pt x="88530" y="18658"/>
                  </a:lnTo>
                  <a:lnTo>
                    <a:pt x="83890" y="21227"/>
                  </a:lnTo>
                  <a:lnTo>
                    <a:pt x="79333" y="23942"/>
                  </a:lnTo>
                  <a:lnTo>
                    <a:pt x="74865" y="26800"/>
                  </a:lnTo>
                  <a:lnTo>
                    <a:pt x="70490" y="29799"/>
                  </a:lnTo>
                  <a:lnTo>
                    <a:pt x="66212" y="32935"/>
                  </a:lnTo>
                  <a:lnTo>
                    <a:pt x="62035" y="36205"/>
                  </a:lnTo>
                  <a:lnTo>
                    <a:pt x="57965" y="39605"/>
                  </a:lnTo>
                  <a:lnTo>
                    <a:pt x="54004" y="43133"/>
                  </a:lnTo>
                  <a:lnTo>
                    <a:pt x="50158" y="46786"/>
                  </a:lnTo>
                  <a:lnTo>
                    <a:pt x="46429" y="50558"/>
                  </a:lnTo>
                  <a:lnTo>
                    <a:pt x="42822" y="54446"/>
                  </a:lnTo>
                  <a:lnTo>
                    <a:pt x="39340" y="58448"/>
                  </a:lnTo>
                  <a:lnTo>
                    <a:pt x="35986" y="62557"/>
                  </a:lnTo>
                  <a:lnTo>
                    <a:pt x="32765" y="66771"/>
                  </a:lnTo>
                  <a:lnTo>
                    <a:pt x="29679" y="71085"/>
                  </a:lnTo>
                  <a:lnTo>
                    <a:pt x="26731" y="75495"/>
                  </a:lnTo>
                  <a:lnTo>
                    <a:pt x="23925" y="79996"/>
                  </a:lnTo>
                  <a:lnTo>
                    <a:pt x="21263" y="84584"/>
                  </a:lnTo>
                  <a:lnTo>
                    <a:pt x="18748" y="89254"/>
                  </a:lnTo>
                  <a:lnTo>
                    <a:pt x="16383" y="94001"/>
                  </a:lnTo>
                  <a:lnTo>
                    <a:pt x="14169" y="98821"/>
                  </a:lnTo>
                  <a:lnTo>
                    <a:pt x="12109" y="103709"/>
                  </a:lnTo>
                  <a:lnTo>
                    <a:pt x="10205" y="108659"/>
                  </a:lnTo>
                  <a:lnTo>
                    <a:pt x="8459" y="113668"/>
                  </a:lnTo>
                  <a:lnTo>
                    <a:pt x="6873" y="118730"/>
                  </a:lnTo>
                  <a:lnTo>
                    <a:pt x="5449" y="123839"/>
                  </a:lnTo>
                  <a:lnTo>
                    <a:pt x="4187" y="128991"/>
                  </a:lnTo>
                  <a:lnTo>
                    <a:pt x="3090" y="134180"/>
                  </a:lnTo>
                  <a:lnTo>
                    <a:pt x="2157" y="139402"/>
                  </a:lnTo>
                  <a:lnTo>
                    <a:pt x="1391" y="144650"/>
                  </a:lnTo>
                  <a:lnTo>
                    <a:pt x="791" y="149920"/>
                  </a:lnTo>
                  <a:lnTo>
                    <a:pt x="359" y="155207"/>
                  </a:lnTo>
                  <a:lnTo>
                    <a:pt x="95" y="160504"/>
                  </a:lnTo>
                  <a:lnTo>
                    <a:pt x="0" y="165808"/>
                  </a:lnTo>
                  <a:lnTo>
                    <a:pt x="72" y="171111"/>
                  </a:lnTo>
                  <a:lnTo>
                    <a:pt x="313" y="176410"/>
                  </a:lnTo>
                  <a:lnTo>
                    <a:pt x="721" y="181698"/>
                  </a:lnTo>
                  <a:lnTo>
                    <a:pt x="1298" y="186971"/>
                  </a:lnTo>
                  <a:lnTo>
                    <a:pt x="2041" y="192223"/>
                  </a:lnTo>
                  <a:lnTo>
                    <a:pt x="2950" y="197448"/>
                  </a:lnTo>
                  <a:lnTo>
                    <a:pt x="4025" y="202642"/>
                  </a:lnTo>
                  <a:lnTo>
                    <a:pt x="5264" y="207800"/>
                  </a:lnTo>
                  <a:lnTo>
                    <a:pt x="6666" y="212915"/>
                  </a:lnTo>
                  <a:lnTo>
                    <a:pt x="8230" y="217984"/>
                  </a:lnTo>
                  <a:lnTo>
                    <a:pt x="9954" y="223000"/>
                  </a:lnTo>
                  <a:lnTo>
                    <a:pt x="11836" y="227959"/>
                  </a:lnTo>
                  <a:lnTo>
                    <a:pt x="13874" y="232856"/>
                  </a:lnTo>
                  <a:lnTo>
                    <a:pt x="16067" y="237686"/>
                  </a:lnTo>
                  <a:lnTo>
                    <a:pt x="18411" y="242443"/>
                  </a:lnTo>
                  <a:lnTo>
                    <a:pt x="20906" y="247124"/>
                  </a:lnTo>
                  <a:lnTo>
                    <a:pt x="23548" y="251724"/>
                  </a:lnTo>
                  <a:lnTo>
                    <a:pt x="26334" y="256237"/>
                  </a:lnTo>
                  <a:lnTo>
                    <a:pt x="29262" y="260660"/>
                  </a:lnTo>
                  <a:lnTo>
                    <a:pt x="32329" y="264987"/>
                  </a:lnTo>
                  <a:lnTo>
                    <a:pt x="35532" y="269215"/>
                  </a:lnTo>
                  <a:lnTo>
                    <a:pt x="38867" y="273340"/>
                  </a:lnTo>
                  <a:lnTo>
                    <a:pt x="42331" y="277356"/>
                  </a:lnTo>
                  <a:lnTo>
                    <a:pt x="45922" y="281261"/>
                  </a:lnTo>
                  <a:lnTo>
                    <a:pt x="49634" y="285049"/>
                  </a:lnTo>
                  <a:lnTo>
                    <a:pt x="53464" y="288718"/>
                  </a:lnTo>
                  <a:lnTo>
                    <a:pt x="57409" y="292264"/>
                  </a:lnTo>
                  <a:lnTo>
                    <a:pt x="61465" y="295682"/>
                  </a:lnTo>
                  <a:lnTo>
                    <a:pt x="65627" y="298971"/>
                  </a:lnTo>
                  <a:lnTo>
                    <a:pt x="69891" y="302125"/>
                  </a:lnTo>
                  <a:lnTo>
                    <a:pt x="74253" y="305143"/>
                  </a:lnTo>
                  <a:lnTo>
                    <a:pt x="78708" y="308021"/>
                  </a:lnTo>
                  <a:lnTo>
                    <a:pt x="83253" y="310756"/>
                  </a:lnTo>
                  <a:lnTo>
                    <a:pt x="87882" y="313345"/>
                  </a:lnTo>
                  <a:lnTo>
                    <a:pt x="92591" y="315786"/>
                  </a:lnTo>
                  <a:lnTo>
                    <a:pt x="97375" y="318077"/>
                  </a:lnTo>
                  <a:lnTo>
                    <a:pt x="102229" y="320215"/>
                  </a:lnTo>
                  <a:lnTo>
                    <a:pt x="107149" y="322197"/>
                  </a:lnTo>
                  <a:lnTo>
                    <a:pt x="112129" y="324023"/>
                  </a:lnTo>
                  <a:lnTo>
                    <a:pt x="117165" y="325689"/>
                  </a:lnTo>
                  <a:lnTo>
                    <a:pt x="122250" y="327195"/>
                  </a:lnTo>
                  <a:lnTo>
                    <a:pt x="127381" y="328539"/>
                  </a:lnTo>
                  <a:lnTo>
                    <a:pt x="132553" y="329720"/>
                  </a:lnTo>
                  <a:lnTo>
                    <a:pt x="137759" y="330736"/>
                  </a:lnTo>
                  <a:lnTo>
                    <a:pt x="142994" y="331586"/>
                  </a:lnTo>
                  <a:lnTo>
                    <a:pt x="148254" y="332269"/>
                  </a:lnTo>
                  <a:lnTo>
                    <a:pt x="153533" y="332786"/>
                  </a:lnTo>
                  <a:lnTo>
                    <a:pt x="158826" y="333134"/>
                  </a:lnTo>
                  <a:lnTo>
                    <a:pt x="164127" y="333315"/>
                  </a:lnTo>
                  <a:lnTo>
                    <a:pt x="169431" y="333327"/>
                  </a:lnTo>
                  <a:lnTo>
                    <a:pt x="174733" y="333171"/>
                  </a:lnTo>
                  <a:lnTo>
                    <a:pt x="180027" y="332847"/>
                  </a:lnTo>
                  <a:lnTo>
                    <a:pt x="185308" y="332355"/>
                  </a:lnTo>
                  <a:lnTo>
                    <a:pt x="190571" y="331696"/>
                  </a:lnTo>
                  <a:lnTo>
                    <a:pt x="195811" y="330870"/>
                  </a:lnTo>
                  <a:lnTo>
                    <a:pt x="201021" y="329879"/>
                  </a:lnTo>
                  <a:lnTo>
                    <a:pt x="206198" y="328722"/>
                  </a:lnTo>
                  <a:lnTo>
                    <a:pt x="211335" y="327402"/>
                  </a:lnTo>
                  <a:lnTo>
                    <a:pt x="216428" y="325920"/>
                  </a:lnTo>
                  <a:lnTo>
                    <a:pt x="221471" y="324276"/>
                  </a:lnTo>
                  <a:lnTo>
                    <a:pt x="226459" y="322474"/>
                  </a:lnTo>
                  <a:lnTo>
                    <a:pt x="231388" y="320514"/>
                  </a:lnTo>
                  <a:lnTo>
                    <a:pt x="236252" y="318399"/>
                  </a:lnTo>
                  <a:lnTo>
                    <a:pt x="241047" y="316131"/>
                  </a:lnTo>
                  <a:lnTo>
                    <a:pt x="245767" y="313711"/>
                  </a:lnTo>
                  <a:lnTo>
                    <a:pt x="250408" y="311143"/>
                  </a:lnTo>
                  <a:lnTo>
                    <a:pt x="254966" y="308430"/>
                  </a:lnTo>
                  <a:lnTo>
                    <a:pt x="259434" y="305572"/>
                  </a:lnTo>
                  <a:lnTo>
                    <a:pt x="263810" y="302575"/>
                  </a:lnTo>
                  <a:lnTo>
                    <a:pt x="268089" y="299440"/>
                  </a:lnTo>
                  <a:lnTo>
                    <a:pt x="272266" y="296171"/>
                  </a:lnTo>
                  <a:lnTo>
                    <a:pt x="276338" y="292772"/>
                  </a:lnTo>
                  <a:lnTo>
                    <a:pt x="280299" y="289244"/>
                  </a:lnTo>
                  <a:lnTo>
                    <a:pt x="284146" y="285593"/>
                  </a:lnTo>
                  <a:lnTo>
                    <a:pt x="287876" y="281822"/>
                  </a:lnTo>
                  <a:lnTo>
                    <a:pt x="291484" y="277934"/>
                  </a:lnTo>
                  <a:lnTo>
                    <a:pt x="294967" y="273934"/>
                  </a:lnTo>
                  <a:lnTo>
                    <a:pt x="298322" y="269825"/>
                  </a:lnTo>
                  <a:lnTo>
                    <a:pt x="301544" y="265612"/>
                  </a:lnTo>
                  <a:lnTo>
                    <a:pt x="304631" y="261299"/>
                  </a:lnTo>
                  <a:lnTo>
                    <a:pt x="307580" y="256890"/>
                  </a:lnTo>
                  <a:lnTo>
                    <a:pt x="310387" y="252389"/>
                  </a:lnTo>
                  <a:lnTo>
                    <a:pt x="313050" y="247802"/>
                  </a:lnTo>
                  <a:lnTo>
                    <a:pt x="315566" y="243133"/>
                  </a:lnTo>
                  <a:lnTo>
                    <a:pt x="317933" y="238386"/>
                  </a:lnTo>
                  <a:lnTo>
                    <a:pt x="320148" y="233567"/>
                  </a:lnTo>
                  <a:lnTo>
                    <a:pt x="322209" y="228679"/>
                  </a:lnTo>
                  <a:lnTo>
                    <a:pt x="324114" y="223729"/>
                  </a:lnTo>
                  <a:lnTo>
                    <a:pt x="325861" y="218721"/>
                  </a:lnTo>
                  <a:lnTo>
                    <a:pt x="327448" y="213660"/>
                  </a:lnTo>
                  <a:lnTo>
                    <a:pt x="328874" y="208551"/>
                  </a:lnTo>
                  <a:lnTo>
                    <a:pt x="330137" y="203399"/>
                  </a:lnTo>
                  <a:lnTo>
                    <a:pt x="331236" y="198210"/>
                  </a:lnTo>
                  <a:lnTo>
                    <a:pt x="332170" y="192989"/>
                  </a:lnTo>
                  <a:lnTo>
                    <a:pt x="332937" y="187741"/>
                  </a:lnTo>
                  <a:lnTo>
                    <a:pt x="333538" y="182471"/>
                  </a:lnTo>
                  <a:lnTo>
                    <a:pt x="333971" y="177184"/>
                  </a:lnTo>
                  <a:lnTo>
                    <a:pt x="334236" y="171887"/>
                  </a:lnTo>
                  <a:lnTo>
                    <a:pt x="334333" y="166583"/>
                  </a:lnTo>
                  <a:lnTo>
                    <a:pt x="334262" y="161280"/>
                  </a:lnTo>
                  <a:lnTo>
                    <a:pt x="334023" y="155981"/>
                  </a:lnTo>
                  <a:lnTo>
                    <a:pt x="333615" y="150692"/>
                  </a:lnTo>
                  <a:lnTo>
                    <a:pt x="333040" y="145420"/>
                  </a:lnTo>
                  <a:lnTo>
                    <a:pt x="332298" y="140168"/>
                  </a:lnTo>
                  <a:lnTo>
                    <a:pt x="331390" y="134942"/>
                  </a:lnTo>
                  <a:lnTo>
                    <a:pt x="330317" y="129747"/>
                  </a:lnTo>
                  <a:lnTo>
                    <a:pt x="329079" y="124590"/>
                  </a:lnTo>
                  <a:lnTo>
                    <a:pt x="327678" y="119474"/>
                  </a:lnTo>
                  <a:lnTo>
                    <a:pt x="326116" y="114405"/>
                  </a:lnTo>
                  <a:lnTo>
                    <a:pt x="324393" y="109389"/>
                  </a:lnTo>
                  <a:lnTo>
                    <a:pt x="322512" y="104429"/>
                  </a:lnTo>
                  <a:lnTo>
                    <a:pt x="320475" y="99532"/>
                  </a:lnTo>
                  <a:lnTo>
                    <a:pt x="318284" y="94701"/>
                  </a:lnTo>
                  <a:lnTo>
                    <a:pt x="315940" y="89943"/>
                  </a:lnTo>
                  <a:lnTo>
                    <a:pt x="313447" y="85262"/>
                  </a:lnTo>
                  <a:lnTo>
                    <a:pt x="310806" y="80661"/>
                  </a:lnTo>
                  <a:lnTo>
                    <a:pt x="308021" y="76147"/>
                  </a:lnTo>
                  <a:lnTo>
                    <a:pt x="305094" y="71724"/>
                  </a:lnTo>
                  <a:lnTo>
                    <a:pt x="302028" y="67396"/>
                  </a:lnTo>
                  <a:lnTo>
                    <a:pt x="298826" y="63167"/>
                  </a:lnTo>
                  <a:lnTo>
                    <a:pt x="295492" y="59042"/>
                  </a:lnTo>
                  <a:lnTo>
                    <a:pt x="292028" y="55025"/>
                  </a:lnTo>
                  <a:lnTo>
                    <a:pt x="288439" y="51119"/>
                  </a:lnTo>
                  <a:lnTo>
                    <a:pt x="284728" y="47330"/>
                  </a:lnTo>
                  <a:lnTo>
                    <a:pt x="280898" y="43660"/>
                  </a:lnTo>
                  <a:lnTo>
                    <a:pt x="276954" y="40113"/>
                  </a:lnTo>
                  <a:lnTo>
                    <a:pt x="272900" y="36694"/>
                  </a:lnTo>
                  <a:lnTo>
                    <a:pt x="268739" y="33405"/>
                  </a:lnTo>
                  <a:lnTo>
                    <a:pt x="264475" y="30249"/>
                  </a:lnTo>
                  <a:lnTo>
                    <a:pt x="260114" y="27230"/>
                  </a:lnTo>
                  <a:lnTo>
                    <a:pt x="255659" y="24351"/>
                  </a:lnTo>
                  <a:lnTo>
                    <a:pt x="251115" y="21615"/>
                  </a:lnTo>
                  <a:lnTo>
                    <a:pt x="246487" y="19025"/>
                  </a:lnTo>
                  <a:lnTo>
                    <a:pt x="241778" y="16582"/>
                  </a:lnTo>
                  <a:lnTo>
                    <a:pt x="236995" y="14291"/>
                  </a:lnTo>
                  <a:lnTo>
                    <a:pt x="232141" y="12152"/>
                  </a:lnTo>
                  <a:lnTo>
                    <a:pt x="227222" y="10168"/>
                  </a:lnTo>
                  <a:lnTo>
                    <a:pt x="222242" y="8341"/>
                  </a:lnTo>
                  <a:lnTo>
                    <a:pt x="217207" y="6673"/>
                  </a:lnTo>
                  <a:lnTo>
                    <a:pt x="167167" y="1661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25980" y="3429590"/>
              <a:ext cx="50040" cy="167167"/>
            </a:xfrm>
            <a:custGeom>
              <a:avLst/>
              <a:pathLst>
                <a:path w="50040" h="167167">
                  <a:moveTo>
                    <a:pt x="50040" y="7665"/>
                  </a:moveTo>
                  <a:lnTo>
                    <a:pt x="43944" y="5879"/>
                  </a:lnTo>
                  <a:lnTo>
                    <a:pt x="37785" y="4326"/>
                  </a:lnTo>
                  <a:lnTo>
                    <a:pt x="31571" y="3008"/>
                  </a:lnTo>
                  <a:lnTo>
                    <a:pt x="25312" y="1927"/>
                  </a:lnTo>
                  <a:lnTo>
                    <a:pt x="19016" y="1085"/>
                  </a:lnTo>
                  <a:lnTo>
                    <a:pt x="12692" y="482"/>
                  </a:lnTo>
                  <a:lnTo>
                    <a:pt x="6350" y="12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641840" y="3934012"/>
              <a:ext cx="3893" cy="167167"/>
            </a:xfrm>
            <a:custGeom>
              <a:avLst/>
              <a:pathLst>
                <a:path w="3893" h="167167">
                  <a:moveTo>
                    <a:pt x="3893" y="0"/>
                  </a:moveTo>
                  <a:lnTo>
                    <a:pt x="0" y="45"/>
                  </a:lnTo>
                  <a:lnTo>
                    <a:pt x="389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641840" y="3934058"/>
              <a:ext cx="3893" cy="167122"/>
            </a:xfrm>
            <a:custGeom>
              <a:avLst/>
              <a:pathLst>
                <a:path w="3893" h="167122">
                  <a:moveTo>
                    <a:pt x="0" y="0"/>
                  </a:moveTo>
                  <a:lnTo>
                    <a:pt x="3893" y="1671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641840" y="3934058"/>
              <a:ext cx="3893" cy="167122"/>
            </a:xfrm>
            <a:custGeom>
              <a:avLst/>
              <a:pathLst>
                <a:path w="3893" h="167122">
                  <a:moveTo>
                    <a:pt x="0" y="0"/>
                  </a:moveTo>
                  <a:lnTo>
                    <a:pt x="3893" y="16712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641840" y="3934058"/>
              <a:ext cx="3893" cy="167122"/>
            </a:xfrm>
            <a:custGeom>
              <a:avLst/>
              <a:pathLst>
                <a:path w="3893" h="167122">
                  <a:moveTo>
                    <a:pt x="0" y="0"/>
                  </a:moveTo>
                  <a:lnTo>
                    <a:pt x="3893" y="1671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641840" y="3934058"/>
              <a:ext cx="3893" cy="167122"/>
            </a:xfrm>
            <a:custGeom>
              <a:avLst/>
              <a:pathLst>
                <a:path w="3893" h="167122">
                  <a:moveTo>
                    <a:pt x="0" y="0"/>
                  </a:moveTo>
                  <a:lnTo>
                    <a:pt x="3893" y="1671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641840" y="3934058"/>
              <a:ext cx="3893" cy="167122"/>
            </a:xfrm>
            <a:custGeom>
              <a:avLst/>
              <a:pathLst>
                <a:path w="3893" h="167122">
                  <a:moveTo>
                    <a:pt x="0" y="0"/>
                  </a:moveTo>
                  <a:lnTo>
                    <a:pt x="3893" y="16712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641840" y="3934058"/>
              <a:ext cx="3893" cy="167122"/>
            </a:xfrm>
            <a:custGeom>
              <a:avLst/>
              <a:pathLst>
                <a:path w="3893" h="167122">
                  <a:moveTo>
                    <a:pt x="0" y="0"/>
                  </a:moveTo>
                  <a:lnTo>
                    <a:pt x="3893" y="1671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641840" y="3934058"/>
              <a:ext cx="3893" cy="167122"/>
            </a:xfrm>
            <a:custGeom>
              <a:avLst/>
              <a:pathLst>
                <a:path w="3893" h="167122">
                  <a:moveTo>
                    <a:pt x="0" y="0"/>
                  </a:moveTo>
                  <a:lnTo>
                    <a:pt x="3893" y="1671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641840" y="3934058"/>
              <a:ext cx="3893" cy="167122"/>
            </a:xfrm>
            <a:custGeom>
              <a:avLst/>
              <a:pathLst>
                <a:path w="3893" h="167122">
                  <a:moveTo>
                    <a:pt x="0" y="0"/>
                  </a:moveTo>
                  <a:lnTo>
                    <a:pt x="3893" y="1671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641840" y="3934058"/>
              <a:ext cx="3893" cy="167122"/>
            </a:xfrm>
            <a:custGeom>
              <a:avLst/>
              <a:pathLst>
                <a:path w="3893" h="167122">
                  <a:moveTo>
                    <a:pt x="0" y="0"/>
                  </a:moveTo>
                  <a:lnTo>
                    <a:pt x="3893" y="1671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641840" y="3934058"/>
              <a:ext cx="3893" cy="167122"/>
            </a:xfrm>
            <a:custGeom>
              <a:avLst/>
              <a:pathLst>
                <a:path w="3893" h="167122">
                  <a:moveTo>
                    <a:pt x="0" y="0"/>
                  </a:moveTo>
                  <a:lnTo>
                    <a:pt x="3893" y="16712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641840" y="3934058"/>
              <a:ext cx="3893" cy="167122"/>
            </a:xfrm>
            <a:custGeom>
              <a:avLst/>
              <a:pathLst>
                <a:path w="3893" h="167122">
                  <a:moveTo>
                    <a:pt x="0" y="0"/>
                  </a:moveTo>
                  <a:lnTo>
                    <a:pt x="3893" y="16712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478566" y="3934012"/>
              <a:ext cx="334325" cy="334323"/>
            </a:xfrm>
            <a:custGeom>
              <a:avLst/>
              <a:pathLst>
                <a:path w="334325" h="334323">
                  <a:moveTo>
                    <a:pt x="163273" y="45"/>
                  </a:moveTo>
                  <a:lnTo>
                    <a:pt x="157993" y="251"/>
                  </a:lnTo>
                  <a:lnTo>
                    <a:pt x="152721" y="625"/>
                  </a:lnTo>
                  <a:lnTo>
                    <a:pt x="147464" y="1165"/>
                  </a:lnTo>
                  <a:lnTo>
                    <a:pt x="142227" y="1870"/>
                  </a:lnTo>
                  <a:lnTo>
                    <a:pt x="137015" y="2741"/>
                  </a:lnTo>
                  <a:lnTo>
                    <a:pt x="131833" y="3776"/>
                  </a:lnTo>
                  <a:lnTo>
                    <a:pt x="126686" y="4975"/>
                  </a:lnTo>
                  <a:lnTo>
                    <a:pt x="121579" y="6336"/>
                  </a:lnTo>
                  <a:lnTo>
                    <a:pt x="116518" y="7857"/>
                  </a:lnTo>
                  <a:lnTo>
                    <a:pt x="111508" y="9537"/>
                  </a:lnTo>
                  <a:lnTo>
                    <a:pt x="106553" y="11375"/>
                  </a:lnTo>
                  <a:lnTo>
                    <a:pt x="101659" y="13369"/>
                  </a:lnTo>
                  <a:lnTo>
                    <a:pt x="96831" y="15517"/>
                  </a:lnTo>
                  <a:lnTo>
                    <a:pt x="92072" y="17816"/>
                  </a:lnTo>
                  <a:lnTo>
                    <a:pt x="87389" y="20264"/>
                  </a:lnTo>
                  <a:lnTo>
                    <a:pt x="82786" y="22859"/>
                  </a:lnTo>
                  <a:lnTo>
                    <a:pt x="78266" y="25598"/>
                  </a:lnTo>
                  <a:lnTo>
                    <a:pt x="73836" y="28479"/>
                  </a:lnTo>
                  <a:lnTo>
                    <a:pt x="69499" y="31498"/>
                  </a:lnTo>
                  <a:lnTo>
                    <a:pt x="65259" y="34653"/>
                  </a:lnTo>
                  <a:lnTo>
                    <a:pt x="61122" y="37941"/>
                  </a:lnTo>
                  <a:lnTo>
                    <a:pt x="57090" y="41357"/>
                  </a:lnTo>
                  <a:lnTo>
                    <a:pt x="53168" y="44900"/>
                  </a:lnTo>
                  <a:lnTo>
                    <a:pt x="49361" y="48564"/>
                  </a:lnTo>
                  <a:lnTo>
                    <a:pt x="45670" y="52347"/>
                  </a:lnTo>
                  <a:lnTo>
                    <a:pt x="42102" y="56245"/>
                  </a:lnTo>
                  <a:lnTo>
                    <a:pt x="38658" y="60253"/>
                  </a:lnTo>
                  <a:lnTo>
                    <a:pt x="35343" y="64369"/>
                  </a:lnTo>
                  <a:lnTo>
                    <a:pt x="32160" y="68587"/>
                  </a:lnTo>
                  <a:lnTo>
                    <a:pt x="29111" y="72903"/>
                  </a:lnTo>
                  <a:lnTo>
                    <a:pt x="26201" y="77314"/>
                  </a:lnTo>
                  <a:lnTo>
                    <a:pt x="23431" y="81815"/>
                  </a:lnTo>
                  <a:lnTo>
                    <a:pt x="20805" y="86401"/>
                  </a:lnTo>
                  <a:lnTo>
                    <a:pt x="18325" y="91068"/>
                  </a:lnTo>
                  <a:lnTo>
                    <a:pt x="15994" y="95810"/>
                  </a:lnTo>
                  <a:lnTo>
                    <a:pt x="13814" y="100624"/>
                  </a:lnTo>
                  <a:lnTo>
                    <a:pt x="11787" y="105505"/>
                  </a:lnTo>
                  <a:lnTo>
                    <a:pt x="9916" y="110447"/>
                  </a:lnTo>
                  <a:lnTo>
                    <a:pt x="8202" y="115446"/>
                  </a:lnTo>
                  <a:lnTo>
                    <a:pt x="6646" y="120496"/>
                  </a:lnTo>
                  <a:lnTo>
                    <a:pt x="5251" y="125594"/>
                  </a:lnTo>
                  <a:lnTo>
                    <a:pt x="4018" y="130732"/>
                  </a:lnTo>
                  <a:lnTo>
                    <a:pt x="2948" y="135907"/>
                  </a:lnTo>
                  <a:lnTo>
                    <a:pt x="2042" y="141114"/>
                  </a:lnTo>
                  <a:lnTo>
                    <a:pt x="1301" y="146346"/>
                  </a:lnTo>
                  <a:lnTo>
                    <a:pt x="726" y="151599"/>
                  </a:lnTo>
                  <a:lnTo>
                    <a:pt x="317" y="156868"/>
                  </a:lnTo>
                  <a:lnTo>
                    <a:pt x="75" y="162147"/>
                  </a:lnTo>
                  <a:lnTo>
                    <a:pt x="0" y="167431"/>
                  </a:lnTo>
                  <a:lnTo>
                    <a:pt x="91" y="172715"/>
                  </a:lnTo>
                  <a:lnTo>
                    <a:pt x="350" y="177993"/>
                  </a:lnTo>
                  <a:lnTo>
                    <a:pt x="776" y="183261"/>
                  </a:lnTo>
                  <a:lnTo>
                    <a:pt x="1368" y="188512"/>
                  </a:lnTo>
                  <a:lnTo>
                    <a:pt x="2125" y="193742"/>
                  </a:lnTo>
                  <a:lnTo>
                    <a:pt x="3048" y="198946"/>
                  </a:lnTo>
                  <a:lnTo>
                    <a:pt x="4134" y="204117"/>
                  </a:lnTo>
                  <a:lnTo>
                    <a:pt x="5384" y="209252"/>
                  </a:lnTo>
                  <a:lnTo>
                    <a:pt x="6795" y="214345"/>
                  </a:lnTo>
                  <a:lnTo>
                    <a:pt x="8366" y="219391"/>
                  </a:lnTo>
                  <a:lnTo>
                    <a:pt x="10096" y="224384"/>
                  </a:lnTo>
                  <a:lnTo>
                    <a:pt x="11983" y="229320"/>
                  </a:lnTo>
                  <a:lnTo>
                    <a:pt x="14025" y="234194"/>
                  </a:lnTo>
                  <a:lnTo>
                    <a:pt x="16220" y="239001"/>
                  </a:lnTo>
                  <a:lnTo>
                    <a:pt x="18567" y="243737"/>
                  </a:lnTo>
                  <a:lnTo>
                    <a:pt x="21061" y="248395"/>
                  </a:lnTo>
                  <a:lnTo>
                    <a:pt x="23702" y="252973"/>
                  </a:lnTo>
                  <a:lnTo>
                    <a:pt x="26485" y="257465"/>
                  </a:lnTo>
                  <a:lnTo>
                    <a:pt x="29410" y="261867"/>
                  </a:lnTo>
                  <a:lnTo>
                    <a:pt x="32472" y="266174"/>
                  </a:lnTo>
                  <a:lnTo>
                    <a:pt x="35669" y="270382"/>
                  </a:lnTo>
                  <a:lnTo>
                    <a:pt x="38997" y="274487"/>
                  </a:lnTo>
                  <a:lnTo>
                    <a:pt x="42453" y="278484"/>
                  </a:lnTo>
                  <a:lnTo>
                    <a:pt x="46034" y="282371"/>
                  </a:lnTo>
                  <a:lnTo>
                    <a:pt x="49736" y="286142"/>
                  </a:lnTo>
                  <a:lnTo>
                    <a:pt x="53556" y="289794"/>
                  </a:lnTo>
                  <a:lnTo>
                    <a:pt x="57488" y="293324"/>
                  </a:lnTo>
                  <a:lnTo>
                    <a:pt x="61531" y="296728"/>
                  </a:lnTo>
                  <a:lnTo>
                    <a:pt x="65679" y="300002"/>
                  </a:lnTo>
                  <a:lnTo>
                    <a:pt x="69928" y="303144"/>
                  </a:lnTo>
                  <a:lnTo>
                    <a:pt x="74275" y="306149"/>
                  </a:lnTo>
                  <a:lnTo>
                    <a:pt x="78715" y="309016"/>
                  </a:lnTo>
                  <a:lnTo>
                    <a:pt x="83242" y="311741"/>
                  </a:lnTo>
                  <a:lnTo>
                    <a:pt x="87854" y="314322"/>
                  </a:lnTo>
                  <a:lnTo>
                    <a:pt x="92545" y="316755"/>
                  </a:lnTo>
                  <a:lnTo>
                    <a:pt x="97311" y="319039"/>
                  </a:lnTo>
                  <a:lnTo>
                    <a:pt x="102146" y="321171"/>
                  </a:lnTo>
                  <a:lnTo>
                    <a:pt x="107046" y="323149"/>
                  </a:lnTo>
                  <a:lnTo>
                    <a:pt x="112007" y="324972"/>
                  </a:lnTo>
                  <a:lnTo>
                    <a:pt x="117022" y="326636"/>
                  </a:lnTo>
                  <a:lnTo>
                    <a:pt x="122088" y="328142"/>
                  </a:lnTo>
                  <a:lnTo>
                    <a:pt x="127199" y="329486"/>
                  </a:lnTo>
                  <a:lnTo>
                    <a:pt x="132350" y="330668"/>
                  </a:lnTo>
                  <a:lnTo>
                    <a:pt x="137535" y="331687"/>
                  </a:lnTo>
                  <a:lnTo>
                    <a:pt x="142750" y="332542"/>
                  </a:lnTo>
                  <a:lnTo>
                    <a:pt x="147990" y="333231"/>
                  </a:lnTo>
                  <a:lnTo>
                    <a:pt x="153248" y="333754"/>
                  </a:lnTo>
                  <a:lnTo>
                    <a:pt x="158521" y="334111"/>
                  </a:lnTo>
                  <a:lnTo>
                    <a:pt x="163802" y="334301"/>
                  </a:lnTo>
                  <a:lnTo>
                    <a:pt x="169087" y="334323"/>
                  </a:lnTo>
                  <a:lnTo>
                    <a:pt x="174369" y="334179"/>
                  </a:lnTo>
                  <a:lnTo>
                    <a:pt x="179645" y="333868"/>
                  </a:lnTo>
                  <a:lnTo>
                    <a:pt x="184908" y="333390"/>
                  </a:lnTo>
                  <a:lnTo>
                    <a:pt x="190153" y="332746"/>
                  </a:lnTo>
                  <a:lnTo>
                    <a:pt x="195375" y="331937"/>
                  </a:lnTo>
                  <a:lnTo>
                    <a:pt x="200569" y="330963"/>
                  </a:lnTo>
                  <a:lnTo>
                    <a:pt x="205730" y="329826"/>
                  </a:lnTo>
                  <a:lnTo>
                    <a:pt x="210852" y="328525"/>
                  </a:lnTo>
                  <a:lnTo>
                    <a:pt x="215931" y="327064"/>
                  </a:lnTo>
                  <a:lnTo>
                    <a:pt x="220960" y="325443"/>
                  </a:lnTo>
                  <a:lnTo>
                    <a:pt x="225936" y="323663"/>
                  </a:lnTo>
                  <a:lnTo>
                    <a:pt x="230854" y="321727"/>
                  </a:lnTo>
                  <a:lnTo>
                    <a:pt x="235707" y="319637"/>
                  </a:lnTo>
                  <a:lnTo>
                    <a:pt x="240492" y="317394"/>
                  </a:lnTo>
                  <a:lnTo>
                    <a:pt x="245204" y="315002"/>
                  </a:lnTo>
                  <a:lnTo>
                    <a:pt x="249838" y="312461"/>
                  </a:lnTo>
                  <a:lnTo>
                    <a:pt x="254389" y="309775"/>
                  </a:lnTo>
                  <a:lnTo>
                    <a:pt x="258854" y="306947"/>
                  </a:lnTo>
                  <a:lnTo>
                    <a:pt x="263226" y="303979"/>
                  </a:lnTo>
                  <a:lnTo>
                    <a:pt x="267502" y="300874"/>
                  </a:lnTo>
                  <a:lnTo>
                    <a:pt x="271679" y="297636"/>
                  </a:lnTo>
                  <a:lnTo>
                    <a:pt x="275750" y="294267"/>
                  </a:lnTo>
                  <a:lnTo>
                    <a:pt x="279714" y="290772"/>
                  </a:lnTo>
                  <a:lnTo>
                    <a:pt x="283564" y="287153"/>
                  </a:lnTo>
                  <a:lnTo>
                    <a:pt x="287299" y="283413"/>
                  </a:lnTo>
                  <a:lnTo>
                    <a:pt x="290913" y="279558"/>
                  </a:lnTo>
                  <a:lnTo>
                    <a:pt x="294404" y="275590"/>
                  </a:lnTo>
                  <a:lnTo>
                    <a:pt x="297767" y="271515"/>
                  </a:lnTo>
                  <a:lnTo>
                    <a:pt x="301000" y="267334"/>
                  </a:lnTo>
                  <a:lnTo>
                    <a:pt x="304100" y="263054"/>
                  </a:lnTo>
                  <a:lnTo>
                    <a:pt x="307062" y="258678"/>
                  </a:lnTo>
                  <a:lnTo>
                    <a:pt x="309885" y="254210"/>
                  </a:lnTo>
                  <a:lnTo>
                    <a:pt x="312565" y="249655"/>
                  </a:lnTo>
                  <a:lnTo>
                    <a:pt x="315100" y="245018"/>
                  </a:lnTo>
                  <a:lnTo>
                    <a:pt x="317486" y="240303"/>
                  </a:lnTo>
                  <a:lnTo>
                    <a:pt x="319723" y="235516"/>
                  </a:lnTo>
                  <a:lnTo>
                    <a:pt x="321807" y="230659"/>
                  </a:lnTo>
                  <a:lnTo>
                    <a:pt x="323737" y="225740"/>
                  </a:lnTo>
                  <a:lnTo>
                    <a:pt x="325510" y="220761"/>
                  </a:lnTo>
                  <a:lnTo>
                    <a:pt x="327125" y="215730"/>
                  </a:lnTo>
                  <a:lnTo>
                    <a:pt x="328580" y="210649"/>
                  </a:lnTo>
                  <a:lnTo>
                    <a:pt x="329874" y="205525"/>
                  </a:lnTo>
                  <a:lnTo>
                    <a:pt x="331005" y="200363"/>
                  </a:lnTo>
                  <a:lnTo>
                    <a:pt x="331972" y="195168"/>
                  </a:lnTo>
                  <a:lnTo>
                    <a:pt x="332775" y="189945"/>
                  </a:lnTo>
                  <a:lnTo>
                    <a:pt x="333412" y="184699"/>
                  </a:lnTo>
                  <a:lnTo>
                    <a:pt x="333883" y="179435"/>
                  </a:lnTo>
                  <a:lnTo>
                    <a:pt x="334188" y="174159"/>
                  </a:lnTo>
                  <a:lnTo>
                    <a:pt x="334325" y="168876"/>
                  </a:lnTo>
                  <a:lnTo>
                    <a:pt x="334296" y="163592"/>
                  </a:lnTo>
                  <a:lnTo>
                    <a:pt x="334099" y="158311"/>
                  </a:lnTo>
                  <a:lnTo>
                    <a:pt x="333736" y="153039"/>
                  </a:lnTo>
                  <a:lnTo>
                    <a:pt x="333206" y="147781"/>
                  </a:lnTo>
                  <a:lnTo>
                    <a:pt x="332511" y="142542"/>
                  </a:lnTo>
                  <a:lnTo>
                    <a:pt x="331650" y="137328"/>
                  </a:lnTo>
                  <a:lnTo>
                    <a:pt x="330624" y="132144"/>
                  </a:lnTo>
                  <a:lnTo>
                    <a:pt x="329436" y="126995"/>
                  </a:lnTo>
                  <a:lnTo>
                    <a:pt x="328085" y="121886"/>
                  </a:lnTo>
                  <a:lnTo>
                    <a:pt x="326573" y="116822"/>
                  </a:lnTo>
                  <a:lnTo>
                    <a:pt x="324902" y="111809"/>
                  </a:lnTo>
                  <a:lnTo>
                    <a:pt x="323073" y="106850"/>
                  </a:lnTo>
                  <a:lnTo>
                    <a:pt x="321089" y="101953"/>
                  </a:lnTo>
                  <a:lnTo>
                    <a:pt x="318951" y="97120"/>
                  </a:lnTo>
                  <a:lnTo>
                    <a:pt x="316661" y="92357"/>
                  </a:lnTo>
                  <a:lnTo>
                    <a:pt x="314221" y="87669"/>
                  </a:lnTo>
                  <a:lnTo>
                    <a:pt x="311635" y="83061"/>
                  </a:lnTo>
                  <a:lnTo>
                    <a:pt x="308904" y="78536"/>
                  </a:lnTo>
                  <a:lnTo>
                    <a:pt x="306032" y="74100"/>
                  </a:lnTo>
                  <a:lnTo>
                    <a:pt x="303021" y="69758"/>
                  </a:lnTo>
                  <a:lnTo>
                    <a:pt x="299874" y="65512"/>
                  </a:lnTo>
                  <a:lnTo>
                    <a:pt x="296595" y="61368"/>
                  </a:lnTo>
                  <a:lnTo>
                    <a:pt x="293186" y="57330"/>
                  </a:lnTo>
                  <a:lnTo>
                    <a:pt x="289651" y="53402"/>
                  </a:lnTo>
                  <a:lnTo>
                    <a:pt x="285994" y="49587"/>
                  </a:lnTo>
                  <a:lnTo>
                    <a:pt x="282218" y="45890"/>
                  </a:lnTo>
                  <a:lnTo>
                    <a:pt x="278327" y="42314"/>
                  </a:lnTo>
                  <a:lnTo>
                    <a:pt x="274325" y="38862"/>
                  </a:lnTo>
                  <a:lnTo>
                    <a:pt x="270216" y="35539"/>
                  </a:lnTo>
                  <a:lnTo>
                    <a:pt x="266004" y="32348"/>
                  </a:lnTo>
                  <a:lnTo>
                    <a:pt x="261693" y="29291"/>
                  </a:lnTo>
                  <a:lnTo>
                    <a:pt x="257288" y="26372"/>
                  </a:lnTo>
                  <a:lnTo>
                    <a:pt x="252792" y="23594"/>
                  </a:lnTo>
                  <a:lnTo>
                    <a:pt x="248211" y="20959"/>
                  </a:lnTo>
                  <a:lnTo>
                    <a:pt x="243549" y="18470"/>
                  </a:lnTo>
                  <a:lnTo>
                    <a:pt x="238811" y="16130"/>
                  </a:lnTo>
                  <a:lnTo>
                    <a:pt x="234001" y="13941"/>
                  </a:lnTo>
                  <a:lnTo>
                    <a:pt x="229125" y="11905"/>
                  </a:lnTo>
                  <a:lnTo>
                    <a:pt x="224186" y="10024"/>
                  </a:lnTo>
                  <a:lnTo>
                    <a:pt x="219190" y="8301"/>
                  </a:lnTo>
                  <a:lnTo>
                    <a:pt x="214143" y="6736"/>
                  </a:lnTo>
                  <a:lnTo>
                    <a:pt x="209048" y="5331"/>
                  </a:lnTo>
                  <a:lnTo>
                    <a:pt x="203912" y="4088"/>
                  </a:lnTo>
                  <a:lnTo>
                    <a:pt x="198739" y="3008"/>
                  </a:lnTo>
                  <a:lnTo>
                    <a:pt x="193534" y="2092"/>
                  </a:lnTo>
                  <a:lnTo>
                    <a:pt x="188303" y="1341"/>
                  </a:lnTo>
                  <a:lnTo>
                    <a:pt x="183051" y="756"/>
                  </a:lnTo>
                  <a:lnTo>
                    <a:pt x="177783" y="337"/>
                  </a:lnTo>
                  <a:lnTo>
                    <a:pt x="172505" y="85"/>
                  </a:lnTo>
                  <a:lnTo>
                    <a:pt x="167221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874890" y="4397268"/>
              <a:ext cx="3893" cy="167167"/>
            </a:xfrm>
            <a:custGeom>
              <a:avLst/>
              <a:pathLst>
                <a:path w="3893" h="167167">
                  <a:moveTo>
                    <a:pt x="3893" y="0"/>
                  </a:moveTo>
                  <a:lnTo>
                    <a:pt x="0" y="45"/>
                  </a:lnTo>
                  <a:lnTo>
                    <a:pt x="389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874890" y="4397313"/>
              <a:ext cx="3893" cy="167122"/>
            </a:xfrm>
            <a:custGeom>
              <a:avLst/>
              <a:pathLst>
                <a:path w="3893" h="167122">
                  <a:moveTo>
                    <a:pt x="0" y="0"/>
                  </a:moveTo>
                  <a:lnTo>
                    <a:pt x="3893" y="16712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874890" y="4397313"/>
              <a:ext cx="3893" cy="167122"/>
            </a:xfrm>
            <a:custGeom>
              <a:avLst/>
              <a:pathLst>
                <a:path w="3893" h="167122">
                  <a:moveTo>
                    <a:pt x="0" y="0"/>
                  </a:moveTo>
                  <a:lnTo>
                    <a:pt x="3893" y="1671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874890" y="4397313"/>
              <a:ext cx="3893" cy="167122"/>
            </a:xfrm>
            <a:custGeom>
              <a:avLst/>
              <a:pathLst>
                <a:path w="3893" h="167122">
                  <a:moveTo>
                    <a:pt x="0" y="0"/>
                  </a:moveTo>
                  <a:lnTo>
                    <a:pt x="3893" y="1671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874890" y="4397313"/>
              <a:ext cx="3893" cy="167122"/>
            </a:xfrm>
            <a:custGeom>
              <a:avLst/>
              <a:pathLst>
                <a:path w="3893" h="167122">
                  <a:moveTo>
                    <a:pt x="0" y="0"/>
                  </a:moveTo>
                  <a:lnTo>
                    <a:pt x="3893" y="16712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874890" y="4397313"/>
              <a:ext cx="3893" cy="167122"/>
            </a:xfrm>
            <a:custGeom>
              <a:avLst/>
              <a:pathLst>
                <a:path w="3893" h="167122">
                  <a:moveTo>
                    <a:pt x="0" y="0"/>
                  </a:moveTo>
                  <a:lnTo>
                    <a:pt x="3893" y="1671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874890" y="4397313"/>
              <a:ext cx="3893" cy="167122"/>
            </a:xfrm>
            <a:custGeom>
              <a:avLst/>
              <a:pathLst>
                <a:path w="3893" h="167122">
                  <a:moveTo>
                    <a:pt x="0" y="0"/>
                  </a:moveTo>
                  <a:lnTo>
                    <a:pt x="3893" y="1671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874890" y="4397313"/>
              <a:ext cx="3893" cy="167122"/>
            </a:xfrm>
            <a:custGeom>
              <a:avLst/>
              <a:pathLst>
                <a:path w="3893" h="167122">
                  <a:moveTo>
                    <a:pt x="0" y="0"/>
                  </a:moveTo>
                  <a:lnTo>
                    <a:pt x="3893" y="1671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874890" y="4397313"/>
              <a:ext cx="3893" cy="167122"/>
            </a:xfrm>
            <a:custGeom>
              <a:avLst/>
              <a:pathLst>
                <a:path w="3893" h="167122">
                  <a:moveTo>
                    <a:pt x="0" y="0"/>
                  </a:moveTo>
                  <a:lnTo>
                    <a:pt x="3893" y="1671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874890" y="4397313"/>
              <a:ext cx="3893" cy="167122"/>
            </a:xfrm>
            <a:custGeom>
              <a:avLst/>
              <a:pathLst>
                <a:path w="3893" h="167122">
                  <a:moveTo>
                    <a:pt x="0" y="0"/>
                  </a:moveTo>
                  <a:lnTo>
                    <a:pt x="3893" y="16712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874890" y="4397313"/>
              <a:ext cx="3893" cy="167122"/>
            </a:xfrm>
            <a:custGeom>
              <a:avLst/>
              <a:pathLst>
                <a:path w="3893" h="167122">
                  <a:moveTo>
                    <a:pt x="0" y="0"/>
                  </a:moveTo>
                  <a:lnTo>
                    <a:pt x="3893" y="16712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711616" y="4397268"/>
              <a:ext cx="334324" cy="334324"/>
            </a:xfrm>
            <a:custGeom>
              <a:avLst/>
              <a:pathLst>
                <a:path w="334324" h="334324">
                  <a:moveTo>
                    <a:pt x="163273" y="45"/>
                  </a:moveTo>
                  <a:lnTo>
                    <a:pt x="157994" y="251"/>
                  </a:lnTo>
                  <a:lnTo>
                    <a:pt x="152723" y="624"/>
                  </a:lnTo>
                  <a:lnTo>
                    <a:pt x="147467" y="1164"/>
                  </a:lnTo>
                  <a:lnTo>
                    <a:pt x="142231" y="1870"/>
                  </a:lnTo>
                  <a:lnTo>
                    <a:pt x="137020" y="2740"/>
                  </a:lnTo>
                  <a:lnTo>
                    <a:pt x="131838" y="3775"/>
                  </a:lnTo>
                  <a:lnTo>
                    <a:pt x="126692" y="4973"/>
                  </a:lnTo>
                  <a:lnTo>
                    <a:pt x="121587" y="6333"/>
                  </a:lnTo>
                  <a:lnTo>
                    <a:pt x="116527" y="7854"/>
                  </a:lnTo>
                  <a:lnTo>
                    <a:pt x="111517" y="9534"/>
                  </a:lnTo>
                  <a:lnTo>
                    <a:pt x="106564" y="11371"/>
                  </a:lnTo>
                  <a:lnTo>
                    <a:pt x="101670" y="13364"/>
                  </a:lnTo>
                  <a:lnTo>
                    <a:pt x="96842" y="15511"/>
                  </a:lnTo>
                  <a:lnTo>
                    <a:pt x="92085" y="17809"/>
                  </a:lnTo>
                  <a:lnTo>
                    <a:pt x="87402" y="20257"/>
                  </a:lnTo>
                  <a:lnTo>
                    <a:pt x="82799" y="22851"/>
                  </a:lnTo>
                  <a:lnTo>
                    <a:pt x="78281" y="25589"/>
                  </a:lnTo>
                  <a:lnTo>
                    <a:pt x="73851" y="28469"/>
                  </a:lnTo>
                  <a:lnTo>
                    <a:pt x="69514" y="31487"/>
                  </a:lnTo>
                  <a:lnTo>
                    <a:pt x="65275" y="34641"/>
                  </a:lnTo>
                  <a:lnTo>
                    <a:pt x="61138" y="37928"/>
                  </a:lnTo>
                  <a:lnTo>
                    <a:pt x="57106" y="41343"/>
                  </a:lnTo>
                  <a:lnTo>
                    <a:pt x="53185" y="44884"/>
                  </a:lnTo>
                  <a:lnTo>
                    <a:pt x="49377" y="48547"/>
                  </a:lnTo>
                  <a:lnTo>
                    <a:pt x="45687" y="52329"/>
                  </a:lnTo>
                  <a:lnTo>
                    <a:pt x="42119" y="56225"/>
                  </a:lnTo>
                  <a:lnTo>
                    <a:pt x="38675" y="60233"/>
                  </a:lnTo>
                  <a:lnTo>
                    <a:pt x="35360" y="64347"/>
                  </a:lnTo>
                  <a:lnTo>
                    <a:pt x="32177" y="68564"/>
                  </a:lnTo>
                  <a:lnTo>
                    <a:pt x="29128" y="72879"/>
                  </a:lnTo>
                  <a:lnTo>
                    <a:pt x="26217" y="77288"/>
                  </a:lnTo>
                  <a:lnTo>
                    <a:pt x="23447" y="81788"/>
                  </a:lnTo>
                  <a:lnTo>
                    <a:pt x="20821" y="86372"/>
                  </a:lnTo>
                  <a:lnTo>
                    <a:pt x="18340" y="91038"/>
                  </a:lnTo>
                  <a:lnTo>
                    <a:pt x="16009" y="95779"/>
                  </a:lnTo>
                  <a:lnTo>
                    <a:pt x="13828" y="100592"/>
                  </a:lnTo>
                  <a:lnTo>
                    <a:pt x="11801" y="105471"/>
                  </a:lnTo>
                  <a:lnTo>
                    <a:pt x="9929" y="110412"/>
                  </a:lnTo>
                  <a:lnTo>
                    <a:pt x="8214" y="115409"/>
                  </a:lnTo>
                  <a:lnTo>
                    <a:pt x="6657" y="120458"/>
                  </a:lnTo>
                  <a:lnTo>
                    <a:pt x="5261" y="125554"/>
                  </a:lnTo>
                  <a:lnTo>
                    <a:pt x="4027" y="130692"/>
                  </a:lnTo>
                  <a:lnTo>
                    <a:pt x="2956" y="135866"/>
                  </a:lnTo>
                  <a:lnTo>
                    <a:pt x="2049" y="141071"/>
                  </a:lnTo>
                  <a:lnTo>
                    <a:pt x="1307" y="146302"/>
                  </a:lnTo>
                  <a:lnTo>
                    <a:pt x="730" y="151554"/>
                  </a:lnTo>
                  <a:lnTo>
                    <a:pt x="320" y="156822"/>
                  </a:lnTo>
                  <a:lnTo>
                    <a:pt x="76" y="162100"/>
                  </a:lnTo>
                  <a:lnTo>
                    <a:pt x="0" y="167383"/>
                  </a:lnTo>
                  <a:lnTo>
                    <a:pt x="90" y="172666"/>
                  </a:lnTo>
                  <a:lnTo>
                    <a:pt x="347" y="177943"/>
                  </a:lnTo>
                  <a:lnTo>
                    <a:pt x="771" y="183210"/>
                  </a:lnTo>
                  <a:lnTo>
                    <a:pt x="1361" y="188460"/>
                  </a:lnTo>
                  <a:lnTo>
                    <a:pt x="2117" y="193690"/>
                  </a:lnTo>
                  <a:lnTo>
                    <a:pt x="3037" y="198892"/>
                  </a:lnTo>
                  <a:lnTo>
                    <a:pt x="4122" y="204063"/>
                  </a:lnTo>
                  <a:lnTo>
                    <a:pt x="5370" y="209198"/>
                  </a:lnTo>
                  <a:lnTo>
                    <a:pt x="6779" y="214290"/>
                  </a:lnTo>
                  <a:lnTo>
                    <a:pt x="8348" y="219335"/>
                  </a:lnTo>
                  <a:lnTo>
                    <a:pt x="10076" y="224328"/>
                  </a:lnTo>
                  <a:lnTo>
                    <a:pt x="11961" y="229264"/>
                  </a:lnTo>
                  <a:lnTo>
                    <a:pt x="14001" y="234138"/>
                  </a:lnTo>
                  <a:lnTo>
                    <a:pt x="16194" y="238945"/>
                  </a:lnTo>
                  <a:lnTo>
                    <a:pt x="18538" y="243680"/>
                  </a:lnTo>
                  <a:lnTo>
                    <a:pt x="21030" y="248339"/>
                  </a:lnTo>
                  <a:lnTo>
                    <a:pt x="23668" y="252917"/>
                  </a:lnTo>
                  <a:lnTo>
                    <a:pt x="26450" y="257409"/>
                  </a:lnTo>
                  <a:lnTo>
                    <a:pt x="29372" y="261811"/>
                  </a:lnTo>
                  <a:lnTo>
                    <a:pt x="32432" y="266119"/>
                  </a:lnTo>
                  <a:lnTo>
                    <a:pt x="35626" y="270327"/>
                  </a:lnTo>
                  <a:lnTo>
                    <a:pt x="38952" y="274433"/>
                  </a:lnTo>
                  <a:lnTo>
                    <a:pt x="42406" y="278431"/>
                  </a:lnTo>
                  <a:lnTo>
                    <a:pt x="45985" y="282318"/>
                  </a:lnTo>
                  <a:lnTo>
                    <a:pt x="49684" y="286091"/>
                  </a:lnTo>
                  <a:lnTo>
                    <a:pt x="53502" y="289744"/>
                  </a:lnTo>
                  <a:lnTo>
                    <a:pt x="57432" y="293275"/>
                  </a:lnTo>
                  <a:lnTo>
                    <a:pt x="61472" y="296680"/>
                  </a:lnTo>
                  <a:lnTo>
                    <a:pt x="65618" y="299955"/>
                  </a:lnTo>
                  <a:lnTo>
                    <a:pt x="69865" y="303098"/>
                  </a:lnTo>
                  <a:lnTo>
                    <a:pt x="74210" y="306105"/>
                  </a:lnTo>
                  <a:lnTo>
                    <a:pt x="78647" y="308974"/>
                  </a:lnTo>
                  <a:lnTo>
                    <a:pt x="83173" y="311700"/>
                  </a:lnTo>
                  <a:lnTo>
                    <a:pt x="87782" y="314283"/>
                  </a:lnTo>
                  <a:lnTo>
                    <a:pt x="92471" y="316718"/>
                  </a:lnTo>
                  <a:lnTo>
                    <a:pt x="97235" y="319004"/>
                  </a:lnTo>
                  <a:lnTo>
                    <a:pt x="102068" y="321138"/>
                  </a:lnTo>
                  <a:lnTo>
                    <a:pt x="106967" y="323118"/>
                  </a:lnTo>
                  <a:lnTo>
                    <a:pt x="111925" y="324943"/>
                  </a:lnTo>
                  <a:lnTo>
                    <a:pt x="116939" y="326610"/>
                  </a:lnTo>
                  <a:lnTo>
                    <a:pt x="122003" y="328118"/>
                  </a:lnTo>
                  <a:lnTo>
                    <a:pt x="127112" y="329465"/>
                  </a:lnTo>
                  <a:lnTo>
                    <a:pt x="132261" y="330649"/>
                  </a:lnTo>
                  <a:lnTo>
                    <a:pt x="137445" y="331671"/>
                  </a:lnTo>
                  <a:lnTo>
                    <a:pt x="142659" y="332528"/>
                  </a:lnTo>
                  <a:lnTo>
                    <a:pt x="147897" y="333220"/>
                  </a:lnTo>
                  <a:lnTo>
                    <a:pt x="153154" y="333746"/>
                  </a:lnTo>
                  <a:lnTo>
                    <a:pt x="158425" y="334105"/>
                  </a:lnTo>
                  <a:lnTo>
                    <a:pt x="163706" y="334298"/>
                  </a:lnTo>
                  <a:lnTo>
                    <a:pt x="168989" y="334324"/>
                  </a:lnTo>
                  <a:lnTo>
                    <a:pt x="174271" y="334183"/>
                  </a:lnTo>
                  <a:lnTo>
                    <a:pt x="179546" y="333875"/>
                  </a:lnTo>
                  <a:lnTo>
                    <a:pt x="184808" y="333401"/>
                  </a:lnTo>
                  <a:lnTo>
                    <a:pt x="190052" y="332760"/>
                  </a:lnTo>
                  <a:lnTo>
                    <a:pt x="195274" y="331954"/>
                  </a:lnTo>
                  <a:lnTo>
                    <a:pt x="200468" y="330984"/>
                  </a:lnTo>
                  <a:lnTo>
                    <a:pt x="205628" y="329849"/>
                  </a:lnTo>
                  <a:lnTo>
                    <a:pt x="210750" y="328553"/>
                  </a:lnTo>
                  <a:lnTo>
                    <a:pt x="215829" y="327095"/>
                  </a:lnTo>
                  <a:lnTo>
                    <a:pt x="220859" y="325477"/>
                  </a:lnTo>
                  <a:lnTo>
                    <a:pt x="225835" y="323701"/>
                  </a:lnTo>
                  <a:lnTo>
                    <a:pt x="230753" y="321769"/>
                  </a:lnTo>
                  <a:lnTo>
                    <a:pt x="235607" y="319682"/>
                  </a:lnTo>
                  <a:lnTo>
                    <a:pt x="240392" y="317443"/>
                  </a:lnTo>
                  <a:lnTo>
                    <a:pt x="245105" y="315054"/>
                  </a:lnTo>
                  <a:lnTo>
                    <a:pt x="249740" y="312517"/>
                  </a:lnTo>
                  <a:lnTo>
                    <a:pt x="254292" y="309835"/>
                  </a:lnTo>
                  <a:lnTo>
                    <a:pt x="258757" y="307010"/>
                  </a:lnTo>
                  <a:lnTo>
                    <a:pt x="263131" y="304046"/>
                  </a:lnTo>
                  <a:lnTo>
                    <a:pt x="267409" y="300945"/>
                  </a:lnTo>
                  <a:lnTo>
                    <a:pt x="271586" y="297710"/>
                  </a:lnTo>
                  <a:lnTo>
                    <a:pt x="275660" y="294345"/>
                  </a:lnTo>
                  <a:lnTo>
                    <a:pt x="279625" y="290852"/>
                  </a:lnTo>
                  <a:lnTo>
                    <a:pt x="283477" y="287237"/>
                  </a:lnTo>
                  <a:lnTo>
                    <a:pt x="287214" y="283501"/>
                  </a:lnTo>
                  <a:lnTo>
                    <a:pt x="290830" y="279649"/>
                  </a:lnTo>
                  <a:lnTo>
                    <a:pt x="294323" y="275685"/>
                  </a:lnTo>
                  <a:lnTo>
                    <a:pt x="297689" y="271612"/>
                  </a:lnTo>
                  <a:lnTo>
                    <a:pt x="300925" y="267435"/>
                  </a:lnTo>
                  <a:lnTo>
                    <a:pt x="304027" y="263158"/>
                  </a:lnTo>
                  <a:lnTo>
                    <a:pt x="306992" y="258785"/>
                  </a:lnTo>
                  <a:lnTo>
                    <a:pt x="309818" y="254320"/>
                  </a:lnTo>
                  <a:lnTo>
                    <a:pt x="312501" y="249768"/>
                  </a:lnTo>
                  <a:lnTo>
                    <a:pt x="315039" y="245134"/>
                  </a:lnTo>
                  <a:lnTo>
                    <a:pt x="317429" y="240422"/>
                  </a:lnTo>
                  <a:lnTo>
                    <a:pt x="319669" y="235637"/>
                  </a:lnTo>
                  <a:lnTo>
                    <a:pt x="321756" y="230783"/>
                  </a:lnTo>
                  <a:lnTo>
                    <a:pt x="323690" y="225866"/>
                  </a:lnTo>
                  <a:lnTo>
                    <a:pt x="325466" y="220890"/>
                  </a:lnTo>
                  <a:lnTo>
                    <a:pt x="327085" y="215860"/>
                  </a:lnTo>
                  <a:lnTo>
                    <a:pt x="328544" y="210782"/>
                  </a:lnTo>
                  <a:lnTo>
                    <a:pt x="329842" y="205660"/>
                  </a:lnTo>
                  <a:lnTo>
                    <a:pt x="330977" y="200500"/>
                  </a:lnTo>
                  <a:lnTo>
                    <a:pt x="331949" y="195307"/>
                  </a:lnTo>
                  <a:lnTo>
                    <a:pt x="332756" y="190085"/>
                  </a:lnTo>
                  <a:lnTo>
                    <a:pt x="333397" y="184840"/>
                  </a:lnTo>
                  <a:lnTo>
                    <a:pt x="333873" y="179578"/>
                  </a:lnTo>
                  <a:lnTo>
                    <a:pt x="334182" y="174304"/>
                  </a:lnTo>
                  <a:lnTo>
                    <a:pt x="334324" y="169022"/>
                  </a:lnTo>
                  <a:lnTo>
                    <a:pt x="334299" y="163738"/>
                  </a:lnTo>
                  <a:lnTo>
                    <a:pt x="334107" y="158458"/>
                  </a:lnTo>
                  <a:lnTo>
                    <a:pt x="333749" y="153187"/>
                  </a:lnTo>
                  <a:lnTo>
                    <a:pt x="333224" y="147929"/>
                  </a:lnTo>
                  <a:lnTo>
                    <a:pt x="332533" y="142691"/>
                  </a:lnTo>
                  <a:lnTo>
                    <a:pt x="331677" y="137477"/>
                  </a:lnTo>
                  <a:lnTo>
                    <a:pt x="330656" y="132293"/>
                  </a:lnTo>
                  <a:lnTo>
                    <a:pt x="329472" y="127144"/>
                  </a:lnTo>
                  <a:lnTo>
                    <a:pt x="328127" y="122034"/>
                  </a:lnTo>
                  <a:lnTo>
                    <a:pt x="326620" y="116970"/>
                  </a:lnTo>
                  <a:lnTo>
                    <a:pt x="324954" y="111956"/>
                  </a:lnTo>
                  <a:lnTo>
                    <a:pt x="323130" y="106997"/>
                  </a:lnTo>
                  <a:lnTo>
                    <a:pt x="321151" y="102098"/>
                  </a:lnTo>
                  <a:lnTo>
                    <a:pt x="319017" y="97265"/>
                  </a:lnTo>
                  <a:lnTo>
                    <a:pt x="316733" y="92501"/>
                  </a:lnTo>
                  <a:lnTo>
                    <a:pt x="314298" y="87811"/>
                  </a:lnTo>
                  <a:lnTo>
                    <a:pt x="311717" y="83201"/>
                  </a:lnTo>
                  <a:lnTo>
                    <a:pt x="308991" y="78675"/>
                  </a:lnTo>
                  <a:lnTo>
                    <a:pt x="306124" y="74237"/>
                  </a:lnTo>
                  <a:lnTo>
                    <a:pt x="303117" y="69892"/>
                  </a:lnTo>
                  <a:lnTo>
                    <a:pt x="299975" y="65644"/>
                  </a:lnTo>
                  <a:lnTo>
                    <a:pt x="296701" y="61498"/>
                  </a:lnTo>
                  <a:lnTo>
                    <a:pt x="293296" y="57457"/>
                  </a:lnTo>
                  <a:lnTo>
                    <a:pt x="289766" y="53526"/>
                  </a:lnTo>
                  <a:lnTo>
                    <a:pt x="286114" y="49708"/>
                  </a:lnTo>
                  <a:lnTo>
                    <a:pt x="282342" y="46007"/>
                  </a:lnTo>
                  <a:lnTo>
                    <a:pt x="278456" y="42428"/>
                  </a:lnTo>
                  <a:lnTo>
                    <a:pt x="274458" y="38973"/>
                  </a:lnTo>
                  <a:lnTo>
                    <a:pt x="270353" y="35647"/>
                  </a:lnTo>
                  <a:lnTo>
                    <a:pt x="266145" y="32451"/>
                  </a:lnTo>
                  <a:lnTo>
                    <a:pt x="261838" y="29391"/>
                  </a:lnTo>
                  <a:lnTo>
                    <a:pt x="257437" y="26468"/>
                  </a:lnTo>
                  <a:lnTo>
                    <a:pt x="252945" y="23685"/>
                  </a:lnTo>
                  <a:lnTo>
                    <a:pt x="248368" y="21046"/>
                  </a:lnTo>
                  <a:lnTo>
                    <a:pt x="243710" y="18553"/>
                  </a:lnTo>
                  <a:lnTo>
                    <a:pt x="238975" y="16208"/>
                  </a:lnTo>
                  <a:lnTo>
                    <a:pt x="234168" y="14014"/>
                  </a:lnTo>
                  <a:lnTo>
                    <a:pt x="229295" y="11973"/>
                  </a:lnTo>
                  <a:lnTo>
                    <a:pt x="224359" y="10087"/>
                  </a:lnTo>
                  <a:lnTo>
                    <a:pt x="219366" y="8358"/>
                  </a:lnTo>
                  <a:lnTo>
                    <a:pt x="214322" y="6788"/>
                  </a:lnTo>
                  <a:lnTo>
                    <a:pt x="209230" y="5378"/>
                  </a:lnTo>
                  <a:lnTo>
                    <a:pt x="204096" y="4129"/>
                  </a:lnTo>
                  <a:lnTo>
                    <a:pt x="198925" y="3044"/>
                  </a:lnTo>
                  <a:lnTo>
                    <a:pt x="193722" y="2122"/>
                  </a:lnTo>
                  <a:lnTo>
                    <a:pt x="188493" y="1365"/>
                  </a:lnTo>
                  <a:lnTo>
                    <a:pt x="183242" y="774"/>
                  </a:lnTo>
                  <a:lnTo>
                    <a:pt x="177976" y="349"/>
                  </a:lnTo>
                  <a:lnTo>
                    <a:pt x="172699" y="91"/>
                  </a:lnTo>
                  <a:lnTo>
                    <a:pt x="167416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878783" y="4397268"/>
              <a:ext cx="248" cy="167167"/>
            </a:xfrm>
            <a:custGeom>
              <a:avLst/>
              <a:pathLst>
                <a:path w="248" h="167167">
                  <a:moveTo>
                    <a:pt x="248" y="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211861" y="4794382"/>
              <a:ext cx="704" cy="167167"/>
            </a:xfrm>
            <a:custGeom>
              <a:avLst/>
              <a:pathLst>
                <a:path w="704" h="167167">
                  <a:moveTo>
                    <a:pt x="704" y="0"/>
                  </a:moveTo>
                  <a:lnTo>
                    <a:pt x="0" y="1"/>
                  </a:lnTo>
                  <a:lnTo>
                    <a:pt x="704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211861" y="4794384"/>
              <a:ext cx="704" cy="167165"/>
            </a:xfrm>
            <a:custGeom>
              <a:avLst/>
              <a:pathLst>
                <a:path w="704" h="167165">
                  <a:moveTo>
                    <a:pt x="0" y="0"/>
                  </a:moveTo>
                  <a:lnTo>
                    <a:pt x="704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211861" y="4794384"/>
              <a:ext cx="704" cy="167165"/>
            </a:xfrm>
            <a:custGeom>
              <a:avLst/>
              <a:pathLst>
                <a:path w="704" h="167165">
                  <a:moveTo>
                    <a:pt x="0" y="0"/>
                  </a:moveTo>
                  <a:lnTo>
                    <a:pt x="704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211861" y="4794384"/>
              <a:ext cx="704" cy="167165"/>
            </a:xfrm>
            <a:custGeom>
              <a:avLst/>
              <a:pathLst>
                <a:path w="704" h="167165">
                  <a:moveTo>
                    <a:pt x="0" y="0"/>
                  </a:moveTo>
                  <a:lnTo>
                    <a:pt x="704" y="1671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211861" y="4794384"/>
              <a:ext cx="704" cy="167165"/>
            </a:xfrm>
            <a:custGeom>
              <a:avLst/>
              <a:pathLst>
                <a:path w="704" h="167165">
                  <a:moveTo>
                    <a:pt x="0" y="0"/>
                  </a:moveTo>
                  <a:lnTo>
                    <a:pt x="704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211861" y="4794384"/>
              <a:ext cx="704" cy="167165"/>
            </a:xfrm>
            <a:custGeom>
              <a:avLst/>
              <a:pathLst>
                <a:path w="704" h="167165">
                  <a:moveTo>
                    <a:pt x="0" y="0"/>
                  </a:moveTo>
                  <a:lnTo>
                    <a:pt x="704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211861" y="4794384"/>
              <a:ext cx="704" cy="167165"/>
            </a:xfrm>
            <a:custGeom>
              <a:avLst/>
              <a:pathLst>
                <a:path w="704" h="167165">
                  <a:moveTo>
                    <a:pt x="0" y="0"/>
                  </a:moveTo>
                  <a:lnTo>
                    <a:pt x="704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211861" y="4794384"/>
              <a:ext cx="704" cy="167165"/>
            </a:xfrm>
            <a:custGeom>
              <a:avLst/>
              <a:pathLst>
                <a:path w="704" h="167165">
                  <a:moveTo>
                    <a:pt x="0" y="0"/>
                  </a:moveTo>
                  <a:lnTo>
                    <a:pt x="704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211861" y="4794384"/>
              <a:ext cx="704" cy="167165"/>
            </a:xfrm>
            <a:custGeom>
              <a:avLst/>
              <a:pathLst>
                <a:path w="704" h="167165">
                  <a:moveTo>
                    <a:pt x="0" y="0"/>
                  </a:moveTo>
                  <a:lnTo>
                    <a:pt x="704" y="1671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211861" y="4794384"/>
              <a:ext cx="704" cy="167165"/>
            </a:xfrm>
            <a:custGeom>
              <a:avLst/>
              <a:pathLst>
                <a:path w="704" h="167165">
                  <a:moveTo>
                    <a:pt x="0" y="0"/>
                  </a:moveTo>
                  <a:lnTo>
                    <a:pt x="704" y="1671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072301" y="4794384"/>
              <a:ext cx="140264" cy="167165"/>
            </a:xfrm>
            <a:custGeom>
              <a:avLst/>
              <a:pathLst>
                <a:path w="140264" h="167165">
                  <a:moveTo>
                    <a:pt x="139559" y="0"/>
                  </a:moveTo>
                  <a:lnTo>
                    <a:pt x="134037" y="114"/>
                  </a:lnTo>
                  <a:lnTo>
                    <a:pt x="128521" y="411"/>
                  </a:lnTo>
                  <a:lnTo>
                    <a:pt x="123018" y="890"/>
                  </a:lnTo>
                  <a:lnTo>
                    <a:pt x="117534" y="1551"/>
                  </a:lnTo>
                  <a:lnTo>
                    <a:pt x="112074" y="2392"/>
                  </a:lnTo>
                  <a:lnTo>
                    <a:pt x="106646" y="3413"/>
                  </a:lnTo>
                  <a:lnTo>
                    <a:pt x="101254" y="4613"/>
                  </a:lnTo>
                  <a:lnTo>
                    <a:pt x="95905" y="5991"/>
                  </a:lnTo>
                  <a:lnTo>
                    <a:pt x="90604" y="7545"/>
                  </a:lnTo>
                  <a:lnTo>
                    <a:pt x="85357" y="9273"/>
                  </a:lnTo>
                  <a:lnTo>
                    <a:pt x="80171" y="11173"/>
                  </a:lnTo>
                  <a:lnTo>
                    <a:pt x="75050" y="13243"/>
                  </a:lnTo>
                  <a:lnTo>
                    <a:pt x="70000" y="15482"/>
                  </a:lnTo>
                  <a:lnTo>
                    <a:pt x="65027" y="17886"/>
                  </a:lnTo>
                  <a:lnTo>
                    <a:pt x="60136" y="20454"/>
                  </a:lnTo>
                  <a:lnTo>
                    <a:pt x="55332" y="23181"/>
                  </a:lnTo>
                  <a:lnTo>
                    <a:pt x="50622" y="26066"/>
                  </a:lnTo>
                  <a:lnTo>
                    <a:pt x="46009" y="29104"/>
                  </a:lnTo>
                  <a:lnTo>
                    <a:pt x="41499" y="32294"/>
                  </a:lnTo>
                  <a:lnTo>
                    <a:pt x="37097" y="35631"/>
                  </a:lnTo>
                  <a:lnTo>
                    <a:pt x="32807" y="39111"/>
                  </a:lnTo>
                  <a:lnTo>
                    <a:pt x="28635" y="42731"/>
                  </a:lnTo>
                  <a:lnTo>
                    <a:pt x="24585" y="46487"/>
                  </a:lnTo>
                  <a:lnTo>
                    <a:pt x="20661" y="50375"/>
                  </a:lnTo>
                  <a:lnTo>
                    <a:pt x="16868" y="54390"/>
                  </a:lnTo>
                  <a:lnTo>
                    <a:pt x="13209" y="58529"/>
                  </a:lnTo>
                  <a:lnTo>
                    <a:pt x="9689" y="62786"/>
                  </a:lnTo>
                  <a:lnTo>
                    <a:pt x="6312" y="67157"/>
                  </a:lnTo>
                  <a:lnTo>
                    <a:pt x="3081" y="71637"/>
                  </a:lnTo>
                  <a:lnTo>
                    <a:pt x="0" y="76222"/>
                  </a:lnTo>
                  <a:lnTo>
                    <a:pt x="140264" y="1671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045401" y="4794382"/>
              <a:ext cx="334319" cy="334330"/>
            </a:xfrm>
            <a:custGeom>
              <a:avLst/>
              <a:pathLst>
                <a:path w="334319" h="334330">
                  <a:moveTo>
                    <a:pt x="26900" y="76223"/>
                  </a:moveTo>
                  <a:lnTo>
                    <a:pt x="24091" y="80709"/>
                  </a:lnTo>
                  <a:lnTo>
                    <a:pt x="21426" y="85282"/>
                  </a:lnTo>
                  <a:lnTo>
                    <a:pt x="18907" y="89937"/>
                  </a:lnTo>
                  <a:lnTo>
                    <a:pt x="16536" y="94669"/>
                  </a:lnTo>
                  <a:lnTo>
                    <a:pt x="14316" y="99474"/>
                  </a:lnTo>
                  <a:lnTo>
                    <a:pt x="12250" y="104346"/>
                  </a:lnTo>
                  <a:lnTo>
                    <a:pt x="10339" y="109282"/>
                  </a:lnTo>
                  <a:lnTo>
                    <a:pt x="8585" y="114275"/>
                  </a:lnTo>
                  <a:lnTo>
                    <a:pt x="6990" y="119322"/>
                  </a:lnTo>
                  <a:lnTo>
                    <a:pt x="5556" y="124417"/>
                  </a:lnTo>
                  <a:lnTo>
                    <a:pt x="4284" y="129554"/>
                  </a:lnTo>
                  <a:lnTo>
                    <a:pt x="3174" y="134729"/>
                  </a:lnTo>
                  <a:lnTo>
                    <a:pt x="2230" y="139937"/>
                  </a:lnTo>
                  <a:lnTo>
                    <a:pt x="1450" y="145172"/>
                  </a:lnTo>
                  <a:lnTo>
                    <a:pt x="837" y="150429"/>
                  </a:lnTo>
                  <a:lnTo>
                    <a:pt x="391" y="155703"/>
                  </a:lnTo>
                  <a:lnTo>
                    <a:pt x="111" y="160988"/>
                  </a:lnTo>
                  <a:lnTo>
                    <a:pt x="0" y="166280"/>
                  </a:lnTo>
                  <a:lnTo>
                    <a:pt x="55" y="171572"/>
                  </a:lnTo>
                  <a:lnTo>
                    <a:pt x="278" y="176860"/>
                  </a:lnTo>
                  <a:lnTo>
                    <a:pt x="669" y="182139"/>
                  </a:lnTo>
                  <a:lnTo>
                    <a:pt x="1226" y="187402"/>
                  </a:lnTo>
                  <a:lnTo>
                    <a:pt x="1950" y="192645"/>
                  </a:lnTo>
                  <a:lnTo>
                    <a:pt x="2839" y="197862"/>
                  </a:lnTo>
                  <a:lnTo>
                    <a:pt x="3894" y="203049"/>
                  </a:lnTo>
                  <a:lnTo>
                    <a:pt x="5111" y="208200"/>
                  </a:lnTo>
                  <a:lnTo>
                    <a:pt x="6491" y="213309"/>
                  </a:lnTo>
                  <a:lnTo>
                    <a:pt x="8033" y="218373"/>
                  </a:lnTo>
                  <a:lnTo>
                    <a:pt x="9734" y="223384"/>
                  </a:lnTo>
                  <a:lnTo>
                    <a:pt x="11592" y="228340"/>
                  </a:lnTo>
                  <a:lnTo>
                    <a:pt x="13607" y="233234"/>
                  </a:lnTo>
                  <a:lnTo>
                    <a:pt x="15775" y="238063"/>
                  </a:lnTo>
                  <a:lnTo>
                    <a:pt x="18095" y="242820"/>
                  </a:lnTo>
                  <a:lnTo>
                    <a:pt x="20565" y="247501"/>
                  </a:lnTo>
                  <a:lnTo>
                    <a:pt x="23182" y="252101"/>
                  </a:lnTo>
                  <a:lnTo>
                    <a:pt x="25943" y="256617"/>
                  </a:lnTo>
                  <a:lnTo>
                    <a:pt x="28845" y="261043"/>
                  </a:lnTo>
                  <a:lnTo>
                    <a:pt x="31886" y="265374"/>
                  </a:lnTo>
                  <a:lnTo>
                    <a:pt x="35063" y="269608"/>
                  </a:lnTo>
                  <a:lnTo>
                    <a:pt x="38372" y="273738"/>
                  </a:lnTo>
                  <a:lnTo>
                    <a:pt x="41810" y="277762"/>
                  </a:lnTo>
                  <a:lnTo>
                    <a:pt x="45374" y="281675"/>
                  </a:lnTo>
                  <a:lnTo>
                    <a:pt x="49060" y="285473"/>
                  </a:lnTo>
                  <a:lnTo>
                    <a:pt x="52865" y="289153"/>
                  </a:lnTo>
                  <a:lnTo>
                    <a:pt x="56784" y="292710"/>
                  </a:lnTo>
                  <a:lnTo>
                    <a:pt x="60814" y="296141"/>
                  </a:lnTo>
                  <a:lnTo>
                    <a:pt x="64950" y="299444"/>
                  </a:lnTo>
                  <a:lnTo>
                    <a:pt x="69189" y="302613"/>
                  </a:lnTo>
                  <a:lnTo>
                    <a:pt x="73525" y="305647"/>
                  </a:lnTo>
                  <a:lnTo>
                    <a:pt x="77956" y="308542"/>
                  </a:lnTo>
                  <a:lnTo>
                    <a:pt x="82477" y="311295"/>
                  </a:lnTo>
                  <a:lnTo>
                    <a:pt x="87082" y="313904"/>
                  </a:lnTo>
                  <a:lnTo>
                    <a:pt x="91767" y="316365"/>
                  </a:lnTo>
                  <a:lnTo>
                    <a:pt x="96528" y="318677"/>
                  </a:lnTo>
                  <a:lnTo>
                    <a:pt x="101360" y="320838"/>
                  </a:lnTo>
                  <a:lnTo>
                    <a:pt x="106258" y="322844"/>
                  </a:lnTo>
                  <a:lnTo>
                    <a:pt x="111216" y="324694"/>
                  </a:lnTo>
                  <a:lnTo>
                    <a:pt x="116231" y="326386"/>
                  </a:lnTo>
                  <a:lnTo>
                    <a:pt x="121297" y="327919"/>
                  </a:lnTo>
                  <a:lnTo>
                    <a:pt x="126409" y="329290"/>
                  </a:lnTo>
                  <a:lnTo>
                    <a:pt x="131562" y="330499"/>
                  </a:lnTo>
                  <a:lnTo>
                    <a:pt x="136750" y="331544"/>
                  </a:lnTo>
                  <a:lnTo>
                    <a:pt x="141969" y="332425"/>
                  </a:lnTo>
                  <a:lnTo>
                    <a:pt x="147214" y="333140"/>
                  </a:lnTo>
                  <a:lnTo>
                    <a:pt x="152478" y="333688"/>
                  </a:lnTo>
                  <a:lnTo>
                    <a:pt x="157757" y="334069"/>
                  </a:lnTo>
                  <a:lnTo>
                    <a:pt x="163045" y="334284"/>
                  </a:lnTo>
                  <a:lnTo>
                    <a:pt x="168338" y="334330"/>
                  </a:lnTo>
                  <a:lnTo>
                    <a:pt x="173629" y="334209"/>
                  </a:lnTo>
                  <a:lnTo>
                    <a:pt x="178914" y="333921"/>
                  </a:lnTo>
                  <a:lnTo>
                    <a:pt x="184187" y="333465"/>
                  </a:lnTo>
                  <a:lnTo>
                    <a:pt x="189443" y="332843"/>
                  </a:lnTo>
                  <a:lnTo>
                    <a:pt x="194676" y="332055"/>
                  </a:lnTo>
                  <a:lnTo>
                    <a:pt x="199882" y="331101"/>
                  </a:lnTo>
                  <a:lnTo>
                    <a:pt x="205056" y="329983"/>
                  </a:lnTo>
                  <a:lnTo>
                    <a:pt x="210191" y="328702"/>
                  </a:lnTo>
                  <a:lnTo>
                    <a:pt x="215283" y="327259"/>
                  </a:lnTo>
                  <a:lnTo>
                    <a:pt x="220327" y="325656"/>
                  </a:lnTo>
                  <a:lnTo>
                    <a:pt x="225318" y="323893"/>
                  </a:lnTo>
                  <a:lnTo>
                    <a:pt x="230250" y="321974"/>
                  </a:lnTo>
                  <a:lnTo>
                    <a:pt x="235119" y="319899"/>
                  </a:lnTo>
                  <a:lnTo>
                    <a:pt x="239920" y="317671"/>
                  </a:lnTo>
                  <a:lnTo>
                    <a:pt x="244648" y="315293"/>
                  </a:lnTo>
                  <a:lnTo>
                    <a:pt x="249299" y="312765"/>
                  </a:lnTo>
                  <a:lnTo>
                    <a:pt x="253867" y="310092"/>
                  </a:lnTo>
                  <a:lnTo>
                    <a:pt x="258348" y="307276"/>
                  </a:lnTo>
                  <a:lnTo>
                    <a:pt x="262738" y="304319"/>
                  </a:lnTo>
                  <a:lnTo>
                    <a:pt x="267032" y="301225"/>
                  </a:lnTo>
                  <a:lnTo>
                    <a:pt x="271225" y="297996"/>
                  </a:lnTo>
                  <a:lnTo>
                    <a:pt x="275315" y="294636"/>
                  </a:lnTo>
                  <a:lnTo>
                    <a:pt x="279296" y="291149"/>
                  </a:lnTo>
                  <a:lnTo>
                    <a:pt x="283165" y="287537"/>
                  </a:lnTo>
                  <a:lnTo>
                    <a:pt x="286917" y="283804"/>
                  </a:lnTo>
                  <a:lnTo>
                    <a:pt x="290550" y="279955"/>
                  </a:lnTo>
                  <a:lnTo>
                    <a:pt x="294058" y="275992"/>
                  </a:lnTo>
                  <a:lnTo>
                    <a:pt x="297440" y="271921"/>
                  </a:lnTo>
                  <a:lnTo>
                    <a:pt x="300691" y="267744"/>
                  </a:lnTo>
                  <a:lnTo>
                    <a:pt x="303808" y="263466"/>
                  </a:lnTo>
                  <a:lnTo>
                    <a:pt x="306788" y="259093"/>
                  </a:lnTo>
                  <a:lnTo>
                    <a:pt x="309628" y="254626"/>
                  </a:lnTo>
                  <a:lnTo>
                    <a:pt x="312325" y="250073"/>
                  </a:lnTo>
                  <a:lnTo>
                    <a:pt x="314877" y="245436"/>
                  </a:lnTo>
                  <a:lnTo>
                    <a:pt x="317281" y="240720"/>
                  </a:lnTo>
                  <a:lnTo>
                    <a:pt x="319534" y="235931"/>
                  </a:lnTo>
                  <a:lnTo>
                    <a:pt x="321635" y="231073"/>
                  </a:lnTo>
                  <a:lnTo>
                    <a:pt x="323580" y="226151"/>
                  </a:lnTo>
                  <a:lnTo>
                    <a:pt x="325369" y="221170"/>
                  </a:lnTo>
                  <a:lnTo>
                    <a:pt x="326999" y="216134"/>
                  </a:lnTo>
                  <a:lnTo>
                    <a:pt x="328469" y="211050"/>
                  </a:lnTo>
                  <a:lnTo>
                    <a:pt x="329778" y="205922"/>
                  </a:lnTo>
                  <a:lnTo>
                    <a:pt x="330923" y="200754"/>
                  </a:lnTo>
                  <a:lnTo>
                    <a:pt x="331904" y="195553"/>
                  </a:lnTo>
                  <a:lnTo>
                    <a:pt x="332720" y="190324"/>
                  </a:lnTo>
                  <a:lnTo>
                    <a:pt x="333370" y="185071"/>
                  </a:lnTo>
                  <a:lnTo>
                    <a:pt x="333854" y="179801"/>
                  </a:lnTo>
                  <a:lnTo>
                    <a:pt x="334170" y="174517"/>
                  </a:lnTo>
                  <a:lnTo>
                    <a:pt x="334319" y="169227"/>
                  </a:lnTo>
                  <a:lnTo>
                    <a:pt x="334301" y="163934"/>
                  </a:lnTo>
                  <a:lnTo>
                    <a:pt x="334115" y="158645"/>
                  </a:lnTo>
                  <a:lnTo>
                    <a:pt x="333761" y="153364"/>
                  </a:lnTo>
                  <a:lnTo>
                    <a:pt x="333241" y="148097"/>
                  </a:lnTo>
                  <a:lnTo>
                    <a:pt x="332554" y="142849"/>
                  </a:lnTo>
                  <a:lnTo>
                    <a:pt x="331701" y="137625"/>
                  </a:lnTo>
                  <a:lnTo>
                    <a:pt x="330683" y="132431"/>
                  </a:lnTo>
                  <a:lnTo>
                    <a:pt x="329502" y="127272"/>
                  </a:lnTo>
                  <a:lnTo>
                    <a:pt x="328157" y="122153"/>
                  </a:lnTo>
                  <a:lnTo>
                    <a:pt x="326652" y="117079"/>
                  </a:lnTo>
                  <a:lnTo>
                    <a:pt x="324986" y="112055"/>
                  </a:lnTo>
                  <a:lnTo>
                    <a:pt x="323162" y="107087"/>
                  </a:lnTo>
                  <a:lnTo>
                    <a:pt x="321182" y="102179"/>
                  </a:lnTo>
                  <a:lnTo>
                    <a:pt x="319048" y="97335"/>
                  </a:lnTo>
                  <a:lnTo>
                    <a:pt x="316761" y="92562"/>
                  </a:lnTo>
                  <a:lnTo>
                    <a:pt x="314324" y="87864"/>
                  </a:lnTo>
                  <a:lnTo>
                    <a:pt x="311740" y="83245"/>
                  </a:lnTo>
                  <a:lnTo>
                    <a:pt x="309011" y="78710"/>
                  </a:lnTo>
                  <a:lnTo>
                    <a:pt x="306139" y="74264"/>
                  </a:lnTo>
                  <a:lnTo>
                    <a:pt x="303129" y="69911"/>
                  </a:lnTo>
                  <a:lnTo>
                    <a:pt x="299982" y="65656"/>
                  </a:lnTo>
                  <a:lnTo>
                    <a:pt x="296702" y="61502"/>
                  </a:lnTo>
                  <a:lnTo>
                    <a:pt x="293292" y="57454"/>
                  </a:lnTo>
                  <a:lnTo>
                    <a:pt x="289755" y="53516"/>
                  </a:lnTo>
                  <a:lnTo>
                    <a:pt x="286096" y="49692"/>
                  </a:lnTo>
                  <a:lnTo>
                    <a:pt x="282317" y="45986"/>
                  </a:lnTo>
                  <a:lnTo>
                    <a:pt x="278423" y="42401"/>
                  </a:lnTo>
                  <a:lnTo>
                    <a:pt x="274418" y="38942"/>
                  </a:lnTo>
                  <a:lnTo>
                    <a:pt x="270305" y="35611"/>
                  </a:lnTo>
                  <a:lnTo>
                    <a:pt x="266089" y="32412"/>
                  </a:lnTo>
                  <a:lnTo>
                    <a:pt x="261773" y="29348"/>
                  </a:lnTo>
                  <a:lnTo>
                    <a:pt x="257363" y="26422"/>
                  </a:lnTo>
                  <a:lnTo>
                    <a:pt x="252862" y="23637"/>
                  </a:lnTo>
                  <a:lnTo>
                    <a:pt x="248275" y="20996"/>
                  </a:lnTo>
                  <a:lnTo>
                    <a:pt x="243607" y="18501"/>
                  </a:lnTo>
                  <a:lnTo>
                    <a:pt x="238863" y="16156"/>
                  </a:lnTo>
                  <a:lnTo>
                    <a:pt x="234046" y="13962"/>
                  </a:lnTo>
                  <a:lnTo>
                    <a:pt x="229162" y="11921"/>
                  </a:lnTo>
                  <a:lnTo>
                    <a:pt x="224217" y="10036"/>
                  </a:lnTo>
                  <a:lnTo>
                    <a:pt x="219214" y="8309"/>
                  </a:lnTo>
                  <a:lnTo>
                    <a:pt x="214159" y="6741"/>
                  </a:lnTo>
                  <a:lnTo>
                    <a:pt x="209057" y="5334"/>
                  </a:lnTo>
                  <a:lnTo>
                    <a:pt x="203912" y="4089"/>
                  </a:lnTo>
                  <a:lnTo>
                    <a:pt x="198731" y="3007"/>
                  </a:lnTo>
                  <a:lnTo>
                    <a:pt x="193519" y="2090"/>
                  </a:lnTo>
                  <a:lnTo>
                    <a:pt x="188280" y="1338"/>
                  </a:lnTo>
                  <a:lnTo>
                    <a:pt x="183019" y="753"/>
                  </a:lnTo>
                  <a:lnTo>
                    <a:pt x="177743" y="335"/>
                  </a:lnTo>
                  <a:lnTo>
                    <a:pt x="172457" y="83"/>
                  </a:lnTo>
                  <a:lnTo>
                    <a:pt x="167165" y="0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629004" y="5103947"/>
              <a:ext cx="83" cy="167167"/>
            </a:xfrm>
            <a:custGeom>
              <a:avLst/>
              <a:pathLst>
                <a:path w="83" h="167167">
                  <a:moveTo>
                    <a:pt x="0" y="0"/>
                  </a:moveTo>
                  <a:lnTo>
                    <a:pt x="83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629004" y="5103947"/>
              <a:ext cx="83" cy="167167"/>
            </a:xfrm>
            <a:custGeom>
              <a:avLst/>
              <a:pathLst>
                <a:path w="83" h="167167">
                  <a:moveTo>
                    <a:pt x="0" y="0"/>
                  </a:moveTo>
                  <a:lnTo>
                    <a:pt x="83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629004" y="5103947"/>
              <a:ext cx="83" cy="167167"/>
            </a:xfrm>
            <a:custGeom>
              <a:avLst/>
              <a:pathLst>
                <a:path w="83" h="167167">
                  <a:moveTo>
                    <a:pt x="0" y="0"/>
                  </a:moveTo>
                  <a:lnTo>
                    <a:pt x="83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629004" y="5103947"/>
              <a:ext cx="83" cy="167167"/>
            </a:xfrm>
            <a:custGeom>
              <a:avLst/>
              <a:pathLst>
                <a:path w="83" h="167167">
                  <a:moveTo>
                    <a:pt x="0" y="0"/>
                  </a:moveTo>
                  <a:lnTo>
                    <a:pt x="8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629004" y="5103947"/>
              <a:ext cx="83" cy="167167"/>
            </a:xfrm>
            <a:custGeom>
              <a:avLst/>
              <a:pathLst>
                <a:path w="83" h="167167">
                  <a:moveTo>
                    <a:pt x="0" y="0"/>
                  </a:moveTo>
                  <a:lnTo>
                    <a:pt x="8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629004" y="5103947"/>
              <a:ext cx="83" cy="167167"/>
            </a:xfrm>
            <a:custGeom>
              <a:avLst/>
              <a:pathLst>
                <a:path w="83" h="167167">
                  <a:moveTo>
                    <a:pt x="0" y="0"/>
                  </a:moveTo>
                  <a:lnTo>
                    <a:pt x="8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629004" y="5103947"/>
              <a:ext cx="83" cy="167167"/>
            </a:xfrm>
            <a:custGeom>
              <a:avLst/>
              <a:pathLst>
                <a:path w="83" h="167167">
                  <a:moveTo>
                    <a:pt x="0" y="0"/>
                  </a:moveTo>
                  <a:lnTo>
                    <a:pt x="8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629004" y="5103947"/>
              <a:ext cx="83" cy="167167"/>
            </a:xfrm>
            <a:custGeom>
              <a:avLst/>
              <a:pathLst>
                <a:path w="83" h="167167">
                  <a:moveTo>
                    <a:pt x="0" y="0"/>
                  </a:moveTo>
                  <a:lnTo>
                    <a:pt x="83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629004" y="5103947"/>
              <a:ext cx="83" cy="167167"/>
            </a:xfrm>
            <a:custGeom>
              <a:avLst/>
              <a:pathLst>
                <a:path w="83" h="167167">
                  <a:moveTo>
                    <a:pt x="0" y="0"/>
                  </a:moveTo>
                  <a:lnTo>
                    <a:pt x="83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461936" y="5103947"/>
              <a:ext cx="334315" cy="334332"/>
            </a:xfrm>
            <a:custGeom>
              <a:avLst/>
              <a:pathLst>
                <a:path w="334315" h="334332">
                  <a:moveTo>
                    <a:pt x="167068" y="0"/>
                  </a:moveTo>
                  <a:lnTo>
                    <a:pt x="161774" y="86"/>
                  </a:lnTo>
                  <a:lnTo>
                    <a:pt x="156486" y="340"/>
                  </a:lnTo>
                  <a:lnTo>
                    <a:pt x="151208" y="762"/>
                  </a:lnTo>
                  <a:lnTo>
                    <a:pt x="145946" y="1350"/>
                  </a:lnTo>
                  <a:lnTo>
                    <a:pt x="140705" y="2105"/>
                  </a:lnTo>
                  <a:lnTo>
                    <a:pt x="135491" y="3025"/>
                  </a:lnTo>
                  <a:lnTo>
                    <a:pt x="130309" y="4110"/>
                  </a:lnTo>
                  <a:lnTo>
                    <a:pt x="125164" y="5359"/>
                  </a:lnTo>
                  <a:lnTo>
                    <a:pt x="120061" y="6769"/>
                  </a:lnTo>
                  <a:lnTo>
                    <a:pt x="115005" y="8341"/>
                  </a:lnTo>
                  <a:lnTo>
                    <a:pt x="110001" y="10072"/>
                  </a:lnTo>
                  <a:lnTo>
                    <a:pt x="105055" y="11961"/>
                  </a:lnTo>
                  <a:lnTo>
                    <a:pt x="100171" y="14005"/>
                  </a:lnTo>
                  <a:lnTo>
                    <a:pt x="95354" y="16203"/>
                  </a:lnTo>
                  <a:lnTo>
                    <a:pt x="90609" y="18553"/>
                  </a:lnTo>
                  <a:lnTo>
                    <a:pt x="85941" y="21051"/>
                  </a:lnTo>
                  <a:lnTo>
                    <a:pt x="81355" y="23696"/>
                  </a:lnTo>
                  <a:lnTo>
                    <a:pt x="76854" y="26485"/>
                  </a:lnTo>
                  <a:lnTo>
                    <a:pt x="72445" y="29415"/>
                  </a:lnTo>
                  <a:lnTo>
                    <a:pt x="68130" y="32484"/>
                  </a:lnTo>
                  <a:lnTo>
                    <a:pt x="63914" y="35687"/>
                  </a:lnTo>
                  <a:lnTo>
                    <a:pt x="59802" y="39023"/>
                  </a:lnTo>
                  <a:lnTo>
                    <a:pt x="55798" y="42486"/>
                  </a:lnTo>
                  <a:lnTo>
                    <a:pt x="51905" y="46075"/>
                  </a:lnTo>
                  <a:lnTo>
                    <a:pt x="48128" y="49786"/>
                  </a:lnTo>
                  <a:lnTo>
                    <a:pt x="44471" y="53614"/>
                  </a:lnTo>
                  <a:lnTo>
                    <a:pt x="40936" y="57556"/>
                  </a:lnTo>
                  <a:lnTo>
                    <a:pt x="37528" y="61608"/>
                  </a:lnTo>
                  <a:lnTo>
                    <a:pt x="34251" y="65766"/>
                  </a:lnTo>
                  <a:lnTo>
                    <a:pt x="31106" y="70026"/>
                  </a:lnTo>
                  <a:lnTo>
                    <a:pt x="28098" y="74383"/>
                  </a:lnTo>
                  <a:lnTo>
                    <a:pt x="25229" y="78833"/>
                  </a:lnTo>
                  <a:lnTo>
                    <a:pt x="22503" y="83372"/>
                  </a:lnTo>
                  <a:lnTo>
                    <a:pt x="19922" y="87994"/>
                  </a:lnTo>
                  <a:lnTo>
                    <a:pt x="17489" y="92697"/>
                  </a:lnTo>
                  <a:lnTo>
                    <a:pt x="15205" y="97474"/>
                  </a:lnTo>
                  <a:lnTo>
                    <a:pt x="13074" y="102320"/>
                  </a:lnTo>
                  <a:lnTo>
                    <a:pt x="11098" y="107232"/>
                  </a:lnTo>
                  <a:lnTo>
                    <a:pt x="9278" y="112204"/>
                  </a:lnTo>
                  <a:lnTo>
                    <a:pt x="7617" y="117232"/>
                  </a:lnTo>
                  <a:lnTo>
                    <a:pt x="6116" y="122309"/>
                  </a:lnTo>
                  <a:lnTo>
                    <a:pt x="4776" y="127431"/>
                  </a:lnTo>
                  <a:lnTo>
                    <a:pt x="3599" y="132593"/>
                  </a:lnTo>
                  <a:lnTo>
                    <a:pt x="2586" y="137790"/>
                  </a:lnTo>
                  <a:lnTo>
                    <a:pt x="1738" y="143016"/>
                  </a:lnTo>
                  <a:lnTo>
                    <a:pt x="1056" y="148267"/>
                  </a:lnTo>
                  <a:lnTo>
                    <a:pt x="541" y="153536"/>
                  </a:lnTo>
                  <a:lnTo>
                    <a:pt x="193" y="158819"/>
                  </a:lnTo>
                  <a:lnTo>
                    <a:pt x="12" y="164111"/>
                  </a:lnTo>
                  <a:lnTo>
                    <a:pt x="0" y="169406"/>
                  </a:lnTo>
                  <a:lnTo>
                    <a:pt x="154" y="174698"/>
                  </a:lnTo>
                  <a:lnTo>
                    <a:pt x="476" y="179983"/>
                  </a:lnTo>
                  <a:lnTo>
                    <a:pt x="966" y="185255"/>
                  </a:lnTo>
                  <a:lnTo>
                    <a:pt x="1622" y="190508"/>
                  </a:lnTo>
                  <a:lnTo>
                    <a:pt x="2444" y="195739"/>
                  </a:lnTo>
                  <a:lnTo>
                    <a:pt x="3432" y="200940"/>
                  </a:lnTo>
                  <a:lnTo>
                    <a:pt x="4583" y="206108"/>
                  </a:lnTo>
                  <a:lnTo>
                    <a:pt x="5898" y="211237"/>
                  </a:lnTo>
                  <a:lnTo>
                    <a:pt x="7375" y="216322"/>
                  </a:lnTo>
                  <a:lnTo>
                    <a:pt x="9011" y="221357"/>
                  </a:lnTo>
                  <a:lnTo>
                    <a:pt x="10807" y="226338"/>
                  </a:lnTo>
                  <a:lnTo>
                    <a:pt x="12759" y="231259"/>
                  </a:lnTo>
                  <a:lnTo>
                    <a:pt x="14866" y="236116"/>
                  </a:lnTo>
                  <a:lnTo>
                    <a:pt x="17126" y="240904"/>
                  </a:lnTo>
                  <a:lnTo>
                    <a:pt x="19537" y="245619"/>
                  </a:lnTo>
                  <a:lnTo>
                    <a:pt x="22095" y="250254"/>
                  </a:lnTo>
                  <a:lnTo>
                    <a:pt x="24799" y="254806"/>
                  </a:lnTo>
                  <a:lnTo>
                    <a:pt x="27646" y="259270"/>
                  </a:lnTo>
                  <a:lnTo>
                    <a:pt x="30633" y="263642"/>
                  </a:lnTo>
                  <a:lnTo>
                    <a:pt x="33756" y="267917"/>
                  </a:lnTo>
                  <a:lnTo>
                    <a:pt x="37014" y="272091"/>
                  </a:lnTo>
                  <a:lnTo>
                    <a:pt x="40402" y="276159"/>
                  </a:lnTo>
                  <a:lnTo>
                    <a:pt x="43917" y="280119"/>
                  </a:lnTo>
                  <a:lnTo>
                    <a:pt x="47556" y="283965"/>
                  </a:lnTo>
                  <a:lnTo>
                    <a:pt x="51315" y="287694"/>
                  </a:lnTo>
                  <a:lnTo>
                    <a:pt x="55190" y="291301"/>
                  </a:lnTo>
                  <a:lnTo>
                    <a:pt x="59177" y="294785"/>
                  </a:lnTo>
                  <a:lnTo>
                    <a:pt x="63273" y="298140"/>
                  </a:lnTo>
                  <a:lnTo>
                    <a:pt x="67472" y="301364"/>
                  </a:lnTo>
                  <a:lnTo>
                    <a:pt x="71772" y="304454"/>
                  </a:lnTo>
                  <a:lnTo>
                    <a:pt x="76168" y="307405"/>
                  </a:lnTo>
                  <a:lnTo>
                    <a:pt x="80654" y="310216"/>
                  </a:lnTo>
                  <a:lnTo>
                    <a:pt x="85228" y="312884"/>
                  </a:lnTo>
                  <a:lnTo>
                    <a:pt x="89884" y="315405"/>
                  </a:lnTo>
                  <a:lnTo>
                    <a:pt x="94617" y="317778"/>
                  </a:lnTo>
                  <a:lnTo>
                    <a:pt x="99423" y="319999"/>
                  </a:lnTo>
                  <a:lnTo>
                    <a:pt x="104297" y="322067"/>
                  </a:lnTo>
                  <a:lnTo>
                    <a:pt x="109234" y="323980"/>
                  </a:lnTo>
                  <a:lnTo>
                    <a:pt x="114229" y="325736"/>
                  </a:lnTo>
                  <a:lnTo>
                    <a:pt x="119277" y="327332"/>
                  </a:lnTo>
                  <a:lnTo>
                    <a:pt x="124373" y="328768"/>
                  </a:lnTo>
                  <a:lnTo>
                    <a:pt x="129512" y="330042"/>
                  </a:lnTo>
                  <a:lnTo>
                    <a:pt x="134689" y="331152"/>
                  </a:lnTo>
                  <a:lnTo>
                    <a:pt x="139899" y="332098"/>
                  </a:lnTo>
                  <a:lnTo>
                    <a:pt x="145135" y="332878"/>
                  </a:lnTo>
                  <a:lnTo>
                    <a:pt x="150394" y="333492"/>
                  </a:lnTo>
                  <a:lnTo>
                    <a:pt x="155670" y="333940"/>
                  </a:lnTo>
                  <a:lnTo>
                    <a:pt x="160957" y="334220"/>
                  </a:lnTo>
                  <a:lnTo>
                    <a:pt x="166251" y="334332"/>
                  </a:lnTo>
                  <a:lnTo>
                    <a:pt x="171545" y="334277"/>
                  </a:lnTo>
                  <a:lnTo>
                    <a:pt x="176835" y="334054"/>
                  </a:lnTo>
                  <a:lnTo>
                    <a:pt x="182115" y="333663"/>
                  </a:lnTo>
                  <a:lnTo>
                    <a:pt x="187380" y="333106"/>
                  </a:lnTo>
                  <a:lnTo>
                    <a:pt x="192625" y="332382"/>
                  </a:lnTo>
                  <a:lnTo>
                    <a:pt x="197844" y="331493"/>
                  </a:lnTo>
                  <a:lnTo>
                    <a:pt x="203033" y="330438"/>
                  </a:lnTo>
                  <a:lnTo>
                    <a:pt x="208185" y="329220"/>
                  </a:lnTo>
                  <a:lnTo>
                    <a:pt x="213297" y="327839"/>
                  </a:lnTo>
                  <a:lnTo>
                    <a:pt x="218362" y="326297"/>
                  </a:lnTo>
                  <a:lnTo>
                    <a:pt x="223376" y="324596"/>
                  </a:lnTo>
                  <a:lnTo>
                    <a:pt x="228333" y="322736"/>
                  </a:lnTo>
                  <a:lnTo>
                    <a:pt x="233229" y="320721"/>
                  </a:lnTo>
                  <a:lnTo>
                    <a:pt x="238059" y="318551"/>
                  </a:lnTo>
                  <a:lnTo>
                    <a:pt x="242817" y="316230"/>
                  </a:lnTo>
                  <a:lnTo>
                    <a:pt x="247500" y="313759"/>
                  </a:lnTo>
                  <a:lnTo>
                    <a:pt x="252102" y="311141"/>
                  </a:lnTo>
                  <a:lnTo>
                    <a:pt x="256619" y="308378"/>
                  </a:lnTo>
                  <a:lnTo>
                    <a:pt x="261046" y="305474"/>
                  </a:lnTo>
                  <a:lnTo>
                    <a:pt x="265378" y="302431"/>
                  </a:lnTo>
                  <a:lnTo>
                    <a:pt x="269613" y="299253"/>
                  </a:lnTo>
                  <a:lnTo>
                    <a:pt x="273744" y="295942"/>
                  </a:lnTo>
                  <a:lnTo>
                    <a:pt x="277769" y="292502"/>
                  </a:lnTo>
                  <a:lnTo>
                    <a:pt x="281683" y="288936"/>
                  </a:lnTo>
                  <a:lnTo>
                    <a:pt x="285481" y="285248"/>
                  </a:lnTo>
                  <a:lnTo>
                    <a:pt x="289162" y="281441"/>
                  </a:lnTo>
                  <a:lnTo>
                    <a:pt x="292719" y="277520"/>
                  </a:lnTo>
                  <a:lnTo>
                    <a:pt x="296151" y="273488"/>
                  </a:lnTo>
                  <a:lnTo>
                    <a:pt x="299453" y="269350"/>
                  </a:lnTo>
                  <a:lnTo>
                    <a:pt x="302623" y="265109"/>
                  </a:lnTo>
                  <a:lnTo>
                    <a:pt x="305657" y="260769"/>
                  </a:lnTo>
                  <a:lnTo>
                    <a:pt x="308551" y="256336"/>
                  </a:lnTo>
                  <a:lnTo>
                    <a:pt x="311304" y="251814"/>
                  </a:lnTo>
                  <a:lnTo>
                    <a:pt x="313913" y="247206"/>
                  </a:lnTo>
                  <a:lnTo>
                    <a:pt x="316374" y="242518"/>
                  </a:lnTo>
                  <a:lnTo>
                    <a:pt x="318685" y="237755"/>
                  </a:lnTo>
                  <a:lnTo>
                    <a:pt x="320845" y="232921"/>
                  </a:lnTo>
                  <a:lnTo>
                    <a:pt x="322850" y="228020"/>
                  </a:lnTo>
                  <a:lnTo>
                    <a:pt x="324699" y="223059"/>
                  </a:lnTo>
                  <a:lnTo>
                    <a:pt x="326390" y="218042"/>
                  </a:lnTo>
                  <a:lnTo>
                    <a:pt x="327921" y="212973"/>
                  </a:lnTo>
                  <a:lnTo>
                    <a:pt x="329291" y="207859"/>
                  </a:lnTo>
                  <a:lnTo>
                    <a:pt x="330498" y="202704"/>
                  </a:lnTo>
                  <a:lnTo>
                    <a:pt x="331542" y="197513"/>
                  </a:lnTo>
                  <a:lnTo>
                    <a:pt x="332420" y="192292"/>
                  </a:lnTo>
                  <a:lnTo>
                    <a:pt x="333133" y="187046"/>
                  </a:lnTo>
                  <a:lnTo>
                    <a:pt x="333680" y="181779"/>
                  </a:lnTo>
                  <a:lnTo>
                    <a:pt x="334059" y="176498"/>
                  </a:lnTo>
                  <a:lnTo>
                    <a:pt x="334271" y="171208"/>
                  </a:lnTo>
                  <a:lnTo>
                    <a:pt x="334315" y="165914"/>
                  </a:lnTo>
                  <a:lnTo>
                    <a:pt x="334191" y="160621"/>
                  </a:lnTo>
                  <a:lnTo>
                    <a:pt x="333900" y="155334"/>
                  </a:lnTo>
                  <a:lnTo>
                    <a:pt x="333442" y="150059"/>
                  </a:lnTo>
                  <a:lnTo>
                    <a:pt x="332817" y="144802"/>
                  </a:lnTo>
                  <a:lnTo>
                    <a:pt x="332025" y="139567"/>
                  </a:lnTo>
                  <a:lnTo>
                    <a:pt x="331068" y="134359"/>
                  </a:lnTo>
                  <a:lnTo>
                    <a:pt x="329947" y="129185"/>
                  </a:lnTo>
                  <a:lnTo>
                    <a:pt x="328663" y="124048"/>
                  </a:lnTo>
                  <a:lnTo>
                    <a:pt x="327216" y="118955"/>
                  </a:lnTo>
                  <a:lnTo>
                    <a:pt x="325609" y="113910"/>
                  </a:lnTo>
                  <a:lnTo>
                    <a:pt x="323843" y="108919"/>
                  </a:lnTo>
                  <a:lnTo>
                    <a:pt x="321920" y="103986"/>
                  </a:lnTo>
                  <a:lnTo>
                    <a:pt x="319841" y="99116"/>
                  </a:lnTo>
                  <a:lnTo>
                    <a:pt x="317610" y="94315"/>
                  </a:lnTo>
                  <a:lnTo>
                    <a:pt x="315227" y="89587"/>
                  </a:lnTo>
                  <a:lnTo>
                    <a:pt x="312696" y="84936"/>
                  </a:lnTo>
                  <a:lnTo>
                    <a:pt x="310019" y="80369"/>
                  </a:lnTo>
                  <a:lnTo>
                    <a:pt x="307199" y="75888"/>
                  </a:lnTo>
                  <a:lnTo>
                    <a:pt x="304238" y="71498"/>
                  </a:lnTo>
                  <a:lnTo>
                    <a:pt x="301139" y="67205"/>
                  </a:lnTo>
                  <a:lnTo>
                    <a:pt x="297906" y="63012"/>
                  </a:lnTo>
                  <a:lnTo>
                    <a:pt x="294542" y="58924"/>
                  </a:lnTo>
                  <a:lnTo>
                    <a:pt x="291051" y="54944"/>
                  </a:lnTo>
                  <a:lnTo>
                    <a:pt x="287435" y="51076"/>
                  </a:lnTo>
                  <a:lnTo>
                    <a:pt x="283698" y="47325"/>
                  </a:lnTo>
                  <a:lnTo>
                    <a:pt x="279844" y="43695"/>
                  </a:lnTo>
                  <a:lnTo>
                    <a:pt x="275877" y="40188"/>
                  </a:lnTo>
                  <a:lnTo>
                    <a:pt x="271802" y="36808"/>
                  </a:lnTo>
                  <a:lnTo>
                    <a:pt x="267621" y="33560"/>
                  </a:lnTo>
                  <a:lnTo>
                    <a:pt x="263339" y="30445"/>
                  </a:lnTo>
                  <a:lnTo>
                    <a:pt x="258961" y="27467"/>
                  </a:lnTo>
                  <a:lnTo>
                    <a:pt x="254491" y="24630"/>
                  </a:lnTo>
                  <a:lnTo>
                    <a:pt x="249934" y="21936"/>
                  </a:lnTo>
                  <a:lnTo>
                    <a:pt x="245293" y="19387"/>
                  </a:lnTo>
                  <a:lnTo>
                    <a:pt x="240574" y="16986"/>
                  </a:lnTo>
                  <a:lnTo>
                    <a:pt x="235781" y="14736"/>
                  </a:lnTo>
                  <a:lnTo>
                    <a:pt x="230919" y="12640"/>
                  </a:lnTo>
                  <a:lnTo>
                    <a:pt x="225994" y="10698"/>
                  </a:lnTo>
                  <a:lnTo>
                    <a:pt x="221009" y="8913"/>
                  </a:lnTo>
                  <a:lnTo>
                    <a:pt x="215970" y="7287"/>
                  </a:lnTo>
                  <a:lnTo>
                    <a:pt x="210883" y="5821"/>
                  </a:lnTo>
                  <a:lnTo>
                    <a:pt x="205751" y="4517"/>
                  </a:lnTo>
                  <a:lnTo>
                    <a:pt x="200581" y="3376"/>
                  </a:lnTo>
                  <a:lnTo>
                    <a:pt x="195377" y="2400"/>
                  </a:lnTo>
                  <a:lnTo>
                    <a:pt x="190145" y="1588"/>
                  </a:lnTo>
                  <a:lnTo>
                    <a:pt x="184890" y="943"/>
                  </a:lnTo>
                  <a:lnTo>
                    <a:pt x="179617" y="465"/>
                  </a:lnTo>
                  <a:lnTo>
                    <a:pt x="174331" y="154"/>
                  </a:lnTo>
                  <a:lnTo>
                    <a:pt x="169039" y="10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629088" y="5103947"/>
              <a:ext cx="1886" cy="167167"/>
            </a:xfrm>
            <a:custGeom>
              <a:avLst/>
              <a:pathLst>
                <a:path w="1886" h="167167">
                  <a:moveTo>
                    <a:pt x="1886" y="1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4105888" y="5309273"/>
              <a:ext cx="5" cy="167167"/>
            </a:xfrm>
            <a:custGeom>
              <a:avLst/>
              <a:pathLst>
                <a:path w="5" h="167167">
                  <a:moveTo>
                    <a:pt x="0" y="0"/>
                  </a:moveTo>
                  <a:lnTo>
                    <a:pt x="5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4105888" y="5309273"/>
              <a:ext cx="5" cy="167167"/>
            </a:xfrm>
            <a:custGeom>
              <a:avLst/>
              <a:pathLst>
                <a:path w="5" h="167167">
                  <a:moveTo>
                    <a:pt x="0" y="0"/>
                  </a:moveTo>
                  <a:lnTo>
                    <a:pt x="5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105888" y="5309273"/>
              <a:ext cx="5" cy="167167"/>
            </a:xfrm>
            <a:custGeom>
              <a:avLst/>
              <a:pathLst>
                <a:path w="5" h="167167">
                  <a:moveTo>
                    <a:pt x="0" y="0"/>
                  </a:moveTo>
                  <a:lnTo>
                    <a:pt x="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105888" y="5309273"/>
              <a:ext cx="5" cy="167167"/>
            </a:xfrm>
            <a:custGeom>
              <a:avLst/>
              <a:pathLst>
                <a:path w="5" h="167167">
                  <a:moveTo>
                    <a:pt x="0" y="0"/>
                  </a:moveTo>
                  <a:lnTo>
                    <a:pt x="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105888" y="5309273"/>
              <a:ext cx="5" cy="167167"/>
            </a:xfrm>
            <a:custGeom>
              <a:avLst/>
              <a:pathLst>
                <a:path w="5" h="167167">
                  <a:moveTo>
                    <a:pt x="0" y="0"/>
                  </a:moveTo>
                  <a:lnTo>
                    <a:pt x="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105888" y="5309273"/>
              <a:ext cx="5" cy="167167"/>
            </a:xfrm>
            <a:custGeom>
              <a:avLst/>
              <a:pathLst>
                <a:path w="5" h="167167">
                  <a:moveTo>
                    <a:pt x="0" y="0"/>
                  </a:moveTo>
                  <a:lnTo>
                    <a:pt x="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105888" y="5309273"/>
              <a:ext cx="5" cy="167167"/>
            </a:xfrm>
            <a:custGeom>
              <a:avLst/>
              <a:pathLst>
                <a:path w="5" h="167167">
                  <a:moveTo>
                    <a:pt x="0" y="0"/>
                  </a:moveTo>
                  <a:lnTo>
                    <a:pt x="5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105888" y="5309273"/>
              <a:ext cx="5" cy="167167"/>
            </a:xfrm>
            <a:custGeom>
              <a:avLst/>
              <a:pathLst>
                <a:path w="5" h="167167">
                  <a:moveTo>
                    <a:pt x="0" y="0"/>
                  </a:moveTo>
                  <a:lnTo>
                    <a:pt x="5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3960506" y="5309273"/>
              <a:ext cx="145387" cy="167167"/>
            </a:xfrm>
            <a:custGeom>
              <a:avLst/>
              <a:pathLst>
                <a:path w="145387" h="167167">
                  <a:moveTo>
                    <a:pt x="145381" y="0"/>
                  </a:moveTo>
                  <a:lnTo>
                    <a:pt x="139873" y="90"/>
                  </a:lnTo>
                  <a:lnTo>
                    <a:pt x="134371" y="363"/>
                  </a:lnTo>
                  <a:lnTo>
                    <a:pt x="128881" y="816"/>
                  </a:lnTo>
                  <a:lnTo>
                    <a:pt x="123409" y="1451"/>
                  </a:lnTo>
                  <a:lnTo>
                    <a:pt x="117960" y="2265"/>
                  </a:lnTo>
                  <a:lnTo>
                    <a:pt x="112542" y="3258"/>
                  </a:lnTo>
                  <a:lnTo>
                    <a:pt x="107159" y="4429"/>
                  </a:lnTo>
                  <a:lnTo>
                    <a:pt x="101817" y="5777"/>
                  </a:lnTo>
                  <a:lnTo>
                    <a:pt x="96523" y="7301"/>
                  </a:lnTo>
                  <a:lnTo>
                    <a:pt x="91282" y="8998"/>
                  </a:lnTo>
                  <a:lnTo>
                    <a:pt x="86100" y="10866"/>
                  </a:lnTo>
                  <a:lnTo>
                    <a:pt x="80982" y="12905"/>
                  </a:lnTo>
                  <a:lnTo>
                    <a:pt x="75934" y="15110"/>
                  </a:lnTo>
                  <a:lnTo>
                    <a:pt x="70961" y="17482"/>
                  </a:lnTo>
                  <a:lnTo>
                    <a:pt x="66070" y="20015"/>
                  </a:lnTo>
                  <a:lnTo>
                    <a:pt x="61264" y="22709"/>
                  </a:lnTo>
                  <a:lnTo>
                    <a:pt x="56550" y="25559"/>
                  </a:lnTo>
                  <a:lnTo>
                    <a:pt x="51932" y="28563"/>
                  </a:lnTo>
                  <a:lnTo>
                    <a:pt x="47416" y="31718"/>
                  </a:lnTo>
                  <a:lnTo>
                    <a:pt x="43006" y="35019"/>
                  </a:lnTo>
                  <a:lnTo>
                    <a:pt x="38707" y="38464"/>
                  </a:lnTo>
                  <a:lnTo>
                    <a:pt x="34525" y="42049"/>
                  </a:lnTo>
                  <a:lnTo>
                    <a:pt x="30462" y="45770"/>
                  </a:lnTo>
                  <a:lnTo>
                    <a:pt x="26525" y="49623"/>
                  </a:lnTo>
                  <a:lnTo>
                    <a:pt x="22716" y="53603"/>
                  </a:lnTo>
                  <a:lnTo>
                    <a:pt x="19041" y="57707"/>
                  </a:lnTo>
                  <a:lnTo>
                    <a:pt x="15503" y="61930"/>
                  </a:lnTo>
                  <a:lnTo>
                    <a:pt x="12106" y="66266"/>
                  </a:lnTo>
                  <a:lnTo>
                    <a:pt x="8853" y="70713"/>
                  </a:lnTo>
                  <a:lnTo>
                    <a:pt x="5749" y="75264"/>
                  </a:lnTo>
                  <a:lnTo>
                    <a:pt x="2797" y="79915"/>
                  </a:lnTo>
                  <a:lnTo>
                    <a:pt x="0" y="84661"/>
                  </a:lnTo>
                  <a:lnTo>
                    <a:pt x="14538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3938734" y="5309273"/>
              <a:ext cx="334312" cy="334333"/>
            </a:xfrm>
            <a:custGeom>
              <a:avLst/>
              <a:pathLst>
                <a:path w="334312" h="334333">
                  <a:moveTo>
                    <a:pt x="21772" y="84661"/>
                  </a:moveTo>
                  <a:lnTo>
                    <a:pt x="19231" y="89308"/>
                  </a:lnTo>
                  <a:lnTo>
                    <a:pt x="16838" y="94034"/>
                  </a:lnTo>
                  <a:lnTo>
                    <a:pt x="14597" y="98834"/>
                  </a:lnTo>
                  <a:lnTo>
                    <a:pt x="12508" y="103702"/>
                  </a:lnTo>
                  <a:lnTo>
                    <a:pt x="10575" y="108633"/>
                  </a:lnTo>
                  <a:lnTo>
                    <a:pt x="8799" y="113624"/>
                  </a:lnTo>
                  <a:lnTo>
                    <a:pt x="7182" y="118668"/>
                  </a:lnTo>
                  <a:lnTo>
                    <a:pt x="5726" y="123761"/>
                  </a:lnTo>
                  <a:lnTo>
                    <a:pt x="4432" y="128897"/>
                  </a:lnTo>
                  <a:lnTo>
                    <a:pt x="3301" y="134072"/>
                  </a:lnTo>
                  <a:lnTo>
                    <a:pt x="2335" y="139280"/>
                  </a:lnTo>
                  <a:lnTo>
                    <a:pt x="1534" y="144517"/>
                  </a:lnTo>
                  <a:lnTo>
                    <a:pt x="900" y="149775"/>
                  </a:lnTo>
                  <a:lnTo>
                    <a:pt x="432" y="155052"/>
                  </a:lnTo>
                  <a:lnTo>
                    <a:pt x="132" y="160340"/>
                  </a:lnTo>
                  <a:lnTo>
                    <a:pt x="0" y="165636"/>
                  </a:lnTo>
                  <a:lnTo>
                    <a:pt x="35" y="170933"/>
                  </a:lnTo>
                  <a:lnTo>
                    <a:pt x="238" y="176226"/>
                  </a:lnTo>
                  <a:lnTo>
                    <a:pt x="609" y="181510"/>
                  </a:lnTo>
                  <a:lnTo>
                    <a:pt x="1147" y="186779"/>
                  </a:lnTo>
                  <a:lnTo>
                    <a:pt x="1852" y="192029"/>
                  </a:lnTo>
                  <a:lnTo>
                    <a:pt x="2722" y="197254"/>
                  </a:lnTo>
                  <a:lnTo>
                    <a:pt x="3758" y="202449"/>
                  </a:lnTo>
                  <a:lnTo>
                    <a:pt x="4958" y="207608"/>
                  </a:lnTo>
                  <a:lnTo>
                    <a:pt x="6321" y="212727"/>
                  </a:lnTo>
                  <a:lnTo>
                    <a:pt x="7845" y="217800"/>
                  </a:lnTo>
                  <a:lnTo>
                    <a:pt x="9529" y="222822"/>
                  </a:lnTo>
                  <a:lnTo>
                    <a:pt x="11372" y="227788"/>
                  </a:lnTo>
                  <a:lnTo>
                    <a:pt x="13371" y="232694"/>
                  </a:lnTo>
                  <a:lnTo>
                    <a:pt x="15524" y="237533"/>
                  </a:lnTo>
                  <a:lnTo>
                    <a:pt x="17829" y="242302"/>
                  </a:lnTo>
                  <a:lnTo>
                    <a:pt x="20285" y="246996"/>
                  </a:lnTo>
                  <a:lnTo>
                    <a:pt x="22888" y="251609"/>
                  </a:lnTo>
                  <a:lnTo>
                    <a:pt x="25636" y="256138"/>
                  </a:lnTo>
                  <a:lnTo>
                    <a:pt x="28526" y="260577"/>
                  </a:lnTo>
                  <a:lnTo>
                    <a:pt x="31555" y="264923"/>
                  </a:lnTo>
                  <a:lnTo>
                    <a:pt x="34720" y="269170"/>
                  </a:lnTo>
                  <a:lnTo>
                    <a:pt x="38018" y="273315"/>
                  </a:lnTo>
                  <a:lnTo>
                    <a:pt x="41446" y="277353"/>
                  </a:lnTo>
                  <a:lnTo>
                    <a:pt x="45000" y="281281"/>
                  </a:lnTo>
                  <a:lnTo>
                    <a:pt x="48677" y="285094"/>
                  </a:lnTo>
                  <a:lnTo>
                    <a:pt x="52473" y="288788"/>
                  </a:lnTo>
                  <a:lnTo>
                    <a:pt x="56384" y="292361"/>
                  </a:lnTo>
                  <a:lnTo>
                    <a:pt x="60406" y="295808"/>
                  </a:lnTo>
                  <a:lnTo>
                    <a:pt x="64535" y="299126"/>
                  </a:lnTo>
                  <a:lnTo>
                    <a:pt x="68767" y="302311"/>
                  </a:lnTo>
                  <a:lnTo>
                    <a:pt x="73099" y="305360"/>
                  </a:lnTo>
                  <a:lnTo>
                    <a:pt x="77524" y="308271"/>
                  </a:lnTo>
                  <a:lnTo>
                    <a:pt x="82040" y="311040"/>
                  </a:lnTo>
                  <a:lnTo>
                    <a:pt x="86641" y="313665"/>
                  </a:lnTo>
                  <a:lnTo>
                    <a:pt x="91323" y="316142"/>
                  </a:lnTo>
                  <a:lnTo>
                    <a:pt x="96081" y="318470"/>
                  </a:lnTo>
                  <a:lnTo>
                    <a:pt x="100910" y="320646"/>
                  </a:lnTo>
                  <a:lnTo>
                    <a:pt x="105806" y="322668"/>
                  </a:lnTo>
                  <a:lnTo>
                    <a:pt x="110764" y="324534"/>
                  </a:lnTo>
                  <a:lnTo>
                    <a:pt x="115778" y="326242"/>
                  </a:lnTo>
                  <a:lnTo>
                    <a:pt x="120844" y="327790"/>
                  </a:lnTo>
                  <a:lnTo>
                    <a:pt x="125956" y="329177"/>
                  </a:lnTo>
                  <a:lnTo>
                    <a:pt x="131110" y="330401"/>
                  </a:lnTo>
                  <a:lnTo>
                    <a:pt x="136299" y="331461"/>
                  </a:lnTo>
                  <a:lnTo>
                    <a:pt x="141520" y="332356"/>
                  </a:lnTo>
                  <a:lnTo>
                    <a:pt x="146767" y="333086"/>
                  </a:lnTo>
                  <a:lnTo>
                    <a:pt x="152034" y="333649"/>
                  </a:lnTo>
                  <a:lnTo>
                    <a:pt x="157316" y="334044"/>
                  </a:lnTo>
                  <a:lnTo>
                    <a:pt x="162608" y="334272"/>
                  </a:lnTo>
                  <a:lnTo>
                    <a:pt x="167905" y="334333"/>
                  </a:lnTo>
                  <a:lnTo>
                    <a:pt x="173201" y="334225"/>
                  </a:lnTo>
                  <a:lnTo>
                    <a:pt x="178491" y="333950"/>
                  </a:lnTo>
                  <a:lnTo>
                    <a:pt x="183769" y="333507"/>
                  </a:lnTo>
                  <a:lnTo>
                    <a:pt x="189031" y="332897"/>
                  </a:lnTo>
                  <a:lnTo>
                    <a:pt x="194271" y="332121"/>
                  </a:lnTo>
                  <a:lnTo>
                    <a:pt x="199483" y="331180"/>
                  </a:lnTo>
                  <a:lnTo>
                    <a:pt x="204664" y="330073"/>
                  </a:lnTo>
                  <a:lnTo>
                    <a:pt x="209806" y="328803"/>
                  </a:lnTo>
                  <a:lnTo>
                    <a:pt x="214906" y="327371"/>
                  </a:lnTo>
                  <a:lnTo>
                    <a:pt x="219958" y="325778"/>
                  </a:lnTo>
                  <a:lnTo>
                    <a:pt x="224956" y="324025"/>
                  </a:lnTo>
                  <a:lnTo>
                    <a:pt x="229897" y="322115"/>
                  </a:lnTo>
                  <a:lnTo>
                    <a:pt x="234775" y="320050"/>
                  </a:lnTo>
                  <a:lnTo>
                    <a:pt x="239585" y="317831"/>
                  </a:lnTo>
                  <a:lnTo>
                    <a:pt x="244322" y="315461"/>
                  </a:lnTo>
                  <a:lnTo>
                    <a:pt x="248981" y="312941"/>
                  </a:lnTo>
                  <a:lnTo>
                    <a:pt x="253559" y="310276"/>
                  </a:lnTo>
                  <a:lnTo>
                    <a:pt x="258050" y="307467"/>
                  </a:lnTo>
                  <a:lnTo>
                    <a:pt x="262449" y="304517"/>
                  </a:lnTo>
                  <a:lnTo>
                    <a:pt x="266753" y="301429"/>
                  </a:lnTo>
                  <a:lnTo>
                    <a:pt x="270957" y="298206"/>
                  </a:lnTo>
                  <a:lnTo>
                    <a:pt x="275056" y="294851"/>
                  </a:lnTo>
                  <a:lnTo>
                    <a:pt x="279047" y="291369"/>
                  </a:lnTo>
                  <a:lnTo>
                    <a:pt x="282926" y="287762"/>
                  </a:lnTo>
                  <a:lnTo>
                    <a:pt x="286689" y="284033"/>
                  </a:lnTo>
                  <a:lnTo>
                    <a:pt x="290332" y="280188"/>
                  </a:lnTo>
                  <a:lnTo>
                    <a:pt x="293851" y="276228"/>
                  </a:lnTo>
                  <a:lnTo>
                    <a:pt x="297243" y="272160"/>
                  </a:lnTo>
                  <a:lnTo>
                    <a:pt x="300504" y="267986"/>
                  </a:lnTo>
                  <a:lnTo>
                    <a:pt x="303631" y="263710"/>
                  </a:lnTo>
                  <a:lnTo>
                    <a:pt x="306621" y="259338"/>
                  </a:lnTo>
                  <a:lnTo>
                    <a:pt x="309471" y="254873"/>
                  </a:lnTo>
                  <a:lnTo>
                    <a:pt x="312179" y="250320"/>
                  </a:lnTo>
                  <a:lnTo>
                    <a:pt x="314741" y="245684"/>
                  </a:lnTo>
                  <a:lnTo>
                    <a:pt x="317154" y="240969"/>
                  </a:lnTo>
                  <a:lnTo>
                    <a:pt x="319417" y="236179"/>
                  </a:lnTo>
                  <a:lnTo>
                    <a:pt x="321527" y="231321"/>
                  </a:lnTo>
                  <a:lnTo>
                    <a:pt x="323482" y="226398"/>
                  </a:lnTo>
                  <a:lnTo>
                    <a:pt x="325280" y="221415"/>
                  </a:lnTo>
                  <a:lnTo>
                    <a:pt x="326920" y="216378"/>
                  </a:lnTo>
                  <a:lnTo>
                    <a:pt x="328399" y="211292"/>
                  </a:lnTo>
                  <a:lnTo>
                    <a:pt x="329716" y="206161"/>
                  </a:lnTo>
                  <a:lnTo>
                    <a:pt x="330870" y="200991"/>
                  </a:lnTo>
                  <a:lnTo>
                    <a:pt x="331859" y="195788"/>
                  </a:lnTo>
                  <a:lnTo>
                    <a:pt x="332683" y="190555"/>
                  </a:lnTo>
                  <a:lnTo>
                    <a:pt x="333341" y="185299"/>
                  </a:lnTo>
                  <a:lnTo>
                    <a:pt x="333832" y="180025"/>
                  </a:lnTo>
                  <a:lnTo>
                    <a:pt x="334156" y="174738"/>
                  </a:lnTo>
                  <a:lnTo>
                    <a:pt x="334312" y="169443"/>
                  </a:lnTo>
                  <a:lnTo>
                    <a:pt x="334300" y="164146"/>
                  </a:lnTo>
                  <a:lnTo>
                    <a:pt x="334120" y="158852"/>
                  </a:lnTo>
                  <a:lnTo>
                    <a:pt x="333773" y="153566"/>
                  </a:lnTo>
                  <a:lnTo>
                    <a:pt x="333259" y="148294"/>
                  </a:lnTo>
                  <a:lnTo>
                    <a:pt x="332577" y="143041"/>
                  </a:lnTo>
                  <a:lnTo>
                    <a:pt x="331730" y="137813"/>
                  </a:lnTo>
                  <a:lnTo>
                    <a:pt x="330717" y="132613"/>
                  </a:lnTo>
                  <a:lnTo>
                    <a:pt x="329540" y="127449"/>
                  </a:lnTo>
                  <a:lnTo>
                    <a:pt x="328200" y="122324"/>
                  </a:lnTo>
                  <a:lnTo>
                    <a:pt x="326699" y="117244"/>
                  </a:lnTo>
                  <a:lnTo>
                    <a:pt x="325037" y="112215"/>
                  </a:lnTo>
                  <a:lnTo>
                    <a:pt x="323217" y="107240"/>
                  </a:lnTo>
                  <a:lnTo>
                    <a:pt x="321240" y="102326"/>
                  </a:lnTo>
                  <a:lnTo>
                    <a:pt x="319108" y="97477"/>
                  </a:lnTo>
                  <a:lnTo>
                    <a:pt x="316824" y="92698"/>
                  </a:lnTo>
                  <a:lnTo>
                    <a:pt x="314389" y="87993"/>
                  </a:lnTo>
                  <a:lnTo>
                    <a:pt x="311807" y="83368"/>
                  </a:lnTo>
                  <a:lnTo>
                    <a:pt x="309079" y="78828"/>
                  </a:lnTo>
                  <a:lnTo>
                    <a:pt x="306209" y="74375"/>
                  </a:lnTo>
                  <a:lnTo>
                    <a:pt x="303199" y="70017"/>
                  </a:lnTo>
                  <a:lnTo>
                    <a:pt x="300053" y="65755"/>
                  </a:lnTo>
                  <a:lnTo>
                    <a:pt x="296773" y="61596"/>
                  </a:lnTo>
                  <a:lnTo>
                    <a:pt x="293364" y="57542"/>
                  </a:lnTo>
                  <a:lnTo>
                    <a:pt x="289827" y="53599"/>
                  </a:lnTo>
                  <a:lnTo>
                    <a:pt x="286167" y="49769"/>
                  </a:lnTo>
                  <a:lnTo>
                    <a:pt x="282388" y="46058"/>
                  </a:lnTo>
                  <a:lnTo>
                    <a:pt x="278493" y="42468"/>
                  </a:lnTo>
                  <a:lnTo>
                    <a:pt x="274486" y="39003"/>
                  </a:lnTo>
                  <a:lnTo>
                    <a:pt x="270372" y="35667"/>
                  </a:lnTo>
                  <a:lnTo>
                    <a:pt x="266154" y="32463"/>
                  </a:lnTo>
                  <a:lnTo>
                    <a:pt x="261836" y="29394"/>
                  </a:lnTo>
                  <a:lnTo>
                    <a:pt x="257424" y="26464"/>
                  </a:lnTo>
                  <a:lnTo>
                    <a:pt x="252920" y="23674"/>
                  </a:lnTo>
                  <a:lnTo>
                    <a:pt x="248331" y="21029"/>
                  </a:lnTo>
                  <a:lnTo>
                    <a:pt x="243660" y="18531"/>
                  </a:lnTo>
                  <a:lnTo>
                    <a:pt x="238913" y="16182"/>
                  </a:lnTo>
                  <a:lnTo>
                    <a:pt x="234093" y="13984"/>
                  </a:lnTo>
                  <a:lnTo>
                    <a:pt x="229206" y="11941"/>
                  </a:lnTo>
                  <a:lnTo>
                    <a:pt x="224257" y="10053"/>
                  </a:lnTo>
                  <a:lnTo>
                    <a:pt x="219250" y="8323"/>
                  </a:lnTo>
                  <a:lnTo>
                    <a:pt x="214191" y="6752"/>
                  </a:lnTo>
                  <a:lnTo>
                    <a:pt x="209085" y="5342"/>
                  </a:lnTo>
                  <a:lnTo>
                    <a:pt x="203937" y="4095"/>
                  </a:lnTo>
                  <a:lnTo>
                    <a:pt x="198752" y="3012"/>
                  </a:lnTo>
                  <a:lnTo>
                    <a:pt x="193535" y="2093"/>
                  </a:lnTo>
                  <a:lnTo>
                    <a:pt x="188292" y="1341"/>
                  </a:lnTo>
                  <a:lnTo>
                    <a:pt x="183028" y="754"/>
                  </a:lnTo>
                  <a:lnTo>
                    <a:pt x="177747" y="335"/>
                  </a:lnTo>
                  <a:lnTo>
                    <a:pt x="172456" y="83"/>
                  </a:lnTo>
                  <a:lnTo>
                    <a:pt x="167160" y="0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612403" y="5399291"/>
              <a:ext cx="4876" cy="167167"/>
            </a:xfrm>
            <a:custGeom>
              <a:avLst/>
              <a:pathLst>
                <a:path w="4876" h="167167">
                  <a:moveTo>
                    <a:pt x="4876" y="0"/>
                  </a:moveTo>
                  <a:lnTo>
                    <a:pt x="0" y="71"/>
                  </a:lnTo>
                  <a:lnTo>
                    <a:pt x="4876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612403" y="5399362"/>
              <a:ext cx="4876" cy="167096"/>
            </a:xfrm>
            <a:custGeom>
              <a:avLst/>
              <a:pathLst>
                <a:path w="4876" h="167096">
                  <a:moveTo>
                    <a:pt x="0" y="0"/>
                  </a:moveTo>
                  <a:lnTo>
                    <a:pt x="4876" y="1670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612403" y="5399362"/>
              <a:ext cx="4876" cy="167096"/>
            </a:xfrm>
            <a:custGeom>
              <a:avLst/>
              <a:pathLst>
                <a:path w="4876" h="167096">
                  <a:moveTo>
                    <a:pt x="0" y="0"/>
                  </a:moveTo>
                  <a:lnTo>
                    <a:pt x="4876" y="1670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612403" y="5399362"/>
              <a:ext cx="4876" cy="167096"/>
            </a:xfrm>
            <a:custGeom>
              <a:avLst/>
              <a:pathLst>
                <a:path w="4876" h="167096">
                  <a:moveTo>
                    <a:pt x="0" y="0"/>
                  </a:moveTo>
                  <a:lnTo>
                    <a:pt x="4876" y="1670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612403" y="5399362"/>
              <a:ext cx="4876" cy="167096"/>
            </a:xfrm>
            <a:custGeom>
              <a:avLst/>
              <a:pathLst>
                <a:path w="4876" h="167096">
                  <a:moveTo>
                    <a:pt x="0" y="0"/>
                  </a:moveTo>
                  <a:lnTo>
                    <a:pt x="4876" y="1670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4612403" y="5399362"/>
              <a:ext cx="4876" cy="167096"/>
            </a:xfrm>
            <a:custGeom>
              <a:avLst/>
              <a:pathLst>
                <a:path w="4876" h="167096">
                  <a:moveTo>
                    <a:pt x="0" y="0"/>
                  </a:moveTo>
                  <a:lnTo>
                    <a:pt x="4876" y="16709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4612403" y="5399362"/>
              <a:ext cx="4876" cy="167096"/>
            </a:xfrm>
            <a:custGeom>
              <a:avLst/>
              <a:pathLst>
                <a:path w="4876" h="167096">
                  <a:moveTo>
                    <a:pt x="0" y="0"/>
                  </a:moveTo>
                  <a:lnTo>
                    <a:pt x="4876" y="16709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4450124" y="5399362"/>
              <a:ext cx="334315" cy="334261"/>
            </a:xfrm>
            <a:custGeom>
              <a:avLst/>
              <a:pathLst>
                <a:path w="334315" h="334261">
                  <a:moveTo>
                    <a:pt x="162278" y="0"/>
                  </a:moveTo>
                  <a:lnTo>
                    <a:pt x="156983" y="238"/>
                  </a:lnTo>
                  <a:lnTo>
                    <a:pt x="151699" y="644"/>
                  </a:lnTo>
                  <a:lnTo>
                    <a:pt x="146430" y="1218"/>
                  </a:lnTo>
                  <a:lnTo>
                    <a:pt x="141183" y="1958"/>
                  </a:lnTo>
                  <a:lnTo>
                    <a:pt x="135961" y="2865"/>
                  </a:lnTo>
                  <a:lnTo>
                    <a:pt x="130770" y="3936"/>
                  </a:lnTo>
                  <a:lnTo>
                    <a:pt x="125616" y="5171"/>
                  </a:lnTo>
                  <a:lnTo>
                    <a:pt x="120504" y="6570"/>
                  </a:lnTo>
                  <a:lnTo>
                    <a:pt x="115439" y="8129"/>
                  </a:lnTo>
                  <a:lnTo>
                    <a:pt x="110426" y="9848"/>
                  </a:lnTo>
                  <a:lnTo>
                    <a:pt x="105469" y="11726"/>
                  </a:lnTo>
                  <a:lnTo>
                    <a:pt x="100575" y="13759"/>
                  </a:lnTo>
                  <a:lnTo>
                    <a:pt x="95748" y="15947"/>
                  </a:lnTo>
                  <a:lnTo>
                    <a:pt x="90992" y="18287"/>
                  </a:lnTo>
                  <a:lnTo>
                    <a:pt x="86313" y="20776"/>
                  </a:lnTo>
                  <a:lnTo>
                    <a:pt x="81716" y="23412"/>
                  </a:lnTo>
                  <a:lnTo>
                    <a:pt x="77204" y="26193"/>
                  </a:lnTo>
                  <a:lnTo>
                    <a:pt x="72782" y="29115"/>
                  </a:lnTo>
                  <a:lnTo>
                    <a:pt x="68456" y="32176"/>
                  </a:lnTo>
                  <a:lnTo>
                    <a:pt x="64228" y="35372"/>
                  </a:lnTo>
                  <a:lnTo>
                    <a:pt x="60104" y="38701"/>
                  </a:lnTo>
                  <a:lnTo>
                    <a:pt x="56088" y="42159"/>
                  </a:lnTo>
                  <a:lnTo>
                    <a:pt x="52183" y="45743"/>
                  </a:lnTo>
                  <a:lnTo>
                    <a:pt x="48394" y="49449"/>
                  </a:lnTo>
                  <a:lnTo>
                    <a:pt x="44725" y="53272"/>
                  </a:lnTo>
                  <a:lnTo>
                    <a:pt x="41178" y="57211"/>
                  </a:lnTo>
                  <a:lnTo>
                    <a:pt x="37758" y="61259"/>
                  </a:lnTo>
                  <a:lnTo>
                    <a:pt x="34468" y="65415"/>
                  </a:lnTo>
                  <a:lnTo>
                    <a:pt x="31311" y="69672"/>
                  </a:lnTo>
                  <a:lnTo>
                    <a:pt x="28291" y="74027"/>
                  </a:lnTo>
                  <a:lnTo>
                    <a:pt x="25411" y="78476"/>
                  </a:lnTo>
                  <a:lnTo>
                    <a:pt x="22673" y="83014"/>
                  </a:lnTo>
                  <a:lnTo>
                    <a:pt x="20080" y="87636"/>
                  </a:lnTo>
                  <a:lnTo>
                    <a:pt x="17635" y="92338"/>
                  </a:lnTo>
                  <a:lnTo>
                    <a:pt x="15340" y="97116"/>
                  </a:lnTo>
                  <a:lnTo>
                    <a:pt x="13198" y="101963"/>
                  </a:lnTo>
                  <a:lnTo>
                    <a:pt x="11211" y="106877"/>
                  </a:lnTo>
                  <a:lnTo>
                    <a:pt x="9380" y="111850"/>
                  </a:lnTo>
                  <a:lnTo>
                    <a:pt x="7708" y="116880"/>
                  </a:lnTo>
                  <a:lnTo>
                    <a:pt x="6196" y="121959"/>
                  </a:lnTo>
                  <a:lnTo>
                    <a:pt x="4847" y="127084"/>
                  </a:lnTo>
                  <a:lnTo>
                    <a:pt x="3660" y="132250"/>
                  </a:lnTo>
                  <a:lnTo>
                    <a:pt x="2637" y="137450"/>
                  </a:lnTo>
                  <a:lnTo>
                    <a:pt x="1780" y="142680"/>
                  </a:lnTo>
                  <a:lnTo>
                    <a:pt x="1089" y="147935"/>
                  </a:lnTo>
                  <a:lnTo>
                    <a:pt x="565" y="153209"/>
                  </a:lnTo>
                  <a:lnTo>
                    <a:pt x="209" y="158497"/>
                  </a:lnTo>
                  <a:lnTo>
                    <a:pt x="20" y="163793"/>
                  </a:lnTo>
                  <a:lnTo>
                    <a:pt x="0" y="169093"/>
                  </a:lnTo>
                  <a:lnTo>
                    <a:pt x="147" y="174391"/>
                  </a:lnTo>
                  <a:lnTo>
                    <a:pt x="462" y="179681"/>
                  </a:lnTo>
                  <a:lnTo>
                    <a:pt x="945" y="184959"/>
                  </a:lnTo>
                  <a:lnTo>
                    <a:pt x="1595" y="190219"/>
                  </a:lnTo>
                  <a:lnTo>
                    <a:pt x="2411" y="195456"/>
                  </a:lnTo>
                  <a:lnTo>
                    <a:pt x="3393" y="200664"/>
                  </a:lnTo>
                  <a:lnTo>
                    <a:pt x="4539" y="205838"/>
                  </a:lnTo>
                  <a:lnTo>
                    <a:pt x="5849" y="210974"/>
                  </a:lnTo>
                  <a:lnTo>
                    <a:pt x="7321" y="216065"/>
                  </a:lnTo>
                  <a:lnTo>
                    <a:pt x="8954" y="221107"/>
                  </a:lnTo>
                  <a:lnTo>
                    <a:pt x="10745" y="226095"/>
                  </a:lnTo>
                  <a:lnTo>
                    <a:pt x="12694" y="231024"/>
                  </a:lnTo>
                  <a:lnTo>
                    <a:pt x="14798" y="235888"/>
                  </a:lnTo>
                  <a:lnTo>
                    <a:pt x="17056" y="240683"/>
                  </a:lnTo>
                  <a:lnTo>
                    <a:pt x="19464" y="245404"/>
                  </a:lnTo>
                  <a:lnTo>
                    <a:pt x="22020" y="250047"/>
                  </a:lnTo>
                  <a:lnTo>
                    <a:pt x="24723" y="254606"/>
                  </a:lnTo>
                  <a:lnTo>
                    <a:pt x="27568" y="259077"/>
                  </a:lnTo>
                  <a:lnTo>
                    <a:pt x="30554" y="263456"/>
                  </a:lnTo>
                  <a:lnTo>
                    <a:pt x="33678" y="267738"/>
                  </a:lnTo>
                  <a:lnTo>
                    <a:pt x="36935" y="271918"/>
                  </a:lnTo>
                  <a:lnTo>
                    <a:pt x="40323" y="275993"/>
                  </a:lnTo>
                  <a:lnTo>
                    <a:pt x="43839" y="279959"/>
                  </a:lnTo>
                  <a:lnTo>
                    <a:pt x="47479" y="283812"/>
                  </a:lnTo>
                  <a:lnTo>
                    <a:pt x="51239" y="287547"/>
                  </a:lnTo>
                  <a:lnTo>
                    <a:pt x="55116" y="291161"/>
                  </a:lnTo>
                  <a:lnTo>
                    <a:pt x="59105" y="294650"/>
                  </a:lnTo>
                  <a:lnTo>
                    <a:pt x="63203" y="298011"/>
                  </a:lnTo>
                  <a:lnTo>
                    <a:pt x="67405" y="301241"/>
                  </a:lnTo>
                  <a:lnTo>
                    <a:pt x="71707" y="304335"/>
                  </a:lnTo>
                  <a:lnTo>
                    <a:pt x="76106" y="307292"/>
                  </a:lnTo>
                  <a:lnTo>
                    <a:pt x="80596" y="310108"/>
                  </a:lnTo>
                  <a:lnTo>
                    <a:pt x="85173" y="312780"/>
                  </a:lnTo>
                  <a:lnTo>
                    <a:pt x="89832" y="315306"/>
                  </a:lnTo>
                  <a:lnTo>
                    <a:pt x="94569" y="317682"/>
                  </a:lnTo>
                  <a:lnTo>
                    <a:pt x="99380" y="319908"/>
                  </a:lnTo>
                  <a:lnTo>
                    <a:pt x="104258" y="321979"/>
                  </a:lnTo>
                  <a:lnTo>
                    <a:pt x="109199" y="323895"/>
                  </a:lnTo>
                  <a:lnTo>
                    <a:pt x="114199" y="325654"/>
                  </a:lnTo>
                  <a:lnTo>
                    <a:pt x="119252" y="327253"/>
                  </a:lnTo>
                  <a:lnTo>
                    <a:pt x="124353" y="328691"/>
                  </a:lnTo>
                  <a:lnTo>
                    <a:pt x="129497" y="329966"/>
                  </a:lnTo>
                  <a:lnTo>
                    <a:pt x="134679" y="331078"/>
                  </a:lnTo>
                  <a:lnTo>
                    <a:pt x="139893" y="332025"/>
                  </a:lnTo>
                  <a:lnTo>
                    <a:pt x="145135" y="332807"/>
                  </a:lnTo>
                  <a:lnTo>
                    <a:pt x="150400" y="333421"/>
                  </a:lnTo>
                  <a:lnTo>
                    <a:pt x="155680" y="333869"/>
                  </a:lnTo>
                  <a:lnTo>
                    <a:pt x="160973" y="334149"/>
                  </a:lnTo>
                  <a:lnTo>
                    <a:pt x="166272" y="334261"/>
                  </a:lnTo>
                  <a:lnTo>
                    <a:pt x="171571" y="334205"/>
                  </a:lnTo>
                  <a:lnTo>
                    <a:pt x="176866" y="333981"/>
                  </a:lnTo>
                  <a:lnTo>
                    <a:pt x="182152" y="333589"/>
                  </a:lnTo>
                  <a:lnTo>
                    <a:pt x="187422" y="333030"/>
                  </a:lnTo>
                  <a:lnTo>
                    <a:pt x="192672" y="332304"/>
                  </a:lnTo>
                  <a:lnTo>
                    <a:pt x="197896" y="331412"/>
                  </a:lnTo>
                  <a:lnTo>
                    <a:pt x="203090" y="330355"/>
                  </a:lnTo>
                  <a:lnTo>
                    <a:pt x="208247" y="329134"/>
                  </a:lnTo>
                  <a:lnTo>
                    <a:pt x="213363" y="327750"/>
                  </a:lnTo>
                  <a:lnTo>
                    <a:pt x="218433" y="326204"/>
                  </a:lnTo>
                  <a:lnTo>
                    <a:pt x="223451" y="324499"/>
                  </a:lnTo>
                  <a:lnTo>
                    <a:pt x="228412" y="322635"/>
                  </a:lnTo>
                  <a:lnTo>
                    <a:pt x="233312" y="320615"/>
                  </a:lnTo>
                  <a:lnTo>
                    <a:pt x="238145" y="318441"/>
                  </a:lnTo>
                  <a:lnTo>
                    <a:pt x="242907" y="316114"/>
                  </a:lnTo>
                  <a:lnTo>
                    <a:pt x="247593" y="313638"/>
                  </a:lnTo>
                  <a:lnTo>
                    <a:pt x="252198" y="311015"/>
                  </a:lnTo>
                  <a:lnTo>
                    <a:pt x="256717" y="308246"/>
                  </a:lnTo>
                  <a:lnTo>
                    <a:pt x="261147" y="305336"/>
                  </a:lnTo>
                  <a:lnTo>
                    <a:pt x="265482" y="302287"/>
                  </a:lnTo>
                  <a:lnTo>
                    <a:pt x="269718" y="299102"/>
                  </a:lnTo>
                  <a:lnTo>
                    <a:pt x="273851" y="295785"/>
                  </a:lnTo>
                  <a:lnTo>
                    <a:pt x="277877" y="292338"/>
                  </a:lnTo>
                  <a:lnTo>
                    <a:pt x="281792" y="288765"/>
                  </a:lnTo>
                  <a:lnTo>
                    <a:pt x="285591" y="285070"/>
                  </a:lnTo>
                  <a:lnTo>
                    <a:pt x="289271" y="281256"/>
                  </a:lnTo>
                  <a:lnTo>
                    <a:pt x="292829" y="277328"/>
                  </a:lnTo>
                  <a:lnTo>
                    <a:pt x="296260" y="273288"/>
                  </a:lnTo>
                  <a:lnTo>
                    <a:pt x="299561" y="269142"/>
                  </a:lnTo>
                  <a:lnTo>
                    <a:pt x="302730" y="264894"/>
                  </a:lnTo>
                  <a:lnTo>
                    <a:pt x="305762" y="260547"/>
                  </a:lnTo>
                  <a:lnTo>
                    <a:pt x="308654" y="256106"/>
                  </a:lnTo>
                  <a:lnTo>
                    <a:pt x="311405" y="251576"/>
                  </a:lnTo>
                  <a:lnTo>
                    <a:pt x="314011" y="246961"/>
                  </a:lnTo>
                  <a:lnTo>
                    <a:pt x="316468" y="242265"/>
                  </a:lnTo>
                  <a:lnTo>
                    <a:pt x="318776" y="237494"/>
                  </a:lnTo>
                  <a:lnTo>
                    <a:pt x="320932" y="232652"/>
                  </a:lnTo>
                  <a:lnTo>
                    <a:pt x="322933" y="227745"/>
                  </a:lnTo>
                  <a:lnTo>
                    <a:pt x="324777" y="222776"/>
                  </a:lnTo>
                  <a:lnTo>
                    <a:pt x="326463" y="217751"/>
                  </a:lnTo>
                  <a:lnTo>
                    <a:pt x="327988" y="212676"/>
                  </a:lnTo>
                  <a:lnTo>
                    <a:pt x="329353" y="207555"/>
                  </a:lnTo>
                  <a:lnTo>
                    <a:pt x="330554" y="202393"/>
                  </a:lnTo>
                  <a:lnTo>
                    <a:pt x="331590" y="197195"/>
                  </a:lnTo>
                  <a:lnTo>
                    <a:pt x="332462" y="191967"/>
                  </a:lnTo>
                  <a:lnTo>
                    <a:pt x="333167" y="186715"/>
                  </a:lnTo>
                  <a:lnTo>
                    <a:pt x="333706" y="181442"/>
                  </a:lnTo>
                  <a:lnTo>
                    <a:pt x="334077" y="176155"/>
                  </a:lnTo>
                  <a:lnTo>
                    <a:pt x="334280" y="170859"/>
                  </a:lnTo>
                  <a:lnTo>
                    <a:pt x="334315" y="165560"/>
                  </a:lnTo>
                  <a:lnTo>
                    <a:pt x="334183" y="160261"/>
                  </a:lnTo>
                  <a:lnTo>
                    <a:pt x="333882" y="154970"/>
                  </a:lnTo>
                  <a:lnTo>
                    <a:pt x="333414" y="149691"/>
                  </a:lnTo>
                  <a:lnTo>
                    <a:pt x="332779" y="144429"/>
                  </a:lnTo>
                  <a:lnTo>
                    <a:pt x="331977" y="139190"/>
                  </a:lnTo>
                  <a:lnTo>
                    <a:pt x="331009" y="133979"/>
                  </a:lnTo>
                  <a:lnTo>
                    <a:pt x="329877" y="128802"/>
                  </a:lnTo>
                  <a:lnTo>
                    <a:pt x="328582" y="123663"/>
                  </a:lnTo>
                  <a:lnTo>
                    <a:pt x="327124" y="118567"/>
                  </a:lnTo>
                  <a:lnTo>
                    <a:pt x="325505" y="113521"/>
                  </a:lnTo>
                  <a:lnTo>
                    <a:pt x="323727" y="108528"/>
                  </a:lnTo>
                  <a:lnTo>
                    <a:pt x="321792" y="103594"/>
                  </a:lnTo>
                  <a:lnTo>
                    <a:pt x="319701" y="98724"/>
                  </a:lnTo>
                  <a:lnTo>
                    <a:pt x="317457" y="93923"/>
                  </a:lnTo>
                  <a:lnTo>
                    <a:pt x="315062" y="89195"/>
                  </a:lnTo>
                  <a:lnTo>
                    <a:pt x="312518" y="84545"/>
                  </a:lnTo>
                  <a:lnTo>
                    <a:pt x="309828" y="79979"/>
                  </a:lnTo>
                  <a:lnTo>
                    <a:pt x="306995" y="75500"/>
                  </a:lnTo>
                  <a:lnTo>
                    <a:pt x="304021" y="71113"/>
                  </a:lnTo>
                  <a:lnTo>
                    <a:pt x="300909" y="66822"/>
                  </a:lnTo>
                  <a:lnTo>
                    <a:pt x="297663" y="62633"/>
                  </a:lnTo>
                  <a:lnTo>
                    <a:pt x="294286" y="58548"/>
                  </a:lnTo>
                  <a:lnTo>
                    <a:pt x="290781" y="54573"/>
                  </a:lnTo>
                  <a:lnTo>
                    <a:pt x="287152" y="50710"/>
                  </a:lnTo>
                  <a:lnTo>
                    <a:pt x="283403" y="46965"/>
                  </a:lnTo>
                  <a:lnTo>
                    <a:pt x="279536" y="43340"/>
                  </a:lnTo>
                  <a:lnTo>
                    <a:pt x="275556" y="39840"/>
                  </a:lnTo>
                  <a:lnTo>
                    <a:pt x="271468" y="36467"/>
                  </a:lnTo>
                  <a:lnTo>
                    <a:pt x="267275" y="33226"/>
                  </a:lnTo>
                  <a:lnTo>
                    <a:pt x="262981" y="30120"/>
                  </a:lnTo>
                  <a:lnTo>
                    <a:pt x="258590" y="27151"/>
                  </a:lnTo>
                  <a:lnTo>
                    <a:pt x="254108" y="24323"/>
                  </a:lnTo>
                  <a:lnTo>
                    <a:pt x="249538" y="21638"/>
                  </a:lnTo>
                  <a:lnTo>
                    <a:pt x="244886" y="19100"/>
                  </a:lnTo>
                  <a:lnTo>
                    <a:pt x="240155" y="16710"/>
                  </a:lnTo>
                  <a:lnTo>
                    <a:pt x="235352" y="14471"/>
                  </a:lnTo>
                  <a:lnTo>
                    <a:pt x="230479" y="12386"/>
                  </a:lnTo>
                  <a:lnTo>
                    <a:pt x="225543" y="10457"/>
                  </a:lnTo>
                  <a:lnTo>
                    <a:pt x="220548" y="8685"/>
                  </a:lnTo>
                  <a:lnTo>
                    <a:pt x="215500" y="7072"/>
                  </a:lnTo>
                  <a:lnTo>
                    <a:pt x="210403" y="5619"/>
                  </a:lnTo>
                  <a:lnTo>
                    <a:pt x="205262" y="4330"/>
                  </a:lnTo>
                  <a:lnTo>
                    <a:pt x="200083" y="3203"/>
                  </a:lnTo>
                  <a:lnTo>
                    <a:pt x="167155" y="16709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4617280" y="5399291"/>
              <a:ext cx="32928" cy="167167"/>
            </a:xfrm>
            <a:custGeom>
              <a:avLst/>
              <a:pathLst>
                <a:path w="32928" h="167167">
                  <a:moveTo>
                    <a:pt x="32928" y="3275"/>
                  </a:moveTo>
                  <a:lnTo>
                    <a:pt x="26404" y="2098"/>
                  </a:lnTo>
                  <a:lnTo>
                    <a:pt x="19840" y="1181"/>
                  </a:lnTo>
                  <a:lnTo>
                    <a:pt x="13244" y="525"/>
                  </a:lnTo>
                  <a:lnTo>
                    <a:pt x="6627" y="13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092308" y="5369149"/>
              <a:ext cx="43367" cy="167167"/>
            </a:xfrm>
            <a:custGeom>
              <a:avLst/>
              <a:pathLst>
                <a:path w="43367" h="167167">
                  <a:moveTo>
                    <a:pt x="43367" y="0"/>
                  </a:moveTo>
                  <a:lnTo>
                    <a:pt x="37101" y="117"/>
                  </a:lnTo>
                  <a:lnTo>
                    <a:pt x="30845" y="469"/>
                  </a:lnTo>
                  <a:lnTo>
                    <a:pt x="24605" y="1056"/>
                  </a:lnTo>
                  <a:lnTo>
                    <a:pt x="18393" y="1876"/>
                  </a:lnTo>
                  <a:lnTo>
                    <a:pt x="12215" y="2928"/>
                  </a:lnTo>
                  <a:lnTo>
                    <a:pt x="6081" y="4211"/>
                  </a:lnTo>
                  <a:lnTo>
                    <a:pt x="0" y="5723"/>
                  </a:lnTo>
                  <a:lnTo>
                    <a:pt x="4336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092308" y="5374873"/>
              <a:ext cx="43367" cy="161444"/>
            </a:xfrm>
            <a:custGeom>
              <a:avLst/>
              <a:pathLst>
                <a:path w="43367" h="161444">
                  <a:moveTo>
                    <a:pt x="0" y="0"/>
                  </a:moveTo>
                  <a:lnTo>
                    <a:pt x="43367" y="1614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092308" y="5374873"/>
              <a:ext cx="43367" cy="161444"/>
            </a:xfrm>
            <a:custGeom>
              <a:avLst/>
              <a:pathLst>
                <a:path w="43367" h="161444">
                  <a:moveTo>
                    <a:pt x="0" y="0"/>
                  </a:moveTo>
                  <a:lnTo>
                    <a:pt x="43367" y="1614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092308" y="5374873"/>
              <a:ext cx="43367" cy="161444"/>
            </a:xfrm>
            <a:custGeom>
              <a:avLst/>
              <a:pathLst>
                <a:path w="43367" h="161444">
                  <a:moveTo>
                    <a:pt x="0" y="0"/>
                  </a:moveTo>
                  <a:lnTo>
                    <a:pt x="43367" y="1614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092308" y="5374873"/>
              <a:ext cx="43367" cy="161444"/>
            </a:xfrm>
            <a:custGeom>
              <a:avLst/>
              <a:pathLst>
                <a:path w="43367" h="161444">
                  <a:moveTo>
                    <a:pt x="0" y="0"/>
                  </a:moveTo>
                  <a:lnTo>
                    <a:pt x="43367" y="16144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092308" y="5374873"/>
              <a:ext cx="43367" cy="161444"/>
            </a:xfrm>
            <a:custGeom>
              <a:avLst/>
              <a:pathLst>
                <a:path w="43367" h="161444">
                  <a:moveTo>
                    <a:pt x="0" y="0"/>
                  </a:moveTo>
                  <a:lnTo>
                    <a:pt x="43367" y="16144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4968510" y="5374873"/>
              <a:ext cx="167165" cy="316667"/>
            </a:xfrm>
            <a:custGeom>
              <a:avLst/>
              <a:pathLst>
                <a:path w="167165" h="316667">
                  <a:moveTo>
                    <a:pt x="123797" y="0"/>
                  </a:moveTo>
                  <a:lnTo>
                    <a:pt x="118648" y="1471"/>
                  </a:lnTo>
                  <a:lnTo>
                    <a:pt x="113549" y="3108"/>
                  </a:lnTo>
                  <a:lnTo>
                    <a:pt x="108505" y="4906"/>
                  </a:lnTo>
                  <a:lnTo>
                    <a:pt x="103521" y="6865"/>
                  </a:lnTo>
                  <a:lnTo>
                    <a:pt x="98602" y="8983"/>
                  </a:lnTo>
                  <a:lnTo>
                    <a:pt x="93754" y="11258"/>
                  </a:lnTo>
                  <a:lnTo>
                    <a:pt x="88981" y="13686"/>
                  </a:lnTo>
                  <a:lnTo>
                    <a:pt x="84288" y="16266"/>
                  </a:lnTo>
                  <a:lnTo>
                    <a:pt x="79681" y="18995"/>
                  </a:lnTo>
                  <a:lnTo>
                    <a:pt x="75163" y="21871"/>
                  </a:lnTo>
                  <a:lnTo>
                    <a:pt x="70739" y="24889"/>
                  </a:lnTo>
                  <a:lnTo>
                    <a:pt x="66415" y="28048"/>
                  </a:lnTo>
                  <a:lnTo>
                    <a:pt x="62194" y="31343"/>
                  </a:lnTo>
                  <a:lnTo>
                    <a:pt x="58080" y="34773"/>
                  </a:lnTo>
                  <a:lnTo>
                    <a:pt x="54079" y="38332"/>
                  </a:lnTo>
                  <a:lnTo>
                    <a:pt x="50194" y="42017"/>
                  </a:lnTo>
                  <a:lnTo>
                    <a:pt x="46428" y="45825"/>
                  </a:lnTo>
                  <a:lnTo>
                    <a:pt x="42787" y="49752"/>
                  </a:lnTo>
                  <a:lnTo>
                    <a:pt x="39273" y="53793"/>
                  </a:lnTo>
                  <a:lnTo>
                    <a:pt x="35891" y="57945"/>
                  </a:lnTo>
                  <a:lnTo>
                    <a:pt x="32643" y="62203"/>
                  </a:lnTo>
                  <a:lnTo>
                    <a:pt x="29533" y="66562"/>
                  </a:lnTo>
                  <a:lnTo>
                    <a:pt x="26564" y="71020"/>
                  </a:lnTo>
                  <a:lnTo>
                    <a:pt x="23740" y="75570"/>
                  </a:lnTo>
                  <a:lnTo>
                    <a:pt x="21063" y="80208"/>
                  </a:lnTo>
                  <a:lnTo>
                    <a:pt x="18536" y="84929"/>
                  </a:lnTo>
                  <a:lnTo>
                    <a:pt x="16161" y="89729"/>
                  </a:lnTo>
                  <a:lnTo>
                    <a:pt x="13942" y="94603"/>
                  </a:lnTo>
                  <a:lnTo>
                    <a:pt x="11880" y="99545"/>
                  </a:lnTo>
                  <a:lnTo>
                    <a:pt x="9977" y="104551"/>
                  </a:lnTo>
                  <a:lnTo>
                    <a:pt x="8235" y="109615"/>
                  </a:lnTo>
                  <a:lnTo>
                    <a:pt x="6656" y="114732"/>
                  </a:lnTo>
                  <a:lnTo>
                    <a:pt x="5242" y="119897"/>
                  </a:lnTo>
                  <a:lnTo>
                    <a:pt x="3995" y="125105"/>
                  </a:lnTo>
                  <a:lnTo>
                    <a:pt x="2914" y="130350"/>
                  </a:lnTo>
                  <a:lnTo>
                    <a:pt x="2003" y="135627"/>
                  </a:lnTo>
                  <a:lnTo>
                    <a:pt x="1261" y="140931"/>
                  </a:lnTo>
                  <a:lnTo>
                    <a:pt x="689" y="146256"/>
                  </a:lnTo>
                  <a:lnTo>
                    <a:pt x="288" y="151596"/>
                  </a:lnTo>
                  <a:lnTo>
                    <a:pt x="58" y="156946"/>
                  </a:lnTo>
                  <a:lnTo>
                    <a:pt x="0" y="162301"/>
                  </a:lnTo>
                  <a:lnTo>
                    <a:pt x="113" y="167655"/>
                  </a:lnTo>
                  <a:lnTo>
                    <a:pt x="397" y="173003"/>
                  </a:lnTo>
                  <a:lnTo>
                    <a:pt x="853" y="178338"/>
                  </a:lnTo>
                  <a:lnTo>
                    <a:pt x="1480" y="183657"/>
                  </a:lnTo>
                  <a:lnTo>
                    <a:pt x="2276" y="188953"/>
                  </a:lnTo>
                  <a:lnTo>
                    <a:pt x="3242" y="194220"/>
                  </a:lnTo>
                  <a:lnTo>
                    <a:pt x="4376" y="199454"/>
                  </a:lnTo>
                  <a:lnTo>
                    <a:pt x="5677" y="204649"/>
                  </a:lnTo>
                  <a:lnTo>
                    <a:pt x="7144" y="209799"/>
                  </a:lnTo>
                  <a:lnTo>
                    <a:pt x="8775" y="214900"/>
                  </a:lnTo>
                  <a:lnTo>
                    <a:pt x="10568" y="219946"/>
                  </a:lnTo>
                  <a:lnTo>
                    <a:pt x="12523" y="224932"/>
                  </a:lnTo>
                  <a:lnTo>
                    <a:pt x="14635" y="229853"/>
                  </a:lnTo>
                  <a:lnTo>
                    <a:pt x="16905" y="234703"/>
                  </a:lnTo>
                  <a:lnTo>
                    <a:pt x="19329" y="239479"/>
                  </a:lnTo>
                  <a:lnTo>
                    <a:pt x="21904" y="244174"/>
                  </a:lnTo>
                  <a:lnTo>
                    <a:pt x="24629" y="248784"/>
                  </a:lnTo>
                  <a:lnTo>
                    <a:pt x="27499" y="253305"/>
                  </a:lnTo>
                  <a:lnTo>
                    <a:pt x="30513" y="257732"/>
                  </a:lnTo>
                  <a:lnTo>
                    <a:pt x="33668" y="262059"/>
                  </a:lnTo>
                  <a:lnTo>
                    <a:pt x="36959" y="266284"/>
                  </a:lnTo>
                  <a:lnTo>
                    <a:pt x="40384" y="270400"/>
                  </a:lnTo>
                  <a:lnTo>
                    <a:pt x="43939" y="274405"/>
                  </a:lnTo>
                  <a:lnTo>
                    <a:pt x="47621" y="278295"/>
                  </a:lnTo>
                  <a:lnTo>
                    <a:pt x="51425" y="282064"/>
                  </a:lnTo>
                  <a:lnTo>
                    <a:pt x="55348" y="285709"/>
                  </a:lnTo>
                  <a:lnTo>
                    <a:pt x="59385" y="289227"/>
                  </a:lnTo>
                  <a:lnTo>
                    <a:pt x="63534" y="292614"/>
                  </a:lnTo>
                  <a:lnTo>
                    <a:pt x="67788" y="295866"/>
                  </a:lnTo>
                  <a:lnTo>
                    <a:pt x="72145" y="298980"/>
                  </a:lnTo>
                  <a:lnTo>
                    <a:pt x="76599" y="301953"/>
                  </a:lnTo>
                  <a:lnTo>
                    <a:pt x="81146" y="304782"/>
                  </a:lnTo>
                  <a:lnTo>
                    <a:pt x="85782" y="307463"/>
                  </a:lnTo>
                  <a:lnTo>
                    <a:pt x="90501" y="309995"/>
                  </a:lnTo>
                  <a:lnTo>
                    <a:pt x="95298" y="312375"/>
                  </a:lnTo>
                  <a:lnTo>
                    <a:pt x="100170" y="314599"/>
                  </a:lnTo>
                  <a:lnTo>
                    <a:pt x="105110" y="316667"/>
                  </a:lnTo>
                  <a:lnTo>
                    <a:pt x="167165" y="16144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073621" y="5369149"/>
              <a:ext cx="229201" cy="334334"/>
            </a:xfrm>
            <a:custGeom>
              <a:avLst/>
              <a:pathLst>
                <a:path w="229201" h="334334">
                  <a:moveTo>
                    <a:pt x="0" y="322390"/>
                  </a:moveTo>
                  <a:lnTo>
                    <a:pt x="4955" y="324280"/>
                  </a:lnTo>
                  <a:lnTo>
                    <a:pt x="9968" y="326013"/>
                  </a:lnTo>
                  <a:lnTo>
                    <a:pt x="15033" y="327585"/>
                  </a:lnTo>
                  <a:lnTo>
                    <a:pt x="20146" y="328996"/>
                  </a:lnTo>
                  <a:lnTo>
                    <a:pt x="25301" y="330244"/>
                  </a:lnTo>
                  <a:lnTo>
                    <a:pt x="30493" y="331328"/>
                  </a:lnTo>
                  <a:lnTo>
                    <a:pt x="35716" y="332247"/>
                  </a:lnTo>
                  <a:lnTo>
                    <a:pt x="40967" y="332999"/>
                  </a:lnTo>
                  <a:lnTo>
                    <a:pt x="46238" y="333584"/>
                  </a:lnTo>
                  <a:lnTo>
                    <a:pt x="51525" y="334002"/>
                  </a:lnTo>
                  <a:lnTo>
                    <a:pt x="56823" y="334253"/>
                  </a:lnTo>
                  <a:lnTo>
                    <a:pt x="62126" y="334334"/>
                  </a:lnTo>
                  <a:lnTo>
                    <a:pt x="67430" y="334248"/>
                  </a:lnTo>
                  <a:lnTo>
                    <a:pt x="72727" y="333993"/>
                  </a:lnTo>
                  <a:lnTo>
                    <a:pt x="78014" y="333571"/>
                  </a:lnTo>
                  <a:lnTo>
                    <a:pt x="83285" y="332981"/>
                  </a:lnTo>
                  <a:lnTo>
                    <a:pt x="88535" y="332224"/>
                  </a:lnTo>
                  <a:lnTo>
                    <a:pt x="93757" y="331301"/>
                  </a:lnTo>
                  <a:lnTo>
                    <a:pt x="98948" y="330212"/>
                  </a:lnTo>
                  <a:lnTo>
                    <a:pt x="104102" y="328960"/>
                  </a:lnTo>
                  <a:lnTo>
                    <a:pt x="109214" y="327544"/>
                  </a:lnTo>
                  <a:lnTo>
                    <a:pt x="114278" y="325968"/>
                  </a:lnTo>
                  <a:lnTo>
                    <a:pt x="119289" y="324231"/>
                  </a:lnTo>
                  <a:lnTo>
                    <a:pt x="124243" y="322336"/>
                  </a:lnTo>
                  <a:lnTo>
                    <a:pt x="129134" y="320285"/>
                  </a:lnTo>
                  <a:lnTo>
                    <a:pt x="133958" y="318080"/>
                  </a:lnTo>
                  <a:lnTo>
                    <a:pt x="138709" y="315723"/>
                  </a:lnTo>
                  <a:lnTo>
                    <a:pt x="143383" y="313217"/>
                  </a:lnTo>
                  <a:lnTo>
                    <a:pt x="147976" y="310563"/>
                  </a:lnTo>
                  <a:lnTo>
                    <a:pt x="152481" y="307765"/>
                  </a:lnTo>
                  <a:lnTo>
                    <a:pt x="156896" y="304826"/>
                  </a:lnTo>
                  <a:lnTo>
                    <a:pt x="161216" y="301748"/>
                  </a:lnTo>
                  <a:lnTo>
                    <a:pt x="165435" y="298534"/>
                  </a:lnTo>
                  <a:lnTo>
                    <a:pt x="169550" y="295189"/>
                  </a:lnTo>
                  <a:lnTo>
                    <a:pt x="173558" y="291714"/>
                  </a:lnTo>
                  <a:lnTo>
                    <a:pt x="177453" y="288114"/>
                  </a:lnTo>
                  <a:lnTo>
                    <a:pt x="181231" y="284392"/>
                  </a:lnTo>
                  <a:lnTo>
                    <a:pt x="184890" y="280553"/>
                  </a:lnTo>
                  <a:lnTo>
                    <a:pt x="188425" y="276599"/>
                  </a:lnTo>
                  <a:lnTo>
                    <a:pt x="191833" y="272535"/>
                  </a:lnTo>
                  <a:lnTo>
                    <a:pt x="195111" y="268365"/>
                  </a:lnTo>
                  <a:lnTo>
                    <a:pt x="198254" y="264093"/>
                  </a:lnTo>
                  <a:lnTo>
                    <a:pt x="201260" y="259723"/>
                  </a:lnTo>
                  <a:lnTo>
                    <a:pt x="204126" y="255260"/>
                  </a:lnTo>
                  <a:lnTo>
                    <a:pt x="206850" y="250709"/>
                  </a:lnTo>
                  <a:lnTo>
                    <a:pt x="209427" y="246074"/>
                  </a:lnTo>
                  <a:lnTo>
                    <a:pt x="211856" y="241359"/>
                  </a:lnTo>
                  <a:lnTo>
                    <a:pt x="214134" y="236569"/>
                  </a:lnTo>
                  <a:lnTo>
                    <a:pt x="216259" y="231710"/>
                  </a:lnTo>
                  <a:lnTo>
                    <a:pt x="218229" y="226785"/>
                  </a:lnTo>
                  <a:lnTo>
                    <a:pt x="220042" y="221801"/>
                  </a:lnTo>
                  <a:lnTo>
                    <a:pt x="221696" y="216761"/>
                  </a:lnTo>
                  <a:lnTo>
                    <a:pt x="223189" y="211672"/>
                  </a:lnTo>
                  <a:lnTo>
                    <a:pt x="224519" y="206538"/>
                  </a:lnTo>
                  <a:lnTo>
                    <a:pt x="225687" y="201364"/>
                  </a:lnTo>
                  <a:lnTo>
                    <a:pt x="226689" y="196156"/>
                  </a:lnTo>
                  <a:lnTo>
                    <a:pt x="227526" y="190918"/>
                  </a:lnTo>
                  <a:lnTo>
                    <a:pt x="228196" y="185657"/>
                  </a:lnTo>
                  <a:lnTo>
                    <a:pt x="228699" y="180377"/>
                  </a:lnTo>
                  <a:lnTo>
                    <a:pt x="229034" y="175084"/>
                  </a:lnTo>
                  <a:lnTo>
                    <a:pt x="229201" y="169783"/>
                  </a:lnTo>
                  <a:lnTo>
                    <a:pt x="229200" y="164479"/>
                  </a:lnTo>
                  <a:lnTo>
                    <a:pt x="229031" y="159178"/>
                  </a:lnTo>
                  <a:lnTo>
                    <a:pt x="228693" y="153885"/>
                  </a:lnTo>
                  <a:lnTo>
                    <a:pt x="228188" y="148605"/>
                  </a:lnTo>
                  <a:lnTo>
                    <a:pt x="227516" y="143344"/>
                  </a:lnTo>
                  <a:lnTo>
                    <a:pt x="226677" y="138107"/>
                  </a:lnTo>
                  <a:lnTo>
                    <a:pt x="225672" y="132899"/>
                  </a:lnTo>
                  <a:lnTo>
                    <a:pt x="224502" y="127726"/>
                  </a:lnTo>
                  <a:lnTo>
                    <a:pt x="223169" y="122592"/>
                  </a:lnTo>
                  <a:lnTo>
                    <a:pt x="221674" y="117504"/>
                  </a:lnTo>
                  <a:lnTo>
                    <a:pt x="220018" y="112465"/>
                  </a:lnTo>
                  <a:lnTo>
                    <a:pt x="218204" y="107481"/>
                  </a:lnTo>
                  <a:lnTo>
                    <a:pt x="216232" y="102558"/>
                  </a:lnTo>
                  <a:lnTo>
                    <a:pt x="214104" y="97699"/>
                  </a:lnTo>
                  <a:lnTo>
                    <a:pt x="211824" y="92911"/>
                  </a:lnTo>
                  <a:lnTo>
                    <a:pt x="209393" y="88197"/>
                  </a:lnTo>
                  <a:lnTo>
                    <a:pt x="206814" y="83562"/>
                  </a:lnTo>
                  <a:lnTo>
                    <a:pt x="204089" y="79012"/>
                  </a:lnTo>
                  <a:lnTo>
                    <a:pt x="201220" y="74551"/>
                  </a:lnTo>
                  <a:lnTo>
                    <a:pt x="198212" y="70183"/>
                  </a:lnTo>
                  <a:lnTo>
                    <a:pt x="195067" y="65912"/>
                  </a:lnTo>
                  <a:lnTo>
                    <a:pt x="191788" y="61743"/>
                  </a:lnTo>
                  <a:lnTo>
                    <a:pt x="188378" y="57681"/>
                  </a:lnTo>
                  <a:lnTo>
                    <a:pt x="184841" y="53728"/>
                  </a:lnTo>
                  <a:lnTo>
                    <a:pt x="181181" y="49890"/>
                  </a:lnTo>
                  <a:lnTo>
                    <a:pt x="177400" y="46170"/>
                  </a:lnTo>
                  <a:lnTo>
                    <a:pt x="173504" y="42572"/>
                  </a:lnTo>
                  <a:lnTo>
                    <a:pt x="169495" y="39099"/>
                  </a:lnTo>
                  <a:lnTo>
                    <a:pt x="165378" y="35755"/>
                  </a:lnTo>
                  <a:lnTo>
                    <a:pt x="161158" y="32543"/>
                  </a:lnTo>
                  <a:lnTo>
                    <a:pt x="156837" y="29467"/>
                  </a:lnTo>
                  <a:lnTo>
                    <a:pt x="152421" y="26530"/>
                  </a:lnTo>
                  <a:lnTo>
                    <a:pt x="147914" y="23734"/>
                  </a:lnTo>
                  <a:lnTo>
                    <a:pt x="143320" y="21082"/>
                  </a:lnTo>
                  <a:lnTo>
                    <a:pt x="138645" y="18578"/>
                  </a:lnTo>
                  <a:lnTo>
                    <a:pt x="133893" y="16223"/>
                  </a:lnTo>
                  <a:lnTo>
                    <a:pt x="129068" y="14020"/>
                  </a:lnTo>
                  <a:lnTo>
                    <a:pt x="124176" y="11971"/>
                  </a:lnTo>
                  <a:lnTo>
                    <a:pt x="119221" y="10078"/>
                  </a:lnTo>
                  <a:lnTo>
                    <a:pt x="114209" y="8344"/>
                  </a:lnTo>
                  <a:lnTo>
                    <a:pt x="109145" y="6769"/>
                  </a:lnTo>
                  <a:lnTo>
                    <a:pt x="104033" y="5356"/>
                  </a:lnTo>
                  <a:lnTo>
                    <a:pt x="98878" y="4106"/>
                  </a:lnTo>
                  <a:lnTo>
                    <a:pt x="93687" y="3020"/>
                  </a:lnTo>
                  <a:lnTo>
                    <a:pt x="88463" y="2099"/>
                  </a:lnTo>
                  <a:lnTo>
                    <a:pt x="83214" y="1344"/>
                  </a:lnTo>
                  <a:lnTo>
                    <a:pt x="77942" y="756"/>
                  </a:lnTo>
                  <a:lnTo>
                    <a:pt x="72655" y="336"/>
                  </a:lnTo>
                  <a:lnTo>
                    <a:pt x="67358" y="84"/>
                  </a:lnTo>
                  <a:lnTo>
                    <a:pt x="62054" y="0"/>
                  </a:lnTo>
                  <a:lnTo>
                    <a:pt x="6205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620718" y="5220472"/>
              <a:ext cx="12416" cy="167167"/>
            </a:xfrm>
            <a:custGeom>
              <a:avLst/>
              <a:pathLst>
                <a:path w="12416" h="167167">
                  <a:moveTo>
                    <a:pt x="12416" y="0"/>
                  </a:moveTo>
                  <a:lnTo>
                    <a:pt x="0" y="461"/>
                  </a:lnTo>
                  <a:lnTo>
                    <a:pt x="1241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5620718" y="5220933"/>
              <a:ext cx="12416" cy="166705"/>
            </a:xfrm>
            <a:custGeom>
              <a:avLst/>
              <a:pathLst>
                <a:path w="12416" h="166705">
                  <a:moveTo>
                    <a:pt x="0" y="0"/>
                  </a:moveTo>
                  <a:lnTo>
                    <a:pt x="12416" y="1667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5620718" y="5220933"/>
              <a:ext cx="12416" cy="166705"/>
            </a:xfrm>
            <a:custGeom>
              <a:avLst/>
              <a:pathLst>
                <a:path w="12416" h="166705">
                  <a:moveTo>
                    <a:pt x="0" y="0"/>
                  </a:moveTo>
                  <a:lnTo>
                    <a:pt x="12416" y="1667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5620718" y="5220933"/>
              <a:ext cx="12416" cy="166705"/>
            </a:xfrm>
            <a:custGeom>
              <a:avLst/>
              <a:pathLst>
                <a:path w="12416" h="166705">
                  <a:moveTo>
                    <a:pt x="0" y="0"/>
                  </a:moveTo>
                  <a:lnTo>
                    <a:pt x="12416" y="16670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5620718" y="5220933"/>
              <a:ext cx="12416" cy="166705"/>
            </a:xfrm>
            <a:custGeom>
              <a:avLst/>
              <a:pathLst>
                <a:path w="12416" h="166705">
                  <a:moveTo>
                    <a:pt x="0" y="0"/>
                  </a:moveTo>
                  <a:lnTo>
                    <a:pt x="12416" y="16670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5485438" y="5220933"/>
              <a:ext cx="147696" cy="166705"/>
            </a:xfrm>
            <a:custGeom>
              <a:avLst/>
              <a:pathLst>
                <a:path w="147696" h="166705">
                  <a:moveTo>
                    <a:pt x="135279" y="0"/>
                  </a:moveTo>
                  <a:lnTo>
                    <a:pt x="129861" y="492"/>
                  </a:lnTo>
                  <a:lnTo>
                    <a:pt x="124461" y="1160"/>
                  </a:lnTo>
                  <a:lnTo>
                    <a:pt x="119087" y="2004"/>
                  </a:lnTo>
                  <a:lnTo>
                    <a:pt x="113742" y="3022"/>
                  </a:lnTo>
                  <a:lnTo>
                    <a:pt x="108433" y="4214"/>
                  </a:lnTo>
                  <a:lnTo>
                    <a:pt x="103166" y="5578"/>
                  </a:lnTo>
                  <a:lnTo>
                    <a:pt x="97946" y="7112"/>
                  </a:lnTo>
                  <a:lnTo>
                    <a:pt x="92779" y="8816"/>
                  </a:lnTo>
                  <a:lnTo>
                    <a:pt x="87670" y="10686"/>
                  </a:lnTo>
                  <a:lnTo>
                    <a:pt x="82625" y="12722"/>
                  </a:lnTo>
                  <a:lnTo>
                    <a:pt x="77648" y="14922"/>
                  </a:lnTo>
                  <a:lnTo>
                    <a:pt x="72746" y="17281"/>
                  </a:lnTo>
                  <a:lnTo>
                    <a:pt x="67923" y="19800"/>
                  </a:lnTo>
                  <a:lnTo>
                    <a:pt x="63185" y="22473"/>
                  </a:lnTo>
                  <a:lnTo>
                    <a:pt x="58536" y="25300"/>
                  </a:lnTo>
                  <a:lnTo>
                    <a:pt x="53981" y="28276"/>
                  </a:lnTo>
                  <a:lnTo>
                    <a:pt x="49526" y="31399"/>
                  </a:lnTo>
                  <a:lnTo>
                    <a:pt x="45175" y="34666"/>
                  </a:lnTo>
                  <a:lnTo>
                    <a:pt x="40933" y="38072"/>
                  </a:lnTo>
                  <a:lnTo>
                    <a:pt x="36803" y="41614"/>
                  </a:lnTo>
                  <a:lnTo>
                    <a:pt x="32791" y="45289"/>
                  </a:lnTo>
                  <a:lnTo>
                    <a:pt x="28901" y="49093"/>
                  </a:lnTo>
                  <a:lnTo>
                    <a:pt x="25136" y="53021"/>
                  </a:lnTo>
                  <a:lnTo>
                    <a:pt x="21502" y="57070"/>
                  </a:lnTo>
                  <a:lnTo>
                    <a:pt x="18001" y="61235"/>
                  </a:lnTo>
                  <a:lnTo>
                    <a:pt x="14637" y="65511"/>
                  </a:lnTo>
                  <a:lnTo>
                    <a:pt x="11415" y="69895"/>
                  </a:lnTo>
                  <a:lnTo>
                    <a:pt x="8336" y="74381"/>
                  </a:lnTo>
                  <a:lnTo>
                    <a:pt x="5406" y="78965"/>
                  </a:lnTo>
                  <a:lnTo>
                    <a:pt x="2626" y="83642"/>
                  </a:lnTo>
                  <a:lnTo>
                    <a:pt x="0" y="88407"/>
                  </a:lnTo>
                  <a:lnTo>
                    <a:pt x="147696" y="16670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5465979" y="5220472"/>
              <a:ext cx="334305" cy="334334"/>
            </a:xfrm>
            <a:custGeom>
              <a:avLst/>
              <a:pathLst>
                <a:path w="334305" h="334334">
                  <a:moveTo>
                    <a:pt x="19459" y="88868"/>
                  </a:moveTo>
                  <a:lnTo>
                    <a:pt x="17051" y="93590"/>
                  </a:lnTo>
                  <a:lnTo>
                    <a:pt x="14794" y="98385"/>
                  </a:lnTo>
                  <a:lnTo>
                    <a:pt x="12690" y="103250"/>
                  </a:lnTo>
                  <a:lnTo>
                    <a:pt x="10741" y="108179"/>
                  </a:lnTo>
                  <a:lnTo>
                    <a:pt x="8950" y="113167"/>
                  </a:lnTo>
                  <a:lnTo>
                    <a:pt x="7317" y="118209"/>
                  </a:lnTo>
                  <a:lnTo>
                    <a:pt x="5846" y="123301"/>
                  </a:lnTo>
                  <a:lnTo>
                    <a:pt x="4536" y="128437"/>
                  </a:lnTo>
                  <a:lnTo>
                    <a:pt x="3390" y="133611"/>
                  </a:lnTo>
                  <a:lnTo>
                    <a:pt x="2409" y="138820"/>
                  </a:lnTo>
                  <a:lnTo>
                    <a:pt x="1593" y="144057"/>
                  </a:lnTo>
                  <a:lnTo>
                    <a:pt x="943" y="149317"/>
                  </a:lnTo>
                  <a:lnTo>
                    <a:pt x="461" y="154595"/>
                  </a:lnTo>
                  <a:lnTo>
                    <a:pt x="146" y="159886"/>
                  </a:lnTo>
                  <a:lnTo>
                    <a:pt x="0" y="165184"/>
                  </a:lnTo>
                  <a:lnTo>
                    <a:pt x="21" y="170484"/>
                  </a:lnTo>
                  <a:lnTo>
                    <a:pt x="210" y="175780"/>
                  </a:lnTo>
                  <a:lnTo>
                    <a:pt x="567" y="181068"/>
                  </a:lnTo>
                  <a:lnTo>
                    <a:pt x="1091" y="186342"/>
                  </a:lnTo>
                  <a:lnTo>
                    <a:pt x="1783" y="191597"/>
                  </a:lnTo>
                  <a:lnTo>
                    <a:pt x="2640" y="196827"/>
                  </a:lnTo>
                  <a:lnTo>
                    <a:pt x="3663" y="202028"/>
                  </a:lnTo>
                  <a:lnTo>
                    <a:pt x="4850" y="207193"/>
                  </a:lnTo>
                  <a:lnTo>
                    <a:pt x="6201" y="212318"/>
                  </a:lnTo>
                  <a:lnTo>
                    <a:pt x="7713" y="217398"/>
                  </a:lnTo>
                  <a:lnTo>
                    <a:pt x="9386" y="222427"/>
                  </a:lnTo>
                  <a:lnTo>
                    <a:pt x="11217" y="227401"/>
                  </a:lnTo>
                  <a:lnTo>
                    <a:pt x="13205" y="232314"/>
                  </a:lnTo>
                  <a:lnTo>
                    <a:pt x="15347" y="237162"/>
                  </a:lnTo>
                  <a:lnTo>
                    <a:pt x="17642" y="241939"/>
                  </a:lnTo>
                  <a:lnTo>
                    <a:pt x="20088" y="246641"/>
                  </a:lnTo>
                  <a:lnTo>
                    <a:pt x="22681" y="251263"/>
                  </a:lnTo>
                  <a:lnTo>
                    <a:pt x="25420" y="255801"/>
                  </a:lnTo>
                  <a:lnTo>
                    <a:pt x="28301" y="260250"/>
                  </a:lnTo>
                  <a:lnTo>
                    <a:pt x="31321" y="264605"/>
                  </a:lnTo>
                  <a:lnTo>
                    <a:pt x="34479" y="268862"/>
                  </a:lnTo>
                  <a:lnTo>
                    <a:pt x="37769" y="273017"/>
                  </a:lnTo>
                  <a:lnTo>
                    <a:pt x="41190" y="277065"/>
                  </a:lnTo>
                  <a:lnTo>
                    <a:pt x="44737" y="281003"/>
                  </a:lnTo>
                  <a:lnTo>
                    <a:pt x="48407" y="284827"/>
                  </a:lnTo>
                  <a:lnTo>
                    <a:pt x="52197" y="288532"/>
                  </a:lnTo>
                  <a:lnTo>
                    <a:pt x="56102" y="292115"/>
                  </a:lnTo>
                  <a:lnTo>
                    <a:pt x="60119" y="295573"/>
                  </a:lnTo>
                  <a:lnTo>
                    <a:pt x="64243" y="298902"/>
                  </a:lnTo>
                  <a:lnTo>
                    <a:pt x="68471" y="302098"/>
                  </a:lnTo>
                  <a:lnTo>
                    <a:pt x="72798" y="305159"/>
                  </a:lnTo>
                  <a:lnTo>
                    <a:pt x="77220" y="308080"/>
                  </a:lnTo>
                  <a:lnTo>
                    <a:pt x="81732" y="310861"/>
                  </a:lnTo>
                  <a:lnTo>
                    <a:pt x="86331" y="313496"/>
                  </a:lnTo>
                  <a:lnTo>
                    <a:pt x="91010" y="315985"/>
                  </a:lnTo>
                  <a:lnTo>
                    <a:pt x="95766" y="318324"/>
                  </a:lnTo>
                  <a:lnTo>
                    <a:pt x="100594" y="320511"/>
                  </a:lnTo>
                  <a:lnTo>
                    <a:pt x="105488" y="322544"/>
                  </a:lnTo>
                  <a:lnTo>
                    <a:pt x="110445" y="324421"/>
                  </a:lnTo>
                  <a:lnTo>
                    <a:pt x="115459" y="326140"/>
                  </a:lnTo>
                  <a:lnTo>
                    <a:pt x="120524" y="327699"/>
                  </a:lnTo>
                  <a:lnTo>
                    <a:pt x="125637" y="329096"/>
                  </a:lnTo>
                  <a:lnTo>
                    <a:pt x="130791" y="330331"/>
                  </a:lnTo>
                  <a:lnTo>
                    <a:pt x="135982" y="331402"/>
                  </a:lnTo>
                  <a:lnTo>
                    <a:pt x="141204" y="332308"/>
                  </a:lnTo>
                  <a:lnTo>
                    <a:pt x="146452" y="333047"/>
                  </a:lnTo>
                  <a:lnTo>
                    <a:pt x="151721" y="333620"/>
                  </a:lnTo>
                  <a:lnTo>
                    <a:pt x="157005" y="334026"/>
                  </a:lnTo>
                  <a:lnTo>
                    <a:pt x="162300" y="334264"/>
                  </a:lnTo>
                  <a:lnTo>
                    <a:pt x="167600" y="334334"/>
                  </a:lnTo>
                  <a:lnTo>
                    <a:pt x="172899" y="334236"/>
                  </a:lnTo>
                  <a:lnTo>
                    <a:pt x="178192" y="333970"/>
                  </a:lnTo>
                  <a:lnTo>
                    <a:pt x="183474" y="333536"/>
                  </a:lnTo>
                  <a:lnTo>
                    <a:pt x="188740" y="332935"/>
                  </a:lnTo>
                  <a:lnTo>
                    <a:pt x="193985" y="332167"/>
                  </a:lnTo>
                  <a:lnTo>
                    <a:pt x="199202" y="331234"/>
                  </a:lnTo>
                  <a:lnTo>
                    <a:pt x="204387" y="330136"/>
                  </a:lnTo>
                  <a:lnTo>
                    <a:pt x="209534" y="328873"/>
                  </a:lnTo>
                  <a:lnTo>
                    <a:pt x="214639" y="327449"/>
                  </a:lnTo>
                  <a:lnTo>
                    <a:pt x="219697" y="325863"/>
                  </a:lnTo>
                  <a:lnTo>
                    <a:pt x="224701" y="324117"/>
                  </a:lnTo>
                  <a:lnTo>
                    <a:pt x="229648" y="322214"/>
                  </a:lnTo>
                  <a:lnTo>
                    <a:pt x="234531" y="320155"/>
                  </a:lnTo>
                  <a:lnTo>
                    <a:pt x="239347" y="317942"/>
                  </a:lnTo>
                  <a:lnTo>
                    <a:pt x="244091" y="315578"/>
                  </a:lnTo>
                  <a:lnTo>
                    <a:pt x="248757" y="313065"/>
                  </a:lnTo>
                  <a:lnTo>
                    <a:pt x="253341" y="310404"/>
                  </a:lnTo>
                  <a:lnTo>
                    <a:pt x="257838" y="307600"/>
                  </a:lnTo>
                  <a:lnTo>
                    <a:pt x="262245" y="304655"/>
                  </a:lnTo>
                  <a:lnTo>
                    <a:pt x="266555" y="301571"/>
                  </a:lnTo>
                  <a:lnTo>
                    <a:pt x="270766" y="298353"/>
                  </a:lnTo>
                  <a:lnTo>
                    <a:pt x="274873" y="295002"/>
                  </a:lnTo>
                  <a:lnTo>
                    <a:pt x="278871" y="291523"/>
                  </a:lnTo>
                  <a:lnTo>
                    <a:pt x="282757" y="287919"/>
                  </a:lnTo>
                  <a:lnTo>
                    <a:pt x="286527" y="284194"/>
                  </a:lnTo>
                  <a:lnTo>
                    <a:pt x="290177" y="280351"/>
                  </a:lnTo>
                  <a:lnTo>
                    <a:pt x="293703" y="276394"/>
                  </a:lnTo>
                  <a:lnTo>
                    <a:pt x="297102" y="272327"/>
                  </a:lnTo>
                  <a:lnTo>
                    <a:pt x="300371" y="268155"/>
                  </a:lnTo>
                  <a:lnTo>
                    <a:pt x="303505" y="263881"/>
                  </a:lnTo>
                  <a:lnTo>
                    <a:pt x="306503" y="259510"/>
                  </a:lnTo>
                  <a:lnTo>
                    <a:pt x="309360" y="255046"/>
                  </a:lnTo>
                  <a:lnTo>
                    <a:pt x="312074" y="250494"/>
                  </a:lnTo>
                  <a:lnTo>
                    <a:pt x="314643" y="245858"/>
                  </a:lnTo>
                  <a:lnTo>
                    <a:pt x="317064" y="241143"/>
                  </a:lnTo>
                  <a:lnTo>
                    <a:pt x="319333" y="236353"/>
                  </a:lnTo>
                  <a:lnTo>
                    <a:pt x="321450" y="231494"/>
                  </a:lnTo>
                  <a:lnTo>
                    <a:pt x="323412" y="226571"/>
                  </a:lnTo>
                  <a:lnTo>
                    <a:pt x="325216" y="221587"/>
                  </a:lnTo>
                  <a:lnTo>
                    <a:pt x="326862" y="216549"/>
                  </a:lnTo>
                  <a:lnTo>
                    <a:pt x="328347" y="211462"/>
                  </a:lnTo>
                  <a:lnTo>
                    <a:pt x="329671" y="206329"/>
                  </a:lnTo>
                  <a:lnTo>
                    <a:pt x="330830" y="201158"/>
                  </a:lnTo>
                  <a:lnTo>
                    <a:pt x="331826" y="195952"/>
                  </a:lnTo>
                  <a:lnTo>
                    <a:pt x="332655" y="190717"/>
                  </a:lnTo>
                  <a:lnTo>
                    <a:pt x="333319" y="185459"/>
                  </a:lnTo>
                  <a:lnTo>
                    <a:pt x="333815" y="180182"/>
                  </a:lnTo>
                  <a:lnTo>
                    <a:pt x="334144" y="174892"/>
                  </a:lnTo>
                  <a:lnTo>
                    <a:pt x="334305" y="169595"/>
                  </a:lnTo>
                  <a:lnTo>
                    <a:pt x="334298" y="164295"/>
                  </a:lnTo>
                  <a:lnTo>
                    <a:pt x="334123" y="158998"/>
                  </a:lnTo>
                  <a:lnTo>
                    <a:pt x="333780" y="153709"/>
                  </a:lnTo>
                  <a:lnTo>
                    <a:pt x="333270" y="148433"/>
                  </a:lnTo>
                  <a:lnTo>
                    <a:pt x="332592" y="143177"/>
                  </a:lnTo>
                  <a:lnTo>
                    <a:pt x="331749" y="137944"/>
                  </a:lnTo>
                  <a:lnTo>
                    <a:pt x="330739" y="132741"/>
                  </a:lnTo>
                  <a:lnTo>
                    <a:pt x="329566" y="127572"/>
                  </a:lnTo>
                  <a:lnTo>
                    <a:pt x="328229" y="122444"/>
                  </a:lnTo>
                  <a:lnTo>
                    <a:pt x="326730" y="117360"/>
                  </a:lnTo>
                  <a:lnTo>
                    <a:pt x="325071" y="112326"/>
                  </a:lnTo>
                  <a:lnTo>
                    <a:pt x="323253" y="107348"/>
                  </a:lnTo>
                  <a:lnTo>
                    <a:pt x="321279" y="102429"/>
                  </a:lnTo>
                  <a:lnTo>
                    <a:pt x="319149" y="97576"/>
                  </a:lnTo>
                  <a:lnTo>
                    <a:pt x="316866" y="92793"/>
                  </a:lnTo>
                  <a:lnTo>
                    <a:pt x="314433" y="88084"/>
                  </a:lnTo>
                  <a:lnTo>
                    <a:pt x="311852" y="83455"/>
                  </a:lnTo>
                  <a:lnTo>
                    <a:pt x="309126" y="78910"/>
                  </a:lnTo>
                  <a:lnTo>
                    <a:pt x="306257" y="74454"/>
                  </a:lnTo>
                  <a:lnTo>
                    <a:pt x="303248" y="70091"/>
                  </a:lnTo>
                  <a:lnTo>
                    <a:pt x="300102" y="65825"/>
                  </a:lnTo>
                  <a:lnTo>
                    <a:pt x="296822" y="61662"/>
                  </a:lnTo>
                  <a:lnTo>
                    <a:pt x="293412" y="57604"/>
                  </a:lnTo>
                  <a:lnTo>
                    <a:pt x="289876" y="53657"/>
                  </a:lnTo>
                  <a:lnTo>
                    <a:pt x="286216" y="49823"/>
                  </a:lnTo>
                  <a:lnTo>
                    <a:pt x="282436" y="46108"/>
                  </a:lnTo>
                  <a:lnTo>
                    <a:pt x="278540" y="42514"/>
                  </a:lnTo>
                  <a:lnTo>
                    <a:pt x="274533" y="39046"/>
                  </a:lnTo>
                  <a:lnTo>
                    <a:pt x="270417" y="35706"/>
                  </a:lnTo>
                  <a:lnTo>
                    <a:pt x="266198" y="32499"/>
                  </a:lnTo>
                  <a:lnTo>
                    <a:pt x="261879" y="29427"/>
                  </a:lnTo>
                  <a:lnTo>
                    <a:pt x="257465" y="26493"/>
                  </a:lnTo>
                  <a:lnTo>
                    <a:pt x="252960" y="23701"/>
                  </a:lnTo>
                  <a:lnTo>
                    <a:pt x="248369" y="21053"/>
                  </a:lnTo>
                  <a:lnTo>
                    <a:pt x="243696" y="18552"/>
                  </a:lnTo>
                  <a:lnTo>
                    <a:pt x="238946" y="16200"/>
                  </a:lnTo>
                  <a:lnTo>
                    <a:pt x="234124" y="14000"/>
                  </a:lnTo>
                  <a:lnTo>
                    <a:pt x="229235" y="11954"/>
                  </a:lnTo>
                  <a:lnTo>
                    <a:pt x="224283" y="10064"/>
                  </a:lnTo>
                  <a:lnTo>
                    <a:pt x="219274" y="8332"/>
                  </a:lnTo>
                  <a:lnTo>
                    <a:pt x="214213" y="6760"/>
                  </a:lnTo>
                  <a:lnTo>
                    <a:pt x="209104" y="5348"/>
                  </a:lnTo>
                  <a:lnTo>
                    <a:pt x="203953" y="4100"/>
                  </a:lnTo>
                  <a:lnTo>
                    <a:pt x="198765" y="3015"/>
                  </a:lnTo>
                  <a:lnTo>
                    <a:pt x="193546" y="2096"/>
                  </a:lnTo>
                  <a:lnTo>
                    <a:pt x="188299" y="1342"/>
                  </a:lnTo>
                  <a:lnTo>
                    <a:pt x="183032" y="755"/>
                  </a:lnTo>
                  <a:lnTo>
                    <a:pt x="177749" y="335"/>
                  </a:lnTo>
                  <a:lnTo>
                    <a:pt x="172455" y="84"/>
                  </a:lnTo>
                  <a:lnTo>
                    <a:pt x="167155" y="0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054675" y="4961274"/>
              <a:ext cx="28165" cy="167167"/>
            </a:xfrm>
            <a:custGeom>
              <a:avLst/>
              <a:pathLst>
                <a:path w="28165" h="167167">
                  <a:moveTo>
                    <a:pt x="28165" y="0"/>
                  </a:moveTo>
                  <a:lnTo>
                    <a:pt x="21092" y="149"/>
                  </a:lnTo>
                  <a:lnTo>
                    <a:pt x="14032" y="598"/>
                  </a:lnTo>
                  <a:lnTo>
                    <a:pt x="6997" y="1345"/>
                  </a:lnTo>
                  <a:lnTo>
                    <a:pt x="0" y="2389"/>
                  </a:lnTo>
                  <a:lnTo>
                    <a:pt x="2816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054675" y="4963663"/>
              <a:ext cx="28165" cy="164777"/>
            </a:xfrm>
            <a:custGeom>
              <a:avLst/>
              <a:pathLst>
                <a:path w="28165" h="164777">
                  <a:moveTo>
                    <a:pt x="0" y="0"/>
                  </a:moveTo>
                  <a:lnTo>
                    <a:pt x="28165" y="1647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054675" y="4963663"/>
              <a:ext cx="28165" cy="164777"/>
            </a:xfrm>
            <a:custGeom>
              <a:avLst/>
              <a:pathLst>
                <a:path w="28165" h="164777">
                  <a:moveTo>
                    <a:pt x="0" y="0"/>
                  </a:moveTo>
                  <a:lnTo>
                    <a:pt x="28165" y="16477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054675" y="4963663"/>
              <a:ext cx="28165" cy="164777"/>
            </a:xfrm>
            <a:custGeom>
              <a:avLst/>
              <a:pathLst>
                <a:path w="28165" h="164777">
                  <a:moveTo>
                    <a:pt x="0" y="0"/>
                  </a:moveTo>
                  <a:lnTo>
                    <a:pt x="28165" y="16477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5915685" y="4963663"/>
              <a:ext cx="167154" cy="178898"/>
            </a:xfrm>
            <a:custGeom>
              <a:avLst/>
              <a:pathLst>
                <a:path w="167154" h="178898">
                  <a:moveTo>
                    <a:pt x="138989" y="0"/>
                  </a:moveTo>
                  <a:lnTo>
                    <a:pt x="133681" y="995"/>
                  </a:lnTo>
                  <a:lnTo>
                    <a:pt x="128409" y="2162"/>
                  </a:lnTo>
                  <a:lnTo>
                    <a:pt x="123176" y="3498"/>
                  </a:lnTo>
                  <a:lnTo>
                    <a:pt x="117990" y="5003"/>
                  </a:lnTo>
                  <a:lnTo>
                    <a:pt x="112855" y="6674"/>
                  </a:lnTo>
                  <a:lnTo>
                    <a:pt x="107776" y="8511"/>
                  </a:lnTo>
                  <a:lnTo>
                    <a:pt x="102760" y="10510"/>
                  </a:lnTo>
                  <a:lnTo>
                    <a:pt x="97811" y="12671"/>
                  </a:lnTo>
                  <a:lnTo>
                    <a:pt x="92934" y="14990"/>
                  </a:lnTo>
                  <a:lnTo>
                    <a:pt x="88134" y="17465"/>
                  </a:lnTo>
                  <a:lnTo>
                    <a:pt x="83417" y="20095"/>
                  </a:lnTo>
                  <a:lnTo>
                    <a:pt x="78788" y="22875"/>
                  </a:lnTo>
                  <a:lnTo>
                    <a:pt x="74250" y="25803"/>
                  </a:lnTo>
                  <a:lnTo>
                    <a:pt x="69810" y="28876"/>
                  </a:lnTo>
                  <a:lnTo>
                    <a:pt x="65471" y="32092"/>
                  </a:lnTo>
                  <a:lnTo>
                    <a:pt x="61238" y="35445"/>
                  </a:lnTo>
                  <a:lnTo>
                    <a:pt x="57116" y="38934"/>
                  </a:lnTo>
                  <a:lnTo>
                    <a:pt x="53109" y="42554"/>
                  </a:lnTo>
                  <a:lnTo>
                    <a:pt x="49220" y="46301"/>
                  </a:lnTo>
                  <a:lnTo>
                    <a:pt x="45455" y="50172"/>
                  </a:lnTo>
                  <a:lnTo>
                    <a:pt x="41817" y="54163"/>
                  </a:lnTo>
                  <a:lnTo>
                    <a:pt x="38309" y="58269"/>
                  </a:lnTo>
                  <a:lnTo>
                    <a:pt x="34936" y="62487"/>
                  </a:lnTo>
                  <a:lnTo>
                    <a:pt x="31701" y="66811"/>
                  </a:lnTo>
                  <a:lnTo>
                    <a:pt x="28608" y="71237"/>
                  </a:lnTo>
                  <a:lnTo>
                    <a:pt x="25658" y="75761"/>
                  </a:lnTo>
                  <a:lnTo>
                    <a:pt x="22857" y="80378"/>
                  </a:lnTo>
                  <a:lnTo>
                    <a:pt x="20206" y="85083"/>
                  </a:lnTo>
                  <a:lnTo>
                    <a:pt x="17709" y="89871"/>
                  </a:lnTo>
                  <a:lnTo>
                    <a:pt x="15367" y="94737"/>
                  </a:lnTo>
                  <a:lnTo>
                    <a:pt x="13184" y="99676"/>
                  </a:lnTo>
                  <a:lnTo>
                    <a:pt x="11162" y="104683"/>
                  </a:lnTo>
                  <a:lnTo>
                    <a:pt x="9302" y="109753"/>
                  </a:lnTo>
                  <a:lnTo>
                    <a:pt x="7607" y="114881"/>
                  </a:lnTo>
                  <a:lnTo>
                    <a:pt x="6079" y="120060"/>
                  </a:lnTo>
                  <a:lnTo>
                    <a:pt x="4718" y="125286"/>
                  </a:lnTo>
                  <a:lnTo>
                    <a:pt x="3527" y="130554"/>
                  </a:lnTo>
                  <a:lnTo>
                    <a:pt x="2507" y="135857"/>
                  </a:lnTo>
                  <a:lnTo>
                    <a:pt x="1659" y="141190"/>
                  </a:lnTo>
                  <a:lnTo>
                    <a:pt x="984" y="146548"/>
                  </a:lnTo>
                  <a:lnTo>
                    <a:pt x="482" y="151925"/>
                  </a:lnTo>
                  <a:lnTo>
                    <a:pt x="153" y="157315"/>
                  </a:lnTo>
                  <a:lnTo>
                    <a:pt x="0" y="162713"/>
                  </a:lnTo>
                  <a:lnTo>
                    <a:pt x="20" y="168113"/>
                  </a:lnTo>
                  <a:lnTo>
                    <a:pt x="215" y="173510"/>
                  </a:lnTo>
                  <a:lnTo>
                    <a:pt x="584" y="178898"/>
                  </a:lnTo>
                  <a:lnTo>
                    <a:pt x="167154" y="16477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5916270" y="4961274"/>
              <a:ext cx="333720" cy="334333"/>
            </a:xfrm>
            <a:custGeom>
              <a:avLst/>
              <a:pathLst>
                <a:path w="333720" h="334333">
                  <a:moveTo>
                    <a:pt x="0" y="181287"/>
                  </a:moveTo>
                  <a:lnTo>
                    <a:pt x="531" y="186559"/>
                  </a:lnTo>
                  <a:lnTo>
                    <a:pt x="1229" y="191812"/>
                  </a:lnTo>
                  <a:lnTo>
                    <a:pt x="2093" y="197039"/>
                  </a:lnTo>
                  <a:lnTo>
                    <a:pt x="3122" y="202237"/>
                  </a:lnTo>
                  <a:lnTo>
                    <a:pt x="4316" y="207399"/>
                  </a:lnTo>
                  <a:lnTo>
                    <a:pt x="5672" y="212521"/>
                  </a:lnTo>
                  <a:lnTo>
                    <a:pt x="7190" y="217598"/>
                  </a:lnTo>
                  <a:lnTo>
                    <a:pt x="8869" y="222623"/>
                  </a:lnTo>
                  <a:lnTo>
                    <a:pt x="10705" y="227593"/>
                  </a:lnTo>
                  <a:lnTo>
                    <a:pt x="12699" y="232503"/>
                  </a:lnTo>
                  <a:lnTo>
                    <a:pt x="14847" y="237346"/>
                  </a:lnTo>
                  <a:lnTo>
                    <a:pt x="17147" y="242119"/>
                  </a:lnTo>
                  <a:lnTo>
                    <a:pt x="19597" y="246817"/>
                  </a:lnTo>
                  <a:lnTo>
                    <a:pt x="22196" y="251435"/>
                  </a:lnTo>
                  <a:lnTo>
                    <a:pt x="24939" y="255968"/>
                  </a:lnTo>
                  <a:lnTo>
                    <a:pt x="27824" y="260412"/>
                  </a:lnTo>
                  <a:lnTo>
                    <a:pt x="30849" y="264763"/>
                  </a:lnTo>
                  <a:lnTo>
                    <a:pt x="34010" y="269015"/>
                  </a:lnTo>
                  <a:lnTo>
                    <a:pt x="37305" y="273165"/>
                  </a:lnTo>
                  <a:lnTo>
                    <a:pt x="40729" y="277208"/>
                  </a:lnTo>
                  <a:lnTo>
                    <a:pt x="44279" y="281141"/>
                  </a:lnTo>
                  <a:lnTo>
                    <a:pt x="47953" y="284959"/>
                  </a:lnTo>
                  <a:lnTo>
                    <a:pt x="51746" y="288659"/>
                  </a:lnTo>
                  <a:lnTo>
                    <a:pt x="55654" y="292237"/>
                  </a:lnTo>
                  <a:lnTo>
                    <a:pt x="59673" y="295690"/>
                  </a:lnTo>
                  <a:lnTo>
                    <a:pt x="63800" y="299013"/>
                  </a:lnTo>
                  <a:lnTo>
                    <a:pt x="68030" y="302204"/>
                  </a:lnTo>
                  <a:lnTo>
                    <a:pt x="72359" y="305259"/>
                  </a:lnTo>
                  <a:lnTo>
                    <a:pt x="76783" y="308175"/>
                  </a:lnTo>
                  <a:lnTo>
                    <a:pt x="81297" y="310950"/>
                  </a:lnTo>
                  <a:lnTo>
                    <a:pt x="85896" y="313580"/>
                  </a:lnTo>
                  <a:lnTo>
                    <a:pt x="90577" y="316063"/>
                  </a:lnTo>
                  <a:lnTo>
                    <a:pt x="95334" y="318397"/>
                  </a:lnTo>
                  <a:lnTo>
                    <a:pt x="100163" y="320578"/>
                  </a:lnTo>
                  <a:lnTo>
                    <a:pt x="105058" y="322606"/>
                  </a:lnTo>
                  <a:lnTo>
                    <a:pt x="110015" y="324477"/>
                  </a:lnTo>
                  <a:lnTo>
                    <a:pt x="115029" y="326191"/>
                  </a:lnTo>
                  <a:lnTo>
                    <a:pt x="120095" y="327744"/>
                  </a:lnTo>
                  <a:lnTo>
                    <a:pt x="125207" y="329136"/>
                  </a:lnTo>
                  <a:lnTo>
                    <a:pt x="130361" y="330366"/>
                  </a:lnTo>
                  <a:lnTo>
                    <a:pt x="135551" y="331431"/>
                  </a:lnTo>
                  <a:lnTo>
                    <a:pt x="140773" y="332332"/>
                  </a:lnTo>
                  <a:lnTo>
                    <a:pt x="146020" y="333067"/>
                  </a:lnTo>
                  <a:lnTo>
                    <a:pt x="151288" y="333634"/>
                  </a:lnTo>
                  <a:lnTo>
                    <a:pt x="156572" y="334035"/>
                  </a:lnTo>
                  <a:lnTo>
                    <a:pt x="161865" y="334268"/>
                  </a:lnTo>
                  <a:lnTo>
                    <a:pt x="167163" y="334333"/>
                  </a:lnTo>
                  <a:lnTo>
                    <a:pt x="172461" y="334231"/>
                  </a:lnTo>
                  <a:lnTo>
                    <a:pt x="177752" y="333960"/>
                  </a:lnTo>
                  <a:lnTo>
                    <a:pt x="183033" y="333522"/>
                  </a:lnTo>
                  <a:lnTo>
                    <a:pt x="188297" y="332916"/>
                  </a:lnTo>
                  <a:lnTo>
                    <a:pt x="193539" y="332145"/>
                  </a:lnTo>
                  <a:lnTo>
                    <a:pt x="198754" y="331207"/>
                  </a:lnTo>
                  <a:lnTo>
                    <a:pt x="203936" y="330105"/>
                  </a:lnTo>
                  <a:lnTo>
                    <a:pt x="209081" y="328839"/>
                  </a:lnTo>
                  <a:lnTo>
                    <a:pt x="214184" y="327410"/>
                  </a:lnTo>
                  <a:lnTo>
                    <a:pt x="219238" y="325821"/>
                  </a:lnTo>
                  <a:lnTo>
                    <a:pt x="224240" y="324072"/>
                  </a:lnTo>
                  <a:lnTo>
                    <a:pt x="229183" y="322165"/>
                  </a:lnTo>
                  <a:lnTo>
                    <a:pt x="234064" y="320103"/>
                  </a:lnTo>
                  <a:lnTo>
                    <a:pt x="238877" y="317887"/>
                  </a:lnTo>
                  <a:lnTo>
                    <a:pt x="243617" y="315520"/>
                  </a:lnTo>
                  <a:lnTo>
                    <a:pt x="248280" y="313003"/>
                  </a:lnTo>
                  <a:lnTo>
                    <a:pt x="252861" y="310341"/>
                  </a:lnTo>
                  <a:lnTo>
                    <a:pt x="257355" y="307534"/>
                  </a:lnTo>
                  <a:lnTo>
                    <a:pt x="261758" y="304586"/>
                  </a:lnTo>
                  <a:lnTo>
                    <a:pt x="266065" y="301501"/>
                  </a:lnTo>
                  <a:lnTo>
                    <a:pt x="270273" y="298280"/>
                  </a:lnTo>
                  <a:lnTo>
                    <a:pt x="274376" y="294927"/>
                  </a:lnTo>
                  <a:lnTo>
                    <a:pt x="278371" y="291447"/>
                  </a:lnTo>
                  <a:lnTo>
                    <a:pt x="282253" y="287841"/>
                  </a:lnTo>
                  <a:lnTo>
                    <a:pt x="286020" y="284114"/>
                  </a:lnTo>
                  <a:lnTo>
                    <a:pt x="289666" y="280270"/>
                  </a:lnTo>
                  <a:lnTo>
                    <a:pt x="293189" y="276312"/>
                  </a:lnTo>
                  <a:lnTo>
                    <a:pt x="296584" y="272244"/>
                  </a:lnTo>
                  <a:lnTo>
                    <a:pt x="299849" y="268071"/>
                  </a:lnTo>
                  <a:lnTo>
                    <a:pt x="302980" y="263796"/>
                  </a:lnTo>
                  <a:lnTo>
                    <a:pt x="305974" y="259425"/>
                  </a:lnTo>
                  <a:lnTo>
                    <a:pt x="308827" y="254960"/>
                  </a:lnTo>
                  <a:lnTo>
                    <a:pt x="311538" y="250408"/>
                  </a:lnTo>
                  <a:lnTo>
                    <a:pt x="314103" y="245772"/>
                  </a:lnTo>
                  <a:lnTo>
                    <a:pt x="316521" y="241056"/>
                  </a:lnTo>
                  <a:lnTo>
                    <a:pt x="318787" y="236267"/>
                  </a:lnTo>
                  <a:lnTo>
                    <a:pt x="320900" y="231408"/>
                  </a:lnTo>
                  <a:lnTo>
                    <a:pt x="322859" y="226485"/>
                  </a:lnTo>
                  <a:lnTo>
                    <a:pt x="324660" y="221502"/>
                  </a:lnTo>
                  <a:lnTo>
                    <a:pt x="326303" y="216464"/>
                  </a:lnTo>
                  <a:lnTo>
                    <a:pt x="327785" y="211377"/>
                  </a:lnTo>
                  <a:lnTo>
                    <a:pt x="329105" y="206246"/>
                  </a:lnTo>
                  <a:lnTo>
                    <a:pt x="330262" y="201075"/>
                  </a:lnTo>
                  <a:lnTo>
                    <a:pt x="331254" y="195870"/>
                  </a:lnTo>
                  <a:lnTo>
                    <a:pt x="332081" y="190637"/>
                  </a:lnTo>
                  <a:lnTo>
                    <a:pt x="332742" y="185380"/>
                  </a:lnTo>
                  <a:lnTo>
                    <a:pt x="333236" y="180104"/>
                  </a:lnTo>
                  <a:lnTo>
                    <a:pt x="333562" y="174816"/>
                  </a:lnTo>
                  <a:lnTo>
                    <a:pt x="333720" y="169519"/>
                  </a:lnTo>
                  <a:lnTo>
                    <a:pt x="333711" y="164221"/>
                  </a:lnTo>
                  <a:lnTo>
                    <a:pt x="333534" y="158925"/>
                  </a:lnTo>
                  <a:lnTo>
                    <a:pt x="333189" y="153638"/>
                  </a:lnTo>
                  <a:lnTo>
                    <a:pt x="332676" y="148364"/>
                  </a:lnTo>
                  <a:lnTo>
                    <a:pt x="331997" y="143109"/>
                  </a:lnTo>
                  <a:lnTo>
                    <a:pt x="331151" y="137879"/>
                  </a:lnTo>
                  <a:lnTo>
                    <a:pt x="330140" y="132678"/>
                  </a:lnTo>
                  <a:lnTo>
                    <a:pt x="328965" y="127511"/>
                  </a:lnTo>
                  <a:lnTo>
                    <a:pt x="327627" y="122384"/>
                  </a:lnTo>
                  <a:lnTo>
                    <a:pt x="326127" y="117303"/>
                  </a:lnTo>
                  <a:lnTo>
                    <a:pt x="324466" y="112271"/>
                  </a:lnTo>
                  <a:lnTo>
                    <a:pt x="322647" y="107294"/>
                  </a:lnTo>
                  <a:lnTo>
                    <a:pt x="320671" y="102378"/>
                  </a:lnTo>
                  <a:lnTo>
                    <a:pt x="318541" y="97527"/>
                  </a:lnTo>
                  <a:lnTo>
                    <a:pt x="316257" y="92745"/>
                  </a:lnTo>
                  <a:lnTo>
                    <a:pt x="313823" y="88039"/>
                  </a:lnTo>
                  <a:lnTo>
                    <a:pt x="311242" y="83412"/>
                  </a:lnTo>
                  <a:lnTo>
                    <a:pt x="308515" y="78869"/>
                  </a:lnTo>
                  <a:lnTo>
                    <a:pt x="305645" y="74415"/>
                  </a:lnTo>
                  <a:lnTo>
                    <a:pt x="302636" y="70054"/>
                  </a:lnTo>
                  <a:lnTo>
                    <a:pt x="299490" y="65790"/>
                  </a:lnTo>
                  <a:lnTo>
                    <a:pt x="296210" y="61629"/>
                  </a:lnTo>
                  <a:lnTo>
                    <a:pt x="292800" y="57573"/>
                  </a:lnTo>
                  <a:lnTo>
                    <a:pt x="289263" y="53628"/>
                  </a:lnTo>
                  <a:lnTo>
                    <a:pt x="285604" y="49796"/>
                  </a:lnTo>
                  <a:lnTo>
                    <a:pt x="281824" y="46083"/>
                  </a:lnTo>
                  <a:lnTo>
                    <a:pt x="277929" y="42491"/>
                  </a:lnTo>
                  <a:lnTo>
                    <a:pt x="273922" y="39024"/>
                  </a:lnTo>
                  <a:lnTo>
                    <a:pt x="269807" y="35687"/>
                  </a:lnTo>
                  <a:lnTo>
                    <a:pt x="265588" y="32481"/>
                  </a:lnTo>
                  <a:lnTo>
                    <a:pt x="261270" y="29410"/>
                  </a:lnTo>
                  <a:lnTo>
                    <a:pt x="256856" y="26478"/>
                  </a:lnTo>
                  <a:lnTo>
                    <a:pt x="252352" y="23688"/>
                  </a:lnTo>
                  <a:lnTo>
                    <a:pt x="247762" y="21041"/>
                  </a:lnTo>
                  <a:lnTo>
                    <a:pt x="243090" y="18541"/>
                  </a:lnTo>
                  <a:lnTo>
                    <a:pt x="238341" y="16191"/>
                  </a:lnTo>
                  <a:lnTo>
                    <a:pt x="233521" y="13992"/>
                  </a:lnTo>
                  <a:lnTo>
                    <a:pt x="228633" y="11947"/>
                  </a:lnTo>
                  <a:lnTo>
                    <a:pt x="223682" y="10058"/>
                  </a:lnTo>
                  <a:lnTo>
                    <a:pt x="218674" y="8327"/>
                  </a:lnTo>
                  <a:lnTo>
                    <a:pt x="213614" y="6756"/>
                  </a:lnTo>
                  <a:lnTo>
                    <a:pt x="208507" y="5345"/>
                  </a:lnTo>
                  <a:lnTo>
                    <a:pt x="203357" y="4098"/>
                  </a:lnTo>
                  <a:lnTo>
                    <a:pt x="198171" y="3014"/>
                  </a:lnTo>
                  <a:lnTo>
                    <a:pt x="192953" y="2095"/>
                  </a:lnTo>
                  <a:lnTo>
                    <a:pt x="187708" y="1341"/>
                  </a:lnTo>
                  <a:lnTo>
                    <a:pt x="182442" y="755"/>
                  </a:lnTo>
                  <a:lnTo>
                    <a:pt x="177160" y="335"/>
                  </a:lnTo>
                  <a:lnTo>
                    <a:pt x="171867" y="83"/>
                  </a:lnTo>
                  <a:lnTo>
                    <a:pt x="166570" y="0"/>
                  </a:lnTo>
                  <a:lnTo>
                    <a:pt x="16657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359276" y="4605529"/>
              <a:ext cx="101270" cy="167167"/>
            </a:xfrm>
            <a:custGeom>
              <a:avLst/>
              <a:pathLst>
                <a:path w="101270" h="167167">
                  <a:moveTo>
                    <a:pt x="101270" y="0"/>
                  </a:moveTo>
                  <a:lnTo>
                    <a:pt x="95545" y="98"/>
                  </a:lnTo>
                  <a:lnTo>
                    <a:pt x="89827" y="392"/>
                  </a:lnTo>
                  <a:lnTo>
                    <a:pt x="84123" y="881"/>
                  </a:lnTo>
                  <a:lnTo>
                    <a:pt x="78439" y="1566"/>
                  </a:lnTo>
                  <a:lnTo>
                    <a:pt x="72781" y="2445"/>
                  </a:lnTo>
                  <a:lnTo>
                    <a:pt x="67157" y="3517"/>
                  </a:lnTo>
                  <a:lnTo>
                    <a:pt x="61573" y="4781"/>
                  </a:lnTo>
                  <a:lnTo>
                    <a:pt x="56035" y="6236"/>
                  </a:lnTo>
                  <a:lnTo>
                    <a:pt x="50551" y="7879"/>
                  </a:lnTo>
                  <a:lnTo>
                    <a:pt x="45126" y="9710"/>
                  </a:lnTo>
                  <a:lnTo>
                    <a:pt x="39767" y="11725"/>
                  </a:lnTo>
                  <a:lnTo>
                    <a:pt x="34480" y="13922"/>
                  </a:lnTo>
                  <a:lnTo>
                    <a:pt x="29271" y="16299"/>
                  </a:lnTo>
                  <a:lnTo>
                    <a:pt x="24147" y="18853"/>
                  </a:lnTo>
                  <a:lnTo>
                    <a:pt x="19113" y="21581"/>
                  </a:lnTo>
                  <a:lnTo>
                    <a:pt x="14176" y="24480"/>
                  </a:lnTo>
                  <a:lnTo>
                    <a:pt x="9341" y="27546"/>
                  </a:lnTo>
                  <a:lnTo>
                    <a:pt x="4613" y="30776"/>
                  </a:lnTo>
                  <a:lnTo>
                    <a:pt x="0" y="34166"/>
                  </a:lnTo>
                  <a:lnTo>
                    <a:pt x="10127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359276" y="4639695"/>
              <a:ext cx="101270" cy="133001"/>
            </a:xfrm>
            <a:custGeom>
              <a:avLst/>
              <a:pathLst>
                <a:path w="101270" h="133001">
                  <a:moveTo>
                    <a:pt x="0" y="0"/>
                  </a:moveTo>
                  <a:lnTo>
                    <a:pt x="101270" y="13300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359276" y="4639695"/>
              <a:ext cx="101270" cy="133001"/>
            </a:xfrm>
            <a:custGeom>
              <a:avLst/>
              <a:pathLst>
                <a:path w="101270" h="133001">
                  <a:moveTo>
                    <a:pt x="0" y="0"/>
                  </a:moveTo>
                  <a:lnTo>
                    <a:pt x="101270" y="13300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293380" y="4639695"/>
              <a:ext cx="334320" cy="300163"/>
            </a:xfrm>
            <a:custGeom>
              <a:avLst/>
              <a:pathLst>
                <a:path w="334320" h="300163">
                  <a:moveTo>
                    <a:pt x="65896" y="0"/>
                  </a:moveTo>
                  <a:lnTo>
                    <a:pt x="61714" y="3290"/>
                  </a:lnTo>
                  <a:lnTo>
                    <a:pt x="57640" y="6712"/>
                  </a:lnTo>
                  <a:lnTo>
                    <a:pt x="53676" y="10261"/>
                  </a:lnTo>
                  <a:lnTo>
                    <a:pt x="49827" y="13935"/>
                  </a:lnTo>
                  <a:lnTo>
                    <a:pt x="46097" y="17730"/>
                  </a:lnTo>
                  <a:lnTo>
                    <a:pt x="42490" y="21641"/>
                  </a:lnTo>
                  <a:lnTo>
                    <a:pt x="39009" y="25666"/>
                  </a:lnTo>
                  <a:lnTo>
                    <a:pt x="35658" y="29799"/>
                  </a:lnTo>
                  <a:lnTo>
                    <a:pt x="32440" y="34036"/>
                  </a:lnTo>
                  <a:lnTo>
                    <a:pt x="29359" y="38374"/>
                  </a:lnTo>
                  <a:lnTo>
                    <a:pt x="26417" y="42808"/>
                  </a:lnTo>
                  <a:lnTo>
                    <a:pt x="23618" y="47333"/>
                  </a:lnTo>
                  <a:lnTo>
                    <a:pt x="20965" y="51945"/>
                  </a:lnTo>
                  <a:lnTo>
                    <a:pt x="18459" y="56639"/>
                  </a:lnTo>
                  <a:lnTo>
                    <a:pt x="16104" y="61410"/>
                  </a:lnTo>
                  <a:lnTo>
                    <a:pt x="13902" y="66254"/>
                  </a:lnTo>
                  <a:lnTo>
                    <a:pt x="11856" y="71165"/>
                  </a:lnTo>
                  <a:lnTo>
                    <a:pt x="9966" y="76139"/>
                  </a:lnTo>
                  <a:lnTo>
                    <a:pt x="8236" y="81171"/>
                  </a:lnTo>
                  <a:lnTo>
                    <a:pt x="6667" y="86255"/>
                  </a:lnTo>
                  <a:lnTo>
                    <a:pt x="5261" y="91387"/>
                  </a:lnTo>
                  <a:lnTo>
                    <a:pt x="4019" y="96561"/>
                  </a:lnTo>
                  <a:lnTo>
                    <a:pt x="2942" y="101771"/>
                  </a:lnTo>
                  <a:lnTo>
                    <a:pt x="2031" y="107014"/>
                  </a:lnTo>
                  <a:lnTo>
                    <a:pt x="1288" y="112282"/>
                  </a:lnTo>
                  <a:lnTo>
                    <a:pt x="712" y="117572"/>
                  </a:lnTo>
                  <a:lnTo>
                    <a:pt x="306" y="122877"/>
                  </a:lnTo>
                  <a:lnTo>
                    <a:pt x="68" y="128193"/>
                  </a:lnTo>
                  <a:lnTo>
                    <a:pt x="0" y="133513"/>
                  </a:lnTo>
                  <a:lnTo>
                    <a:pt x="100" y="138833"/>
                  </a:lnTo>
                  <a:lnTo>
                    <a:pt x="371" y="144147"/>
                  </a:lnTo>
                  <a:lnTo>
                    <a:pt x="810" y="149450"/>
                  </a:lnTo>
                  <a:lnTo>
                    <a:pt x="1418" y="154736"/>
                  </a:lnTo>
                  <a:lnTo>
                    <a:pt x="2193" y="160000"/>
                  </a:lnTo>
                  <a:lnTo>
                    <a:pt x="3136" y="165236"/>
                  </a:lnTo>
                  <a:lnTo>
                    <a:pt x="4245" y="170440"/>
                  </a:lnTo>
                  <a:lnTo>
                    <a:pt x="5519" y="175606"/>
                  </a:lnTo>
                  <a:lnTo>
                    <a:pt x="6957" y="180729"/>
                  </a:lnTo>
                  <a:lnTo>
                    <a:pt x="8557" y="185804"/>
                  </a:lnTo>
                  <a:lnTo>
                    <a:pt x="10318" y="190825"/>
                  </a:lnTo>
                  <a:lnTo>
                    <a:pt x="12238" y="195787"/>
                  </a:lnTo>
                  <a:lnTo>
                    <a:pt x="14314" y="200686"/>
                  </a:lnTo>
                  <a:lnTo>
                    <a:pt x="16546" y="205516"/>
                  </a:lnTo>
                  <a:lnTo>
                    <a:pt x="18930" y="210273"/>
                  </a:lnTo>
                  <a:lnTo>
                    <a:pt x="21464" y="214952"/>
                  </a:lnTo>
                  <a:lnTo>
                    <a:pt x="24146" y="219547"/>
                  </a:lnTo>
                  <a:lnTo>
                    <a:pt x="26973" y="224055"/>
                  </a:lnTo>
                  <a:lnTo>
                    <a:pt x="29942" y="228470"/>
                  </a:lnTo>
                  <a:lnTo>
                    <a:pt x="33050" y="232789"/>
                  </a:lnTo>
                  <a:lnTo>
                    <a:pt x="36294" y="237007"/>
                  </a:lnTo>
                  <a:lnTo>
                    <a:pt x="39670" y="241119"/>
                  </a:lnTo>
                  <a:lnTo>
                    <a:pt x="43175" y="245122"/>
                  </a:lnTo>
                  <a:lnTo>
                    <a:pt x="46807" y="249011"/>
                  </a:lnTo>
                  <a:lnTo>
                    <a:pt x="50560" y="252783"/>
                  </a:lnTo>
                  <a:lnTo>
                    <a:pt x="54431" y="256434"/>
                  </a:lnTo>
                  <a:lnTo>
                    <a:pt x="58416" y="259959"/>
                  </a:lnTo>
                  <a:lnTo>
                    <a:pt x="62512" y="263356"/>
                  </a:lnTo>
                  <a:lnTo>
                    <a:pt x="66713" y="266620"/>
                  </a:lnTo>
                  <a:lnTo>
                    <a:pt x="71017" y="269749"/>
                  </a:lnTo>
                  <a:lnTo>
                    <a:pt x="75418" y="272740"/>
                  </a:lnTo>
                  <a:lnTo>
                    <a:pt x="79911" y="275589"/>
                  </a:lnTo>
                  <a:lnTo>
                    <a:pt x="84493" y="278294"/>
                  </a:lnTo>
                  <a:lnTo>
                    <a:pt x="89159" y="280851"/>
                  </a:lnTo>
                  <a:lnTo>
                    <a:pt x="93904" y="283259"/>
                  </a:lnTo>
                  <a:lnTo>
                    <a:pt x="98723" y="285515"/>
                  </a:lnTo>
                  <a:lnTo>
                    <a:pt x="103612" y="287616"/>
                  </a:lnTo>
                  <a:lnTo>
                    <a:pt x="108565" y="289560"/>
                  </a:lnTo>
                  <a:lnTo>
                    <a:pt x="113577" y="291346"/>
                  </a:lnTo>
                  <a:lnTo>
                    <a:pt x="118643" y="292971"/>
                  </a:lnTo>
                  <a:lnTo>
                    <a:pt x="123759" y="294434"/>
                  </a:lnTo>
                  <a:lnTo>
                    <a:pt x="128919" y="295734"/>
                  </a:lnTo>
                  <a:lnTo>
                    <a:pt x="134117" y="296869"/>
                  </a:lnTo>
                  <a:lnTo>
                    <a:pt x="139349" y="297837"/>
                  </a:lnTo>
                  <a:lnTo>
                    <a:pt x="144609" y="298639"/>
                  </a:lnTo>
                  <a:lnTo>
                    <a:pt x="149892" y="299273"/>
                  </a:lnTo>
                  <a:lnTo>
                    <a:pt x="155192" y="299739"/>
                  </a:lnTo>
                  <a:lnTo>
                    <a:pt x="160505" y="300035"/>
                  </a:lnTo>
                  <a:lnTo>
                    <a:pt x="165824" y="300163"/>
                  </a:lnTo>
                  <a:lnTo>
                    <a:pt x="171145" y="300121"/>
                  </a:lnTo>
                  <a:lnTo>
                    <a:pt x="176462" y="299909"/>
                  </a:lnTo>
                  <a:lnTo>
                    <a:pt x="181769" y="299529"/>
                  </a:lnTo>
                  <a:lnTo>
                    <a:pt x="187061" y="298980"/>
                  </a:lnTo>
                  <a:lnTo>
                    <a:pt x="192333" y="298263"/>
                  </a:lnTo>
                  <a:lnTo>
                    <a:pt x="197580" y="297378"/>
                  </a:lnTo>
                  <a:lnTo>
                    <a:pt x="202796" y="296327"/>
                  </a:lnTo>
                  <a:lnTo>
                    <a:pt x="207976" y="295110"/>
                  </a:lnTo>
                  <a:lnTo>
                    <a:pt x="213115" y="293729"/>
                  </a:lnTo>
                  <a:lnTo>
                    <a:pt x="218207" y="292185"/>
                  </a:lnTo>
                  <a:lnTo>
                    <a:pt x="223247" y="290480"/>
                  </a:lnTo>
                  <a:lnTo>
                    <a:pt x="228230" y="288616"/>
                  </a:lnTo>
                  <a:lnTo>
                    <a:pt x="233152" y="286594"/>
                  </a:lnTo>
                  <a:lnTo>
                    <a:pt x="238007" y="284416"/>
                  </a:lnTo>
                  <a:lnTo>
                    <a:pt x="242789" y="282085"/>
                  </a:lnTo>
                  <a:lnTo>
                    <a:pt x="247496" y="279602"/>
                  </a:lnTo>
                  <a:lnTo>
                    <a:pt x="252121" y="276972"/>
                  </a:lnTo>
                  <a:lnTo>
                    <a:pt x="256660" y="274195"/>
                  </a:lnTo>
                  <a:lnTo>
                    <a:pt x="261108" y="271275"/>
                  </a:lnTo>
                  <a:lnTo>
                    <a:pt x="265461" y="268216"/>
                  </a:lnTo>
                  <a:lnTo>
                    <a:pt x="269714" y="265019"/>
                  </a:lnTo>
                  <a:lnTo>
                    <a:pt x="273864" y="261688"/>
                  </a:lnTo>
                  <a:lnTo>
                    <a:pt x="277905" y="258227"/>
                  </a:lnTo>
                  <a:lnTo>
                    <a:pt x="281835" y="254640"/>
                  </a:lnTo>
                  <a:lnTo>
                    <a:pt x="285648" y="250929"/>
                  </a:lnTo>
                  <a:lnTo>
                    <a:pt x="289341" y="247098"/>
                  </a:lnTo>
                  <a:lnTo>
                    <a:pt x="292910" y="243152"/>
                  </a:lnTo>
                  <a:lnTo>
                    <a:pt x="296352" y="239095"/>
                  </a:lnTo>
                  <a:lnTo>
                    <a:pt x="299663" y="234929"/>
                  </a:lnTo>
                  <a:lnTo>
                    <a:pt x="302840" y="230661"/>
                  </a:lnTo>
                  <a:lnTo>
                    <a:pt x="305879" y="226294"/>
                  </a:lnTo>
                  <a:lnTo>
                    <a:pt x="308778" y="221832"/>
                  </a:lnTo>
                  <a:lnTo>
                    <a:pt x="311533" y="217280"/>
                  </a:lnTo>
                  <a:lnTo>
                    <a:pt x="314143" y="212643"/>
                  </a:lnTo>
                  <a:lnTo>
                    <a:pt x="316603" y="207925"/>
                  </a:lnTo>
                  <a:lnTo>
                    <a:pt x="318912" y="203131"/>
                  </a:lnTo>
                  <a:lnTo>
                    <a:pt x="321067" y="198266"/>
                  </a:lnTo>
                  <a:lnTo>
                    <a:pt x="323066" y="193335"/>
                  </a:lnTo>
                  <a:lnTo>
                    <a:pt x="324907" y="188343"/>
                  </a:lnTo>
                  <a:lnTo>
                    <a:pt x="326588" y="183295"/>
                  </a:lnTo>
                  <a:lnTo>
                    <a:pt x="328108" y="178196"/>
                  </a:lnTo>
                  <a:lnTo>
                    <a:pt x="329465" y="173051"/>
                  </a:lnTo>
                  <a:lnTo>
                    <a:pt x="330657" y="167865"/>
                  </a:lnTo>
                  <a:lnTo>
                    <a:pt x="331684" y="162645"/>
                  </a:lnTo>
                  <a:lnTo>
                    <a:pt x="332544" y="157394"/>
                  </a:lnTo>
                  <a:lnTo>
                    <a:pt x="333237" y="152118"/>
                  </a:lnTo>
                  <a:lnTo>
                    <a:pt x="333761" y="146823"/>
                  </a:lnTo>
                  <a:lnTo>
                    <a:pt x="334117" y="141514"/>
                  </a:lnTo>
                  <a:lnTo>
                    <a:pt x="334303" y="136197"/>
                  </a:lnTo>
                  <a:lnTo>
                    <a:pt x="334320" y="130876"/>
                  </a:lnTo>
                  <a:lnTo>
                    <a:pt x="334168" y="125557"/>
                  </a:lnTo>
                  <a:lnTo>
                    <a:pt x="333846" y="120246"/>
                  </a:lnTo>
                  <a:lnTo>
                    <a:pt x="333356" y="114948"/>
                  </a:lnTo>
                  <a:lnTo>
                    <a:pt x="332697" y="109668"/>
                  </a:lnTo>
                  <a:lnTo>
                    <a:pt x="331871" y="104412"/>
                  </a:lnTo>
                  <a:lnTo>
                    <a:pt x="330878" y="99184"/>
                  </a:lnTo>
                  <a:lnTo>
                    <a:pt x="329718" y="93991"/>
                  </a:lnTo>
                  <a:lnTo>
                    <a:pt x="328395" y="88838"/>
                  </a:lnTo>
                  <a:lnTo>
                    <a:pt x="326907" y="83729"/>
                  </a:lnTo>
                  <a:lnTo>
                    <a:pt x="325258" y="78670"/>
                  </a:lnTo>
                  <a:lnTo>
                    <a:pt x="323449" y="73666"/>
                  </a:lnTo>
                  <a:lnTo>
                    <a:pt x="321482" y="68723"/>
                  </a:lnTo>
                  <a:lnTo>
                    <a:pt x="319358" y="63844"/>
                  </a:lnTo>
                  <a:lnTo>
                    <a:pt x="317080" y="59036"/>
                  </a:lnTo>
                  <a:lnTo>
                    <a:pt x="314650" y="54302"/>
                  </a:lnTo>
                  <a:lnTo>
                    <a:pt x="167166" y="13300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460546" y="4605529"/>
              <a:ext cx="147483" cy="167167"/>
            </a:xfrm>
            <a:custGeom>
              <a:avLst/>
              <a:pathLst>
                <a:path w="147483" h="167167">
                  <a:moveTo>
                    <a:pt x="147483" y="88468"/>
                  </a:moveTo>
                  <a:lnTo>
                    <a:pt x="144828" y="83682"/>
                  </a:lnTo>
                  <a:lnTo>
                    <a:pt x="142017" y="78985"/>
                  </a:lnTo>
                  <a:lnTo>
                    <a:pt x="139054" y="74383"/>
                  </a:lnTo>
                  <a:lnTo>
                    <a:pt x="135941" y="69880"/>
                  </a:lnTo>
                  <a:lnTo>
                    <a:pt x="132683" y="65481"/>
                  </a:lnTo>
                  <a:lnTo>
                    <a:pt x="129283" y="61191"/>
                  </a:lnTo>
                  <a:lnTo>
                    <a:pt x="125744" y="57015"/>
                  </a:lnTo>
                  <a:lnTo>
                    <a:pt x="122070" y="52958"/>
                  </a:lnTo>
                  <a:lnTo>
                    <a:pt x="118265" y="49022"/>
                  </a:lnTo>
                  <a:lnTo>
                    <a:pt x="114334" y="45213"/>
                  </a:lnTo>
                  <a:lnTo>
                    <a:pt x="110280" y="41536"/>
                  </a:lnTo>
                  <a:lnTo>
                    <a:pt x="106107" y="37992"/>
                  </a:lnTo>
                  <a:lnTo>
                    <a:pt x="101821" y="34587"/>
                  </a:lnTo>
                  <a:lnTo>
                    <a:pt x="97426" y="31325"/>
                  </a:lnTo>
                  <a:lnTo>
                    <a:pt x="92926" y="28208"/>
                  </a:lnTo>
                  <a:lnTo>
                    <a:pt x="88327" y="25240"/>
                  </a:lnTo>
                  <a:lnTo>
                    <a:pt x="83633" y="22424"/>
                  </a:lnTo>
                  <a:lnTo>
                    <a:pt x="78849" y="19764"/>
                  </a:lnTo>
                  <a:lnTo>
                    <a:pt x="73981" y="17261"/>
                  </a:lnTo>
                  <a:lnTo>
                    <a:pt x="69033" y="14919"/>
                  </a:lnTo>
                  <a:lnTo>
                    <a:pt x="64011" y="12741"/>
                  </a:lnTo>
                  <a:lnTo>
                    <a:pt x="58921" y="10728"/>
                  </a:lnTo>
                  <a:lnTo>
                    <a:pt x="53767" y="8883"/>
                  </a:lnTo>
                  <a:lnTo>
                    <a:pt x="48556" y="7207"/>
                  </a:lnTo>
                  <a:lnTo>
                    <a:pt x="43293" y="5703"/>
                  </a:lnTo>
                  <a:lnTo>
                    <a:pt x="37984" y="4372"/>
                  </a:lnTo>
                  <a:lnTo>
                    <a:pt x="32633" y="3216"/>
                  </a:lnTo>
                  <a:lnTo>
                    <a:pt x="27248" y="2235"/>
                  </a:lnTo>
                  <a:lnTo>
                    <a:pt x="21833" y="1432"/>
                  </a:lnTo>
                  <a:lnTo>
                    <a:pt x="16395" y="806"/>
                  </a:lnTo>
                  <a:lnTo>
                    <a:pt x="10940" y="358"/>
                  </a:lnTo>
                  <a:lnTo>
                    <a:pt x="5473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640923" y="4172415"/>
              <a:ext cx="104969" cy="167167"/>
            </a:xfrm>
            <a:custGeom>
              <a:avLst/>
              <a:pathLst>
                <a:path w="104969" h="167167">
                  <a:moveTo>
                    <a:pt x="104969" y="0"/>
                  </a:moveTo>
                  <a:lnTo>
                    <a:pt x="99296" y="96"/>
                  </a:lnTo>
                  <a:lnTo>
                    <a:pt x="93629" y="385"/>
                  </a:lnTo>
                  <a:lnTo>
                    <a:pt x="87975" y="866"/>
                  </a:lnTo>
                  <a:lnTo>
                    <a:pt x="82341" y="1538"/>
                  </a:lnTo>
                  <a:lnTo>
                    <a:pt x="76733" y="2401"/>
                  </a:lnTo>
                  <a:lnTo>
                    <a:pt x="71157" y="3455"/>
                  </a:lnTo>
                  <a:lnTo>
                    <a:pt x="65621" y="4696"/>
                  </a:lnTo>
                  <a:lnTo>
                    <a:pt x="60130" y="6125"/>
                  </a:lnTo>
                  <a:lnTo>
                    <a:pt x="54690" y="7740"/>
                  </a:lnTo>
                  <a:lnTo>
                    <a:pt x="49308" y="9538"/>
                  </a:lnTo>
                  <a:lnTo>
                    <a:pt x="43991" y="11518"/>
                  </a:lnTo>
                  <a:lnTo>
                    <a:pt x="38743" y="13677"/>
                  </a:lnTo>
                  <a:lnTo>
                    <a:pt x="33572" y="16013"/>
                  </a:lnTo>
                  <a:lnTo>
                    <a:pt x="28484" y="18523"/>
                  </a:lnTo>
                  <a:lnTo>
                    <a:pt x="23483" y="21205"/>
                  </a:lnTo>
                  <a:lnTo>
                    <a:pt x="18576" y="24054"/>
                  </a:lnTo>
                  <a:lnTo>
                    <a:pt x="13769" y="27069"/>
                  </a:lnTo>
                  <a:lnTo>
                    <a:pt x="9067" y="30245"/>
                  </a:lnTo>
                  <a:lnTo>
                    <a:pt x="4475" y="33578"/>
                  </a:lnTo>
                  <a:lnTo>
                    <a:pt x="0" y="37066"/>
                  </a:lnTo>
                  <a:lnTo>
                    <a:pt x="104969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640923" y="4209482"/>
              <a:ext cx="104969" cy="130101"/>
            </a:xfrm>
            <a:custGeom>
              <a:avLst/>
              <a:pathLst>
                <a:path w="104969" h="130101">
                  <a:moveTo>
                    <a:pt x="0" y="0"/>
                  </a:moveTo>
                  <a:lnTo>
                    <a:pt x="104969" y="13010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578728" y="4209482"/>
              <a:ext cx="334316" cy="297265"/>
            </a:xfrm>
            <a:custGeom>
              <a:avLst/>
              <a:pathLst>
                <a:path w="334316" h="297265">
                  <a:moveTo>
                    <a:pt x="62195" y="0"/>
                  </a:moveTo>
                  <a:lnTo>
                    <a:pt x="58130" y="3387"/>
                  </a:lnTo>
                  <a:lnTo>
                    <a:pt x="54174" y="6901"/>
                  </a:lnTo>
                  <a:lnTo>
                    <a:pt x="50332" y="10538"/>
                  </a:lnTo>
                  <a:lnTo>
                    <a:pt x="46607" y="14296"/>
                  </a:lnTo>
                  <a:lnTo>
                    <a:pt x="43002" y="18169"/>
                  </a:lnTo>
                  <a:lnTo>
                    <a:pt x="39522" y="22154"/>
                  </a:lnTo>
                  <a:lnTo>
                    <a:pt x="36170" y="26248"/>
                  </a:lnTo>
                  <a:lnTo>
                    <a:pt x="32949" y="30446"/>
                  </a:lnTo>
                  <a:lnTo>
                    <a:pt x="29862" y="34743"/>
                  </a:lnTo>
                  <a:lnTo>
                    <a:pt x="26913" y="39136"/>
                  </a:lnTo>
                  <a:lnTo>
                    <a:pt x="24105" y="43620"/>
                  </a:lnTo>
                  <a:lnTo>
                    <a:pt x="21439" y="48191"/>
                  </a:lnTo>
                  <a:lnTo>
                    <a:pt x="18920" y="52844"/>
                  </a:lnTo>
                  <a:lnTo>
                    <a:pt x="16549" y="57574"/>
                  </a:lnTo>
                  <a:lnTo>
                    <a:pt x="14330" y="62377"/>
                  </a:lnTo>
                  <a:lnTo>
                    <a:pt x="12263" y="67248"/>
                  </a:lnTo>
                  <a:lnTo>
                    <a:pt x="10351" y="72181"/>
                  </a:lnTo>
                  <a:lnTo>
                    <a:pt x="8597" y="77173"/>
                  </a:lnTo>
                  <a:lnTo>
                    <a:pt x="7001" y="82218"/>
                  </a:lnTo>
                  <a:lnTo>
                    <a:pt x="5566" y="87310"/>
                  </a:lnTo>
                  <a:lnTo>
                    <a:pt x="4293" y="92446"/>
                  </a:lnTo>
                  <a:lnTo>
                    <a:pt x="3183" y="97619"/>
                  </a:lnTo>
                  <a:lnTo>
                    <a:pt x="2237" y="102825"/>
                  </a:lnTo>
                  <a:lnTo>
                    <a:pt x="1456" y="108058"/>
                  </a:lnTo>
                  <a:lnTo>
                    <a:pt x="842" y="113314"/>
                  </a:lnTo>
                  <a:lnTo>
                    <a:pt x="394" y="118586"/>
                  </a:lnTo>
                  <a:lnTo>
                    <a:pt x="113" y="123869"/>
                  </a:lnTo>
                  <a:lnTo>
                    <a:pt x="0" y="129159"/>
                  </a:lnTo>
                  <a:lnTo>
                    <a:pt x="53" y="134450"/>
                  </a:lnTo>
                  <a:lnTo>
                    <a:pt x="275" y="139736"/>
                  </a:lnTo>
                  <a:lnTo>
                    <a:pt x="663" y="145013"/>
                  </a:lnTo>
                  <a:lnTo>
                    <a:pt x="1219" y="150275"/>
                  </a:lnTo>
                  <a:lnTo>
                    <a:pt x="1940" y="155516"/>
                  </a:lnTo>
                  <a:lnTo>
                    <a:pt x="2827" y="160733"/>
                  </a:lnTo>
                  <a:lnTo>
                    <a:pt x="3879" y="165918"/>
                  </a:lnTo>
                  <a:lnTo>
                    <a:pt x="5094" y="171068"/>
                  </a:lnTo>
                  <a:lnTo>
                    <a:pt x="6472" y="176176"/>
                  </a:lnTo>
                  <a:lnTo>
                    <a:pt x="8011" y="181239"/>
                  </a:lnTo>
                  <a:lnTo>
                    <a:pt x="9709" y="186250"/>
                  </a:lnTo>
                  <a:lnTo>
                    <a:pt x="11565" y="191205"/>
                  </a:lnTo>
                  <a:lnTo>
                    <a:pt x="13576" y="196098"/>
                  </a:lnTo>
                  <a:lnTo>
                    <a:pt x="15742" y="200926"/>
                  </a:lnTo>
                  <a:lnTo>
                    <a:pt x="18059" y="205682"/>
                  </a:lnTo>
                  <a:lnTo>
                    <a:pt x="20526" y="210363"/>
                  </a:lnTo>
                  <a:lnTo>
                    <a:pt x="23139" y="214964"/>
                  </a:lnTo>
                  <a:lnTo>
                    <a:pt x="25897" y="219479"/>
                  </a:lnTo>
                  <a:lnTo>
                    <a:pt x="28797" y="223905"/>
                  </a:lnTo>
                  <a:lnTo>
                    <a:pt x="31834" y="228237"/>
                  </a:lnTo>
                  <a:lnTo>
                    <a:pt x="35008" y="232471"/>
                  </a:lnTo>
                  <a:lnTo>
                    <a:pt x="38314" y="236602"/>
                  </a:lnTo>
                  <a:lnTo>
                    <a:pt x="41749" y="240626"/>
                  </a:lnTo>
                  <a:lnTo>
                    <a:pt x="45310" y="244540"/>
                  </a:lnTo>
                  <a:lnTo>
                    <a:pt x="48992" y="248339"/>
                  </a:lnTo>
                  <a:lnTo>
                    <a:pt x="52793" y="252020"/>
                  </a:lnTo>
                  <a:lnTo>
                    <a:pt x="56709" y="255578"/>
                  </a:lnTo>
                  <a:lnTo>
                    <a:pt x="60736" y="259011"/>
                  </a:lnTo>
                  <a:lnTo>
                    <a:pt x="64868" y="262315"/>
                  </a:lnTo>
                  <a:lnTo>
                    <a:pt x="69104" y="265486"/>
                  </a:lnTo>
                  <a:lnTo>
                    <a:pt x="73438" y="268521"/>
                  </a:lnTo>
                  <a:lnTo>
                    <a:pt x="77865" y="271418"/>
                  </a:lnTo>
                  <a:lnTo>
                    <a:pt x="82382" y="274173"/>
                  </a:lnTo>
                  <a:lnTo>
                    <a:pt x="86984" y="276784"/>
                  </a:lnTo>
                  <a:lnTo>
                    <a:pt x="91666" y="279248"/>
                  </a:lnTo>
                  <a:lnTo>
                    <a:pt x="96424" y="281563"/>
                  </a:lnTo>
                  <a:lnTo>
                    <a:pt x="101253" y="283726"/>
                  </a:lnTo>
                  <a:lnTo>
                    <a:pt x="106148" y="285735"/>
                  </a:lnTo>
                  <a:lnTo>
                    <a:pt x="111104" y="287588"/>
                  </a:lnTo>
                  <a:lnTo>
                    <a:pt x="116116" y="289283"/>
                  </a:lnTo>
                  <a:lnTo>
                    <a:pt x="121179" y="290819"/>
                  </a:lnTo>
                  <a:lnTo>
                    <a:pt x="126289" y="292194"/>
                  </a:lnTo>
                  <a:lnTo>
                    <a:pt x="131439" y="293406"/>
                  </a:lnTo>
                  <a:lnTo>
                    <a:pt x="136625" y="294455"/>
                  </a:lnTo>
                  <a:lnTo>
                    <a:pt x="141842" y="295339"/>
                  </a:lnTo>
                  <a:lnTo>
                    <a:pt x="147084" y="296058"/>
                  </a:lnTo>
                  <a:lnTo>
                    <a:pt x="152346" y="296610"/>
                  </a:lnTo>
                  <a:lnTo>
                    <a:pt x="157623" y="296996"/>
                  </a:lnTo>
                  <a:lnTo>
                    <a:pt x="162909" y="297214"/>
                  </a:lnTo>
                  <a:lnTo>
                    <a:pt x="168200" y="297265"/>
                  </a:lnTo>
                  <a:lnTo>
                    <a:pt x="173490" y="297148"/>
                  </a:lnTo>
                  <a:lnTo>
                    <a:pt x="178773" y="296865"/>
                  </a:lnTo>
                  <a:lnTo>
                    <a:pt x="184045" y="296414"/>
                  </a:lnTo>
                  <a:lnTo>
                    <a:pt x="189300" y="295796"/>
                  </a:lnTo>
                  <a:lnTo>
                    <a:pt x="194533" y="295013"/>
                  </a:lnTo>
                  <a:lnTo>
                    <a:pt x="199738" y="294064"/>
                  </a:lnTo>
                  <a:lnTo>
                    <a:pt x="204911" y="292951"/>
                  </a:lnTo>
                  <a:lnTo>
                    <a:pt x="210046" y="291675"/>
                  </a:lnTo>
                  <a:lnTo>
                    <a:pt x="215137" y="290237"/>
                  </a:lnTo>
                  <a:lnTo>
                    <a:pt x="220181" y="288638"/>
                  </a:lnTo>
                  <a:lnTo>
                    <a:pt x="225172" y="286881"/>
                  </a:lnTo>
                  <a:lnTo>
                    <a:pt x="230105" y="284967"/>
                  </a:lnTo>
                  <a:lnTo>
                    <a:pt x="234974" y="282897"/>
                  </a:lnTo>
                  <a:lnTo>
                    <a:pt x="239776" y="280675"/>
                  </a:lnTo>
                  <a:lnTo>
                    <a:pt x="244505" y="278301"/>
                  </a:lnTo>
                  <a:lnTo>
                    <a:pt x="249156" y="275779"/>
                  </a:lnTo>
                  <a:lnTo>
                    <a:pt x="253725" y="273112"/>
                  </a:lnTo>
                  <a:lnTo>
                    <a:pt x="258208" y="270301"/>
                  </a:lnTo>
                  <a:lnTo>
                    <a:pt x="262599" y="267349"/>
                  </a:lnTo>
                  <a:lnTo>
                    <a:pt x="266895" y="264260"/>
                  </a:lnTo>
                  <a:lnTo>
                    <a:pt x="271091" y="261037"/>
                  </a:lnTo>
                  <a:lnTo>
                    <a:pt x="275182" y="257682"/>
                  </a:lnTo>
                  <a:lnTo>
                    <a:pt x="279166" y="254200"/>
                  </a:lnTo>
                  <a:lnTo>
                    <a:pt x="283037" y="250593"/>
                  </a:lnTo>
                  <a:lnTo>
                    <a:pt x="286792" y="246866"/>
                  </a:lnTo>
                  <a:lnTo>
                    <a:pt x="290428" y="243021"/>
                  </a:lnTo>
                  <a:lnTo>
                    <a:pt x="293940" y="239064"/>
                  </a:lnTo>
                  <a:lnTo>
                    <a:pt x="297325" y="234997"/>
                  </a:lnTo>
                  <a:lnTo>
                    <a:pt x="300579" y="230825"/>
                  </a:lnTo>
                  <a:lnTo>
                    <a:pt x="303700" y="226553"/>
                  </a:lnTo>
                  <a:lnTo>
                    <a:pt x="306684" y="222183"/>
                  </a:lnTo>
                  <a:lnTo>
                    <a:pt x="309528" y="217722"/>
                  </a:lnTo>
                  <a:lnTo>
                    <a:pt x="312230" y="213173"/>
                  </a:lnTo>
                  <a:lnTo>
                    <a:pt x="314786" y="208540"/>
                  </a:lnTo>
                  <a:lnTo>
                    <a:pt x="317195" y="203829"/>
                  </a:lnTo>
                  <a:lnTo>
                    <a:pt x="319453" y="199044"/>
                  </a:lnTo>
                  <a:lnTo>
                    <a:pt x="321558" y="194190"/>
                  </a:lnTo>
                  <a:lnTo>
                    <a:pt x="323509" y="189272"/>
                  </a:lnTo>
                  <a:lnTo>
                    <a:pt x="325304" y="184294"/>
                  </a:lnTo>
                  <a:lnTo>
                    <a:pt x="326939" y="179262"/>
                  </a:lnTo>
                  <a:lnTo>
                    <a:pt x="328415" y="174181"/>
                  </a:lnTo>
                  <a:lnTo>
                    <a:pt x="329729" y="169056"/>
                  </a:lnTo>
                  <a:lnTo>
                    <a:pt x="330881" y="163892"/>
                  </a:lnTo>
                  <a:lnTo>
                    <a:pt x="331868" y="158694"/>
                  </a:lnTo>
                  <a:lnTo>
                    <a:pt x="332691" y="153467"/>
                  </a:lnTo>
                  <a:lnTo>
                    <a:pt x="333347" y="148217"/>
                  </a:lnTo>
                  <a:lnTo>
                    <a:pt x="333837" y="142948"/>
                  </a:lnTo>
                  <a:lnTo>
                    <a:pt x="334160" y="137667"/>
                  </a:lnTo>
                  <a:lnTo>
                    <a:pt x="334316" y="132378"/>
                  </a:lnTo>
                  <a:lnTo>
                    <a:pt x="334305" y="127087"/>
                  </a:lnTo>
                  <a:lnTo>
                    <a:pt x="334125" y="121799"/>
                  </a:lnTo>
                  <a:lnTo>
                    <a:pt x="333779" y="116520"/>
                  </a:lnTo>
                  <a:lnTo>
                    <a:pt x="333266" y="111254"/>
                  </a:lnTo>
                  <a:lnTo>
                    <a:pt x="332586" y="106006"/>
                  </a:lnTo>
                  <a:lnTo>
                    <a:pt x="331741" y="100783"/>
                  </a:lnTo>
                  <a:lnTo>
                    <a:pt x="330731" y="95590"/>
                  </a:lnTo>
                  <a:lnTo>
                    <a:pt x="329557" y="90430"/>
                  </a:lnTo>
                  <a:lnTo>
                    <a:pt x="328220" y="85311"/>
                  </a:lnTo>
                  <a:lnTo>
                    <a:pt x="326722" y="80237"/>
                  </a:lnTo>
                  <a:lnTo>
                    <a:pt x="325064" y="75212"/>
                  </a:lnTo>
                  <a:lnTo>
                    <a:pt x="323247" y="70242"/>
                  </a:lnTo>
                  <a:lnTo>
                    <a:pt x="321275" y="65333"/>
                  </a:lnTo>
                  <a:lnTo>
                    <a:pt x="319148" y="60488"/>
                  </a:lnTo>
                  <a:lnTo>
                    <a:pt x="316869" y="55713"/>
                  </a:lnTo>
                  <a:lnTo>
                    <a:pt x="314440" y="51013"/>
                  </a:lnTo>
                  <a:lnTo>
                    <a:pt x="311863" y="46391"/>
                  </a:lnTo>
                  <a:lnTo>
                    <a:pt x="309141" y="41854"/>
                  </a:lnTo>
                  <a:lnTo>
                    <a:pt x="306277" y="37405"/>
                  </a:lnTo>
                  <a:lnTo>
                    <a:pt x="303274" y="33049"/>
                  </a:lnTo>
                  <a:lnTo>
                    <a:pt x="300135" y="28790"/>
                  </a:lnTo>
                  <a:lnTo>
                    <a:pt x="296862" y="24633"/>
                  </a:lnTo>
                  <a:lnTo>
                    <a:pt x="293459" y="20581"/>
                  </a:lnTo>
                  <a:lnTo>
                    <a:pt x="289930" y="16639"/>
                  </a:lnTo>
                  <a:lnTo>
                    <a:pt x="286278" y="12810"/>
                  </a:lnTo>
                  <a:lnTo>
                    <a:pt x="282506" y="9100"/>
                  </a:lnTo>
                  <a:lnTo>
                    <a:pt x="167164" y="13010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745892" y="4172415"/>
              <a:ext cx="115341" cy="167167"/>
            </a:xfrm>
            <a:custGeom>
              <a:avLst/>
              <a:pathLst>
                <a:path w="115341" h="167167">
                  <a:moveTo>
                    <a:pt x="115341" y="46166"/>
                  </a:moveTo>
                  <a:lnTo>
                    <a:pt x="111273" y="42414"/>
                  </a:lnTo>
                  <a:lnTo>
                    <a:pt x="107082" y="38799"/>
                  </a:lnTo>
                  <a:lnTo>
                    <a:pt x="102775" y="35325"/>
                  </a:lnTo>
                  <a:lnTo>
                    <a:pt x="98354" y="31996"/>
                  </a:lnTo>
                  <a:lnTo>
                    <a:pt x="93826" y="28814"/>
                  </a:lnTo>
                  <a:lnTo>
                    <a:pt x="89195" y="25784"/>
                  </a:lnTo>
                  <a:lnTo>
                    <a:pt x="84466" y="22909"/>
                  </a:lnTo>
                  <a:lnTo>
                    <a:pt x="79645" y="20192"/>
                  </a:lnTo>
                  <a:lnTo>
                    <a:pt x="74736" y="17636"/>
                  </a:lnTo>
                  <a:lnTo>
                    <a:pt x="69746" y="15245"/>
                  </a:lnTo>
                  <a:lnTo>
                    <a:pt x="64679" y="13019"/>
                  </a:lnTo>
                  <a:lnTo>
                    <a:pt x="59541" y="10963"/>
                  </a:lnTo>
                  <a:lnTo>
                    <a:pt x="54338" y="9077"/>
                  </a:lnTo>
                  <a:lnTo>
                    <a:pt x="49075" y="7365"/>
                  </a:lnTo>
                  <a:lnTo>
                    <a:pt x="43759" y="5829"/>
                  </a:lnTo>
                  <a:lnTo>
                    <a:pt x="38394" y="4468"/>
                  </a:lnTo>
                  <a:lnTo>
                    <a:pt x="32988" y="3287"/>
                  </a:lnTo>
                  <a:lnTo>
                    <a:pt x="27545" y="2285"/>
                  </a:lnTo>
                  <a:lnTo>
                    <a:pt x="22072" y="1463"/>
                  </a:lnTo>
                  <a:lnTo>
                    <a:pt x="16575" y="823"/>
                  </a:lnTo>
                  <a:lnTo>
                    <a:pt x="11060" y="366"/>
                  </a:lnTo>
                  <a:lnTo>
                    <a:pt x="5533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6767110" y="3685283"/>
              <a:ext cx="156384" cy="167167"/>
            </a:xfrm>
            <a:custGeom>
              <a:avLst/>
              <a:pathLst>
                <a:path w="156384" h="167167">
                  <a:moveTo>
                    <a:pt x="156384" y="0"/>
                  </a:moveTo>
                  <a:lnTo>
                    <a:pt x="150920" y="89"/>
                  </a:lnTo>
                  <a:lnTo>
                    <a:pt x="145462" y="357"/>
                  </a:lnTo>
                  <a:lnTo>
                    <a:pt x="140015" y="803"/>
                  </a:lnTo>
                  <a:lnTo>
                    <a:pt x="134585" y="1427"/>
                  </a:lnTo>
                  <a:lnTo>
                    <a:pt x="129179" y="2228"/>
                  </a:lnTo>
                  <a:lnTo>
                    <a:pt x="123802" y="3205"/>
                  </a:lnTo>
                  <a:lnTo>
                    <a:pt x="118460" y="4358"/>
                  </a:lnTo>
                  <a:lnTo>
                    <a:pt x="113159" y="5685"/>
                  </a:lnTo>
                  <a:lnTo>
                    <a:pt x="107903" y="7184"/>
                  </a:lnTo>
                  <a:lnTo>
                    <a:pt x="102700" y="8854"/>
                  </a:lnTo>
                  <a:lnTo>
                    <a:pt x="97553" y="10694"/>
                  </a:lnTo>
                  <a:lnTo>
                    <a:pt x="92470" y="12700"/>
                  </a:lnTo>
                  <a:lnTo>
                    <a:pt x="87455" y="14872"/>
                  </a:lnTo>
                  <a:lnTo>
                    <a:pt x="82514" y="17207"/>
                  </a:lnTo>
                  <a:lnTo>
                    <a:pt x="77651" y="19702"/>
                  </a:lnTo>
                  <a:lnTo>
                    <a:pt x="72873" y="22354"/>
                  </a:lnTo>
                  <a:lnTo>
                    <a:pt x="68184" y="25161"/>
                  </a:lnTo>
                  <a:lnTo>
                    <a:pt x="63589" y="28120"/>
                  </a:lnTo>
                  <a:lnTo>
                    <a:pt x="59094" y="31228"/>
                  </a:lnTo>
                  <a:lnTo>
                    <a:pt x="54702" y="34481"/>
                  </a:lnTo>
                  <a:lnTo>
                    <a:pt x="50419" y="37875"/>
                  </a:lnTo>
                  <a:lnTo>
                    <a:pt x="46250" y="41408"/>
                  </a:lnTo>
                  <a:lnTo>
                    <a:pt x="42198" y="45075"/>
                  </a:lnTo>
                  <a:lnTo>
                    <a:pt x="38268" y="48873"/>
                  </a:lnTo>
                  <a:lnTo>
                    <a:pt x="34464" y="52797"/>
                  </a:lnTo>
                  <a:lnTo>
                    <a:pt x="30791" y="56844"/>
                  </a:lnTo>
                  <a:lnTo>
                    <a:pt x="27252" y="61008"/>
                  </a:lnTo>
                  <a:lnTo>
                    <a:pt x="23851" y="65286"/>
                  </a:lnTo>
                  <a:lnTo>
                    <a:pt x="20591" y="69673"/>
                  </a:lnTo>
                  <a:lnTo>
                    <a:pt x="17477" y="74164"/>
                  </a:lnTo>
                  <a:lnTo>
                    <a:pt x="14511" y="78754"/>
                  </a:lnTo>
                  <a:lnTo>
                    <a:pt x="11697" y="83439"/>
                  </a:lnTo>
                  <a:lnTo>
                    <a:pt x="9037" y="88213"/>
                  </a:lnTo>
                  <a:lnTo>
                    <a:pt x="6535" y="93072"/>
                  </a:lnTo>
                  <a:lnTo>
                    <a:pt x="4193" y="98010"/>
                  </a:lnTo>
                  <a:lnTo>
                    <a:pt x="2014" y="103021"/>
                  </a:lnTo>
                  <a:lnTo>
                    <a:pt x="0" y="108102"/>
                  </a:lnTo>
                  <a:lnTo>
                    <a:pt x="156384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20"/>
            <p:cNvSpPr/>
            <p:nvPr/>
          </p:nvSpPr>
          <p:spPr>
            <a:xfrm>
              <a:off x="6756338" y="3685483"/>
              <a:ext cx="334322" cy="334129"/>
            </a:xfrm>
            <a:custGeom>
              <a:avLst/>
              <a:pathLst>
                <a:path w="334322" h="334129">
                  <a:moveTo>
                    <a:pt x="10771" y="107901"/>
                  </a:moveTo>
                  <a:lnTo>
                    <a:pt x="8972" y="112904"/>
                  </a:lnTo>
                  <a:lnTo>
                    <a:pt x="7333" y="117961"/>
                  </a:lnTo>
                  <a:lnTo>
                    <a:pt x="5856" y="123067"/>
                  </a:lnTo>
                  <a:lnTo>
                    <a:pt x="4542" y="128218"/>
                  </a:lnTo>
                  <a:lnTo>
                    <a:pt x="3392" y="133408"/>
                  </a:lnTo>
                  <a:lnTo>
                    <a:pt x="2408" y="138632"/>
                  </a:lnTo>
                  <a:lnTo>
                    <a:pt x="1590" y="143884"/>
                  </a:lnTo>
                  <a:lnTo>
                    <a:pt x="940" y="149160"/>
                  </a:lnTo>
                  <a:lnTo>
                    <a:pt x="458" y="154454"/>
                  </a:lnTo>
                  <a:lnTo>
                    <a:pt x="144" y="159761"/>
                  </a:lnTo>
                  <a:lnTo>
                    <a:pt x="0" y="165075"/>
                  </a:lnTo>
                  <a:lnTo>
                    <a:pt x="24" y="170391"/>
                  </a:lnTo>
                  <a:lnTo>
                    <a:pt x="217" y="175703"/>
                  </a:lnTo>
                  <a:lnTo>
                    <a:pt x="579" y="181007"/>
                  </a:lnTo>
                  <a:lnTo>
                    <a:pt x="1110" y="186296"/>
                  </a:lnTo>
                  <a:lnTo>
                    <a:pt x="1809" y="191566"/>
                  </a:lnTo>
                  <a:lnTo>
                    <a:pt x="2674" y="196811"/>
                  </a:lnTo>
                  <a:lnTo>
                    <a:pt x="3706" y="202025"/>
                  </a:lnTo>
                  <a:lnTo>
                    <a:pt x="4904" y="207205"/>
                  </a:lnTo>
                  <a:lnTo>
                    <a:pt x="6265" y="212343"/>
                  </a:lnTo>
                  <a:lnTo>
                    <a:pt x="7789" y="217436"/>
                  </a:lnTo>
                  <a:lnTo>
                    <a:pt x="9475" y="222478"/>
                  </a:lnTo>
                  <a:lnTo>
                    <a:pt x="11319" y="227463"/>
                  </a:lnTo>
                  <a:lnTo>
                    <a:pt x="13322" y="232387"/>
                  </a:lnTo>
                  <a:lnTo>
                    <a:pt x="15480" y="237246"/>
                  </a:lnTo>
                  <a:lnTo>
                    <a:pt x="17791" y="242033"/>
                  </a:lnTo>
                  <a:lnTo>
                    <a:pt x="20253" y="246744"/>
                  </a:lnTo>
                  <a:lnTo>
                    <a:pt x="22864" y="251375"/>
                  </a:lnTo>
                  <a:lnTo>
                    <a:pt x="25621" y="255920"/>
                  </a:lnTo>
                  <a:lnTo>
                    <a:pt x="28521" y="260375"/>
                  </a:lnTo>
                  <a:lnTo>
                    <a:pt x="31561" y="264736"/>
                  </a:lnTo>
                  <a:lnTo>
                    <a:pt x="34738" y="268998"/>
                  </a:lnTo>
                  <a:lnTo>
                    <a:pt x="38049" y="273156"/>
                  </a:lnTo>
                  <a:lnTo>
                    <a:pt x="41491" y="277208"/>
                  </a:lnTo>
                  <a:lnTo>
                    <a:pt x="45059" y="281148"/>
                  </a:lnTo>
                  <a:lnTo>
                    <a:pt x="48751" y="284972"/>
                  </a:lnTo>
                  <a:lnTo>
                    <a:pt x="52563" y="288677"/>
                  </a:lnTo>
                  <a:lnTo>
                    <a:pt x="56491" y="292259"/>
                  </a:lnTo>
                  <a:lnTo>
                    <a:pt x="60531" y="295714"/>
                  </a:lnTo>
                  <a:lnTo>
                    <a:pt x="64678" y="299040"/>
                  </a:lnTo>
                  <a:lnTo>
                    <a:pt x="68930" y="302231"/>
                  </a:lnTo>
                  <a:lnTo>
                    <a:pt x="73280" y="305286"/>
                  </a:lnTo>
                  <a:lnTo>
                    <a:pt x="77726" y="308201"/>
                  </a:lnTo>
                  <a:lnTo>
                    <a:pt x="82261" y="310973"/>
                  </a:lnTo>
                  <a:lnTo>
                    <a:pt x="86883" y="313599"/>
                  </a:lnTo>
                  <a:lnTo>
                    <a:pt x="91586" y="316078"/>
                  </a:lnTo>
                  <a:lnTo>
                    <a:pt x="96365" y="318405"/>
                  </a:lnTo>
                  <a:lnTo>
                    <a:pt x="101216" y="320579"/>
                  </a:lnTo>
                  <a:lnTo>
                    <a:pt x="106134" y="322598"/>
                  </a:lnTo>
                  <a:lnTo>
                    <a:pt x="111113" y="324460"/>
                  </a:lnTo>
                  <a:lnTo>
                    <a:pt x="116149" y="326162"/>
                  </a:lnTo>
                  <a:lnTo>
                    <a:pt x="121236" y="327703"/>
                  </a:lnTo>
                  <a:lnTo>
                    <a:pt x="126370" y="329082"/>
                  </a:lnTo>
                  <a:lnTo>
                    <a:pt x="131546" y="330297"/>
                  </a:lnTo>
                  <a:lnTo>
                    <a:pt x="136757" y="331347"/>
                  </a:lnTo>
                  <a:lnTo>
                    <a:pt x="141999" y="332230"/>
                  </a:lnTo>
                  <a:lnTo>
                    <a:pt x="147266" y="332947"/>
                  </a:lnTo>
                  <a:lnTo>
                    <a:pt x="152554" y="333495"/>
                  </a:lnTo>
                  <a:lnTo>
                    <a:pt x="157856" y="333875"/>
                  </a:lnTo>
                  <a:lnTo>
                    <a:pt x="163168" y="334087"/>
                  </a:lnTo>
                  <a:lnTo>
                    <a:pt x="168483" y="334129"/>
                  </a:lnTo>
                  <a:lnTo>
                    <a:pt x="173798" y="334002"/>
                  </a:lnTo>
                  <a:lnTo>
                    <a:pt x="179105" y="333707"/>
                  </a:lnTo>
                  <a:lnTo>
                    <a:pt x="184401" y="333242"/>
                  </a:lnTo>
                  <a:lnTo>
                    <a:pt x="189679" y="332610"/>
                  </a:lnTo>
                  <a:lnTo>
                    <a:pt x="194934" y="331810"/>
                  </a:lnTo>
                  <a:lnTo>
                    <a:pt x="200162" y="330843"/>
                  </a:lnTo>
                  <a:lnTo>
                    <a:pt x="205355" y="329711"/>
                  </a:lnTo>
                  <a:lnTo>
                    <a:pt x="210511" y="328414"/>
                  </a:lnTo>
                  <a:lnTo>
                    <a:pt x="215622" y="326954"/>
                  </a:lnTo>
                  <a:lnTo>
                    <a:pt x="220685" y="325332"/>
                  </a:lnTo>
                  <a:lnTo>
                    <a:pt x="225693" y="323550"/>
                  </a:lnTo>
                  <a:lnTo>
                    <a:pt x="230642" y="321610"/>
                  </a:lnTo>
                  <a:lnTo>
                    <a:pt x="235527" y="319513"/>
                  </a:lnTo>
                  <a:lnTo>
                    <a:pt x="240343" y="317262"/>
                  </a:lnTo>
                  <a:lnTo>
                    <a:pt x="245084" y="314859"/>
                  </a:lnTo>
                  <a:lnTo>
                    <a:pt x="249747" y="312307"/>
                  </a:lnTo>
                  <a:lnTo>
                    <a:pt x="254327" y="309607"/>
                  </a:lnTo>
                  <a:lnTo>
                    <a:pt x="258818" y="306763"/>
                  </a:lnTo>
                  <a:lnTo>
                    <a:pt x="263217" y="303778"/>
                  </a:lnTo>
                  <a:lnTo>
                    <a:pt x="267518" y="300655"/>
                  </a:lnTo>
                  <a:lnTo>
                    <a:pt x="271718" y="297396"/>
                  </a:lnTo>
                  <a:lnTo>
                    <a:pt x="275812" y="294005"/>
                  </a:lnTo>
                  <a:lnTo>
                    <a:pt x="279796" y="290486"/>
                  </a:lnTo>
                  <a:lnTo>
                    <a:pt x="283667" y="286843"/>
                  </a:lnTo>
                  <a:lnTo>
                    <a:pt x="287420" y="283077"/>
                  </a:lnTo>
                  <a:lnTo>
                    <a:pt x="291051" y="279195"/>
                  </a:lnTo>
                  <a:lnTo>
                    <a:pt x="294556" y="275199"/>
                  </a:lnTo>
                  <a:lnTo>
                    <a:pt x="297933" y="271093"/>
                  </a:lnTo>
                  <a:lnTo>
                    <a:pt x="301178" y="266882"/>
                  </a:lnTo>
                  <a:lnTo>
                    <a:pt x="304287" y="262571"/>
                  </a:lnTo>
                  <a:lnTo>
                    <a:pt x="307257" y="258162"/>
                  </a:lnTo>
                  <a:lnTo>
                    <a:pt x="310086" y="253661"/>
                  </a:lnTo>
                  <a:lnTo>
                    <a:pt x="312770" y="249073"/>
                  </a:lnTo>
                  <a:lnTo>
                    <a:pt x="315307" y="244402"/>
                  </a:lnTo>
                  <a:lnTo>
                    <a:pt x="317695" y="239652"/>
                  </a:lnTo>
                  <a:lnTo>
                    <a:pt x="319930" y="234829"/>
                  </a:lnTo>
                  <a:lnTo>
                    <a:pt x="322010" y="229937"/>
                  </a:lnTo>
                  <a:lnTo>
                    <a:pt x="323934" y="224981"/>
                  </a:lnTo>
                  <a:lnTo>
                    <a:pt x="325699" y="219967"/>
                  </a:lnTo>
                  <a:lnTo>
                    <a:pt x="327304" y="214899"/>
                  </a:lnTo>
                  <a:lnTo>
                    <a:pt x="328747" y="209783"/>
                  </a:lnTo>
                  <a:lnTo>
                    <a:pt x="330027" y="204624"/>
                  </a:lnTo>
                  <a:lnTo>
                    <a:pt x="331142" y="199426"/>
                  </a:lnTo>
                  <a:lnTo>
                    <a:pt x="332091" y="194195"/>
                  </a:lnTo>
                  <a:lnTo>
                    <a:pt x="332874" y="188937"/>
                  </a:lnTo>
                  <a:lnTo>
                    <a:pt x="333488" y="183657"/>
                  </a:lnTo>
                  <a:lnTo>
                    <a:pt x="333935" y="178360"/>
                  </a:lnTo>
                  <a:lnTo>
                    <a:pt x="334213" y="173052"/>
                  </a:lnTo>
                  <a:lnTo>
                    <a:pt x="334322" y="167737"/>
                  </a:lnTo>
                  <a:lnTo>
                    <a:pt x="334262" y="162421"/>
                  </a:lnTo>
                  <a:lnTo>
                    <a:pt x="334033" y="157110"/>
                  </a:lnTo>
                  <a:lnTo>
                    <a:pt x="333635" y="151809"/>
                  </a:lnTo>
                  <a:lnTo>
                    <a:pt x="333069" y="146524"/>
                  </a:lnTo>
                  <a:lnTo>
                    <a:pt x="332335" y="141259"/>
                  </a:lnTo>
                  <a:lnTo>
                    <a:pt x="331434" y="136020"/>
                  </a:lnTo>
                  <a:lnTo>
                    <a:pt x="330367" y="130812"/>
                  </a:lnTo>
                  <a:lnTo>
                    <a:pt x="329135" y="125641"/>
                  </a:lnTo>
                  <a:lnTo>
                    <a:pt x="327739" y="120512"/>
                  </a:lnTo>
                  <a:lnTo>
                    <a:pt x="326181" y="115429"/>
                  </a:lnTo>
                  <a:lnTo>
                    <a:pt x="324462" y="110399"/>
                  </a:lnTo>
                  <a:lnTo>
                    <a:pt x="322584" y="105426"/>
                  </a:lnTo>
                  <a:lnTo>
                    <a:pt x="320548" y="100515"/>
                  </a:lnTo>
                  <a:lnTo>
                    <a:pt x="318358" y="95672"/>
                  </a:lnTo>
                  <a:lnTo>
                    <a:pt x="316015" y="90900"/>
                  </a:lnTo>
                  <a:lnTo>
                    <a:pt x="313521" y="86206"/>
                  </a:lnTo>
                  <a:lnTo>
                    <a:pt x="310879" y="81593"/>
                  </a:lnTo>
                  <a:lnTo>
                    <a:pt x="308092" y="77066"/>
                  </a:lnTo>
                  <a:lnTo>
                    <a:pt x="305162" y="72630"/>
                  </a:lnTo>
                  <a:lnTo>
                    <a:pt x="302093" y="68290"/>
                  </a:lnTo>
                  <a:lnTo>
                    <a:pt x="298887" y="64050"/>
                  </a:lnTo>
                  <a:lnTo>
                    <a:pt x="295548" y="59913"/>
                  </a:lnTo>
                  <a:lnTo>
                    <a:pt x="292079" y="55885"/>
                  </a:lnTo>
                  <a:lnTo>
                    <a:pt x="288484" y="51969"/>
                  </a:lnTo>
                  <a:lnTo>
                    <a:pt x="284767" y="48169"/>
                  </a:lnTo>
                  <a:lnTo>
                    <a:pt x="280930" y="44490"/>
                  </a:lnTo>
                  <a:lnTo>
                    <a:pt x="276978" y="40934"/>
                  </a:lnTo>
                  <a:lnTo>
                    <a:pt x="272915" y="37506"/>
                  </a:lnTo>
                  <a:lnTo>
                    <a:pt x="268746" y="34209"/>
                  </a:lnTo>
                  <a:lnTo>
                    <a:pt x="264473" y="31046"/>
                  </a:lnTo>
                  <a:lnTo>
                    <a:pt x="260102" y="28021"/>
                  </a:lnTo>
                  <a:lnTo>
                    <a:pt x="255637" y="25136"/>
                  </a:lnTo>
                  <a:lnTo>
                    <a:pt x="251083" y="22394"/>
                  </a:lnTo>
                  <a:lnTo>
                    <a:pt x="246444" y="19799"/>
                  </a:lnTo>
                  <a:lnTo>
                    <a:pt x="241724" y="17352"/>
                  </a:lnTo>
                  <a:lnTo>
                    <a:pt x="236929" y="15057"/>
                  </a:lnTo>
                  <a:lnTo>
                    <a:pt x="232064" y="12915"/>
                  </a:lnTo>
                  <a:lnTo>
                    <a:pt x="227133" y="10929"/>
                  </a:lnTo>
                  <a:lnTo>
                    <a:pt x="222141" y="9101"/>
                  </a:lnTo>
                  <a:lnTo>
                    <a:pt x="217094" y="7433"/>
                  </a:lnTo>
                  <a:lnTo>
                    <a:pt x="211996" y="5925"/>
                  </a:lnTo>
                  <a:lnTo>
                    <a:pt x="206853" y="4581"/>
                  </a:lnTo>
                  <a:lnTo>
                    <a:pt x="201670" y="3401"/>
                  </a:lnTo>
                  <a:lnTo>
                    <a:pt x="196452" y="2386"/>
                  </a:lnTo>
                  <a:lnTo>
                    <a:pt x="191204" y="1538"/>
                  </a:lnTo>
                  <a:lnTo>
                    <a:pt x="185932" y="857"/>
                  </a:lnTo>
                  <a:lnTo>
                    <a:pt x="180641" y="344"/>
                  </a:lnTo>
                  <a:lnTo>
                    <a:pt x="175336" y="0"/>
                  </a:lnTo>
                  <a:lnTo>
                    <a:pt x="167156" y="1669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g821"/>
            <p:cNvSpPr/>
            <p:nvPr/>
          </p:nvSpPr>
          <p:spPr>
            <a:xfrm>
              <a:off x="6923495" y="3685283"/>
              <a:ext cx="8180" cy="167167"/>
            </a:xfrm>
            <a:custGeom>
              <a:avLst/>
              <a:pathLst>
                <a:path w="8180" h="167167">
                  <a:moveTo>
                    <a:pt x="8180" y="20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tx822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6727739" y="2753836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6555392" y="2266703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6285813" y="1833590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5876387" y="1482170"/>
              <a:ext cx="412905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AMP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5410870" y="1222972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4982243" y="1069969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4410874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3904837" y="1135613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3412078" y="1335172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3043228" y="1650504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2661773" y="2041851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2455187" y="2505106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2335480" y="3009529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2324783" y="3527924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2449885" y="4032347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2688283" y="4495602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39" name="tx839"/>
            <p:cNvSpPr/>
            <p:nvPr/>
          </p:nvSpPr>
          <p:spPr>
            <a:xfrm>
              <a:off x="3048437" y="4898484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40" name="tx840"/>
            <p:cNvSpPr/>
            <p:nvPr/>
          </p:nvSpPr>
          <p:spPr>
            <a:xfrm>
              <a:off x="3449192" y="5208048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41" name="tx841"/>
            <p:cNvSpPr/>
            <p:nvPr/>
          </p:nvSpPr>
          <p:spPr>
            <a:xfrm>
              <a:off x="3936509" y="5413374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42" name="tx842"/>
            <p:cNvSpPr/>
            <p:nvPr/>
          </p:nvSpPr>
          <p:spPr>
            <a:xfrm>
              <a:off x="4431989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43" name="tx843"/>
            <p:cNvSpPr/>
            <p:nvPr/>
          </p:nvSpPr>
          <p:spPr>
            <a:xfrm>
              <a:off x="4987452" y="5467484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44" name="tx844"/>
            <p:cNvSpPr/>
            <p:nvPr/>
          </p:nvSpPr>
          <p:spPr>
            <a:xfrm>
              <a:off x="5447984" y="5320248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45" name="tx845"/>
            <p:cNvSpPr/>
            <p:nvPr/>
          </p:nvSpPr>
          <p:spPr>
            <a:xfrm>
              <a:off x="5881736" y="5059608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46" name="tx846"/>
            <p:cNvSpPr/>
            <p:nvPr/>
          </p:nvSpPr>
          <p:spPr>
            <a:xfrm>
              <a:off x="6280604" y="4703863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47" name="tx847"/>
            <p:cNvSpPr/>
            <p:nvPr/>
          </p:nvSpPr>
          <p:spPr>
            <a:xfrm>
              <a:off x="6550137" y="4272006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48" name="tx848"/>
            <p:cNvSpPr/>
            <p:nvPr/>
          </p:nvSpPr>
          <p:spPr>
            <a:xfrm>
              <a:off x="6743552" y="3783478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2025-06-26T11:40:37Z</dcterms:modified>
  <cp:category/>
</cp:coreProperties>
</file>