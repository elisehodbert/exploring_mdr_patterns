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75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0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56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5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4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6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00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6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80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18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5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0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4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1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7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9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46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9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66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7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4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0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7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6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8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23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6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31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5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46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71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32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4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72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8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80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51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18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1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3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4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8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38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80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4219" y="3170392"/>
              <a:ext cx="49559" cy="167167"/>
            </a:xfrm>
            <a:custGeom>
              <a:avLst/>
              <a:pathLst>
                <a:path w="49559" h="167167">
                  <a:moveTo>
                    <a:pt x="49559" y="0"/>
                  </a:moveTo>
                  <a:lnTo>
                    <a:pt x="43271" y="118"/>
                  </a:lnTo>
                  <a:lnTo>
                    <a:pt x="36992" y="473"/>
                  </a:lnTo>
                  <a:lnTo>
                    <a:pt x="30731" y="1063"/>
                  </a:lnTo>
                  <a:lnTo>
                    <a:pt x="24496" y="1889"/>
                  </a:lnTo>
                  <a:lnTo>
                    <a:pt x="18297" y="2949"/>
                  </a:lnTo>
                  <a:lnTo>
                    <a:pt x="12142" y="4241"/>
                  </a:lnTo>
                  <a:lnTo>
                    <a:pt x="6040" y="5764"/>
                  </a:lnTo>
                  <a:lnTo>
                    <a:pt x="0" y="7515"/>
                  </a:lnTo>
                  <a:lnTo>
                    <a:pt x="495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4219" y="3177907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816611" y="3170414"/>
              <a:ext cx="334334" cy="334293"/>
            </a:xfrm>
            <a:custGeom>
              <a:avLst/>
              <a:pathLst>
                <a:path w="334334" h="334293">
                  <a:moveTo>
                    <a:pt x="117607" y="7493"/>
                  </a:moveTo>
                  <a:lnTo>
                    <a:pt x="112567" y="9146"/>
                  </a:lnTo>
                  <a:lnTo>
                    <a:pt x="107581" y="10958"/>
                  </a:lnTo>
                  <a:lnTo>
                    <a:pt x="102655" y="12927"/>
                  </a:lnTo>
                  <a:lnTo>
                    <a:pt x="97795" y="15052"/>
                  </a:lnTo>
                  <a:lnTo>
                    <a:pt x="93004" y="17329"/>
                  </a:lnTo>
                  <a:lnTo>
                    <a:pt x="88288" y="19758"/>
                  </a:lnTo>
                  <a:lnTo>
                    <a:pt x="83651" y="22335"/>
                  </a:lnTo>
                  <a:lnTo>
                    <a:pt x="79098" y="25058"/>
                  </a:lnTo>
                  <a:lnTo>
                    <a:pt x="74634" y="27924"/>
                  </a:lnTo>
                  <a:lnTo>
                    <a:pt x="70263" y="30930"/>
                  </a:lnTo>
                  <a:lnTo>
                    <a:pt x="65990" y="34073"/>
                  </a:lnTo>
                  <a:lnTo>
                    <a:pt x="61819" y="37350"/>
                  </a:lnTo>
                  <a:lnTo>
                    <a:pt x="57754" y="40758"/>
                  </a:lnTo>
                  <a:lnTo>
                    <a:pt x="53799" y="44293"/>
                  </a:lnTo>
                  <a:lnTo>
                    <a:pt x="49958" y="47952"/>
                  </a:lnTo>
                  <a:lnTo>
                    <a:pt x="46235" y="51731"/>
                  </a:lnTo>
                  <a:lnTo>
                    <a:pt x="42634" y="55626"/>
                  </a:lnTo>
                  <a:lnTo>
                    <a:pt x="39158" y="59634"/>
                  </a:lnTo>
                  <a:lnTo>
                    <a:pt x="35811" y="63750"/>
                  </a:lnTo>
                  <a:lnTo>
                    <a:pt x="32597" y="67969"/>
                  </a:lnTo>
                  <a:lnTo>
                    <a:pt x="29518" y="72289"/>
                  </a:lnTo>
                  <a:lnTo>
                    <a:pt x="26577" y="76704"/>
                  </a:lnTo>
                  <a:lnTo>
                    <a:pt x="23779" y="81211"/>
                  </a:lnTo>
                  <a:lnTo>
                    <a:pt x="21124" y="85804"/>
                  </a:lnTo>
                  <a:lnTo>
                    <a:pt x="18617" y="90478"/>
                  </a:lnTo>
                  <a:lnTo>
                    <a:pt x="16259" y="95230"/>
                  </a:lnTo>
                  <a:lnTo>
                    <a:pt x="14053" y="100055"/>
                  </a:lnTo>
                  <a:lnTo>
                    <a:pt x="12002" y="104947"/>
                  </a:lnTo>
                  <a:lnTo>
                    <a:pt x="10106" y="109901"/>
                  </a:lnTo>
                  <a:lnTo>
                    <a:pt x="8369" y="114913"/>
                  </a:lnTo>
                  <a:lnTo>
                    <a:pt x="6792" y="119978"/>
                  </a:lnTo>
                  <a:lnTo>
                    <a:pt x="5376" y="125091"/>
                  </a:lnTo>
                  <a:lnTo>
                    <a:pt x="4123" y="130245"/>
                  </a:lnTo>
                  <a:lnTo>
                    <a:pt x="3034" y="135437"/>
                  </a:lnTo>
                  <a:lnTo>
                    <a:pt x="2111" y="140661"/>
                  </a:lnTo>
                  <a:lnTo>
                    <a:pt x="1354" y="145911"/>
                  </a:lnTo>
                  <a:lnTo>
                    <a:pt x="763" y="151183"/>
                  </a:lnTo>
                  <a:lnTo>
                    <a:pt x="341" y="156471"/>
                  </a:lnTo>
                  <a:lnTo>
                    <a:pt x="86" y="161769"/>
                  </a:lnTo>
                  <a:lnTo>
                    <a:pt x="0" y="167074"/>
                  </a:lnTo>
                  <a:lnTo>
                    <a:pt x="81" y="172378"/>
                  </a:lnTo>
                  <a:lnTo>
                    <a:pt x="332" y="177676"/>
                  </a:lnTo>
                  <a:lnTo>
                    <a:pt x="750" y="182965"/>
                  </a:lnTo>
                  <a:lnTo>
                    <a:pt x="1335" y="188237"/>
                  </a:lnTo>
                  <a:lnTo>
                    <a:pt x="2088" y="193488"/>
                  </a:lnTo>
                  <a:lnTo>
                    <a:pt x="3007" y="198713"/>
                  </a:lnTo>
                  <a:lnTo>
                    <a:pt x="4091" y="203905"/>
                  </a:lnTo>
                  <a:lnTo>
                    <a:pt x="5340" y="209061"/>
                  </a:lnTo>
                  <a:lnTo>
                    <a:pt x="6751" y="214175"/>
                  </a:lnTo>
                  <a:lnTo>
                    <a:pt x="8324" y="219241"/>
                  </a:lnTo>
                  <a:lnTo>
                    <a:pt x="10057" y="224254"/>
                  </a:lnTo>
                  <a:lnTo>
                    <a:pt x="11948" y="229211"/>
                  </a:lnTo>
                  <a:lnTo>
                    <a:pt x="13996" y="234104"/>
                  </a:lnTo>
                  <a:lnTo>
                    <a:pt x="16197" y="238931"/>
                  </a:lnTo>
                  <a:lnTo>
                    <a:pt x="18551" y="243685"/>
                  </a:lnTo>
                  <a:lnTo>
                    <a:pt x="21054" y="248362"/>
                  </a:lnTo>
                  <a:lnTo>
                    <a:pt x="23705" y="252957"/>
                  </a:lnTo>
                  <a:lnTo>
                    <a:pt x="26500" y="257465"/>
                  </a:lnTo>
                  <a:lnTo>
                    <a:pt x="29436" y="261883"/>
                  </a:lnTo>
                  <a:lnTo>
                    <a:pt x="32512" y="266205"/>
                  </a:lnTo>
                  <a:lnTo>
                    <a:pt x="35723" y="270428"/>
                  </a:lnTo>
                  <a:lnTo>
                    <a:pt x="39066" y="274547"/>
                  </a:lnTo>
                  <a:lnTo>
                    <a:pt x="42538" y="278557"/>
                  </a:lnTo>
                  <a:lnTo>
                    <a:pt x="46136" y="282455"/>
                  </a:lnTo>
                  <a:lnTo>
                    <a:pt x="49856" y="286238"/>
                  </a:lnTo>
                  <a:lnTo>
                    <a:pt x="53693" y="289900"/>
                  </a:lnTo>
                  <a:lnTo>
                    <a:pt x="57645" y="293438"/>
                  </a:lnTo>
                  <a:lnTo>
                    <a:pt x="61708" y="296850"/>
                  </a:lnTo>
                  <a:lnTo>
                    <a:pt x="65876" y="300131"/>
                  </a:lnTo>
                  <a:lnTo>
                    <a:pt x="70147" y="303278"/>
                  </a:lnTo>
                  <a:lnTo>
                    <a:pt x="74515" y="306287"/>
                  </a:lnTo>
                  <a:lnTo>
                    <a:pt x="78976" y="309157"/>
                  </a:lnTo>
                  <a:lnTo>
                    <a:pt x="83527" y="311884"/>
                  </a:lnTo>
                  <a:lnTo>
                    <a:pt x="88161" y="314465"/>
                  </a:lnTo>
                  <a:lnTo>
                    <a:pt x="92875" y="316897"/>
                  </a:lnTo>
                  <a:lnTo>
                    <a:pt x="97664" y="319179"/>
                  </a:lnTo>
                  <a:lnTo>
                    <a:pt x="102523" y="321308"/>
                  </a:lnTo>
                  <a:lnTo>
                    <a:pt x="107447" y="323281"/>
                  </a:lnTo>
                  <a:lnTo>
                    <a:pt x="112431" y="325098"/>
                  </a:lnTo>
                  <a:lnTo>
                    <a:pt x="117470" y="326755"/>
                  </a:lnTo>
                  <a:lnTo>
                    <a:pt x="122560" y="328251"/>
                  </a:lnTo>
                  <a:lnTo>
                    <a:pt x="127694" y="329585"/>
                  </a:lnTo>
                  <a:lnTo>
                    <a:pt x="132868" y="330756"/>
                  </a:lnTo>
                  <a:lnTo>
                    <a:pt x="138076" y="331762"/>
                  </a:lnTo>
                  <a:lnTo>
                    <a:pt x="143314" y="332602"/>
                  </a:lnTo>
                  <a:lnTo>
                    <a:pt x="148576" y="333276"/>
                  </a:lnTo>
                  <a:lnTo>
                    <a:pt x="153856" y="333782"/>
                  </a:lnTo>
                  <a:lnTo>
                    <a:pt x="159150" y="334120"/>
                  </a:lnTo>
                  <a:lnTo>
                    <a:pt x="164452" y="334291"/>
                  </a:lnTo>
                  <a:lnTo>
                    <a:pt x="169757" y="334293"/>
                  </a:lnTo>
                  <a:lnTo>
                    <a:pt x="175059" y="334126"/>
                  </a:lnTo>
                  <a:lnTo>
                    <a:pt x="180353" y="333792"/>
                  </a:lnTo>
                  <a:lnTo>
                    <a:pt x="185634" y="333289"/>
                  </a:lnTo>
                  <a:lnTo>
                    <a:pt x="190897" y="332620"/>
                  </a:lnTo>
                  <a:lnTo>
                    <a:pt x="196135" y="331784"/>
                  </a:lnTo>
                  <a:lnTo>
                    <a:pt x="201344" y="330782"/>
                  </a:lnTo>
                  <a:lnTo>
                    <a:pt x="206519" y="329615"/>
                  </a:lnTo>
                  <a:lnTo>
                    <a:pt x="211654" y="328284"/>
                  </a:lnTo>
                  <a:lnTo>
                    <a:pt x="216745" y="326792"/>
                  </a:lnTo>
                  <a:lnTo>
                    <a:pt x="221785" y="325138"/>
                  </a:lnTo>
                  <a:lnTo>
                    <a:pt x="226771" y="323326"/>
                  </a:lnTo>
                  <a:lnTo>
                    <a:pt x="231696" y="321356"/>
                  </a:lnTo>
                  <a:lnTo>
                    <a:pt x="236557" y="319231"/>
                  </a:lnTo>
                  <a:lnTo>
                    <a:pt x="241347" y="316953"/>
                  </a:lnTo>
                  <a:lnTo>
                    <a:pt x="246063" y="314523"/>
                  </a:lnTo>
                  <a:lnTo>
                    <a:pt x="250700" y="311946"/>
                  </a:lnTo>
                  <a:lnTo>
                    <a:pt x="255252" y="309223"/>
                  </a:lnTo>
                  <a:lnTo>
                    <a:pt x="259716" y="306356"/>
                  </a:lnTo>
                  <a:lnTo>
                    <a:pt x="264086" y="303350"/>
                  </a:lnTo>
                  <a:lnTo>
                    <a:pt x="268359" y="300206"/>
                  </a:lnTo>
                  <a:lnTo>
                    <a:pt x="272530" y="296928"/>
                  </a:lnTo>
                  <a:lnTo>
                    <a:pt x="276595" y="293520"/>
                  </a:lnTo>
                  <a:lnTo>
                    <a:pt x="280549" y="289984"/>
                  </a:lnTo>
                  <a:lnTo>
                    <a:pt x="284390" y="286325"/>
                  </a:lnTo>
                  <a:lnTo>
                    <a:pt x="288112" y="282545"/>
                  </a:lnTo>
                  <a:lnTo>
                    <a:pt x="291713" y="278650"/>
                  </a:lnTo>
                  <a:lnTo>
                    <a:pt x="295188" y="274642"/>
                  </a:lnTo>
                  <a:lnTo>
                    <a:pt x="298534" y="270526"/>
                  </a:lnTo>
                  <a:lnTo>
                    <a:pt x="301748" y="266306"/>
                  </a:lnTo>
                  <a:lnTo>
                    <a:pt x="304827" y="261985"/>
                  </a:lnTo>
                  <a:lnTo>
                    <a:pt x="307767" y="257570"/>
                  </a:lnTo>
                  <a:lnTo>
                    <a:pt x="310565" y="253063"/>
                  </a:lnTo>
                  <a:lnTo>
                    <a:pt x="313219" y="248470"/>
                  </a:lnTo>
                  <a:lnTo>
                    <a:pt x="315726" y="243795"/>
                  </a:lnTo>
                  <a:lnTo>
                    <a:pt x="318083" y="239043"/>
                  </a:lnTo>
                  <a:lnTo>
                    <a:pt x="320288" y="234218"/>
                  </a:lnTo>
                  <a:lnTo>
                    <a:pt x="322339" y="229326"/>
                  </a:lnTo>
                  <a:lnTo>
                    <a:pt x="324234" y="224371"/>
                  </a:lnTo>
                  <a:lnTo>
                    <a:pt x="325971" y="219359"/>
                  </a:lnTo>
                  <a:lnTo>
                    <a:pt x="327548" y="214294"/>
                  </a:lnTo>
                  <a:lnTo>
                    <a:pt x="328963" y="209181"/>
                  </a:lnTo>
                  <a:lnTo>
                    <a:pt x="330215" y="204027"/>
                  </a:lnTo>
                  <a:lnTo>
                    <a:pt x="331303" y="198835"/>
                  </a:lnTo>
                  <a:lnTo>
                    <a:pt x="332226" y="193611"/>
                  </a:lnTo>
                  <a:lnTo>
                    <a:pt x="332983" y="188360"/>
                  </a:lnTo>
                  <a:lnTo>
                    <a:pt x="333572" y="183088"/>
                  </a:lnTo>
                  <a:lnTo>
                    <a:pt x="333994" y="177800"/>
                  </a:lnTo>
                  <a:lnTo>
                    <a:pt x="334249" y="172502"/>
                  </a:lnTo>
                  <a:lnTo>
                    <a:pt x="334334" y="167198"/>
                  </a:lnTo>
                  <a:lnTo>
                    <a:pt x="334252" y="161894"/>
                  </a:lnTo>
                  <a:lnTo>
                    <a:pt x="334001" y="156595"/>
                  </a:lnTo>
                  <a:lnTo>
                    <a:pt x="333582" y="151307"/>
                  </a:lnTo>
                  <a:lnTo>
                    <a:pt x="332996" y="146034"/>
                  </a:lnTo>
                  <a:lnTo>
                    <a:pt x="332243" y="140783"/>
                  </a:lnTo>
                  <a:lnTo>
                    <a:pt x="331323" y="135559"/>
                  </a:lnTo>
                  <a:lnTo>
                    <a:pt x="330238" y="130366"/>
                  </a:lnTo>
                  <a:lnTo>
                    <a:pt x="328989" y="125211"/>
                  </a:lnTo>
                  <a:lnTo>
                    <a:pt x="327577" y="120097"/>
                  </a:lnTo>
                  <a:lnTo>
                    <a:pt x="326004" y="115031"/>
                  </a:lnTo>
                  <a:lnTo>
                    <a:pt x="324270" y="110018"/>
                  </a:lnTo>
                  <a:lnTo>
                    <a:pt x="322378" y="105062"/>
                  </a:lnTo>
                  <a:lnTo>
                    <a:pt x="320330" y="100169"/>
                  </a:lnTo>
                  <a:lnTo>
                    <a:pt x="318128" y="95343"/>
                  </a:lnTo>
                  <a:lnTo>
                    <a:pt x="315774" y="90589"/>
                  </a:lnTo>
                  <a:lnTo>
                    <a:pt x="313270" y="85912"/>
                  </a:lnTo>
                  <a:lnTo>
                    <a:pt x="310619" y="81317"/>
                  </a:lnTo>
                  <a:lnTo>
                    <a:pt x="307824" y="76809"/>
                  </a:lnTo>
                  <a:lnTo>
                    <a:pt x="304887" y="72392"/>
                  </a:lnTo>
                  <a:lnTo>
                    <a:pt x="301811" y="68070"/>
                  </a:lnTo>
                  <a:lnTo>
                    <a:pt x="298599" y="63847"/>
                  </a:lnTo>
                  <a:lnTo>
                    <a:pt x="295256" y="59729"/>
                  </a:lnTo>
                  <a:lnTo>
                    <a:pt x="291783" y="55719"/>
                  </a:lnTo>
                  <a:lnTo>
                    <a:pt x="288185" y="51821"/>
                  </a:lnTo>
                  <a:lnTo>
                    <a:pt x="284465" y="48039"/>
                  </a:lnTo>
                  <a:lnTo>
                    <a:pt x="280627" y="44378"/>
                  </a:lnTo>
                  <a:lnTo>
                    <a:pt x="276674" y="40840"/>
                  </a:lnTo>
                  <a:lnTo>
                    <a:pt x="272611" y="37429"/>
                  </a:lnTo>
                  <a:lnTo>
                    <a:pt x="268443" y="34148"/>
                  </a:lnTo>
                  <a:lnTo>
                    <a:pt x="264172" y="31002"/>
                  </a:lnTo>
                  <a:lnTo>
                    <a:pt x="259803" y="27992"/>
                  </a:lnTo>
                  <a:lnTo>
                    <a:pt x="255341" y="25123"/>
                  </a:lnTo>
                  <a:lnTo>
                    <a:pt x="250791" y="22397"/>
                  </a:lnTo>
                  <a:lnTo>
                    <a:pt x="246156" y="19817"/>
                  </a:lnTo>
                  <a:lnTo>
                    <a:pt x="241441" y="17385"/>
                  </a:lnTo>
                  <a:lnTo>
                    <a:pt x="236652" y="15103"/>
                  </a:lnTo>
                  <a:lnTo>
                    <a:pt x="231793" y="12975"/>
                  </a:lnTo>
                  <a:lnTo>
                    <a:pt x="226869" y="11002"/>
                  </a:lnTo>
                  <a:lnTo>
                    <a:pt x="221885" y="9187"/>
                  </a:lnTo>
                  <a:lnTo>
                    <a:pt x="216845" y="7530"/>
                  </a:lnTo>
                  <a:lnTo>
                    <a:pt x="211756" y="6034"/>
                  </a:lnTo>
                  <a:lnTo>
                    <a:pt x="206621" y="4700"/>
                  </a:lnTo>
                  <a:lnTo>
                    <a:pt x="201447" y="3530"/>
                  </a:lnTo>
                  <a:lnTo>
                    <a:pt x="196239" y="2525"/>
                  </a:lnTo>
                  <a:lnTo>
                    <a:pt x="191001" y="1686"/>
                  </a:lnTo>
                  <a:lnTo>
                    <a:pt x="185739" y="1013"/>
                  </a:lnTo>
                  <a:lnTo>
                    <a:pt x="180458" y="507"/>
                  </a:lnTo>
                  <a:lnTo>
                    <a:pt x="175164" y="169"/>
                  </a:lnTo>
                  <a:lnTo>
                    <a:pt x="169862" y="0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56" y="2633064"/>
              <a:ext cx="167154" cy="170536"/>
            </a:xfrm>
            <a:custGeom>
              <a:avLst/>
              <a:pathLst>
                <a:path w="167154" h="170536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20" y="5607"/>
                  </a:lnTo>
                  <a:lnTo>
                    <a:pt x="118998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4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4"/>
                  </a:lnTo>
                  <a:lnTo>
                    <a:pt x="74924" y="27745"/>
                  </a:lnTo>
                  <a:lnTo>
                    <a:pt x="70446" y="30812"/>
                  </a:lnTo>
                  <a:lnTo>
                    <a:pt x="66071" y="34024"/>
                  </a:lnTo>
                  <a:lnTo>
                    <a:pt x="61802" y="37375"/>
                  </a:lnTo>
                  <a:lnTo>
                    <a:pt x="57644" y="40864"/>
                  </a:lnTo>
                  <a:lnTo>
                    <a:pt x="53602" y="44485"/>
                  </a:lnTo>
                  <a:lnTo>
                    <a:pt x="49679" y="48236"/>
                  </a:lnTo>
                  <a:lnTo>
                    <a:pt x="45880" y="52112"/>
                  </a:lnTo>
                  <a:lnTo>
                    <a:pt x="42209" y="56110"/>
                  </a:lnTo>
                  <a:lnTo>
                    <a:pt x="38670" y="60225"/>
                  </a:lnTo>
                  <a:lnTo>
                    <a:pt x="35266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2" y="77765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6"/>
                  </a:lnTo>
                  <a:lnTo>
                    <a:pt x="15513" y="96812"/>
                  </a:lnTo>
                  <a:lnTo>
                    <a:pt x="13309" y="101771"/>
                  </a:lnTo>
                  <a:lnTo>
                    <a:pt x="11267" y="106800"/>
                  </a:lnTo>
                  <a:lnTo>
                    <a:pt x="9390" y="111892"/>
                  </a:lnTo>
                  <a:lnTo>
                    <a:pt x="7678" y="117043"/>
                  </a:lnTo>
                  <a:lnTo>
                    <a:pt x="6135" y="122246"/>
                  </a:lnTo>
                  <a:lnTo>
                    <a:pt x="4762" y="127497"/>
                  </a:lnTo>
                  <a:lnTo>
                    <a:pt x="3560" y="132790"/>
                  </a:lnTo>
                  <a:lnTo>
                    <a:pt x="2530" y="138119"/>
                  </a:lnTo>
                  <a:lnTo>
                    <a:pt x="1674" y="143478"/>
                  </a:lnTo>
                  <a:lnTo>
                    <a:pt x="992" y="148862"/>
                  </a:lnTo>
                  <a:lnTo>
                    <a:pt x="485" y="154266"/>
                  </a:lnTo>
                  <a:lnTo>
                    <a:pt x="154" y="159683"/>
                  </a:lnTo>
                  <a:lnTo>
                    <a:pt x="0" y="165109"/>
                  </a:lnTo>
                  <a:lnTo>
                    <a:pt x="21" y="17053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77" y="2800231"/>
              <a:ext cx="167133" cy="3369"/>
            </a:xfrm>
            <a:custGeom>
              <a:avLst/>
              <a:pathLst>
                <a:path w="167133" h="3369">
                  <a:moveTo>
                    <a:pt x="0" y="3369"/>
                  </a:moveTo>
                  <a:lnTo>
                    <a:pt x="1671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77" y="2665573"/>
              <a:ext cx="334283" cy="301824"/>
            </a:xfrm>
            <a:custGeom>
              <a:avLst/>
              <a:pathLst>
                <a:path w="334283" h="301824">
                  <a:moveTo>
                    <a:pt x="0" y="138027"/>
                  </a:moveTo>
                  <a:lnTo>
                    <a:pt x="190" y="143323"/>
                  </a:lnTo>
                  <a:lnTo>
                    <a:pt x="549" y="148610"/>
                  </a:lnTo>
                  <a:lnTo>
                    <a:pt x="1075" y="153883"/>
                  </a:lnTo>
                  <a:lnTo>
                    <a:pt x="1768" y="159137"/>
                  </a:lnTo>
                  <a:lnTo>
                    <a:pt x="2627" y="164367"/>
                  </a:lnTo>
                  <a:lnTo>
                    <a:pt x="3651" y="169566"/>
                  </a:lnTo>
                  <a:lnTo>
                    <a:pt x="4840" y="174731"/>
                  </a:lnTo>
                  <a:lnTo>
                    <a:pt x="6192" y="179855"/>
                  </a:lnTo>
                  <a:lnTo>
                    <a:pt x="7705" y="184934"/>
                  </a:lnTo>
                  <a:lnTo>
                    <a:pt x="9379" y="189962"/>
                  </a:lnTo>
                  <a:lnTo>
                    <a:pt x="11211" y="194935"/>
                  </a:lnTo>
                  <a:lnTo>
                    <a:pt x="13200" y="199847"/>
                  </a:lnTo>
                  <a:lnTo>
                    <a:pt x="15344" y="204694"/>
                  </a:lnTo>
                  <a:lnTo>
                    <a:pt x="17640" y="209470"/>
                  </a:lnTo>
                  <a:lnTo>
                    <a:pt x="20087" y="214171"/>
                  </a:lnTo>
                  <a:lnTo>
                    <a:pt x="22681" y="218792"/>
                  </a:lnTo>
                  <a:lnTo>
                    <a:pt x="25420" y="223328"/>
                  </a:lnTo>
                  <a:lnTo>
                    <a:pt x="28302" y="227776"/>
                  </a:lnTo>
                  <a:lnTo>
                    <a:pt x="31324" y="232130"/>
                  </a:lnTo>
                  <a:lnTo>
                    <a:pt x="34482" y="236385"/>
                  </a:lnTo>
                  <a:lnTo>
                    <a:pt x="37773" y="240539"/>
                  </a:lnTo>
                  <a:lnTo>
                    <a:pt x="41194" y="244586"/>
                  </a:lnTo>
                  <a:lnTo>
                    <a:pt x="44742" y="248523"/>
                  </a:lnTo>
                  <a:lnTo>
                    <a:pt x="48413" y="252345"/>
                  </a:lnTo>
                  <a:lnTo>
                    <a:pt x="52203" y="256049"/>
                  </a:lnTo>
                  <a:lnTo>
                    <a:pt x="56108" y="259631"/>
                  </a:lnTo>
                  <a:lnTo>
                    <a:pt x="60126" y="263088"/>
                  </a:lnTo>
                  <a:lnTo>
                    <a:pt x="64250" y="266415"/>
                  </a:lnTo>
                  <a:lnTo>
                    <a:pt x="68478" y="269610"/>
                  </a:lnTo>
                  <a:lnTo>
                    <a:pt x="72806" y="272670"/>
                  </a:lnTo>
                  <a:lnTo>
                    <a:pt x="77228" y="275590"/>
                  </a:lnTo>
                  <a:lnTo>
                    <a:pt x="81740" y="278369"/>
                  </a:lnTo>
                  <a:lnTo>
                    <a:pt x="86339" y="281004"/>
                  </a:lnTo>
                  <a:lnTo>
                    <a:pt x="91018" y="283491"/>
                  </a:lnTo>
                  <a:lnTo>
                    <a:pt x="95774" y="285829"/>
                  </a:lnTo>
                  <a:lnTo>
                    <a:pt x="100602" y="288015"/>
                  </a:lnTo>
                  <a:lnTo>
                    <a:pt x="105496" y="290047"/>
                  </a:lnTo>
                  <a:lnTo>
                    <a:pt x="110453" y="291923"/>
                  </a:lnTo>
                  <a:lnTo>
                    <a:pt x="115466" y="293640"/>
                  </a:lnTo>
                  <a:lnTo>
                    <a:pt x="120531" y="295198"/>
                  </a:lnTo>
                  <a:lnTo>
                    <a:pt x="125644" y="296594"/>
                  </a:lnTo>
                  <a:lnTo>
                    <a:pt x="130798" y="297828"/>
                  </a:lnTo>
                  <a:lnTo>
                    <a:pt x="135988" y="298898"/>
                  </a:lnTo>
                  <a:lnTo>
                    <a:pt x="141210" y="299803"/>
                  </a:lnTo>
                  <a:lnTo>
                    <a:pt x="146457" y="300541"/>
                  </a:lnTo>
                  <a:lnTo>
                    <a:pt x="151726" y="301113"/>
                  </a:lnTo>
                  <a:lnTo>
                    <a:pt x="157010" y="301518"/>
                  </a:lnTo>
                  <a:lnTo>
                    <a:pt x="162304" y="301755"/>
                  </a:lnTo>
                  <a:lnTo>
                    <a:pt x="167603" y="301824"/>
                  </a:lnTo>
                  <a:lnTo>
                    <a:pt x="172902" y="301725"/>
                  </a:lnTo>
                  <a:lnTo>
                    <a:pt x="178195" y="301459"/>
                  </a:lnTo>
                  <a:lnTo>
                    <a:pt x="183476" y="301024"/>
                  </a:lnTo>
                  <a:lnTo>
                    <a:pt x="188742" y="300422"/>
                  </a:lnTo>
                  <a:lnTo>
                    <a:pt x="193985" y="299654"/>
                  </a:lnTo>
                  <a:lnTo>
                    <a:pt x="199202" y="298720"/>
                  </a:lnTo>
                  <a:lnTo>
                    <a:pt x="204386" y="297621"/>
                  </a:lnTo>
                  <a:lnTo>
                    <a:pt x="209533" y="296358"/>
                  </a:lnTo>
                  <a:lnTo>
                    <a:pt x="214637" y="294933"/>
                  </a:lnTo>
                  <a:lnTo>
                    <a:pt x="219694" y="293347"/>
                  </a:lnTo>
                  <a:lnTo>
                    <a:pt x="224697" y="291601"/>
                  </a:lnTo>
                  <a:lnTo>
                    <a:pt x="229643" y="289698"/>
                  </a:lnTo>
                  <a:lnTo>
                    <a:pt x="234526" y="287638"/>
                  </a:lnTo>
                  <a:lnTo>
                    <a:pt x="239342" y="285425"/>
                  </a:lnTo>
                  <a:lnTo>
                    <a:pt x="244084" y="283061"/>
                  </a:lnTo>
                  <a:lnTo>
                    <a:pt x="248750" y="280547"/>
                  </a:lnTo>
                  <a:lnTo>
                    <a:pt x="253333" y="277886"/>
                  </a:lnTo>
                  <a:lnTo>
                    <a:pt x="257830" y="275082"/>
                  </a:lnTo>
                  <a:lnTo>
                    <a:pt x="262235" y="272137"/>
                  </a:lnTo>
                  <a:lnTo>
                    <a:pt x="266545" y="269053"/>
                  </a:lnTo>
                  <a:lnTo>
                    <a:pt x="270755" y="265834"/>
                  </a:lnTo>
                  <a:lnTo>
                    <a:pt x="274861" y="262484"/>
                  </a:lnTo>
                  <a:lnTo>
                    <a:pt x="278859" y="259005"/>
                  </a:lnTo>
                  <a:lnTo>
                    <a:pt x="282744" y="255401"/>
                  </a:lnTo>
                  <a:lnTo>
                    <a:pt x="286514" y="251676"/>
                  </a:lnTo>
                  <a:lnTo>
                    <a:pt x="290163" y="247833"/>
                  </a:lnTo>
                  <a:lnTo>
                    <a:pt x="293688" y="243876"/>
                  </a:lnTo>
                  <a:lnTo>
                    <a:pt x="297087" y="239810"/>
                  </a:lnTo>
                  <a:lnTo>
                    <a:pt x="300355" y="235637"/>
                  </a:lnTo>
                  <a:lnTo>
                    <a:pt x="303489" y="231364"/>
                  </a:lnTo>
                  <a:lnTo>
                    <a:pt x="306485" y="226993"/>
                  </a:lnTo>
                  <a:lnTo>
                    <a:pt x="309342" y="222530"/>
                  </a:lnTo>
                  <a:lnTo>
                    <a:pt x="312056" y="217978"/>
                  </a:lnTo>
                  <a:lnTo>
                    <a:pt x="314624" y="213342"/>
                  </a:lnTo>
                  <a:lnTo>
                    <a:pt x="317044" y="208627"/>
                  </a:lnTo>
                  <a:lnTo>
                    <a:pt x="319314" y="203838"/>
                  </a:lnTo>
                  <a:lnTo>
                    <a:pt x="321430" y="198980"/>
                  </a:lnTo>
                  <a:lnTo>
                    <a:pt x="323391" y="194057"/>
                  </a:lnTo>
                  <a:lnTo>
                    <a:pt x="325196" y="189074"/>
                  </a:lnTo>
                  <a:lnTo>
                    <a:pt x="326841" y="184036"/>
                  </a:lnTo>
                  <a:lnTo>
                    <a:pt x="328326" y="178949"/>
                  </a:lnTo>
                  <a:lnTo>
                    <a:pt x="329649" y="173817"/>
                  </a:lnTo>
                  <a:lnTo>
                    <a:pt x="330809" y="168646"/>
                  </a:lnTo>
                  <a:lnTo>
                    <a:pt x="331804" y="163441"/>
                  </a:lnTo>
                  <a:lnTo>
                    <a:pt x="332633" y="158207"/>
                  </a:lnTo>
                  <a:lnTo>
                    <a:pt x="333297" y="152949"/>
                  </a:lnTo>
                  <a:lnTo>
                    <a:pt x="333793" y="147673"/>
                  </a:lnTo>
                  <a:lnTo>
                    <a:pt x="334122" y="142383"/>
                  </a:lnTo>
                  <a:lnTo>
                    <a:pt x="334283" y="137086"/>
                  </a:lnTo>
                  <a:lnTo>
                    <a:pt x="334276" y="131787"/>
                  </a:lnTo>
                  <a:lnTo>
                    <a:pt x="334101" y="126490"/>
                  </a:lnTo>
                  <a:lnTo>
                    <a:pt x="333758" y="121202"/>
                  </a:lnTo>
                  <a:lnTo>
                    <a:pt x="333248" y="115927"/>
                  </a:lnTo>
                  <a:lnTo>
                    <a:pt x="332571" y="110671"/>
                  </a:lnTo>
                  <a:lnTo>
                    <a:pt x="331727" y="105439"/>
                  </a:lnTo>
                  <a:lnTo>
                    <a:pt x="330718" y="100236"/>
                  </a:lnTo>
                  <a:lnTo>
                    <a:pt x="329545" y="95068"/>
                  </a:lnTo>
                  <a:lnTo>
                    <a:pt x="328208" y="89940"/>
                  </a:lnTo>
                  <a:lnTo>
                    <a:pt x="326710" y="84857"/>
                  </a:lnTo>
                  <a:lnTo>
                    <a:pt x="325051" y="79823"/>
                  </a:lnTo>
                  <a:lnTo>
                    <a:pt x="323234" y="74845"/>
                  </a:lnTo>
                  <a:lnTo>
                    <a:pt x="321259" y="69927"/>
                  </a:lnTo>
                  <a:lnTo>
                    <a:pt x="319130" y="65074"/>
                  </a:lnTo>
                  <a:lnTo>
                    <a:pt x="316848" y="60291"/>
                  </a:lnTo>
                  <a:lnTo>
                    <a:pt x="314416" y="55583"/>
                  </a:lnTo>
                  <a:lnTo>
                    <a:pt x="311835" y="50954"/>
                  </a:lnTo>
                  <a:lnTo>
                    <a:pt x="309109" y="46410"/>
                  </a:lnTo>
                  <a:lnTo>
                    <a:pt x="306241" y="41954"/>
                  </a:lnTo>
                  <a:lnTo>
                    <a:pt x="303232" y="37591"/>
                  </a:lnTo>
                  <a:lnTo>
                    <a:pt x="300087" y="33325"/>
                  </a:lnTo>
                  <a:lnTo>
                    <a:pt x="296808" y="29162"/>
                  </a:lnTo>
                  <a:lnTo>
                    <a:pt x="293399" y="25105"/>
                  </a:lnTo>
                  <a:lnTo>
                    <a:pt x="289863" y="21157"/>
                  </a:lnTo>
                  <a:lnTo>
                    <a:pt x="286204" y="17324"/>
                  </a:lnTo>
                  <a:lnTo>
                    <a:pt x="282425" y="13609"/>
                  </a:lnTo>
                  <a:lnTo>
                    <a:pt x="278530" y="10015"/>
                  </a:lnTo>
                  <a:lnTo>
                    <a:pt x="274523" y="6547"/>
                  </a:lnTo>
                  <a:lnTo>
                    <a:pt x="270408" y="3207"/>
                  </a:lnTo>
                  <a:lnTo>
                    <a:pt x="266189" y="0"/>
                  </a:lnTo>
                  <a:lnTo>
                    <a:pt x="167133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919011" y="2633064"/>
              <a:ext cx="99056" cy="167167"/>
            </a:xfrm>
            <a:custGeom>
              <a:avLst/>
              <a:pathLst>
                <a:path w="99056" h="167167">
                  <a:moveTo>
                    <a:pt x="99056" y="32509"/>
                  </a:moveTo>
                  <a:lnTo>
                    <a:pt x="94507" y="29278"/>
                  </a:lnTo>
                  <a:lnTo>
                    <a:pt x="89852" y="26201"/>
                  </a:lnTo>
                  <a:lnTo>
                    <a:pt x="85097" y="23280"/>
                  </a:lnTo>
                  <a:lnTo>
                    <a:pt x="80248" y="20521"/>
                  </a:lnTo>
                  <a:lnTo>
                    <a:pt x="75309" y="17924"/>
                  </a:lnTo>
                  <a:lnTo>
                    <a:pt x="70286" y="15494"/>
                  </a:lnTo>
                  <a:lnTo>
                    <a:pt x="65185" y="13232"/>
                  </a:lnTo>
                  <a:lnTo>
                    <a:pt x="60011" y="11143"/>
                  </a:lnTo>
                  <a:lnTo>
                    <a:pt x="54770" y="9227"/>
                  </a:lnTo>
                  <a:lnTo>
                    <a:pt x="49469" y="7487"/>
                  </a:lnTo>
                  <a:lnTo>
                    <a:pt x="44112" y="5925"/>
                  </a:lnTo>
                  <a:lnTo>
                    <a:pt x="38706" y="4542"/>
                  </a:lnTo>
                  <a:lnTo>
                    <a:pt x="33257" y="3341"/>
                  </a:lnTo>
                  <a:lnTo>
                    <a:pt x="27771" y="2322"/>
                  </a:lnTo>
                  <a:lnTo>
                    <a:pt x="22254" y="1487"/>
                  </a:lnTo>
                  <a:lnTo>
                    <a:pt x="16712" y="837"/>
                  </a:lnTo>
                  <a:lnTo>
                    <a:pt x="11152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8300" y="2126963"/>
              <a:ext cx="90171" cy="167167"/>
            </a:xfrm>
            <a:custGeom>
              <a:avLst/>
              <a:pathLst>
                <a:path w="90171" h="167167">
                  <a:moveTo>
                    <a:pt x="90171" y="0"/>
                  </a:moveTo>
                  <a:lnTo>
                    <a:pt x="84569" y="93"/>
                  </a:lnTo>
                  <a:lnTo>
                    <a:pt x="78974" y="375"/>
                  </a:lnTo>
                  <a:lnTo>
                    <a:pt x="73392" y="844"/>
                  </a:lnTo>
                  <a:lnTo>
                    <a:pt x="67828" y="1499"/>
                  </a:lnTo>
                  <a:lnTo>
                    <a:pt x="62290" y="2341"/>
                  </a:lnTo>
                  <a:lnTo>
                    <a:pt x="56782" y="3368"/>
                  </a:lnTo>
                  <a:lnTo>
                    <a:pt x="51313" y="4578"/>
                  </a:lnTo>
                  <a:lnTo>
                    <a:pt x="45887" y="5972"/>
                  </a:lnTo>
                  <a:lnTo>
                    <a:pt x="40510" y="7546"/>
                  </a:lnTo>
                  <a:lnTo>
                    <a:pt x="35190" y="9300"/>
                  </a:lnTo>
                  <a:lnTo>
                    <a:pt x="29931" y="11231"/>
                  </a:lnTo>
                  <a:lnTo>
                    <a:pt x="24740" y="13337"/>
                  </a:lnTo>
                  <a:lnTo>
                    <a:pt x="19622" y="15616"/>
                  </a:lnTo>
                  <a:lnTo>
                    <a:pt x="14583" y="18065"/>
                  </a:lnTo>
                  <a:lnTo>
                    <a:pt x="9630" y="20681"/>
                  </a:lnTo>
                  <a:lnTo>
                    <a:pt x="4767" y="23462"/>
                  </a:lnTo>
                  <a:lnTo>
                    <a:pt x="0" y="26404"/>
                  </a:lnTo>
                  <a:lnTo>
                    <a:pt x="901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8300" y="215336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561308" y="2153368"/>
              <a:ext cx="229002" cy="307927"/>
            </a:xfrm>
            <a:custGeom>
              <a:avLst/>
              <a:pathLst>
                <a:path w="229002" h="307927">
                  <a:moveTo>
                    <a:pt x="76992" y="0"/>
                  </a:moveTo>
                  <a:lnTo>
                    <a:pt x="72524" y="2964"/>
                  </a:lnTo>
                  <a:lnTo>
                    <a:pt x="68154" y="6069"/>
                  </a:lnTo>
                  <a:lnTo>
                    <a:pt x="63885" y="9314"/>
                  </a:lnTo>
                  <a:lnTo>
                    <a:pt x="59723" y="12693"/>
                  </a:lnTo>
                  <a:lnTo>
                    <a:pt x="55672" y="16204"/>
                  </a:lnTo>
                  <a:lnTo>
                    <a:pt x="51735" y="19844"/>
                  </a:lnTo>
                  <a:lnTo>
                    <a:pt x="47916" y="23608"/>
                  </a:lnTo>
                  <a:lnTo>
                    <a:pt x="44221" y="27492"/>
                  </a:lnTo>
                  <a:lnTo>
                    <a:pt x="40652" y="31493"/>
                  </a:lnTo>
                  <a:lnTo>
                    <a:pt x="37213" y="35606"/>
                  </a:lnTo>
                  <a:lnTo>
                    <a:pt x="33907" y="39827"/>
                  </a:lnTo>
                  <a:lnTo>
                    <a:pt x="30739" y="44153"/>
                  </a:lnTo>
                  <a:lnTo>
                    <a:pt x="27711" y="48577"/>
                  </a:lnTo>
                  <a:lnTo>
                    <a:pt x="24827" y="53096"/>
                  </a:lnTo>
                  <a:lnTo>
                    <a:pt x="22088" y="57706"/>
                  </a:lnTo>
                  <a:lnTo>
                    <a:pt x="19500" y="62401"/>
                  </a:lnTo>
                  <a:lnTo>
                    <a:pt x="17063" y="67177"/>
                  </a:lnTo>
                  <a:lnTo>
                    <a:pt x="14780" y="72028"/>
                  </a:lnTo>
                  <a:lnTo>
                    <a:pt x="12654" y="76950"/>
                  </a:lnTo>
                  <a:lnTo>
                    <a:pt x="10687" y="81938"/>
                  </a:lnTo>
                  <a:lnTo>
                    <a:pt x="8881" y="86986"/>
                  </a:lnTo>
                  <a:lnTo>
                    <a:pt x="7238" y="92089"/>
                  </a:lnTo>
                  <a:lnTo>
                    <a:pt x="5760" y="97243"/>
                  </a:lnTo>
                  <a:lnTo>
                    <a:pt x="4447" y="102441"/>
                  </a:lnTo>
                  <a:lnTo>
                    <a:pt x="3302" y="107679"/>
                  </a:lnTo>
                  <a:lnTo>
                    <a:pt x="2325" y="112951"/>
                  </a:lnTo>
                  <a:lnTo>
                    <a:pt x="1518" y="118251"/>
                  </a:lnTo>
                  <a:lnTo>
                    <a:pt x="882" y="123575"/>
                  </a:lnTo>
                  <a:lnTo>
                    <a:pt x="416" y="128916"/>
                  </a:lnTo>
                  <a:lnTo>
                    <a:pt x="122" y="134269"/>
                  </a:lnTo>
                  <a:lnTo>
                    <a:pt x="0" y="139629"/>
                  </a:lnTo>
                  <a:lnTo>
                    <a:pt x="49" y="144990"/>
                  </a:lnTo>
                  <a:lnTo>
                    <a:pt x="271" y="150347"/>
                  </a:lnTo>
                  <a:lnTo>
                    <a:pt x="664" y="155694"/>
                  </a:lnTo>
                  <a:lnTo>
                    <a:pt x="1228" y="161026"/>
                  </a:lnTo>
                  <a:lnTo>
                    <a:pt x="1964" y="166337"/>
                  </a:lnTo>
                  <a:lnTo>
                    <a:pt x="2869" y="171621"/>
                  </a:lnTo>
                  <a:lnTo>
                    <a:pt x="3943" y="176874"/>
                  </a:lnTo>
                  <a:lnTo>
                    <a:pt x="5185" y="182090"/>
                  </a:lnTo>
                  <a:lnTo>
                    <a:pt x="6593" y="187263"/>
                  </a:lnTo>
                  <a:lnTo>
                    <a:pt x="8167" y="192388"/>
                  </a:lnTo>
                  <a:lnTo>
                    <a:pt x="9904" y="197460"/>
                  </a:lnTo>
                  <a:lnTo>
                    <a:pt x="11804" y="202474"/>
                  </a:lnTo>
                  <a:lnTo>
                    <a:pt x="13862" y="207424"/>
                  </a:lnTo>
                  <a:lnTo>
                    <a:pt x="16079" y="212306"/>
                  </a:lnTo>
                  <a:lnTo>
                    <a:pt x="18451" y="217114"/>
                  </a:lnTo>
                  <a:lnTo>
                    <a:pt x="20976" y="221844"/>
                  </a:lnTo>
                  <a:lnTo>
                    <a:pt x="23651" y="226490"/>
                  </a:lnTo>
                  <a:lnTo>
                    <a:pt x="26474" y="231048"/>
                  </a:lnTo>
                  <a:lnTo>
                    <a:pt x="29442" y="235514"/>
                  </a:lnTo>
                  <a:lnTo>
                    <a:pt x="32551" y="239881"/>
                  </a:lnTo>
                  <a:lnTo>
                    <a:pt x="35799" y="244147"/>
                  </a:lnTo>
                  <a:lnTo>
                    <a:pt x="39182" y="248307"/>
                  </a:lnTo>
                  <a:lnTo>
                    <a:pt x="42697" y="252355"/>
                  </a:lnTo>
                  <a:lnTo>
                    <a:pt x="46339" y="256289"/>
                  </a:lnTo>
                  <a:lnTo>
                    <a:pt x="50106" y="260105"/>
                  </a:lnTo>
                  <a:lnTo>
                    <a:pt x="53994" y="263797"/>
                  </a:lnTo>
                  <a:lnTo>
                    <a:pt x="57997" y="267363"/>
                  </a:lnTo>
                  <a:lnTo>
                    <a:pt x="62113" y="270799"/>
                  </a:lnTo>
                  <a:lnTo>
                    <a:pt x="66337" y="274100"/>
                  </a:lnTo>
                  <a:lnTo>
                    <a:pt x="70665" y="277265"/>
                  </a:lnTo>
                  <a:lnTo>
                    <a:pt x="75092" y="280289"/>
                  </a:lnTo>
                  <a:lnTo>
                    <a:pt x="79614" y="283170"/>
                  </a:lnTo>
                  <a:lnTo>
                    <a:pt x="84226" y="285905"/>
                  </a:lnTo>
                  <a:lnTo>
                    <a:pt x="88923" y="288490"/>
                  </a:lnTo>
                  <a:lnTo>
                    <a:pt x="93701" y="290923"/>
                  </a:lnTo>
                  <a:lnTo>
                    <a:pt x="98554" y="293201"/>
                  </a:lnTo>
                  <a:lnTo>
                    <a:pt x="103477" y="295323"/>
                  </a:lnTo>
                  <a:lnTo>
                    <a:pt x="108467" y="297286"/>
                  </a:lnTo>
                  <a:lnTo>
                    <a:pt x="113516" y="299088"/>
                  </a:lnTo>
                  <a:lnTo>
                    <a:pt x="118621" y="300727"/>
                  </a:lnTo>
                  <a:lnTo>
                    <a:pt x="123776" y="302201"/>
                  </a:lnTo>
                  <a:lnTo>
                    <a:pt x="128975" y="303509"/>
                  </a:lnTo>
                  <a:lnTo>
                    <a:pt x="134214" y="304650"/>
                  </a:lnTo>
                  <a:lnTo>
                    <a:pt x="139487" y="305622"/>
                  </a:lnTo>
                  <a:lnTo>
                    <a:pt x="144788" y="306425"/>
                  </a:lnTo>
                  <a:lnTo>
                    <a:pt x="150112" y="307058"/>
                  </a:lnTo>
                  <a:lnTo>
                    <a:pt x="155453" y="307519"/>
                  </a:lnTo>
                  <a:lnTo>
                    <a:pt x="160807" y="307809"/>
                  </a:lnTo>
                  <a:lnTo>
                    <a:pt x="166167" y="307927"/>
                  </a:lnTo>
                  <a:lnTo>
                    <a:pt x="171528" y="307872"/>
                  </a:lnTo>
                  <a:lnTo>
                    <a:pt x="176885" y="307647"/>
                  </a:lnTo>
                  <a:lnTo>
                    <a:pt x="182232" y="307249"/>
                  </a:lnTo>
                  <a:lnTo>
                    <a:pt x="187563" y="306680"/>
                  </a:lnTo>
                  <a:lnTo>
                    <a:pt x="192873" y="305941"/>
                  </a:lnTo>
                  <a:lnTo>
                    <a:pt x="198157" y="305031"/>
                  </a:lnTo>
                  <a:lnTo>
                    <a:pt x="203409" y="303953"/>
                  </a:lnTo>
                  <a:lnTo>
                    <a:pt x="208623" y="302707"/>
                  </a:lnTo>
                  <a:lnTo>
                    <a:pt x="213795" y="301294"/>
                  </a:lnTo>
                  <a:lnTo>
                    <a:pt x="218919" y="299716"/>
                  </a:lnTo>
                  <a:lnTo>
                    <a:pt x="223990" y="297974"/>
                  </a:lnTo>
                  <a:lnTo>
                    <a:pt x="229002" y="296071"/>
                  </a:lnTo>
                  <a:lnTo>
                    <a:pt x="167163" y="1407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728472" y="2126963"/>
              <a:ext cx="167166" cy="322476"/>
            </a:xfrm>
            <a:custGeom>
              <a:avLst/>
              <a:pathLst>
                <a:path w="167166" h="322476">
                  <a:moveTo>
                    <a:pt x="61839" y="322476"/>
                  </a:moveTo>
                  <a:lnTo>
                    <a:pt x="66795" y="320410"/>
                  </a:lnTo>
                  <a:lnTo>
                    <a:pt x="71682" y="318185"/>
                  </a:lnTo>
                  <a:lnTo>
                    <a:pt x="76496" y="315805"/>
                  </a:lnTo>
                  <a:lnTo>
                    <a:pt x="81230" y="313271"/>
                  </a:lnTo>
                  <a:lnTo>
                    <a:pt x="85881" y="310587"/>
                  </a:lnTo>
                  <a:lnTo>
                    <a:pt x="90443" y="307755"/>
                  </a:lnTo>
                  <a:lnTo>
                    <a:pt x="94912" y="304777"/>
                  </a:lnTo>
                  <a:lnTo>
                    <a:pt x="99283" y="301658"/>
                  </a:lnTo>
                  <a:lnTo>
                    <a:pt x="103551" y="298399"/>
                  </a:lnTo>
                  <a:lnTo>
                    <a:pt x="107713" y="295006"/>
                  </a:lnTo>
                  <a:lnTo>
                    <a:pt x="111763" y="291480"/>
                  </a:lnTo>
                  <a:lnTo>
                    <a:pt x="115699" y="287826"/>
                  </a:lnTo>
                  <a:lnTo>
                    <a:pt x="119514" y="284048"/>
                  </a:lnTo>
                  <a:lnTo>
                    <a:pt x="123207" y="280149"/>
                  </a:lnTo>
                  <a:lnTo>
                    <a:pt x="126772" y="276134"/>
                  </a:lnTo>
                  <a:lnTo>
                    <a:pt x="130206" y="272006"/>
                  </a:lnTo>
                  <a:lnTo>
                    <a:pt x="133506" y="267769"/>
                  </a:lnTo>
                  <a:lnTo>
                    <a:pt x="136669" y="263430"/>
                  </a:lnTo>
                  <a:lnTo>
                    <a:pt x="139690" y="258990"/>
                  </a:lnTo>
                  <a:lnTo>
                    <a:pt x="142567" y="254456"/>
                  </a:lnTo>
                  <a:lnTo>
                    <a:pt x="145297" y="249832"/>
                  </a:lnTo>
                  <a:lnTo>
                    <a:pt x="147877" y="245123"/>
                  </a:lnTo>
                  <a:lnTo>
                    <a:pt x="150305" y="240333"/>
                  </a:lnTo>
                  <a:lnTo>
                    <a:pt x="152577" y="235468"/>
                  </a:lnTo>
                  <a:lnTo>
                    <a:pt x="154692" y="230532"/>
                  </a:lnTo>
                  <a:lnTo>
                    <a:pt x="156648" y="225531"/>
                  </a:lnTo>
                  <a:lnTo>
                    <a:pt x="158441" y="220469"/>
                  </a:lnTo>
                  <a:lnTo>
                    <a:pt x="160072" y="215353"/>
                  </a:lnTo>
                  <a:lnTo>
                    <a:pt x="161537" y="210187"/>
                  </a:lnTo>
                  <a:lnTo>
                    <a:pt x="162835" y="204976"/>
                  </a:lnTo>
                  <a:lnTo>
                    <a:pt x="163965" y="199727"/>
                  </a:lnTo>
                  <a:lnTo>
                    <a:pt x="164927" y="194443"/>
                  </a:lnTo>
                  <a:lnTo>
                    <a:pt x="165718" y="189132"/>
                  </a:lnTo>
                  <a:lnTo>
                    <a:pt x="166338" y="183798"/>
                  </a:lnTo>
                  <a:lnTo>
                    <a:pt x="166786" y="178447"/>
                  </a:lnTo>
                  <a:lnTo>
                    <a:pt x="167062" y="173084"/>
                  </a:lnTo>
                  <a:lnTo>
                    <a:pt x="167166" y="167715"/>
                  </a:lnTo>
                  <a:lnTo>
                    <a:pt x="167097" y="162346"/>
                  </a:lnTo>
                  <a:lnTo>
                    <a:pt x="166856" y="156982"/>
                  </a:lnTo>
                  <a:lnTo>
                    <a:pt x="166443" y="151628"/>
                  </a:lnTo>
                  <a:lnTo>
                    <a:pt x="165858" y="146290"/>
                  </a:lnTo>
                  <a:lnTo>
                    <a:pt x="165102" y="140973"/>
                  </a:lnTo>
                  <a:lnTo>
                    <a:pt x="164176" y="135684"/>
                  </a:lnTo>
                  <a:lnTo>
                    <a:pt x="163080" y="130427"/>
                  </a:lnTo>
                  <a:lnTo>
                    <a:pt x="161816" y="125208"/>
                  </a:lnTo>
                  <a:lnTo>
                    <a:pt x="160384" y="120033"/>
                  </a:lnTo>
                  <a:lnTo>
                    <a:pt x="158788" y="114906"/>
                  </a:lnTo>
                  <a:lnTo>
                    <a:pt x="157027" y="109833"/>
                  </a:lnTo>
                  <a:lnTo>
                    <a:pt x="155105" y="104819"/>
                  </a:lnTo>
                  <a:lnTo>
                    <a:pt x="153022" y="99869"/>
                  </a:lnTo>
                  <a:lnTo>
                    <a:pt x="150782" y="94989"/>
                  </a:lnTo>
                  <a:lnTo>
                    <a:pt x="148386" y="90183"/>
                  </a:lnTo>
                  <a:lnTo>
                    <a:pt x="145837" y="85457"/>
                  </a:lnTo>
                  <a:lnTo>
                    <a:pt x="143137" y="80815"/>
                  </a:lnTo>
                  <a:lnTo>
                    <a:pt x="140290" y="76262"/>
                  </a:lnTo>
                  <a:lnTo>
                    <a:pt x="137297" y="71803"/>
                  </a:lnTo>
                  <a:lnTo>
                    <a:pt x="134164" y="67443"/>
                  </a:lnTo>
                  <a:lnTo>
                    <a:pt x="130891" y="63185"/>
                  </a:lnTo>
                  <a:lnTo>
                    <a:pt x="127484" y="59035"/>
                  </a:lnTo>
                  <a:lnTo>
                    <a:pt x="123945" y="54996"/>
                  </a:lnTo>
                  <a:lnTo>
                    <a:pt x="120279" y="51073"/>
                  </a:lnTo>
                  <a:lnTo>
                    <a:pt x="116488" y="47269"/>
                  </a:lnTo>
                  <a:lnTo>
                    <a:pt x="112577" y="43590"/>
                  </a:lnTo>
                  <a:lnTo>
                    <a:pt x="108550" y="40038"/>
                  </a:lnTo>
                  <a:lnTo>
                    <a:pt x="104410" y="36617"/>
                  </a:lnTo>
                  <a:lnTo>
                    <a:pt x="100163" y="33331"/>
                  </a:lnTo>
                  <a:lnTo>
                    <a:pt x="95813" y="30183"/>
                  </a:lnTo>
                  <a:lnTo>
                    <a:pt x="91364" y="27176"/>
                  </a:lnTo>
                  <a:lnTo>
                    <a:pt x="86821" y="24314"/>
                  </a:lnTo>
                  <a:lnTo>
                    <a:pt x="82188" y="21599"/>
                  </a:lnTo>
                  <a:lnTo>
                    <a:pt x="77470" y="19034"/>
                  </a:lnTo>
                  <a:lnTo>
                    <a:pt x="72672" y="16622"/>
                  </a:lnTo>
                  <a:lnTo>
                    <a:pt x="67799" y="14366"/>
                  </a:lnTo>
                  <a:lnTo>
                    <a:pt x="62856" y="12267"/>
                  </a:lnTo>
                  <a:lnTo>
                    <a:pt x="57849" y="10328"/>
                  </a:lnTo>
                  <a:lnTo>
                    <a:pt x="52782" y="8551"/>
                  </a:lnTo>
                  <a:lnTo>
                    <a:pt x="47660" y="6938"/>
                  </a:lnTo>
                  <a:lnTo>
                    <a:pt x="42489" y="5489"/>
                  </a:lnTo>
                  <a:lnTo>
                    <a:pt x="37274" y="4208"/>
                  </a:lnTo>
                  <a:lnTo>
                    <a:pt x="32021" y="3095"/>
                  </a:lnTo>
                  <a:lnTo>
                    <a:pt x="26735" y="2151"/>
                  </a:lnTo>
                  <a:lnTo>
                    <a:pt x="21421" y="1378"/>
                  </a:lnTo>
                  <a:lnTo>
                    <a:pt x="16085" y="775"/>
                  </a:lnTo>
                  <a:lnTo>
                    <a:pt x="10732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9328" y="1681503"/>
              <a:ext cx="33906" cy="167167"/>
            </a:xfrm>
            <a:custGeom>
              <a:avLst/>
              <a:pathLst>
                <a:path w="33906" h="167167">
                  <a:moveTo>
                    <a:pt x="33906" y="0"/>
                  </a:moveTo>
                  <a:lnTo>
                    <a:pt x="27079" y="139"/>
                  </a:lnTo>
                  <a:lnTo>
                    <a:pt x="20264" y="557"/>
                  </a:lnTo>
                  <a:lnTo>
                    <a:pt x="13471" y="1253"/>
                  </a:lnTo>
                  <a:lnTo>
                    <a:pt x="6713" y="2226"/>
                  </a:lnTo>
                  <a:lnTo>
                    <a:pt x="0" y="3474"/>
                  </a:lnTo>
                  <a:lnTo>
                    <a:pt x="3390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9328" y="1684977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256070" y="1684977"/>
              <a:ext cx="334311" cy="330858"/>
            </a:xfrm>
            <a:custGeom>
              <a:avLst/>
              <a:pathLst>
                <a:path w="334311" h="330858">
                  <a:moveTo>
                    <a:pt x="133258" y="0"/>
                  </a:moveTo>
                  <a:lnTo>
                    <a:pt x="128097" y="1154"/>
                  </a:lnTo>
                  <a:lnTo>
                    <a:pt x="122976" y="2471"/>
                  </a:lnTo>
                  <a:lnTo>
                    <a:pt x="117898" y="3949"/>
                  </a:lnTo>
                  <a:lnTo>
                    <a:pt x="112870" y="5587"/>
                  </a:lnTo>
                  <a:lnTo>
                    <a:pt x="107897" y="7384"/>
                  </a:lnTo>
                  <a:lnTo>
                    <a:pt x="102983" y="9336"/>
                  </a:lnTo>
                  <a:lnTo>
                    <a:pt x="98132" y="11444"/>
                  </a:lnTo>
                  <a:lnTo>
                    <a:pt x="93351" y="13703"/>
                  </a:lnTo>
                  <a:lnTo>
                    <a:pt x="88644" y="16113"/>
                  </a:lnTo>
                  <a:lnTo>
                    <a:pt x="84016" y="18670"/>
                  </a:lnTo>
                  <a:lnTo>
                    <a:pt x="79470" y="21373"/>
                  </a:lnTo>
                  <a:lnTo>
                    <a:pt x="75013" y="24218"/>
                  </a:lnTo>
                  <a:lnTo>
                    <a:pt x="70647" y="27202"/>
                  </a:lnTo>
                  <a:lnTo>
                    <a:pt x="66378" y="30323"/>
                  </a:lnTo>
                  <a:lnTo>
                    <a:pt x="62211" y="33578"/>
                  </a:lnTo>
                  <a:lnTo>
                    <a:pt x="58148" y="36962"/>
                  </a:lnTo>
                  <a:lnTo>
                    <a:pt x="54194" y="40474"/>
                  </a:lnTo>
                  <a:lnTo>
                    <a:pt x="50353" y="44109"/>
                  </a:lnTo>
                  <a:lnTo>
                    <a:pt x="46629" y="47863"/>
                  </a:lnTo>
                  <a:lnTo>
                    <a:pt x="43026" y="51734"/>
                  </a:lnTo>
                  <a:lnTo>
                    <a:pt x="39547" y="55716"/>
                  </a:lnTo>
                  <a:lnTo>
                    <a:pt x="36195" y="59807"/>
                  </a:lnTo>
                  <a:lnTo>
                    <a:pt x="32975" y="64001"/>
                  </a:lnTo>
                  <a:lnTo>
                    <a:pt x="29889" y="68295"/>
                  </a:lnTo>
                  <a:lnTo>
                    <a:pt x="26940" y="72685"/>
                  </a:lnTo>
                  <a:lnTo>
                    <a:pt x="24132" y="77166"/>
                  </a:lnTo>
                  <a:lnTo>
                    <a:pt x="21467" y="81733"/>
                  </a:lnTo>
                  <a:lnTo>
                    <a:pt x="18947" y="86382"/>
                  </a:lnTo>
                  <a:lnTo>
                    <a:pt x="16576" y="91109"/>
                  </a:lnTo>
                  <a:lnTo>
                    <a:pt x="14356" y="95908"/>
                  </a:lnTo>
                  <a:lnTo>
                    <a:pt x="12288" y="100776"/>
                  </a:lnTo>
                  <a:lnTo>
                    <a:pt x="10376" y="105706"/>
                  </a:lnTo>
                  <a:lnTo>
                    <a:pt x="8620" y="110694"/>
                  </a:lnTo>
                  <a:lnTo>
                    <a:pt x="7023" y="115735"/>
                  </a:lnTo>
                  <a:lnTo>
                    <a:pt x="5586" y="120824"/>
                  </a:lnTo>
                  <a:lnTo>
                    <a:pt x="4311" y="125956"/>
                  </a:lnTo>
                  <a:lnTo>
                    <a:pt x="3199" y="131126"/>
                  </a:lnTo>
                  <a:lnTo>
                    <a:pt x="2251" y="136328"/>
                  </a:lnTo>
                  <a:lnTo>
                    <a:pt x="1468" y="141558"/>
                  </a:lnTo>
                  <a:lnTo>
                    <a:pt x="851" y="146810"/>
                  </a:lnTo>
                  <a:lnTo>
                    <a:pt x="400" y="152079"/>
                  </a:lnTo>
                  <a:lnTo>
                    <a:pt x="116" y="157359"/>
                  </a:lnTo>
                  <a:lnTo>
                    <a:pt x="0" y="162646"/>
                  </a:lnTo>
                  <a:lnTo>
                    <a:pt x="50" y="167934"/>
                  </a:lnTo>
                  <a:lnTo>
                    <a:pt x="268" y="173218"/>
                  </a:lnTo>
                  <a:lnTo>
                    <a:pt x="653" y="178492"/>
                  </a:lnTo>
                  <a:lnTo>
                    <a:pt x="1204" y="183751"/>
                  </a:lnTo>
                  <a:lnTo>
                    <a:pt x="1922" y="188990"/>
                  </a:lnTo>
                  <a:lnTo>
                    <a:pt x="2804" y="194204"/>
                  </a:lnTo>
                  <a:lnTo>
                    <a:pt x="3852" y="199387"/>
                  </a:lnTo>
                  <a:lnTo>
                    <a:pt x="5062" y="204535"/>
                  </a:lnTo>
                  <a:lnTo>
                    <a:pt x="6435" y="209642"/>
                  </a:lnTo>
                  <a:lnTo>
                    <a:pt x="7969" y="214702"/>
                  </a:lnTo>
                  <a:lnTo>
                    <a:pt x="9662" y="219712"/>
                  </a:lnTo>
                  <a:lnTo>
                    <a:pt x="11513" y="224666"/>
                  </a:lnTo>
                  <a:lnTo>
                    <a:pt x="13519" y="229558"/>
                  </a:lnTo>
                  <a:lnTo>
                    <a:pt x="15679" y="234385"/>
                  </a:lnTo>
                  <a:lnTo>
                    <a:pt x="17991" y="239141"/>
                  </a:lnTo>
                  <a:lnTo>
                    <a:pt x="20452" y="243822"/>
                  </a:lnTo>
                  <a:lnTo>
                    <a:pt x="23060" y="248422"/>
                  </a:lnTo>
                  <a:lnTo>
                    <a:pt x="25812" y="252938"/>
                  </a:lnTo>
                  <a:lnTo>
                    <a:pt x="28706" y="257364"/>
                  </a:lnTo>
                  <a:lnTo>
                    <a:pt x="31738" y="261696"/>
                  </a:lnTo>
                  <a:lnTo>
                    <a:pt x="34905" y="265931"/>
                  </a:lnTo>
                  <a:lnTo>
                    <a:pt x="38205" y="270063"/>
                  </a:lnTo>
                  <a:lnTo>
                    <a:pt x="41634" y="274088"/>
                  </a:lnTo>
                  <a:lnTo>
                    <a:pt x="45189" y="278004"/>
                  </a:lnTo>
                  <a:lnTo>
                    <a:pt x="48865" y="281804"/>
                  </a:lnTo>
                  <a:lnTo>
                    <a:pt x="52660" y="285487"/>
                  </a:lnTo>
                  <a:lnTo>
                    <a:pt x="56570" y="289048"/>
                  </a:lnTo>
                  <a:lnTo>
                    <a:pt x="60590" y="292483"/>
                  </a:lnTo>
                  <a:lnTo>
                    <a:pt x="64717" y="295790"/>
                  </a:lnTo>
                  <a:lnTo>
                    <a:pt x="68947" y="298964"/>
                  </a:lnTo>
                  <a:lnTo>
                    <a:pt x="73274" y="302003"/>
                  </a:lnTo>
                  <a:lnTo>
                    <a:pt x="77696" y="304903"/>
                  </a:lnTo>
                  <a:lnTo>
                    <a:pt x="82207" y="307662"/>
                  </a:lnTo>
                  <a:lnTo>
                    <a:pt x="86803" y="310277"/>
                  </a:lnTo>
                  <a:lnTo>
                    <a:pt x="91480" y="312746"/>
                  </a:lnTo>
                  <a:lnTo>
                    <a:pt x="96232" y="315065"/>
                  </a:lnTo>
                  <a:lnTo>
                    <a:pt x="101056" y="317233"/>
                  </a:lnTo>
                  <a:lnTo>
                    <a:pt x="105945" y="319247"/>
                  </a:lnTo>
                  <a:lnTo>
                    <a:pt x="110896" y="321105"/>
                  </a:lnTo>
                  <a:lnTo>
                    <a:pt x="115903" y="322806"/>
                  </a:lnTo>
                  <a:lnTo>
                    <a:pt x="120961" y="324348"/>
                  </a:lnTo>
                  <a:lnTo>
                    <a:pt x="126066" y="325729"/>
                  </a:lnTo>
                  <a:lnTo>
                    <a:pt x="131212" y="326948"/>
                  </a:lnTo>
                  <a:lnTo>
                    <a:pt x="136393" y="328003"/>
                  </a:lnTo>
                  <a:lnTo>
                    <a:pt x="141606" y="328894"/>
                  </a:lnTo>
                  <a:lnTo>
                    <a:pt x="146844" y="329620"/>
                  </a:lnTo>
                  <a:lnTo>
                    <a:pt x="152102" y="330180"/>
                  </a:lnTo>
                  <a:lnTo>
                    <a:pt x="157376" y="330573"/>
                  </a:lnTo>
                  <a:lnTo>
                    <a:pt x="162659" y="330799"/>
                  </a:lnTo>
                  <a:lnTo>
                    <a:pt x="167947" y="330858"/>
                  </a:lnTo>
                  <a:lnTo>
                    <a:pt x="173234" y="330750"/>
                  </a:lnTo>
                  <a:lnTo>
                    <a:pt x="178515" y="330474"/>
                  </a:lnTo>
                  <a:lnTo>
                    <a:pt x="183784" y="330031"/>
                  </a:lnTo>
                  <a:lnTo>
                    <a:pt x="189037" y="329423"/>
                  </a:lnTo>
                  <a:lnTo>
                    <a:pt x="194268" y="328648"/>
                  </a:lnTo>
                  <a:lnTo>
                    <a:pt x="199472" y="327708"/>
                  </a:lnTo>
                  <a:lnTo>
                    <a:pt x="204643" y="326604"/>
                  </a:lnTo>
                  <a:lnTo>
                    <a:pt x="209777" y="325337"/>
                  </a:lnTo>
                  <a:lnTo>
                    <a:pt x="214869" y="323908"/>
                  </a:lnTo>
                  <a:lnTo>
                    <a:pt x="219913" y="322319"/>
                  </a:lnTo>
                  <a:lnTo>
                    <a:pt x="224903" y="320571"/>
                  </a:lnTo>
                  <a:lnTo>
                    <a:pt x="229837" y="318667"/>
                  </a:lnTo>
                  <a:lnTo>
                    <a:pt x="234707" y="316607"/>
                  </a:lnTo>
                  <a:lnTo>
                    <a:pt x="239510" y="314394"/>
                  </a:lnTo>
                  <a:lnTo>
                    <a:pt x="244240" y="312030"/>
                  </a:lnTo>
                  <a:lnTo>
                    <a:pt x="248894" y="309518"/>
                  </a:lnTo>
                  <a:lnTo>
                    <a:pt x="253465" y="306860"/>
                  </a:lnTo>
                  <a:lnTo>
                    <a:pt x="257950" y="304059"/>
                  </a:lnTo>
                  <a:lnTo>
                    <a:pt x="262344" y="301117"/>
                  </a:lnTo>
                  <a:lnTo>
                    <a:pt x="266644" y="298038"/>
                  </a:lnTo>
                  <a:lnTo>
                    <a:pt x="270843" y="294824"/>
                  </a:lnTo>
                  <a:lnTo>
                    <a:pt x="274939" y="291479"/>
                  </a:lnTo>
                  <a:lnTo>
                    <a:pt x="278927" y="288006"/>
                  </a:lnTo>
                  <a:lnTo>
                    <a:pt x="282803" y="284409"/>
                  </a:lnTo>
                  <a:lnTo>
                    <a:pt x="286563" y="280691"/>
                  </a:lnTo>
                  <a:lnTo>
                    <a:pt x="290204" y="276856"/>
                  </a:lnTo>
                  <a:lnTo>
                    <a:pt x="293722" y="272908"/>
                  </a:lnTo>
                  <a:lnTo>
                    <a:pt x="297113" y="268850"/>
                  </a:lnTo>
                  <a:lnTo>
                    <a:pt x="300374" y="264687"/>
                  </a:lnTo>
                  <a:lnTo>
                    <a:pt x="303502" y="260423"/>
                  </a:lnTo>
                  <a:lnTo>
                    <a:pt x="306493" y="256063"/>
                  </a:lnTo>
                  <a:lnTo>
                    <a:pt x="309345" y="251610"/>
                  </a:lnTo>
                  <a:lnTo>
                    <a:pt x="312055" y="247068"/>
                  </a:lnTo>
                  <a:lnTo>
                    <a:pt x="314619" y="242444"/>
                  </a:lnTo>
                  <a:lnTo>
                    <a:pt x="317036" y="237741"/>
                  </a:lnTo>
                  <a:lnTo>
                    <a:pt x="319303" y="232963"/>
                  </a:lnTo>
                  <a:lnTo>
                    <a:pt x="321418" y="228116"/>
                  </a:lnTo>
                  <a:lnTo>
                    <a:pt x="323379" y="223205"/>
                  </a:lnTo>
                  <a:lnTo>
                    <a:pt x="325183" y="218234"/>
                  </a:lnTo>
                  <a:lnTo>
                    <a:pt x="326829" y="213209"/>
                  </a:lnTo>
                  <a:lnTo>
                    <a:pt x="328315" y="208134"/>
                  </a:lnTo>
                  <a:lnTo>
                    <a:pt x="329640" y="203015"/>
                  </a:lnTo>
                  <a:lnTo>
                    <a:pt x="330803" y="197856"/>
                  </a:lnTo>
                  <a:lnTo>
                    <a:pt x="331802" y="192663"/>
                  </a:lnTo>
                  <a:lnTo>
                    <a:pt x="332636" y="187441"/>
                  </a:lnTo>
                  <a:lnTo>
                    <a:pt x="333304" y="182195"/>
                  </a:lnTo>
                  <a:lnTo>
                    <a:pt x="333806" y="176931"/>
                  </a:lnTo>
                  <a:lnTo>
                    <a:pt x="334141" y="171654"/>
                  </a:lnTo>
                  <a:lnTo>
                    <a:pt x="334310" y="166368"/>
                  </a:lnTo>
                  <a:lnTo>
                    <a:pt x="334311" y="161080"/>
                  </a:lnTo>
                  <a:lnTo>
                    <a:pt x="334144" y="155795"/>
                  </a:lnTo>
                  <a:lnTo>
                    <a:pt x="333811" y="150517"/>
                  </a:lnTo>
                  <a:lnTo>
                    <a:pt x="333311" y="145253"/>
                  </a:lnTo>
                  <a:lnTo>
                    <a:pt x="332645" y="140007"/>
                  </a:lnTo>
                  <a:lnTo>
                    <a:pt x="331813" y="134785"/>
                  </a:lnTo>
                  <a:lnTo>
                    <a:pt x="330816" y="129591"/>
                  </a:lnTo>
                  <a:lnTo>
                    <a:pt x="329656" y="124432"/>
                  </a:lnTo>
                  <a:lnTo>
                    <a:pt x="328332" y="119312"/>
                  </a:lnTo>
                  <a:lnTo>
                    <a:pt x="326848" y="114237"/>
                  </a:lnTo>
                  <a:lnTo>
                    <a:pt x="325204" y="109211"/>
                  </a:lnTo>
                  <a:lnTo>
                    <a:pt x="323402" y="104239"/>
                  </a:lnTo>
                  <a:lnTo>
                    <a:pt x="321443" y="99327"/>
                  </a:lnTo>
                  <a:lnTo>
                    <a:pt x="319330" y="94480"/>
                  </a:lnTo>
                  <a:lnTo>
                    <a:pt x="317065" y="89702"/>
                  </a:lnTo>
                  <a:lnTo>
                    <a:pt x="314649" y="84997"/>
                  </a:lnTo>
                  <a:lnTo>
                    <a:pt x="312087" y="80372"/>
                  </a:lnTo>
                  <a:lnTo>
                    <a:pt x="309379" y="75830"/>
                  </a:lnTo>
                  <a:lnTo>
                    <a:pt x="306528" y="71375"/>
                  </a:lnTo>
                  <a:lnTo>
                    <a:pt x="303539" y="67014"/>
                  </a:lnTo>
                  <a:lnTo>
                    <a:pt x="300413" y="62748"/>
                  </a:lnTo>
                  <a:lnTo>
                    <a:pt x="297153" y="58584"/>
                  </a:lnTo>
                  <a:lnTo>
                    <a:pt x="293764" y="54525"/>
                  </a:lnTo>
                  <a:lnTo>
                    <a:pt x="290247" y="50576"/>
                  </a:lnTo>
                  <a:lnTo>
                    <a:pt x="286608" y="46739"/>
                  </a:lnTo>
                  <a:lnTo>
                    <a:pt x="282849" y="43020"/>
                  </a:lnTo>
                  <a:lnTo>
                    <a:pt x="278974" y="39421"/>
                  </a:lnTo>
                  <a:lnTo>
                    <a:pt x="274988" y="35947"/>
                  </a:lnTo>
                  <a:lnTo>
                    <a:pt x="270893" y="32600"/>
                  </a:lnTo>
                  <a:lnTo>
                    <a:pt x="266695" y="29385"/>
                  </a:lnTo>
                  <a:lnTo>
                    <a:pt x="262397" y="26304"/>
                  </a:lnTo>
                  <a:lnTo>
                    <a:pt x="258004" y="23361"/>
                  </a:lnTo>
                  <a:lnTo>
                    <a:pt x="253520" y="20558"/>
                  </a:lnTo>
                  <a:lnTo>
                    <a:pt x="167164" y="1636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423235" y="1681503"/>
              <a:ext cx="86356" cy="167167"/>
            </a:xfrm>
            <a:custGeom>
              <a:avLst/>
              <a:pathLst>
                <a:path w="86356" h="167167">
                  <a:moveTo>
                    <a:pt x="86356" y="24032"/>
                  </a:moveTo>
                  <a:lnTo>
                    <a:pt x="81451" y="21185"/>
                  </a:lnTo>
                  <a:lnTo>
                    <a:pt x="76452" y="18506"/>
                  </a:lnTo>
                  <a:lnTo>
                    <a:pt x="71365" y="15998"/>
                  </a:lnTo>
                  <a:lnTo>
                    <a:pt x="66196" y="13665"/>
                  </a:lnTo>
                  <a:lnTo>
                    <a:pt x="60951" y="11507"/>
                  </a:lnTo>
                  <a:lnTo>
                    <a:pt x="55635" y="9529"/>
                  </a:lnTo>
                  <a:lnTo>
                    <a:pt x="50256" y="7733"/>
                  </a:lnTo>
                  <a:lnTo>
                    <a:pt x="44819" y="6120"/>
                  </a:lnTo>
                  <a:lnTo>
                    <a:pt x="39330" y="4692"/>
                  </a:lnTo>
                  <a:lnTo>
                    <a:pt x="33796" y="3451"/>
                  </a:lnTo>
                  <a:lnTo>
                    <a:pt x="28223" y="2399"/>
                  </a:lnTo>
                  <a:lnTo>
                    <a:pt x="22617" y="1537"/>
                  </a:lnTo>
                  <a:lnTo>
                    <a:pt x="16985" y="865"/>
                  </a:lnTo>
                  <a:lnTo>
                    <a:pt x="11334" y="384"/>
                  </a:lnTo>
                  <a:lnTo>
                    <a:pt x="567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53892" y="1322571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4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4" y="2099"/>
                  </a:lnTo>
                  <a:lnTo>
                    <a:pt x="135510" y="3020"/>
                  </a:lnTo>
                  <a:lnTo>
                    <a:pt x="130318" y="4107"/>
                  </a:lnTo>
                  <a:lnTo>
                    <a:pt x="125163" y="5357"/>
                  </a:lnTo>
                  <a:lnTo>
                    <a:pt x="120050" y="6771"/>
                  </a:lnTo>
                  <a:lnTo>
                    <a:pt x="114985" y="8346"/>
                  </a:lnTo>
                  <a:lnTo>
                    <a:pt x="109972" y="10081"/>
                  </a:lnTo>
                  <a:lnTo>
                    <a:pt x="105017" y="11974"/>
                  </a:lnTo>
                  <a:lnTo>
                    <a:pt x="100124" y="14023"/>
                  </a:lnTo>
                  <a:lnTo>
                    <a:pt x="95299" y="16227"/>
                  </a:lnTo>
                  <a:lnTo>
                    <a:pt x="90546" y="18582"/>
                  </a:lnTo>
                  <a:lnTo>
                    <a:pt x="85871" y="21087"/>
                  </a:lnTo>
                  <a:lnTo>
                    <a:pt x="81277" y="23739"/>
                  </a:lnTo>
                  <a:lnTo>
                    <a:pt x="76770" y="26536"/>
                  </a:lnTo>
                  <a:lnTo>
                    <a:pt x="72353" y="29474"/>
                  </a:lnTo>
                  <a:lnTo>
                    <a:pt x="68032" y="32551"/>
                  </a:lnTo>
                  <a:lnTo>
                    <a:pt x="63811" y="35763"/>
                  </a:lnTo>
                  <a:lnTo>
                    <a:pt x="59694" y="39108"/>
                  </a:lnTo>
                  <a:lnTo>
                    <a:pt x="55685" y="42582"/>
                  </a:lnTo>
                  <a:lnTo>
                    <a:pt x="51789" y="46181"/>
                  </a:lnTo>
                  <a:lnTo>
                    <a:pt x="48008" y="49902"/>
                  </a:lnTo>
                  <a:lnTo>
                    <a:pt x="44348" y="53741"/>
                  </a:lnTo>
                  <a:lnTo>
                    <a:pt x="40811" y="57694"/>
                  </a:lnTo>
                  <a:lnTo>
                    <a:pt x="37401" y="61757"/>
                  </a:lnTo>
                  <a:lnTo>
                    <a:pt x="34122" y="65927"/>
                  </a:lnTo>
                  <a:lnTo>
                    <a:pt x="30977" y="70198"/>
                  </a:lnTo>
                  <a:lnTo>
                    <a:pt x="27969" y="74568"/>
                  </a:lnTo>
                  <a:lnTo>
                    <a:pt x="25101" y="79030"/>
                  </a:lnTo>
                  <a:lnTo>
                    <a:pt x="22376" y="83581"/>
                  </a:lnTo>
                  <a:lnTo>
                    <a:pt x="19797" y="88216"/>
                  </a:lnTo>
                  <a:lnTo>
                    <a:pt x="17366" y="92931"/>
                  </a:lnTo>
                  <a:lnTo>
                    <a:pt x="15086" y="97721"/>
                  </a:lnTo>
                  <a:lnTo>
                    <a:pt x="12959" y="102580"/>
                  </a:lnTo>
                  <a:lnTo>
                    <a:pt x="10988" y="107504"/>
                  </a:lnTo>
                  <a:lnTo>
                    <a:pt x="9174" y="112489"/>
                  </a:lnTo>
                  <a:lnTo>
                    <a:pt x="7518" y="117529"/>
                  </a:lnTo>
                  <a:lnTo>
                    <a:pt x="6024" y="122618"/>
                  </a:lnTo>
                  <a:lnTo>
                    <a:pt x="4691" y="127753"/>
                  </a:lnTo>
                  <a:lnTo>
                    <a:pt x="3523" y="132927"/>
                  </a:lnTo>
                  <a:lnTo>
                    <a:pt x="2519" y="138135"/>
                  </a:lnTo>
                  <a:lnTo>
                    <a:pt x="1681" y="143373"/>
                  </a:lnTo>
                  <a:lnTo>
                    <a:pt x="1009" y="148635"/>
                  </a:lnTo>
                  <a:lnTo>
                    <a:pt x="505" y="153915"/>
                  </a:lnTo>
                  <a:lnTo>
                    <a:pt x="168" y="159209"/>
                  </a:lnTo>
                  <a:lnTo>
                    <a:pt x="0" y="164511"/>
                  </a:lnTo>
                  <a:lnTo>
                    <a:pt x="0" y="169815"/>
                  </a:lnTo>
                  <a:lnTo>
                    <a:pt x="168" y="175117"/>
                  </a:lnTo>
                  <a:lnTo>
                    <a:pt x="504" y="180411"/>
                  </a:lnTo>
                  <a:lnTo>
                    <a:pt x="1008" y="185691"/>
                  </a:lnTo>
                  <a:lnTo>
                    <a:pt x="1679" y="190953"/>
                  </a:lnTo>
                  <a:lnTo>
                    <a:pt x="2517" y="196191"/>
                  </a:lnTo>
                  <a:lnTo>
                    <a:pt x="3521" y="201400"/>
                  </a:lnTo>
                  <a:lnTo>
                    <a:pt x="4690" y="206574"/>
                  </a:lnTo>
                  <a:lnTo>
                    <a:pt x="6022" y="211708"/>
                  </a:lnTo>
                  <a:lnTo>
                    <a:pt x="7516" y="216798"/>
                  </a:lnTo>
                  <a:lnTo>
                    <a:pt x="9171" y="221838"/>
                  </a:lnTo>
                  <a:lnTo>
                    <a:pt x="10985" y="226822"/>
                  </a:lnTo>
                  <a:lnTo>
                    <a:pt x="12957" y="231747"/>
                  </a:lnTo>
                  <a:lnTo>
                    <a:pt x="15083" y="236606"/>
                  </a:lnTo>
                  <a:lnTo>
                    <a:pt x="17363" y="241396"/>
                  </a:lnTo>
                  <a:lnTo>
                    <a:pt x="19793" y="246111"/>
                  </a:lnTo>
                  <a:lnTo>
                    <a:pt x="22372" y="250746"/>
                  </a:lnTo>
                  <a:lnTo>
                    <a:pt x="25097" y="255297"/>
                  </a:lnTo>
                  <a:lnTo>
                    <a:pt x="27964" y="259760"/>
                  </a:lnTo>
                  <a:lnTo>
                    <a:pt x="30972" y="264129"/>
                  </a:lnTo>
                  <a:lnTo>
                    <a:pt x="34117" y="268401"/>
                  </a:lnTo>
                  <a:lnTo>
                    <a:pt x="37396" y="272571"/>
                  </a:lnTo>
                  <a:lnTo>
                    <a:pt x="40806" y="276634"/>
                  </a:lnTo>
                  <a:lnTo>
                    <a:pt x="44342" y="280587"/>
                  </a:lnTo>
                  <a:lnTo>
                    <a:pt x="48003" y="284427"/>
                  </a:lnTo>
                  <a:lnTo>
                    <a:pt x="51783" y="288148"/>
                  </a:lnTo>
                  <a:lnTo>
                    <a:pt x="55680" y="291747"/>
                  </a:lnTo>
                  <a:lnTo>
                    <a:pt x="59688" y="295221"/>
                  </a:lnTo>
                  <a:lnTo>
                    <a:pt x="63805" y="298566"/>
                  </a:lnTo>
                  <a:lnTo>
                    <a:pt x="68026" y="301778"/>
                  </a:lnTo>
                  <a:lnTo>
                    <a:pt x="72347" y="304855"/>
                  </a:lnTo>
                  <a:lnTo>
                    <a:pt x="76763" y="307794"/>
                  </a:lnTo>
                  <a:lnTo>
                    <a:pt x="81270" y="310591"/>
                  </a:lnTo>
                  <a:lnTo>
                    <a:pt x="85864" y="313243"/>
                  </a:lnTo>
                  <a:lnTo>
                    <a:pt x="90540" y="315748"/>
                  </a:lnTo>
                  <a:lnTo>
                    <a:pt x="95292" y="318104"/>
                  </a:lnTo>
                  <a:lnTo>
                    <a:pt x="100117" y="320308"/>
                  </a:lnTo>
                  <a:lnTo>
                    <a:pt x="105010" y="322357"/>
                  </a:lnTo>
                  <a:lnTo>
                    <a:pt x="109965" y="324251"/>
                  </a:lnTo>
                  <a:lnTo>
                    <a:pt x="114978" y="325986"/>
                  </a:lnTo>
                  <a:lnTo>
                    <a:pt x="120043" y="327561"/>
                  </a:lnTo>
                  <a:lnTo>
                    <a:pt x="125155" y="328975"/>
                  </a:lnTo>
                  <a:lnTo>
                    <a:pt x="130310" y="330225"/>
                  </a:lnTo>
                  <a:lnTo>
                    <a:pt x="135502" y="331312"/>
                  </a:lnTo>
                  <a:lnTo>
                    <a:pt x="140726" y="332233"/>
                  </a:lnTo>
                  <a:lnTo>
                    <a:pt x="145977" y="332989"/>
                  </a:lnTo>
                  <a:lnTo>
                    <a:pt x="151248" y="333577"/>
                  </a:lnTo>
                  <a:lnTo>
                    <a:pt x="156536" y="333997"/>
                  </a:lnTo>
                  <a:lnTo>
                    <a:pt x="161835" y="334250"/>
                  </a:lnTo>
                  <a:lnTo>
                    <a:pt x="167138" y="334334"/>
                  </a:lnTo>
                  <a:lnTo>
                    <a:pt x="172442" y="334250"/>
                  </a:lnTo>
                  <a:lnTo>
                    <a:pt x="177741" y="333998"/>
                  </a:lnTo>
                  <a:lnTo>
                    <a:pt x="183028" y="333578"/>
                  </a:lnTo>
                  <a:lnTo>
                    <a:pt x="188300" y="332990"/>
                  </a:lnTo>
                  <a:lnTo>
                    <a:pt x="193551" y="332236"/>
                  </a:lnTo>
                  <a:lnTo>
                    <a:pt x="198775" y="331315"/>
                  </a:lnTo>
                  <a:lnTo>
                    <a:pt x="203967" y="330229"/>
                  </a:lnTo>
                  <a:lnTo>
                    <a:pt x="209122" y="328979"/>
                  </a:lnTo>
                  <a:lnTo>
                    <a:pt x="214235" y="327565"/>
                  </a:lnTo>
                  <a:lnTo>
                    <a:pt x="219300" y="325991"/>
                  </a:lnTo>
                  <a:lnTo>
                    <a:pt x="224313" y="324256"/>
                  </a:lnTo>
                  <a:lnTo>
                    <a:pt x="229268" y="322363"/>
                  </a:lnTo>
                  <a:lnTo>
                    <a:pt x="234161" y="320314"/>
                  </a:lnTo>
                  <a:lnTo>
                    <a:pt x="238986" y="318111"/>
                  </a:lnTo>
                  <a:lnTo>
                    <a:pt x="243739" y="315755"/>
                  </a:lnTo>
                  <a:lnTo>
                    <a:pt x="248414" y="313250"/>
                  </a:lnTo>
                  <a:lnTo>
                    <a:pt x="253008" y="310598"/>
                  </a:lnTo>
                  <a:lnTo>
                    <a:pt x="257516" y="307802"/>
                  </a:lnTo>
                  <a:lnTo>
                    <a:pt x="261932" y="304864"/>
                  </a:lnTo>
                  <a:lnTo>
                    <a:pt x="266253" y="301787"/>
                  </a:lnTo>
                  <a:lnTo>
                    <a:pt x="270475" y="298575"/>
                  </a:lnTo>
                  <a:lnTo>
                    <a:pt x="274592" y="295231"/>
                  </a:lnTo>
                  <a:lnTo>
                    <a:pt x="278601" y="291757"/>
                  </a:lnTo>
                  <a:lnTo>
                    <a:pt x="282498" y="288158"/>
                  </a:lnTo>
                  <a:lnTo>
                    <a:pt x="286279" y="284438"/>
                  </a:lnTo>
                  <a:lnTo>
                    <a:pt x="289939" y="280599"/>
                  </a:lnTo>
                  <a:lnTo>
                    <a:pt x="293476" y="276646"/>
                  </a:lnTo>
                  <a:lnTo>
                    <a:pt x="296886" y="272582"/>
                  </a:lnTo>
                  <a:lnTo>
                    <a:pt x="300165" y="268413"/>
                  </a:lnTo>
                  <a:lnTo>
                    <a:pt x="303311" y="264142"/>
                  </a:lnTo>
                  <a:lnTo>
                    <a:pt x="306319" y="259773"/>
                  </a:lnTo>
                  <a:lnTo>
                    <a:pt x="309187" y="255310"/>
                  </a:lnTo>
                  <a:lnTo>
                    <a:pt x="311912" y="250759"/>
                  </a:lnTo>
                  <a:lnTo>
                    <a:pt x="314491" y="246124"/>
                  </a:lnTo>
                  <a:lnTo>
                    <a:pt x="316922" y="241410"/>
                  </a:lnTo>
                  <a:lnTo>
                    <a:pt x="319203" y="236620"/>
                  </a:lnTo>
                  <a:lnTo>
                    <a:pt x="321330" y="231761"/>
                  </a:lnTo>
                  <a:lnTo>
                    <a:pt x="323301" y="226837"/>
                  </a:lnTo>
                  <a:lnTo>
                    <a:pt x="325116" y="221852"/>
                  </a:lnTo>
                  <a:lnTo>
                    <a:pt x="326771" y="216813"/>
                  </a:lnTo>
                  <a:lnTo>
                    <a:pt x="328266" y="211723"/>
                  </a:lnTo>
                  <a:lnTo>
                    <a:pt x="329599" y="206589"/>
                  </a:lnTo>
                  <a:lnTo>
                    <a:pt x="330768" y="201415"/>
                  </a:lnTo>
                  <a:lnTo>
                    <a:pt x="331772" y="196206"/>
                  </a:lnTo>
                  <a:lnTo>
                    <a:pt x="332610" y="190968"/>
                  </a:lnTo>
                  <a:lnTo>
                    <a:pt x="333282" y="185707"/>
                  </a:lnTo>
                  <a:lnTo>
                    <a:pt x="333787" y="180426"/>
                  </a:lnTo>
                  <a:lnTo>
                    <a:pt x="334124" y="175132"/>
                  </a:lnTo>
                  <a:lnTo>
                    <a:pt x="334292" y="169831"/>
                  </a:lnTo>
                  <a:lnTo>
                    <a:pt x="334293" y="164526"/>
                  </a:lnTo>
                  <a:lnTo>
                    <a:pt x="334125" y="159224"/>
                  </a:lnTo>
                  <a:lnTo>
                    <a:pt x="333789" y="153931"/>
                  </a:lnTo>
                  <a:lnTo>
                    <a:pt x="333285" y="148650"/>
                  </a:lnTo>
                  <a:lnTo>
                    <a:pt x="332614" y="143388"/>
                  </a:lnTo>
                  <a:lnTo>
                    <a:pt x="331776" y="138150"/>
                  </a:lnTo>
                  <a:lnTo>
                    <a:pt x="330772" y="132942"/>
                  </a:lnTo>
                  <a:lnTo>
                    <a:pt x="329604" y="127767"/>
                  </a:lnTo>
                  <a:lnTo>
                    <a:pt x="328272" y="122633"/>
                  </a:lnTo>
                  <a:lnTo>
                    <a:pt x="326778" y="117543"/>
                  </a:lnTo>
                  <a:lnTo>
                    <a:pt x="325123" y="112503"/>
                  </a:lnTo>
                  <a:lnTo>
                    <a:pt x="323309" y="107519"/>
                  </a:lnTo>
                  <a:lnTo>
                    <a:pt x="321338" y="102594"/>
                  </a:lnTo>
                  <a:lnTo>
                    <a:pt x="319212" y="97734"/>
                  </a:lnTo>
                  <a:lnTo>
                    <a:pt x="316933" y="92945"/>
                  </a:lnTo>
                  <a:lnTo>
                    <a:pt x="314502" y="88230"/>
                  </a:lnTo>
                  <a:lnTo>
                    <a:pt x="311924" y="83594"/>
                  </a:lnTo>
                  <a:lnTo>
                    <a:pt x="309199" y="79043"/>
                  </a:lnTo>
                  <a:lnTo>
                    <a:pt x="306332" y="74580"/>
                  </a:lnTo>
                  <a:lnTo>
                    <a:pt x="303324" y="70211"/>
                  </a:lnTo>
                  <a:lnTo>
                    <a:pt x="300179" y="65939"/>
                  </a:lnTo>
                  <a:lnTo>
                    <a:pt x="296901" y="61769"/>
                  </a:lnTo>
                  <a:lnTo>
                    <a:pt x="293491" y="57705"/>
                  </a:lnTo>
                  <a:lnTo>
                    <a:pt x="289955" y="53752"/>
                  </a:lnTo>
                  <a:lnTo>
                    <a:pt x="286295" y="49913"/>
                  </a:lnTo>
                  <a:lnTo>
                    <a:pt x="282514" y="46191"/>
                  </a:lnTo>
                  <a:lnTo>
                    <a:pt x="278618" y="42592"/>
                  </a:lnTo>
                  <a:lnTo>
                    <a:pt x="274609" y="39118"/>
                  </a:lnTo>
                  <a:lnTo>
                    <a:pt x="270493" y="3577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5834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56153"/>
              <a:ext cx="103346" cy="133585"/>
            </a:xfrm>
            <a:custGeom>
              <a:avLst/>
              <a:pathLst>
                <a:path w="103346" h="133585">
                  <a:moveTo>
                    <a:pt x="103346" y="2191"/>
                  </a:moveTo>
                  <a:lnTo>
                    <a:pt x="100498" y="0"/>
                  </a:lnTo>
                  <a:lnTo>
                    <a:pt x="0" y="1335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100498" cy="167167"/>
            </a:xfrm>
            <a:custGeom>
              <a:avLst/>
              <a:pathLst>
                <a:path w="100498" h="167167">
                  <a:moveTo>
                    <a:pt x="100498" y="33582"/>
                  </a:moveTo>
                  <a:lnTo>
                    <a:pt x="95906" y="30248"/>
                  </a:lnTo>
                  <a:lnTo>
                    <a:pt x="91204" y="27071"/>
                  </a:lnTo>
                  <a:lnTo>
                    <a:pt x="86396" y="24057"/>
                  </a:lnTo>
                  <a:lnTo>
                    <a:pt x="81489" y="21207"/>
                  </a:lnTo>
                  <a:lnTo>
                    <a:pt x="76489" y="18525"/>
                  </a:lnTo>
                  <a:lnTo>
                    <a:pt x="71400" y="16015"/>
                  </a:lnTo>
                  <a:lnTo>
                    <a:pt x="66228" y="13679"/>
                  </a:lnTo>
                  <a:lnTo>
                    <a:pt x="60981" y="11519"/>
                  </a:lnTo>
                  <a:lnTo>
                    <a:pt x="55663" y="9539"/>
                  </a:lnTo>
                  <a:lnTo>
                    <a:pt x="50281" y="7741"/>
                  </a:lnTo>
                  <a:lnTo>
                    <a:pt x="44841" y="6126"/>
                  </a:lnTo>
                  <a:lnTo>
                    <a:pt x="39350" y="4697"/>
                  </a:lnTo>
                  <a:lnTo>
                    <a:pt x="33813" y="3455"/>
                  </a:lnTo>
                  <a:lnTo>
                    <a:pt x="28237" y="2402"/>
                  </a:lnTo>
                  <a:lnTo>
                    <a:pt x="22629" y="1538"/>
                  </a:lnTo>
                  <a:lnTo>
                    <a:pt x="16994" y="866"/>
                  </a:lnTo>
                  <a:lnTo>
                    <a:pt x="11340" y="385"/>
                  </a:lnTo>
                  <a:lnTo>
                    <a:pt x="567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378101" y="1071028"/>
              <a:ext cx="334323" cy="334327"/>
            </a:xfrm>
            <a:custGeom>
              <a:avLst/>
              <a:pathLst>
                <a:path w="334323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2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3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199" y="11905"/>
                  </a:lnTo>
                  <a:lnTo>
                    <a:pt x="100318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2" y="23605"/>
                  </a:lnTo>
                  <a:lnTo>
                    <a:pt x="77014" y="26386"/>
                  </a:lnTo>
                  <a:lnTo>
                    <a:pt x="72605" y="29308"/>
                  </a:lnTo>
                  <a:lnTo>
                    <a:pt x="68291" y="32368"/>
                  </a:lnTo>
                  <a:lnTo>
                    <a:pt x="64076" y="35564"/>
                  </a:lnTo>
                  <a:lnTo>
                    <a:pt x="59965" y="38890"/>
                  </a:lnTo>
                  <a:lnTo>
                    <a:pt x="55960" y="42346"/>
                  </a:lnTo>
                  <a:lnTo>
                    <a:pt x="52067" y="45926"/>
                  </a:lnTo>
                  <a:lnTo>
                    <a:pt x="48289" y="49627"/>
                  </a:lnTo>
                  <a:lnTo>
                    <a:pt x="44630" y="53447"/>
                  </a:lnTo>
                  <a:lnTo>
                    <a:pt x="41094" y="57380"/>
                  </a:lnTo>
                  <a:lnTo>
                    <a:pt x="37684" y="61423"/>
                  </a:lnTo>
                  <a:lnTo>
                    <a:pt x="34404" y="65571"/>
                  </a:lnTo>
                  <a:lnTo>
                    <a:pt x="31256" y="69822"/>
                  </a:lnTo>
                  <a:lnTo>
                    <a:pt x="28245" y="74170"/>
                  </a:lnTo>
                  <a:lnTo>
                    <a:pt x="25372" y="78611"/>
                  </a:lnTo>
                  <a:lnTo>
                    <a:pt x="22642" y="83141"/>
                  </a:lnTo>
                  <a:lnTo>
                    <a:pt x="20056" y="87755"/>
                  </a:lnTo>
                  <a:lnTo>
                    <a:pt x="17617" y="92448"/>
                  </a:lnTo>
                  <a:lnTo>
                    <a:pt x="15328" y="97216"/>
                  </a:lnTo>
                  <a:lnTo>
                    <a:pt x="13191" y="102054"/>
                  </a:lnTo>
                  <a:lnTo>
                    <a:pt x="11208" y="106957"/>
                  </a:lnTo>
                  <a:lnTo>
                    <a:pt x="9382" y="111921"/>
                  </a:lnTo>
                  <a:lnTo>
                    <a:pt x="7713" y="116940"/>
                  </a:lnTo>
                  <a:lnTo>
                    <a:pt x="6204" y="122009"/>
                  </a:lnTo>
                  <a:lnTo>
                    <a:pt x="4856" y="127123"/>
                  </a:lnTo>
                  <a:lnTo>
                    <a:pt x="3670" y="132278"/>
                  </a:lnTo>
                  <a:lnTo>
                    <a:pt x="2648" y="137467"/>
                  </a:lnTo>
                  <a:lnTo>
                    <a:pt x="1791" y="142686"/>
                  </a:lnTo>
                  <a:lnTo>
                    <a:pt x="1099" y="147930"/>
                  </a:lnTo>
                  <a:lnTo>
                    <a:pt x="574" y="153193"/>
                  </a:lnTo>
                  <a:lnTo>
                    <a:pt x="215" y="158470"/>
                  </a:lnTo>
                  <a:lnTo>
                    <a:pt x="24" y="163755"/>
                  </a:lnTo>
                  <a:lnTo>
                    <a:pt x="0" y="169044"/>
                  </a:lnTo>
                  <a:lnTo>
                    <a:pt x="143" y="174332"/>
                  </a:lnTo>
                  <a:lnTo>
                    <a:pt x="453" y="179611"/>
                  </a:lnTo>
                  <a:lnTo>
                    <a:pt x="930" y="184879"/>
                  </a:lnTo>
                  <a:lnTo>
                    <a:pt x="1573" y="190129"/>
                  </a:lnTo>
                  <a:lnTo>
                    <a:pt x="2383" y="195355"/>
                  </a:lnTo>
                  <a:lnTo>
                    <a:pt x="3357" y="200554"/>
                  </a:lnTo>
                  <a:lnTo>
                    <a:pt x="4495" y="205719"/>
                  </a:lnTo>
                  <a:lnTo>
                    <a:pt x="5796" y="210846"/>
                  </a:lnTo>
                  <a:lnTo>
                    <a:pt x="7259" y="215929"/>
                  </a:lnTo>
                  <a:lnTo>
                    <a:pt x="8881" y="220963"/>
                  </a:lnTo>
                  <a:lnTo>
                    <a:pt x="10662" y="225943"/>
                  </a:lnTo>
                  <a:lnTo>
                    <a:pt x="12600" y="230864"/>
                  </a:lnTo>
                  <a:lnTo>
                    <a:pt x="14693" y="235722"/>
                  </a:lnTo>
                  <a:lnTo>
                    <a:pt x="16938" y="240510"/>
                  </a:lnTo>
                  <a:lnTo>
                    <a:pt x="19333" y="245226"/>
                  </a:lnTo>
                  <a:lnTo>
                    <a:pt x="21876" y="249863"/>
                  </a:lnTo>
                  <a:lnTo>
                    <a:pt x="24565" y="254418"/>
                  </a:lnTo>
                  <a:lnTo>
                    <a:pt x="27397" y="258885"/>
                  </a:lnTo>
                  <a:lnTo>
                    <a:pt x="30368" y="263261"/>
                  </a:lnTo>
                  <a:lnTo>
                    <a:pt x="33477" y="267540"/>
                  </a:lnTo>
                  <a:lnTo>
                    <a:pt x="36719" y="271719"/>
                  </a:lnTo>
                  <a:lnTo>
                    <a:pt x="40092" y="275793"/>
                  </a:lnTo>
                  <a:lnTo>
                    <a:pt x="43592" y="279758"/>
                  </a:lnTo>
                  <a:lnTo>
                    <a:pt x="47215" y="283611"/>
                  </a:lnTo>
                  <a:lnTo>
                    <a:pt x="50959" y="287347"/>
                  </a:lnTo>
                  <a:lnTo>
                    <a:pt x="54819" y="290962"/>
                  </a:lnTo>
                  <a:lnTo>
                    <a:pt x="58792" y="294454"/>
                  </a:lnTo>
                  <a:lnTo>
                    <a:pt x="62873" y="297819"/>
                  </a:lnTo>
                  <a:lnTo>
                    <a:pt x="67058" y="301052"/>
                  </a:lnTo>
                  <a:lnTo>
                    <a:pt x="71344" y="304152"/>
                  </a:lnTo>
                  <a:lnTo>
                    <a:pt x="75725" y="307115"/>
                  </a:lnTo>
                  <a:lnTo>
                    <a:pt x="80198" y="309937"/>
                  </a:lnTo>
                  <a:lnTo>
                    <a:pt x="84759" y="312616"/>
                  </a:lnTo>
                  <a:lnTo>
                    <a:pt x="89401" y="315150"/>
                  </a:lnTo>
                  <a:lnTo>
                    <a:pt x="94122" y="317536"/>
                  </a:lnTo>
                  <a:lnTo>
                    <a:pt x="98915" y="319771"/>
                  </a:lnTo>
                  <a:lnTo>
                    <a:pt x="103777" y="321854"/>
                  </a:lnTo>
                  <a:lnTo>
                    <a:pt x="108702" y="323781"/>
                  </a:lnTo>
                  <a:lnTo>
                    <a:pt x="113686" y="325552"/>
                  </a:lnTo>
                  <a:lnTo>
                    <a:pt x="118723" y="327164"/>
                  </a:lnTo>
                  <a:lnTo>
                    <a:pt x="123809" y="328617"/>
                  </a:lnTo>
                  <a:lnTo>
                    <a:pt x="128938" y="329907"/>
                  </a:lnTo>
                  <a:lnTo>
                    <a:pt x="134106" y="331035"/>
                  </a:lnTo>
                  <a:lnTo>
                    <a:pt x="139306" y="331998"/>
                  </a:lnTo>
                  <a:lnTo>
                    <a:pt x="144535" y="332797"/>
                  </a:lnTo>
                  <a:lnTo>
                    <a:pt x="149786" y="333429"/>
                  </a:lnTo>
                  <a:lnTo>
                    <a:pt x="155054" y="333896"/>
                  </a:lnTo>
                  <a:lnTo>
                    <a:pt x="160335" y="334195"/>
                  </a:lnTo>
                  <a:lnTo>
                    <a:pt x="165622" y="334327"/>
                  </a:lnTo>
                  <a:lnTo>
                    <a:pt x="170911" y="334292"/>
                  </a:lnTo>
                  <a:lnTo>
                    <a:pt x="176196" y="334090"/>
                  </a:lnTo>
                  <a:lnTo>
                    <a:pt x="181472" y="333720"/>
                  </a:lnTo>
                  <a:lnTo>
                    <a:pt x="186734" y="333184"/>
                  </a:lnTo>
                  <a:lnTo>
                    <a:pt x="191976" y="332482"/>
                  </a:lnTo>
                  <a:lnTo>
                    <a:pt x="197194" y="331614"/>
                  </a:lnTo>
                  <a:lnTo>
                    <a:pt x="202381" y="330581"/>
                  </a:lnTo>
                  <a:lnTo>
                    <a:pt x="207533" y="329385"/>
                  </a:lnTo>
                  <a:lnTo>
                    <a:pt x="212645" y="328026"/>
                  </a:lnTo>
                  <a:lnTo>
                    <a:pt x="217711" y="326507"/>
                  </a:lnTo>
                  <a:lnTo>
                    <a:pt x="222726" y="324828"/>
                  </a:lnTo>
                  <a:lnTo>
                    <a:pt x="227686" y="322991"/>
                  </a:lnTo>
                  <a:lnTo>
                    <a:pt x="232585" y="320998"/>
                  </a:lnTo>
                  <a:lnTo>
                    <a:pt x="237419" y="318851"/>
                  </a:lnTo>
                  <a:lnTo>
                    <a:pt x="242182" y="316553"/>
                  </a:lnTo>
                  <a:lnTo>
                    <a:pt x="246871" y="314104"/>
                  </a:lnTo>
                  <a:lnTo>
                    <a:pt x="251479" y="311509"/>
                  </a:lnTo>
                  <a:lnTo>
                    <a:pt x="256003" y="308769"/>
                  </a:lnTo>
                  <a:lnTo>
                    <a:pt x="260438" y="305888"/>
                  </a:lnTo>
                  <a:lnTo>
                    <a:pt x="264780" y="302867"/>
                  </a:lnTo>
                  <a:lnTo>
                    <a:pt x="269024" y="299711"/>
                  </a:lnTo>
                  <a:lnTo>
                    <a:pt x="273166" y="296422"/>
                  </a:lnTo>
                  <a:lnTo>
                    <a:pt x="277202" y="293004"/>
                  </a:lnTo>
                  <a:lnTo>
                    <a:pt x="281128" y="289459"/>
                  </a:lnTo>
                  <a:lnTo>
                    <a:pt x="284940" y="285792"/>
                  </a:lnTo>
                  <a:lnTo>
                    <a:pt x="288634" y="282007"/>
                  </a:lnTo>
                  <a:lnTo>
                    <a:pt x="292206" y="278107"/>
                  </a:lnTo>
                  <a:lnTo>
                    <a:pt x="295653" y="274095"/>
                  </a:lnTo>
                  <a:lnTo>
                    <a:pt x="298971" y="269977"/>
                  </a:lnTo>
                  <a:lnTo>
                    <a:pt x="302158" y="265755"/>
                  </a:lnTo>
                  <a:lnTo>
                    <a:pt x="305209" y="261435"/>
                  </a:lnTo>
                  <a:lnTo>
                    <a:pt x="308122" y="257020"/>
                  </a:lnTo>
                  <a:lnTo>
                    <a:pt x="310894" y="252516"/>
                  </a:lnTo>
                  <a:lnTo>
                    <a:pt x="313522" y="247926"/>
                  </a:lnTo>
                  <a:lnTo>
                    <a:pt x="316004" y="243255"/>
                  </a:lnTo>
                  <a:lnTo>
                    <a:pt x="318336" y="238508"/>
                  </a:lnTo>
                  <a:lnTo>
                    <a:pt x="320518" y="233690"/>
                  </a:lnTo>
                  <a:lnTo>
                    <a:pt x="322545" y="228805"/>
                  </a:lnTo>
                  <a:lnTo>
                    <a:pt x="324417" y="223859"/>
                  </a:lnTo>
                  <a:lnTo>
                    <a:pt x="326132" y="218855"/>
                  </a:lnTo>
                  <a:lnTo>
                    <a:pt x="327688" y="213800"/>
                  </a:lnTo>
                  <a:lnTo>
                    <a:pt x="329083" y="208698"/>
                  </a:lnTo>
                  <a:lnTo>
                    <a:pt x="330315" y="203555"/>
                  </a:lnTo>
                  <a:lnTo>
                    <a:pt x="331385" y="198375"/>
                  </a:lnTo>
                  <a:lnTo>
                    <a:pt x="332290" y="193164"/>
                  </a:lnTo>
                  <a:lnTo>
                    <a:pt x="333030" y="187927"/>
                  </a:lnTo>
                  <a:lnTo>
                    <a:pt x="333603" y="182669"/>
                  </a:lnTo>
                  <a:lnTo>
                    <a:pt x="334011" y="177396"/>
                  </a:lnTo>
                  <a:lnTo>
                    <a:pt x="334251" y="172112"/>
                  </a:lnTo>
                  <a:lnTo>
                    <a:pt x="334323" y="166824"/>
                  </a:lnTo>
                  <a:lnTo>
                    <a:pt x="334229" y="161535"/>
                  </a:lnTo>
                  <a:lnTo>
                    <a:pt x="333967" y="156253"/>
                  </a:lnTo>
                  <a:lnTo>
                    <a:pt x="333538" y="150981"/>
                  </a:lnTo>
                  <a:lnTo>
                    <a:pt x="332943" y="145726"/>
                  </a:lnTo>
                  <a:lnTo>
                    <a:pt x="332182" y="140492"/>
                  </a:lnTo>
                  <a:lnTo>
                    <a:pt x="331255" y="135285"/>
                  </a:lnTo>
                  <a:lnTo>
                    <a:pt x="330165" y="130109"/>
                  </a:lnTo>
                  <a:lnTo>
                    <a:pt x="328911" y="124971"/>
                  </a:lnTo>
                  <a:lnTo>
                    <a:pt x="327495" y="119875"/>
                  </a:lnTo>
                  <a:lnTo>
                    <a:pt x="325918" y="11482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85855"/>
              <a:ext cx="158762" cy="52340"/>
            </a:xfrm>
            <a:custGeom>
              <a:avLst/>
              <a:pathLst>
                <a:path w="158762" h="52340">
                  <a:moveTo>
                    <a:pt x="158762" y="0"/>
                  </a:moveTo>
                  <a:lnTo>
                    <a:pt x="0" y="52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1608"/>
              <a:ext cx="158762" cy="56587"/>
            </a:xfrm>
            <a:custGeom>
              <a:avLst/>
              <a:pathLst>
                <a:path w="158762" h="56587">
                  <a:moveTo>
                    <a:pt x="158762" y="4247"/>
                  </a:moveTo>
                  <a:lnTo>
                    <a:pt x="157298" y="0"/>
                  </a:lnTo>
                  <a:lnTo>
                    <a:pt x="0" y="565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071028"/>
              <a:ext cx="157298" cy="167167"/>
            </a:xfrm>
            <a:custGeom>
              <a:avLst/>
              <a:pathLst>
                <a:path w="157298" h="167167">
                  <a:moveTo>
                    <a:pt x="157298" y="110579"/>
                  </a:move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8040" y="941493"/>
              <a:ext cx="125504" cy="167167"/>
            </a:xfrm>
            <a:custGeom>
              <a:avLst/>
              <a:pathLst>
                <a:path w="125504" h="167167">
                  <a:moveTo>
                    <a:pt x="125504" y="0"/>
                  </a:moveTo>
                  <a:lnTo>
                    <a:pt x="120044" y="89"/>
                  </a:lnTo>
                  <a:lnTo>
                    <a:pt x="114591" y="356"/>
                  </a:lnTo>
                  <a:lnTo>
                    <a:pt x="109149" y="801"/>
                  </a:lnTo>
                  <a:lnTo>
                    <a:pt x="103725" y="1424"/>
                  </a:lnTo>
                  <a:lnTo>
                    <a:pt x="98324" y="2224"/>
                  </a:lnTo>
                  <a:lnTo>
                    <a:pt x="92952" y="3199"/>
                  </a:lnTo>
                  <a:lnTo>
                    <a:pt x="87615" y="4350"/>
                  </a:lnTo>
                  <a:lnTo>
                    <a:pt x="82318" y="5674"/>
                  </a:lnTo>
                  <a:lnTo>
                    <a:pt x="77067" y="7170"/>
                  </a:lnTo>
                  <a:lnTo>
                    <a:pt x="71868" y="8838"/>
                  </a:lnTo>
                  <a:lnTo>
                    <a:pt x="66726" y="10674"/>
                  </a:lnTo>
                  <a:lnTo>
                    <a:pt x="61647" y="12676"/>
                  </a:lnTo>
                  <a:lnTo>
                    <a:pt x="56636" y="14844"/>
                  </a:lnTo>
                  <a:lnTo>
                    <a:pt x="51698" y="17174"/>
                  </a:lnTo>
                  <a:lnTo>
                    <a:pt x="46839" y="19665"/>
                  </a:lnTo>
                  <a:lnTo>
                    <a:pt x="42064" y="22312"/>
                  </a:lnTo>
                  <a:lnTo>
                    <a:pt x="37379" y="25114"/>
                  </a:lnTo>
                  <a:lnTo>
                    <a:pt x="32787" y="28068"/>
                  </a:lnTo>
                  <a:lnTo>
                    <a:pt x="28293" y="31170"/>
                  </a:lnTo>
                  <a:lnTo>
                    <a:pt x="23904" y="34417"/>
                  </a:lnTo>
                  <a:lnTo>
                    <a:pt x="19623" y="37806"/>
                  </a:lnTo>
                  <a:lnTo>
                    <a:pt x="15455" y="41332"/>
                  </a:lnTo>
                  <a:lnTo>
                    <a:pt x="11404" y="44993"/>
                  </a:lnTo>
                  <a:lnTo>
                    <a:pt x="7476" y="48785"/>
                  </a:lnTo>
                  <a:lnTo>
                    <a:pt x="3673" y="52702"/>
                  </a:lnTo>
                  <a:lnTo>
                    <a:pt x="0" y="56742"/>
                  </a:lnTo>
                  <a:lnTo>
                    <a:pt x="1255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8040" y="998235"/>
              <a:ext cx="125504" cy="110425"/>
            </a:xfrm>
            <a:custGeom>
              <a:avLst/>
              <a:pathLst>
                <a:path w="125504" h="110425">
                  <a:moveTo>
                    <a:pt x="0" y="0"/>
                  </a:moveTo>
                  <a:lnTo>
                    <a:pt x="125504" y="1104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56381" y="992942"/>
              <a:ext cx="334329" cy="282876"/>
            </a:xfrm>
            <a:custGeom>
              <a:avLst/>
              <a:pathLst>
                <a:path w="334329" h="282876">
                  <a:moveTo>
                    <a:pt x="41658" y="5292"/>
                  </a:moveTo>
                  <a:lnTo>
                    <a:pt x="38222" y="9325"/>
                  </a:lnTo>
                  <a:lnTo>
                    <a:pt x="34915" y="13465"/>
                  </a:lnTo>
                  <a:lnTo>
                    <a:pt x="31741" y="17707"/>
                  </a:lnTo>
                  <a:lnTo>
                    <a:pt x="28703" y="22048"/>
                  </a:lnTo>
                  <a:lnTo>
                    <a:pt x="25804" y="26483"/>
                  </a:lnTo>
                  <a:lnTo>
                    <a:pt x="23047" y="31008"/>
                  </a:lnTo>
                  <a:lnTo>
                    <a:pt x="20435" y="35618"/>
                  </a:lnTo>
                  <a:lnTo>
                    <a:pt x="17970" y="40308"/>
                  </a:lnTo>
                  <a:lnTo>
                    <a:pt x="15655" y="45074"/>
                  </a:lnTo>
                  <a:lnTo>
                    <a:pt x="13492" y="49911"/>
                  </a:lnTo>
                  <a:lnTo>
                    <a:pt x="11484" y="54814"/>
                  </a:lnTo>
                  <a:lnTo>
                    <a:pt x="9632" y="59778"/>
                  </a:lnTo>
                  <a:lnTo>
                    <a:pt x="7938" y="64799"/>
                  </a:lnTo>
                  <a:lnTo>
                    <a:pt x="6405" y="69871"/>
                  </a:lnTo>
                  <a:lnTo>
                    <a:pt x="5032" y="74988"/>
                  </a:lnTo>
                  <a:lnTo>
                    <a:pt x="3823" y="80147"/>
                  </a:lnTo>
                  <a:lnTo>
                    <a:pt x="2778" y="85341"/>
                  </a:lnTo>
                  <a:lnTo>
                    <a:pt x="1898" y="90566"/>
                  </a:lnTo>
                  <a:lnTo>
                    <a:pt x="1184" y="95816"/>
                  </a:lnTo>
                  <a:lnTo>
                    <a:pt x="636" y="101086"/>
                  </a:lnTo>
                  <a:lnTo>
                    <a:pt x="256" y="106371"/>
                  </a:lnTo>
                  <a:lnTo>
                    <a:pt x="44" y="111665"/>
                  </a:lnTo>
                  <a:lnTo>
                    <a:pt x="0" y="116964"/>
                  </a:lnTo>
                  <a:lnTo>
                    <a:pt x="123" y="122261"/>
                  </a:lnTo>
                  <a:lnTo>
                    <a:pt x="414" y="127551"/>
                  </a:lnTo>
                  <a:lnTo>
                    <a:pt x="873" y="132830"/>
                  </a:lnTo>
                  <a:lnTo>
                    <a:pt x="1499" y="138091"/>
                  </a:lnTo>
                  <a:lnTo>
                    <a:pt x="2291" y="143330"/>
                  </a:lnTo>
                  <a:lnTo>
                    <a:pt x="3249" y="148541"/>
                  </a:lnTo>
                  <a:lnTo>
                    <a:pt x="4372" y="153719"/>
                  </a:lnTo>
                  <a:lnTo>
                    <a:pt x="5658" y="158859"/>
                  </a:lnTo>
                  <a:lnTo>
                    <a:pt x="7106" y="163956"/>
                  </a:lnTo>
                  <a:lnTo>
                    <a:pt x="8715" y="169004"/>
                  </a:lnTo>
                  <a:lnTo>
                    <a:pt x="10483" y="173999"/>
                  </a:lnTo>
                  <a:lnTo>
                    <a:pt x="12409" y="178935"/>
                  </a:lnTo>
                  <a:lnTo>
                    <a:pt x="14490" y="183807"/>
                  </a:lnTo>
                  <a:lnTo>
                    <a:pt x="16725" y="188612"/>
                  </a:lnTo>
                  <a:lnTo>
                    <a:pt x="19111" y="193343"/>
                  </a:lnTo>
                  <a:lnTo>
                    <a:pt x="21645" y="197996"/>
                  </a:lnTo>
                  <a:lnTo>
                    <a:pt x="24326" y="202566"/>
                  </a:lnTo>
                  <a:lnTo>
                    <a:pt x="27150" y="207049"/>
                  </a:lnTo>
                  <a:lnTo>
                    <a:pt x="30115" y="211440"/>
                  </a:lnTo>
                  <a:lnTo>
                    <a:pt x="33217" y="215735"/>
                  </a:lnTo>
                  <a:lnTo>
                    <a:pt x="36454" y="219930"/>
                  </a:lnTo>
                  <a:lnTo>
                    <a:pt x="39822" y="224020"/>
                  </a:lnTo>
                  <a:lnTo>
                    <a:pt x="43319" y="228001"/>
                  </a:lnTo>
                  <a:lnTo>
                    <a:pt x="46939" y="231870"/>
                  </a:lnTo>
                  <a:lnTo>
                    <a:pt x="50681" y="235621"/>
                  </a:lnTo>
                  <a:lnTo>
                    <a:pt x="54539" y="239253"/>
                  </a:lnTo>
                  <a:lnTo>
                    <a:pt x="58511" y="242760"/>
                  </a:lnTo>
                  <a:lnTo>
                    <a:pt x="62591" y="246139"/>
                  </a:lnTo>
                  <a:lnTo>
                    <a:pt x="66777" y="249388"/>
                  </a:lnTo>
                  <a:lnTo>
                    <a:pt x="71064" y="252502"/>
                  </a:lnTo>
                  <a:lnTo>
                    <a:pt x="75447" y="255479"/>
                  </a:lnTo>
                  <a:lnTo>
                    <a:pt x="79922" y="258315"/>
                  </a:lnTo>
                  <a:lnTo>
                    <a:pt x="84485" y="261008"/>
                  </a:lnTo>
                  <a:lnTo>
                    <a:pt x="89131" y="263556"/>
                  </a:lnTo>
                  <a:lnTo>
                    <a:pt x="93856" y="265954"/>
                  </a:lnTo>
                  <a:lnTo>
                    <a:pt x="98654" y="268202"/>
                  </a:lnTo>
                  <a:lnTo>
                    <a:pt x="103521" y="270296"/>
                  </a:lnTo>
                  <a:lnTo>
                    <a:pt x="108452" y="272236"/>
                  </a:lnTo>
                  <a:lnTo>
                    <a:pt x="113441" y="274018"/>
                  </a:lnTo>
                  <a:lnTo>
                    <a:pt x="118485" y="275641"/>
                  </a:lnTo>
                  <a:lnTo>
                    <a:pt x="123578" y="277103"/>
                  </a:lnTo>
                  <a:lnTo>
                    <a:pt x="128714" y="278403"/>
                  </a:lnTo>
                  <a:lnTo>
                    <a:pt x="133889" y="279540"/>
                  </a:lnTo>
                  <a:lnTo>
                    <a:pt x="139098" y="280512"/>
                  </a:lnTo>
                  <a:lnTo>
                    <a:pt x="144334" y="281319"/>
                  </a:lnTo>
                  <a:lnTo>
                    <a:pt x="149594" y="281959"/>
                  </a:lnTo>
                  <a:lnTo>
                    <a:pt x="154871" y="282432"/>
                  </a:lnTo>
                  <a:lnTo>
                    <a:pt x="160161" y="282738"/>
                  </a:lnTo>
                  <a:lnTo>
                    <a:pt x="165458" y="282876"/>
                  </a:lnTo>
                  <a:lnTo>
                    <a:pt x="170756" y="282846"/>
                  </a:lnTo>
                  <a:lnTo>
                    <a:pt x="176051" y="282648"/>
                  </a:lnTo>
                  <a:lnTo>
                    <a:pt x="181337" y="282283"/>
                  </a:lnTo>
                  <a:lnTo>
                    <a:pt x="186608" y="281750"/>
                  </a:lnTo>
                  <a:lnTo>
                    <a:pt x="191860" y="281050"/>
                  </a:lnTo>
                  <a:lnTo>
                    <a:pt x="197087" y="280184"/>
                  </a:lnTo>
                  <a:lnTo>
                    <a:pt x="202285" y="279153"/>
                  </a:lnTo>
                  <a:lnTo>
                    <a:pt x="207447" y="277958"/>
                  </a:lnTo>
                  <a:lnTo>
                    <a:pt x="212568" y="276600"/>
                  </a:lnTo>
                  <a:lnTo>
                    <a:pt x="217644" y="275080"/>
                  </a:lnTo>
                  <a:lnTo>
                    <a:pt x="222669" y="273400"/>
                  </a:lnTo>
                  <a:lnTo>
                    <a:pt x="227638" y="271562"/>
                  </a:lnTo>
                  <a:lnTo>
                    <a:pt x="232547" y="269567"/>
                  </a:lnTo>
                  <a:lnTo>
                    <a:pt x="237390" y="267418"/>
                  </a:lnTo>
                  <a:lnTo>
                    <a:pt x="242162" y="265116"/>
                  </a:lnTo>
                  <a:lnTo>
                    <a:pt x="246859" y="262664"/>
                  </a:lnTo>
                  <a:lnTo>
                    <a:pt x="251476" y="260065"/>
                  </a:lnTo>
                  <a:lnTo>
                    <a:pt x="256008" y="257320"/>
                  </a:lnTo>
                  <a:lnTo>
                    <a:pt x="260451" y="254433"/>
                  </a:lnTo>
                  <a:lnTo>
                    <a:pt x="264800" y="251407"/>
                  </a:lnTo>
                  <a:lnTo>
                    <a:pt x="269052" y="248245"/>
                  </a:lnTo>
                  <a:lnTo>
                    <a:pt x="273200" y="244949"/>
                  </a:lnTo>
                  <a:lnTo>
                    <a:pt x="277243" y="241524"/>
                  </a:lnTo>
                  <a:lnTo>
                    <a:pt x="281174" y="237972"/>
                  </a:lnTo>
                  <a:lnTo>
                    <a:pt x="284992" y="234297"/>
                  </a:lnTo>
                  <a:lnTo>
                    <a:pt x="288690" y="230504"/>
                  </a:lnTo>
                  <a:lnTo>
                    <a:pt x="292267" y="226594"/>
                  </a:lnTo>
                  <a:lnTo>
                    <a:pt x="295718" y="222574"/>
                  </a:lnTo>
                  <a:lnTo>
                    <a:pt x="299040" y="218446"/>
                  </a:lnTo>
                  <a:lnTo>
                    <a:pt x="302229" y="214215"/>
                  </a:lnTo>
                  <a:lnTo>
                    <a:pt x="305283" y="209885"/>
                  </a:lnTo>
                  <a:lnTo>
                    <a:pt x="308198" y="205461"/>
                  </a:lnTo>
                  <a:lnTo>
                    <a:pt x="310971" y="200946"/>
                  </a:lnTo>
                  <a:lnTo>
                    <a:pt x="313600" y="196346"/>
                  </a:lnTo>
                  <a:lnTo>
                    <a:pt x="316082" y="191664"/>
                  </a:lnTo>
                  <a:lnTo>
                    <a:pt x="318414" y="186907"/>
                  </a:lnTo>
                  <a:lnTo>
                    <a:pt x="320594" y="182078"/>
                  </a:lnTo>
                  <a:lnTo>
                    <a:pt x="322620" y="177182"/>
                  </a:lnTo>
                  <a:lnTo>
                    <a:pt x="324490" y="172224"/>
                  </a:lnTo>
                  <a:lnTo>
                    <a:pt x="326202" y="167210"/>
                  </a:lnTo>
                  <a:lnTo>
                    <a:pt x="327754" y="162144"/>
                  </a:lnTo>
                  <a:lnTo>
                    <a:pt x="329144" y="157031"/>
                  </a:lnTo>
                  <a:lnTo>
                    <a:pt x="330372" y="151877"/>
                  </a:lnTo>
                  <a:lnTo>
                    <a:pt x="331436" y="146686"/>
                  </a:lnTo>
                  <a:lnTo>
                    <a:pt x="332335" y="141465"/>
                  </a:lnTo>
                  <a:lnTo>
                    <a:pt x="333068" y="136217"/>
                  </a:lnTo>
                  <a:lnTo>
                    <a:pt x="333634" y="130949"/>
                  </a:lnTo>
                  <a:lnTo>
                    <a:pt x="334033" y="125666"/>
                  </a:lnTo>
                  <a:lnTo>
                    <a:pt x="334265" y="120372"/>
                  </a:lnTo>
                  <a:lnTo>
                    <a:pt x="334329" y="115074"/>
                  </a:lnTo>
                  <a:lnTo>
                    <a:pt x="334224" y="109777"/>
                  </a:lnTo>
                  <a:lnTo>
                    <a:pt x="333952" y="104485"/>
                  </a:lnTo>
                  <a:lnTo>
                    <a:pt x="333512" y="99205"/>
                  </a:lnTo>
                  <a:lnTo>
                    <a:pt x="332905" y="93942"/>
                  </a:lnTo>
                  <a:lnTo>
                    <a:pt x="332132" y="88700"/>
                  </a:lnTo>
                  <a:lnTo>
                    <a:pt x="331193" y="83485"/>
                  </a:lnTo>
                  <a:lnTo>
                    <a:pt x="330089" y="78303"/>
                  </a:lnTo>
                  <a:lnTo>
                    <a:pt x="328822" y="73159"/>
                  </a:lnTo>
                  <a:lnTo>
                    <a:pt x="327392" y="68057"/>
                  </a:lnTo>
                  <a:lnTo>
                    <a:pt x="325801" y="63003"/>
                  </a:lnTo>
                  <a:lnTo>
                    <a:pt x="324050" y="58002"/>
                  </a:lnTo>
                  <a:lnTo>
                    <a:pt x="322142" y="53059"/>
                  </a:lnTo>
                  <a:lnTo>
                    <a:pt x="320079" y="48179"/>
                  </a:lnTo>
                  <a:lnTo>
                    <a:pt x="317862" y="43366"/>
                  </a:lnTo>
                  <a:lnTo>
                    <a:pt x="315493" y="38627"/>
                  </a:lnTo>
                  <a:lnTo>
                    <a:pt x="312975" y="33965"/>
                  </a:lnTo>
                  <a:lnTo>
                    <a:pt x="310311" y="29385"/>
                  </a:lnTo>
                  <a:lnTo>
                    <a:pt x="307503" y="24892"/>
                  </a:lnTo>
                  <a:lnTo>
                    <a:pt x="304554" y="20490"/>
                  </a:lnTo>
                  <a:lnTo>
                    <a:pt x="301468" y="16183"/>
                  </a:lnTo>
                  <a:lnTo>
                    <a:pt x="298246" y="11977"/>
                  </a:lnTo>
                  <a:lnTo>
                    <a:pt x="294892" y="7875"/>
                  </a:lnTo>
                  <a:lnTo>
                    <a:pt x="291410" y="3881"/>
                  </a:lnTo>
                  <a:lnTo>
                    <a:pt x="287804" y="0"/>
                  </a:lnTo>
                  <a:lnTo>
                    <a:pt x="167162" y="115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5023544" y="941493"/>
              <a:ext cx="120641" cy="167167"/>
            </a:xfrm>
            <a:custGeom>
              <a:avLst/>
              <a:pathLst>
                <a:path w="120641" h="167167">
                  <a:moveTo>
                    <a:pt x="120641" y="51449"/>
                  </a:moveTo>
                  <a:lnTo>
                    <a:pt x="116686" y="47462"/>
                  </a:lnTo>
                  <a:lnTo>
                    <a:pt x="112600" y="43611"/>
                  </a:lnTo>
                  <a:lnTo>
                    <a:pt x="108387" y="39899"/>
                  </a:lnTo>
                  <a:lnTo>
                    <a:pt x="104051" y="36330"/>
                  </a:lnTo>
                  <a:lnTo>
                    <a:pt x="99598" y="32909"/>
                  </a:lnTo>
                  <a:lnTo>
                    <a:pt x="95033" y="29640"/>
                  </a:lnTo>
                  <a:lnTo>
                    <a:pt x="90360" y="26526"/>
                  </a:lnTo>
                  <a:lnTo>
                    <a:pt x="85585" y="23570"/>
                  </a:lnTo>
                  <a:lnTo>
                    <a:pt x="80714" y="20777"/>
                  </a:lnTo>
                  <a:lnTo>
                    <a:pt x="75752" y="18148"/>
                  </a:lnTo>
                  <a:lnTo>
                    <a:pt x="70704" y="15688"/>
                  </a:lnTo>
                  <a:lnTo>
                    <a:pt x="65577" y="13399"/>
                  </a:lnTo>
                  <a:lnTo>
                    <a:pt x="60375" y="11283"/>
                  </a:lnTo>
                  <a:lnTo>
                    <a:pt x="55105" y="9343"/>
                  </a:lnTo>
                  <a:lnTo>
                    <a:pt x="49774" y="7582"/>
                  </a:lnTo>
                  <a:lnTo>
                    <a:pt x="44386" y="6000"/>
                  </a:lnTo>
                  <a:lnTo>
                    <a:pt x="38948" y="4600"/>
                  </a:lnTo>
                  <a:lnTo>
                    <a:pt x="33465" y="3384"/>
                  </a:lnTo>
                  <a:lnTo>
                    <a:pt x="27946" y="2352"/>
                  </a:lnTo>
                  <a:lnTo>
                    <a:pt x="22394" y="1506"/>
                  </a:lnTo>
                  <a:lnTo>
                    <a:pt x="16818" y="848"/>
                  </a:lnTo>
                  <a:lnTo>
                    <a:pt x="11222" y="377"/>
                  </a:lnTo>
                  <a:lnTo>
                    <a:pt x="561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9375" y="941493"/>
              <a:ext cx="106840" cy="167167"/>
            </a:xfrm>
            <a:custGeom>
              <a:avLst/>
              <a:pathLst>
                <a:path w="106840" h="167167">
                  <a:moveTo>
                    <a:pt x="106840" y="0"/>
                  </a:moveTo>
                  <a:lnTo>
                    <a:pt x="101321" y="91"/>
                  </a:lnTo>
                  <a:lnTo>
                    <a:pt x="95809" y="364"/>
                  </a:lnTo>
                  <a:lnTo>
                    <a:pt x="90309" y="819"/>
                  </a:lnTo>
                  <a:lnTo>
                    <a:pt x="84826" y="1455"/>
                  </a:lnTo>
                  <a:lnTo>
                    <a:pt x="79368" y="2272"/>
                  </a:lnTo>
                  <a:lnTo>
                    <a:pt x="73940" y="3269"/>
                  </a:lnTo>
                  <a:lnTo>
                    <a:pt x="68547" y="4444"/>
                  </a:lnTo>
                  <a:lnTo>
                    <a:pt x="63197" y="5797"/>
                  </a:lnTo>
                  <a:lnTo>
                    <a:pt x="57893" y="7326"/>
                  </a:lnTo>
                  <a:lnTo>
                    <a:pt x="52644" y="9029"/>
                  </a:lnTo>
                  <a:lnTo>
                    <a:pt x="47453" y="10904"/>
                  </a:lnTo>
                  <a:lnTo>
                    <a:pt x="42327" y="12949"/>
                  </a:lnTo>
                  <a:lnTo>
                    <a:pt x="37271" y="15163"/>
                  </a:lnTo>
                  <a:lnTo>
                    <a:pt x="32291" y="17542"/>
                  </a:lnTo>
                  <a:lnTo>
                    <a:pt x="27393" y="20085"/>
                  </a:lnTo>
                  <a:lnTo>
                    <a:pt x="22581" y="22788"/>
                  </a:lnTo>
                  <a:lnTo>
                    <a:pt x="17860" y="25648"/>
                  </a:lnTo>
                  <a:lnTo>
                    <a:pt x="13237" y="28662"/>
                  </a:lnTo>
                  <a:lnTo>
                    <a:pt x="8716" y="31828"/>
                  </a:lnTo>
                  <a:lnTo>
                    <a:pt x="4302" y="35141"/>
                  </a:lnTo>
                  <a:lnTo>
                    <a:pt x="0" y="38597"/>
                  </a:lnTo>
                  <a:lnTo>
                    <a:pt x="10684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9375" y="98009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19048" y="980091"/>
              <a:ext cx="167167" cy="275068"/>
            </a:xfrm>
            <a:custGeom>
              <a:avLst/>
              <a:pathLst>
                <a:path w="167167" h="275068">
                  <a:moveTo>
                    <a:pt x="60327" y="0"/>
                  </a:moveTo>
                  <a:lnTo>
                    <a:pt x="56214" y="3531"/>
                  </a:lnTo>
                  <a:lnTo>
                    <a:pt x="52218" y="7194"/>
                  </a:lnTo>
                  <a:lnTo>
                    <a:pt x="48344" y="10985"/>
                  </a:lnTo>
                  <a:lnTo>
                    <a:pt x="44594" y="14899"/>
                  </a:lnTo>
                  <a:lnTo>
                    <a:pt x="40973" y="18933"/>
                  </a:lnTo>
                  <a:lnTo>
                    <a:pt x="37484" y="23082"/>
                  </a:lnTo>
                  <a:lnTo>
                    <a:pt x="34132" y="27342"/>
                  </a:lnTo>
                  <a:lnTo>
                    <a:pt x="30920" y="31709"/>
                  </a:lnTo>
                  <a:lnTo>
                    <a:pt x="27851" y="36177"/>
                  </a:lnTo>
                  <a:lnTo>
                    <a:pt x="24929" y="40743"/>
                  </a:lnTo>
                  <a:lnTo>
                    <a:pt x="22156" y="45401"/>
                  </a:lnTo>
                  <a:lnTo>
                    <a:pt x="19536" y="50146"/>
                  </a:lnTo>
                  <a:lnTo>
                    <a:pt x="17071" y="54974"/>
                  </a:lnTo>
                  <a:lnTo>
                    <a:pt x="14764" y="59879"/>
                  </a:lnTo>
                  <a:lnTo>
                    <a:pt x="12617" y="64856"/>
                  </a:lnTo>
                  <a:lnTo>
                    <a:pt x="10632" y="69901"/>
                  </a:lnTo>
                  <a:lnTo>
                    <a:pt x="8812" y="75007"/>
                  </a:lnTo>
                  <a:lnTo>
                    <a:pt x="7159" y="80169"/>
                  </a:lnTo>
                  <a:lnTo>
                    <a:pt x="5674" y="85383"/>
                  </a:lnTo>
                  <a:lnTo>
                    <a:pt x="4359" y="90641"/>
                  </a:lnTo>
                  <a:lnTo>
                    <a:pt x="3215" y="95940"/>
                  </a:lnTo>
                  <a:lnTo>
                    <a:pt x="2243" y="101273"/>
                  </a:lnTo>
                  <a:lnTo>
                    <a:pt x="1445" y="106634"/>
                  </a:lnTo>
                  <a:lnTo>
                    <a:pt x="820" y="112019"/>
                  </a:lnTo>
                  <a:lnTo>
                    <a:pt x="371" y="117421"/>
                  </a:lnTo>
                  <a:lnTo>
                    <a:pt x="98" y="122835"/>
                  </a:lnTo>
                  <a:lnTo>
                    <a:pt x="0" y="128255"/>
                  </a:lnTo>
                  <a:lnTo>
                    <a:pt x="77" y="133675"/>
                  </a:lnTo>
                  <a:lnTo>
                    <a:pt x="331" y="139090"/>
                  </a:lnTo>
                  <a:lnTo>
                    <a:pt x="759" y="144493"/>
                  </a:lnTo>
                  <a:lnTo>
                    <a:pt x="1363" y="149880"/>
                  </a:lnTo>
                  <a:lnTo>
                    <a:pt x="2141" y="155245"/>
                  </a:lnTo>
                  <a:lnTo>
                    <a:pt x="3093" y="160581"/>
                  </a:lnTo>
                  <a:lnTo>
                    <a:pt x="4217" y="165884"/>
                  </a:lnTo>
                  <a:lnTo>
                    <a:pt x="5513" y="171148"/>
                  </a:lnTo>
                  <a:lnTo>
                    <a:pt x="6978" y="176367"/>
                  </a:lnTo>
                  <a:lnTo>
                    <a:pt x="8612" y="181535"/>
                  </a:lnTo>
                  <a:lnTo>
                    <a:pt x="10413" y="186648"/>
                  </a:lnTo>
                  <a:lnTo>
                    <a:pt x="12378" y="191700"/>
                  </a:lnTo>
                  <a:lnTo>
                    <a:pt x="14506" y="196685"/>
                  </a:lnTo>
                  <a:lnTo>
                    <a:pt x="16795" y="201599"/>
                  </a:lnTo>
                  <a:lnTo>
                    <a:pt x="19242" y="206436"/>
                  </a:lnTo>
                  <a:lnTo>
                    <a:pt x="21845" y="211191"/>
                  </a:lnTo>
                  <a:lnTo>
                    <a:pt x="24600" y="215860"/>
                  </a:lnTo>
                  <a:lnTo>
                    <a:pt x="27505" y="220436"/>
                  </a:lnTo>
                  <a:lnTo>
                    <a:pt x="30557" y="224916"/>
                  </a:lnTo>
                  <a:lnTo>
                    <a:pt x="33752" y="229295"/>
                  </a:lnTo>
                  <a:lnTo>
                    <a:pt x="37088" y="233567"/>
                  </a:lnTo>
                  <a:lnTo>
                    <a:pt x="40561" y="237729"/>
                  </a:lnTo>
                  <a:lnTo>
                    <a:pt x="44167" y="241777"/>
                  </a:lnTo>
                  <a:lnTo>
                    <a:pt x="47902" y="245705"/>
                  </a:lnTo>
                  <a:lnTo>
                    <a:pt x="51763" y="249511"/>
                  </a:lnTo>
                  <a:lnTo>
                    <a:pt x="55744" y="253189"/>
                  </a:lnTo>
                  <a:lnTo>
                    <a:pt x="59844" y="256736"/>
                  </a:lnTo>
                  <a:lnTo>
                    <a:pt x="64055" y="260148"/>
                  </a:lnTo>
                  <a:lnTo>
                    <a:pt x="68376" y="263422"/>
                  </a:lnTo>
                  <a:lnTo>
                    <a:pt x="72800" y="266554"/>
                  </a:lnTo>
                  <a:lnTo>
                    <a:pt x="77323" y="269541"/>
                  </a:lnTo>
                  <a:lnTo>
                    <a:pt x="81941" y="272380"/>
                  </a:lnTo>
                  <a:lnTo>
                    <a:pt x="86649" y="275068"/>
                  </a:lnTo>
                  <a:lnTo>
                    <a:pt x="167167" y="128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5698" y="941493"/>
              <a:ext cx="247683" cy="334328"/>
            </a:xfrm>
            <a:custGeom>
              <a:avLst/>
              <a:pathLst>
                <a:path w="247683" h="334328">
                  <a:moveTo>
                    <a:pt x="0" y="313666"/>
                  </a:moveTo>
                  <a:lnTo>
                    <a:pt x="4723" y="316164"/>
                  </a:lnTo>
                  <a:lnTo>
                    <a:pt x="9524" y="318510"/>
                  </a:lnTo>
                  <a:lnTo>
                    <a:pt x="14397" y="320702"/>
                  </a:lnTo>
                  <a:lnTo>
                    <a:pt x="19338" y="322737"/>
                  </a:lnTo>
                  <a:lnTo>
                    <a:pt x="24341" y="324613"/>
                  </a:lnTo>
                  <a:lnTo>
                    <a:pt x="29402" y="326328"/>
                  </a:lnTo>
                  <a:lnTo>
                    <a:pt x="34515" y="327880"/>
                  </a:lnTo>
                  <a:lnTo>
                    <a:pt x="39675" y="329268"/>
                  </a:lnTo>
                  <a:lnTo>
                    <a:pt x="44877" y="330491"/>
                  </a:lnTo>
                  <a:lnTo>
                    <a:pt x="50115" y="331547"/>
                  </a:lnTo>
                  <a:lnTo>
                    <a:pt x="55384" y="332434"/>
                  </a:lnTo>
                  <a:lnTo>
                    <a:pt x="60679" y="333153"/>
                  </a:lnTo>
                  <a:lnTo>
                    <a:pt x="65994" y="333702"/>
                  </a:lnTo>
                  <a:lnTo>
                    <a:pt x="71324" y="334081"/>
                  </a:lnTo>
                  <a:lnTo>
                    <a:pt x="76664" y="334290"/>
                  </a:lnTo>
                  <a:lnTo>
                    <a:pt x="82007" y="334328"/>
                  </a:lnTo>
                  <a:lnTo>
                    <a:pt x="87349" y="334195"/>
                  </a:lnTo>
                  <a:lnTo>
                    <a:pt x="92684" y="333891"/>
                  </a:lnTo>
                  <a:lnTo>
                    <a:pt x="98006" y="333417"/>
                  </a:lnTo>
                  <a:lnTo>
                    <a:pt x="103310" y="332773"/>
                  </a:lnTo>
                  <a:lnTo>
                    <a:pt x="108592" y="331960"/>
                  </a:lnTo>
                  <a:lnTo>
                    <a:pt x="113844" y="330979"/>
                  </a:lnTo>
                  <a:lnTo>
                    <a:pt x="119063" y="329830"/>
                  </a:lnTo>
                  <a:lnTo>
                    <a:pt x="124242" y="328515"/>
                  </a:lnTo>
                  <a:lnTo>
                    <a:pt x="129376" y="327035"/>
                  </a:lnTo>
                  <a:lnTo>
                    <a:pt x="134461" y="325392"/>
                  </a:lnTo>
                  <a:lnTo>
                    <a:pt x="139490" y="323587"/>
                  </a:lnTo>
                  <a:lnTo>
                    <a:pt x="144459" y="321622"/>
                  </a:lnTo>
                  <a:lnTo>
                    <a:pt x="149363" y="319499"/>
                  </a:lnTo>
                  <a:lnTo>
                    <a:pt x="154197" y="317221"/>
                  </a:lnTo>
                  <a:lnTo>
                    <a:pt x="158955" y="314790"/>
                  </a:lnTo>
                  <a:lnTo>
                    <a:pt x="163633" y="312207"/>
                  </a:lnTo>
                  <a:lnTo>
                    <a:pt x="168226" y="309477"/>
                  </a:lnTo>
                  <a:lnTo>
                    <a:pt x="172730" y="306601"/>
                  </a:lnTo>
                  <a:lnTo>
                    <a:pt x="177139" y="303583"/>
                  </a:lnTo>
                  <a:lnTo>
                    <a:pt x="181450" y="300425"/>
                  </a:lnTo>
                  <a:lnTo>
                    <a:pt x="185657" y="297131"/>
                  </a:lnTo>
                  <a:lnTo>
                    <a:pt x="189757" y="293704"/>
                  </a:lnTo>
                  <a:lnTo>
                    <a:pt x="193745" y="290148"/>
                  </a:lnTo>
                  <a:lnTo>
                    <a:pt x="197618" y="286466"/>
                  </a:lnTo>
                  <a:lnTo>
                    <a:pt x="201371" y="282663"/>
                  </a:lnTo>
                  <a:lnTo>
                    <a:pt x="205001" y="278741"/>
                  </a:lnTo>
                  <a:lnTo>
                    <a:pt x="208503" y="274706"/>
                  </a:lnTo>
                  <a:lnTo>
                    <a:pt x="211875" y="270560"/>
                  </a:lnTo>
                  <a:lnTo>
                    <a:pt x="215112" y="266309"/>
                  </a:lnTo>
                  <a:lnTo>
                    <a:pt x="218212" y="261957"/>
                  </a:lnTo>
                  <a:lnTo>
                    <a:pt x="221171" y="257507"/>
                  </a:lnTo>
                  <a:lnTo>
                    <a:pt x="223987" y="252966"/>
                  </a:lnTo>
                  <a:lnTo>
                    <a:pt x="226656" y="248337"/>
                  </a:lnTo>
                  <a:lnTo>
                    <a:pt x="229175" y="243624"/>
                  </a:lnTo>
                  <a:lnTo>
                    <a:pt x="231543" y="238834"/>
                  </a:lnTo>
                  <a:lnTo>
                    <a:pt x="233756" y="233971"/>
                  </a:lnTo>
                  <a:lnTo>
                    <a:pt x="235813" y="229039"/>
                  </a:lnTo>
                  <a:lnTo>
                    <a:pt x="237711" y="224044"/>
                  </a:lnTo>
                  <a:lnTo>
                    <a:pt x="239449" y="218991"/>
                  </a:lnTo>
                  <a:lnTo>
                    <a:pt x="241024" y="213885"/>
                  </a:lnTo>
                  <a:lnTo>
                    <a:pt x="242435" y="208731"/>
                  </a:lnTo>
                  <a:lnTo>
                    <a:pt x="243681" y="203535"/>
                  </a:lnTo>
                  <a:lnTo>
                    <a:pt x="244760" y="198301"/>
                  </a:lnTo>
                  <a:lnTo>
                    <a:pt x="245671" y="193036"/>
                  </a:lnTo>
                  <a:lnTo>
                    <a:pt x="246413" y="187745"/>
                  </a:lnTo>
                  <a:lnTo>
                    <a:pt x="246986" y="182432"/>
                  </a:lnTo>
                  <a:lnTo>
                    <a:pt x="247389" y="177104"/>
                  </a:lnTo>
                  <a:lnTo>
                    <a:pt x="247621" y="171765"/>
                  </a:lnTo>
                  <a:lnTo>
                    <a:pt x="247683" y="166422"/>
                  </a:lnTo>
                  <a:lnTo>
                    <a:pt x="247574" y="161080"/>
                  </a:lnTo>
                  <a:lnTo>
                    <a:pt x="247294" y="155744"/>
                  </a:lnTo>
                  <a:lnTo>
                    <a:pt x="246844" y="150419"/>
                  </a:lnTo>
                  <a:lnTo>
                    <a:pt x="246223" y="145112"/>
                  </a:lnTo>
                  <a:lnTo>
                    <a:pt x="245434" y="139827"/>
                  </a:lnTo>
                  <a:lnTo>
                    <a:pt x="244476" y="134570"/>
                  </a:lnTo>
                  <a:lnTo>
                    <a:pt x="243350" y="129347"/>
                  </a:lnTo>
                  <a:lnTo>
                    <a:pt x="242058" y="124162"/>
                  </a:lnTo>
                  <a:lnTo>
                    <a:pt x="240601" y="119021"/>
                  </a:lnTo>
                  <a:lnTo>
                    <a:pt x="238981" y="113929"/>
                  </a:lnTo>
                  <a:lnTo>
                    <a:pt x="237198" y="108891"/>
                  </a:lnTo>
                  <a:lnTo>
                    <a:pt x="235256" y="103914"/>
                  </a:lnTo>
                  <a:lnTo>
                    <a:pt x="233155" y="99000"/>
                  </a:lnTo>
                  <a:lnTo>
                    <a:pt x="230898" y="94157"/>
                  </a:lnTo>
                  <a:lnTo>
                    <a:pt x="228488" y="89388"/>
                  </a:lnTo>
                  <a:lnTo>
                    <a:pt x="225927" y="84698"/>
                  </a:lnTo>
                  <a:lnTo>
                    <a:pt x="223217" y="80093"/>
                  </a:lnTo>
                  <a:lnTo>
                    <a:pt x="220361" y="75577"/>
                  </a:lnTo>
                  <a:lnTo>
                    <a:pt x="217362" y="71154"/>
                  </a:lnTo>
                  <a:lnTo>
                    <a:pt x="214223" y="66829"/>
                  </a:lnTo>
                  <a:lnTo>
                    <a:pt x="210948" y="62607"/>
                  </a:lnTo>
                  <a:lnTo>
                    <a:pt x="207540" y="58492"/>
                  </a:lnTo>
                  <a:lnTo>
                    <a:pt x="204002" y="54488"/>
                  </a:lnTo>
                  <a:lnTo>
                    <a:pt x="200337" y="50599"/>
                  </a:lnTo>
                  <a:lnTo>
                    <a:pt x="196550" y="46829"/>
                  </a:lnTo>
                  <a:lnTo>
                    <a:pt x="192645" y="43182"/>
                  </a:lnTo>
                  <a:lnTo>
                    <a:pt x="188625" y="39661"/>
                  </a:lnTo>
                  <a:lnTo>
                    <a:pt x="184495" y="36271"/>
                  </a:lnTo>
                  <a:lnTo>
                    <a:pt x="180258" y="33015"/>
                  </a:lnTo>
                  <a:lnTo>
                    <a:pt x="175920" y="29896"/>
                  </a:lnTo>
                  <a:lnTo>
                    <a:pt x="171484" y="26917"/>
                  </a:lnTo>
                  <a:lnTo>
                    <a:pt x="166955" y="24081"/>
                  </a:lnTo>
                  <a:lnTo>
                    <a:pt x="162337" y="21392"/>
                  </a:lnTo>
                  <a:lnTo>
                    <a:pt x="157636" y="18851"/>
                  </a:lnTo>
                  <a:lnTo>
                    <a:pt x="152857" y="16462"/>
                  </a:lnTo>
                  <a:lnTo>
                    <a:pt x="148003" y="14227"/>
                  </a:lnTo>
                  <a:lnTo>
                    <a:pt x="143081" y="12148"/>
                  </a:lnTo>
                  <a:lnTo>
                    <a:pt x="138094" y="10228"/>
                  </a:lnTo>
                  <a:lnTo>
                    <a:pt x="133049" y="8468"/>
                  </a:lnTo>
                  <a:lnTo>
                    <a:pt x="127950" y="6870"/>
                  </a:lnTo>
                  <a:lnTo>
                    <a:pt x="122802" y="5436"/>
                  </a:lnTo>
                  <a:lnTo>
                    <a:pt x="117612" y="4167"/>
                  </a:lnTo>
                  <a:lnTo>
                    <a:pt x="112383" y="3065"/>
                  </a:lnTo>
                  <a:lnTo>
                    <a:pt x="107122" y="2130"/>
                  </a:lnTo>
                  <a:lnTo>
                    <a:pt x="101834" y="1364"/>
                  </a:lnTo>
                  <a:lnTo>
                    <a:pt x="96524" y="768"/>
                  </a:lnTo>
                  <a:lnTo>
                    <a:pt x="91197" y="341"/>
                  </a:lnTo>
                  <a:lnTo>
                    <a:pt x="85860" y="85"/>
                  </a:lnTo>
                  <a:lnTo>
                    <a:pt x="80517" y="0"/>
                  </a:lnTo>
                  <a:lnTo>
                    <a:pt x="805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797335" y="1071028"/>
              <a:ext cx="167166" cy="334329"/>
            </a:xfrm>
            <a:custGeom>
              <a:avLst/>
              <a:pathLst>
                <a:path w="167166" h="334329">
                  <a:moveTo>
                    <a:pt x="167166" y="0"/>
                  </a:moveTo>
                  <a:lnTo>
                    <a:pt x="161821" y="85"/>
                  </a:lnTo>
                  <a:lnTo>
                    <a:pt x="156483" y="341"/>
                  </a:lnTo>
                  <a:lnTo>
                    <a:pt x="151155" y="768"/>
                  </a:lnTo>
                  <a:lnTo>
                    <a:pt x="145843" y="1365"/>
                  </a:lnTo>
                  <a:lnTo>
                    <a:pt x="140554" y="2131"/>
                  </a:lnTo>
                  <a:lnTo>
                    <a:pt x="135291" y="3066"/>
                  </a:lnTo>
                  <a:lnTo>
                    <a:pt x="130061" y="4169"/>
                  </a:lnTo>
                  <a:lnTo>
                    <a:pt x="124869" y="5439"/>
                  </a:lnTo>
                  <a:lnTo>
                    <a:pt x="119721" y="6874"/>
                  </a:lnTo>
                  <a:lnTo>
                    <a:pt x="114620" y="8472"/>
                  </a:lnTo>
                  <a:lnTo>
                    <a:pt x="109574" y="10233"/>
                  </a:lnTo>
                  <a:lnTo>
                    <a:pt x="104586" y="12155"/>
                  </a:lnTo>
                  <a:lnTo>
                    <a:pt x="99663" y="14235"/>
                  </a:lnTo>
                  <a:lnTo>
                    <a:pt x="94808" y="16471"/>
                  </a:lnTo>
                  <a:lnTo>
                    <a:pt x="90027" y="18861"/>
                  </a:lnTo>
                  <a:lnTo>
                    <a:pt x="85325" y="21403"/>
                  </a:lnTo>
                  <a:lnTo>
                    <a:pt x="80707" y="24094"/>
                  </a:lnTo>
                  <a:lnTo>
                    <a:pt x="76177" y="26931"/>
                  </a:lnTo>
                  <a:lnTo>
                    <a:pt x="71741" y="29912"/>
                  </a:lnTo>
                  <a:lnTo>
                    <a:pt x="67402" y="33032"/>
                  </a:lnTo>
                  <a:lnTo>
                    <a:pt x="63164" y="36290"/>
                  </a:lnTo>
                  <a:lnTo>
                    <a:pt x="59033" y="39682"/>
                  </a:lnTo>
                  <a:lnTo>
                    <a:pt x="55013" y="43204"/>
                  </a:lnTo>
                  <a:lnTo>
                    <a:pt x="51107" y="46853"/>
                  </a:lnTo>
                  <a:lnTo>
                    <a:pt x="47320" y="50625"/>
                  </a:lnTo>
                  <a:lnTo>
                    <a:pt x="43656" y="54516"/>
                  </a:lnTo>
                  <a:lnTo>
                    <a:pt x="40118" y="58522"/>
                  </a:lnTo>
                  <a:lnTo>
                    <a:pt x="36709" y="62639"/>
                  </a:lnTo>
                  <a:lnTo>
                    <a:pt x="33434" y="66863"/>
                  </a:lnTo>
                  <a:lnTo>
                    <a:pt x="30296" y="71190"/>
                  </a:lnTo>
                  <a:lnTo>
                    <a:pt x="27298" y="75614"/>
                  </a:lnTo>
                  <a:lnTo>
                    <a:pt x="24442" y="80133"/>
                  </a:lnTo>
                  <a:lnTo>
                    <a:pt x="21733" y="84740"/>
                  </a:lnTo>
                  <a:lnTo>
                    <a:pt x="19172" y="89431"/>
                  </a:lnTo>
                  <a:lnTo>
                    <a:pt x="16762" y="94202"/>
                  </a:lnTo>
                  <a:lnTo>
                    <a:pt x="14507" y="99048"/>
                  </a:lnTo>
                  <a:lnTo>
                    <a:pt x="12407" y="103963"/>
                  </a:lnTo>
                  <a:lnTo>
                    <a:pt x="10465" y="108943"/>
                  </a:lnTo>
                  <a:lnTo>
                    <a:pt x="8684" y="113982"/>
                  </a:lnTo>
                  <a:lnTo>
                    <a:pt x="7065" y="119076"/>
                  </a:lnTo>
                  <a:lnTo>
                    <a:pt x="5609" y="124219"/>
                  </a:lnTo>
                  <a:lnTo>
                    <a:pt x="4319" y="129406"/>
                  </a:lnTo>
                  <a:lnTo>
                    <a:pt x="3195" y="134631"/>
                  </a:lnTo>
                  <a:lnTo>
                    <a:pt x="2239" y="139890"/>
                  </a:lnTo>
                  <a:lnTo>
                    <a:pt x="1451" y="145176"/>
                  </a:lnTo>
                  <a:lnTo>
                    <a:pt x="833" y="150485"/>
                  </a:lnTo>
                  <a:lnTo>
                    <a:pt x="384" y="155812"/>
                  </a:lnTo>
                  <a:lnTo>
                    <a:pt x="106" y="161149"/>
                  </a:lnTo>
                  <a:lnTo>
                    <a:pt x="0" y="166493"/>
                  </a:lnTo>
                  <a:lnTo>
                    <a:pt x="63" y="171838"/>
                  </a:lnTo>
                  <a:lnTo>
                    <a:pt x="298" y="177177"/>
                  </a:lnTo>
                  <a:lnTo>
                    <a:pt x="703" y="182507"/>
                  </a:lnTo>
                  <a:lnTo>
                    <a:pt x="1279" y="187821"/>
                  </a:lnTo>
                  <a:lnTo>
                    <a:pt x="2024" y="193113"/>
                  </a:lnTo>
                  <a:lnTo>
                    <a:pt x="2938" y="198380"/>
                  </a:lnTo>
                  <a:lnTo>
                    <a:pt x="4020" y="203614"/>
                  </a:lnTo>
                  <a:lnTo>
                    <a:pt x="5268" y="208811"/>
                  </a:lnTo>
                  <a:lnTo>
                    <a:pt x="6682" y="213965"/>
                  </a:lnTo>
                  <a:lnTo>
                    <a:pt x="8261" y="219072"/>
                  </a:lnTo>
                  <a:lnTo>
                    <a:pt x="10001" y="224126"/>
                  </a:lnTo>
                  <a:lnTo>
                    <a:pt x="11902" y="229121"/>
                  </a:lnTo>
                  <a:lnTo>
                    <a:pt x="13962" y="234053"/>
                  </a:lnTo>
                  <a:lnTo>
                    <a:pt x="16179" y="238917"/>
                  </a:lnTo>
                  <a:lnTo>
                    <a:pt x="18550" y="243707"/>
                  </a:lnTo>
                  <a:lnTo>
                    <a:pt x="21073" y="248419"/>
                  </a:lnTo>
                  <a:lnTo>
                    <a:pt x="23745" y="253048"/>
                  </a:lnTo>
                  <a:lnTo>
                    <a:pt x="26564" y="257589"/>
                  </a:lnTo>
                  <a:lnTo>
                    <a:pt x="29527" y="262038"/>
                  </a:lnTo>
                  <a:lnTo>
                    <a:pt x="32630" y="266389"/>
                  </a:lnTo>
                  <a:lnTo>
                    <a:pt x="35871" y="270640"/>
                  </a:lnTo>
                  <a:lnTo>
                    <a:pt x="39246" y="274784"/>
                  </a:lnTo>
                  <a:lnTo>
                    <a:pt x="42752" y="278819"/>
                  </a:lnTo>
                  <a:lnTo>
                    <a:pt x="46385" y="282739"/>
                  </a:lnTo>
                  <a:lnTo>
                    <a:pt x="50141" y="286541"/>
                  </a:lnTo>
                  <a:lnTo>
                    <a:pt x="54017" y="290222"/>
                  </a:lnTo>
                  <a:lnTo>
                    <a:pt x="58009" y="293776"/>
                  </a:lnTo>
                  <a:lnTo>
                    <a:pt x="62113" y="297201"/>
                  </a:lnTo>
                  <a:lnTo>
                    <a:pt x="66323" y="300493"/>
                  </a:lnTo>
                  <a:lnTo>
                    <a:pt x="70637" y="303649"/>
                  </a:lnTo>
                  <a:lnTo>
                    <a:pt x="75050" y="306665"/>
                  </a:lnTo>
                  <a:lnTo>
                    <a:pt x="79557" y="309538"/>
                  </a:lnTo>
                  <a:lnTo>
                    <a:pt x="84153" y="312266"/>
                  </a:lnTo>
                  <a:lnTo>
                    <a:pt x="88834" y="314846"/>
                  </a:lnTo>
                  <a:lnTo>
                    <a:pt x="93595" y="317275"/>
                  </a:lnTo>
                  <a:lnTo>
                    <a:pt x="98432" y="319550"/>
                  </a:lnTo>
                  <a:lnTo>
                    <a:pt x="103338" y="321670"/>
                  </a:lnTo>
                  <a:lnTo>
                    <a:pt x="108310" y="323631"/>
                  </a:lnTo>
                  <a:lnTo>
                    <a:pt x="113343" y="325433"/>
                  </a:lnTo>
                  <a:lnTo>
                    <a:pt x="118430" y="327072"/>
                  </a:lnTo>
                  <a:lnTo>
                    <a:pt x="123567" y="328549"/>
                  </a:lnTo>
                  <a:lnTo>
                    <a:pt x="128748" y="329860"/>
                  </a:lnTo>
                  <a:lnTo>
                    <a:pt x="133969" y="331005"/>
                  </a:lnTo>
                  <a:lnTo>
                    <a:pt x="139224" y="331983"/>
                  </a:lnTo>
                  <a:lnTo>
                    <a:pt x="144507" y="332792"/>
                  </a:lnTo>
                  <a:lnTo>
                    <a:pt x="149814" y="333431"/>
                  </a:lnTo>
                  <a:lnTo>
                    <a:pt x="155138" y="333901"/>
                  </a:lnTo>
                  <a:lnTo>
                    <a:pt x="160474" y="334200"/>
                  </a:lnTo>
                  <a:lnTo>
                    <a:pt x="165818" y="33432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3153" y="1238196"/>
              <a:ext cx="1347" cy="167162"/>
            </a:xfrm>
            <a:custGeom>
              <a:avLst/>
              <a:pathLst>
                <a:path w="1347" h="167162">
                  <a:moveTo>
                    <a:pt x="0" y="167162"/>
                  </a:moveTo>
                  <a:lnTo>
                    <a:pt x="13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3153" y="1085873"/>
              <a:ext cx="168509" cy="319484"/>
            </a:xfrm>
            <a:custGeom>
              <a:avLst/>
              <a:pathLst>
                <a:path w="168509" h="319484">
                  <a:moveTo>
                    <a:pt x="0" y="319484"/>
                  </a:moveTo>
                  <a:lnTo>
                    <a:pt x="5358" y="319442"/>
                  </a:lnTo>
                  <a:lnTo>
                    <a:pt x="10713" y="319227"/>
                  </a:lnTo>
                  <a:lnTo>
                    <a:pt x="16058" y="318841"/>
                  </a:lnTo>
                  <a:lnTo>
                    <a:pt x="21388" y="318284"/>
                  </a:lnTo>
                  <a:lnTo>
                    <a:pt x="26698" y="317556"/>
                  </a:lnTo>
                  <a:lnTo>
                    <a:pt x="31981" y="316659"/>
                  </a:lnTo>
                  <a:lnTo>
                    <a:pt x="37233" y="315592"/>
                  </a:lnTo>
                  <a:lnTo>
                    <a:pt x="42448" y="314358"/>
                  </a:lnTo>
                  <a:lnTo>
                    <a:pt x="47621" y="312958"/>
                  </a:lnTo>
                  <a:lnTo>
                    <a:pt x="52746" y="311392"/>
                  </a:lnTo>
                  <a:lnTo>
                    <a:pt x="57818" y="309663"/>
                  </a:lnTo>
                  <a:lnTo>
                    <a:pt x="62833" y="307772"/>
                  </a:lnTo>
                  <a:lnTo>
                    <a:pt x="67784" y="305721"/>
                  </a:lnTo>
                  <a:lnTo>
                    <a:pt x="72667" y="303513"/>
                  </a:lnTo>
                  <a:lnTo>
                    <a:pt x="77476" y="301149"/>
                  </a:lnTo>
                  <a:lnTo>
                    <a:pt x="82208" y="298632"/>
                  </a:lnTo>
                  <a:lnTo>
                    <a:pt x="86856" y="295965"/>
                  </a:lnTo>
                  <a:lnTo>
                    <a:pt x="91416" y="293150"/>
                  </a:lnTo>
                  <a:lnTo>
                    <a:pt x="95884" y="290191"/>
                  </a:lnTo>
                  <a:lnTo>
                    <a:pt x="100255" y="287090"/>
                  </a:lnTo>
                  <a:lnTo>
                    <a:pt x="104524" y="283850"/>
                  </a:lnTo>
                  <a:lnTo>
                    <a:pt x="108687" y="280475"/>
                  </a:lnTo>
                  <a:lnTo>
                    <a:pt x="112739" y="276969"/>
                  </a:lnTo>
                  <a:lnTo>
                    <a:pt x="116677" y="273334"/>
                  </a:lnTo>
                  <a:lnTo>
                    <a:pt x="120497" y="269575"/>
                  </a:lnTo>
                  <a:lnTo>
                    <a:pt x="124194" y="265696"/>
                  </a:lnTo>
                  <a:lnTo>
                    <a:pt x="127765" y="261700"/>
                  </a:lnTo>
                  <a:lnTo>
                    <a:pt x="131206" y="257592"/>
                  </a:lnTo>
                  <a:lnTo>
                    <a:pt x="134514" y="253375"/>
                  </a:lnTo>
                  <a:lnTo>
                    <a:pt x="137684" y="249055"/>
                  </a:lnTo>
                  <a:lnTo>
                    <a:pt x="140715" y="244635"/>
                  </a:lnTo>
                  <a:lnTo>
                    <a:pt x="143602" y="240120"/>
                  </a:lnTo>
                  <a:lnTo>
                    <a:pt x="146343" y="235515"/>
                  </a:lnTo>
                  <a:lnTo>
                    <a:pt x="148936" y="230825"/>
                  </a:lnTo>
                  <a:lnTo>
                    <a:pt x="151376" y="226054"/>
                  </a:lnTo>
                  <a:lnTo>
                    <a:pt x="153662" y="221207"/>
                  </a:lnTo>
                  <a:lnTo>
                    <a:pt x="155792" y="216289"/>
                  </a:lnTo>
                  <a:lnTo>
                    <a:pt x="157763" y="211306"/>
                  </a:lnTo>
                  <a:lnTo>
                    <a:pt x="159573" y="206261"/>
                  </a:lnTo>
                  <a:lnTo>
                    <a:pt x="161221" y="201162"/>
                  </a:lnTo>
                  <a:lnTo>
                    <a:pt x="162704" y="196012"/>
                  </a:lnTo>
                  <a:lnTo>
                    <a:pt x="164022" y="190818"/>
                  </a:lnTo>
                  <a:lnTo>
                    <a:pt x="165172" y="185584"/>
                  </a:lnTo>
                  <a:lnTo>
                    <a:pt x="166154" y="180315"/>
                  </a:lnTo>
                  <a:lnTo>
                    <a:pt x="166967" y="175018"/>
                  </a:lnTo>
                  <a:lnTo>
                    <a:pt x="167609" y="169698"/>
                  </a:lnTo>
                  <a:lnTo>
                    <a:pt x="168081" y="164360"/>
                  </a:lnTo>
                  <a:lnTo>
                    <a:pt x="168381" y="159009"/>
                  </a:lnTo>
                  <a:lnTo>
                    <a:pt x="168509" y="153651"/>
                  </a:lnTo>
                  <a:lnTo>
                    <a:pt x="168466" y="148293"/>
                  </a:lnTo>
                  <a:lnTo>
                    <a:pt x="168251" y="142938"/>
                  </a:lnTo>
                  <a:lnTo>
                    <a:pt x="167864" y="137593"/>
                  </a:lnTo>
                  <a:lnTo>
                    <a:pt x="167307" y="132263"/>
                  </a:lnTo>
                  <a:lnTo>
                    <a:pt x="166579" y="126954"/>
                  </a:lnTo>
                  <a:lnTo>
                    <a:pt x="165680" y="121670"/>
                  </a:lnTo>
                  <a:lnTo>
                    <a:pt x="164613" y="116418"/>
                  </a:lnTo>
                  <a:lnTo>
                    <a:pt x="163379" y="111204"/>
                  </a:lnTo>
                  <a:lnTo>
                    <a:pt x="161977" y="106031"/>
                  </a:lnTo>
                  <a:lnTo>
                    <a:pt x="160411" y="100906"/>
                  </a:lnTo>
                  <a:lnTo>
                    <a:pt x="158681" y="95834"/>
                  </a:lnTo>
                  <a:lnTo>
                    <a:pt x="156790" y="90820"/>
                  </a:lnTo>
                  <a:lnTo>
                    <a:pt x="154739" y="85869"/>
                  </a:lnTo>
                  <a:lnTo>
                    <a:pt x="152530" y="80986"/>
                  </a:lnTo>
                  <a:lnTo>
                    <a:pt x="150165" y="76177"/>
                  </a:lnTo>
                  <a:lnTo>
                    <a:pt x="147648" y="71446"/>
                  </a:lnTo>
                  <a:lnTo>
                    <a:pt x="144981" y="66798"/>
                  </a:lnTo>
                  <a:lnTo>
                    <a:pt x="142165" y="62238"/>
                  </a:lnTo>
                  <a:lnTo>
                    <a:pt x="139205" y="57770"/>
                  </a:lnTo>
                  <a:lnTo>
                    <a:pt x="136104" y="53400"/>
                  </a:lnTo>
                  <a:lnTo>
                    <a:pt x="132864" y="49131"/>
                  </a:lnTo>
                  <a:lnTo>
                    <a:pt x="129488" y="44969"/>
                  </a:lnTo>
                  <a:lnTo>
                    <a:pt x="125982" y="40916"/>
                  </a:lnTo>
                  <a:lnTo>
                    <a:pt x="122347" y="36979"/>
                  </a:lnTo>
                  <a:lnTo>
                    <a:pt x="118587" y="33160"/>
                  </a:lnTo>
                  <a:lnTo>
                    <a:pt x="114707" y="29463"/>
                  </a:lnTo>
                  <a:lnTo>
                    <a:pt x="110711" y="25892"/>
                  </a:lnTo>
                  <a:lnTo>
                    <a:pt x="106602" y="22452"/>
                  </a:lnTo>
                  <a:lnTo>
                    <a:pt x="102385" y="19145"/>
                  </a:lnTo>
                  <a:lnTo>
                    <a:pt x="98064" y="15974"/>
                  </a:lnTo>
                  <a:lnTo>
                    <a:pt x="93644" y="12944"/>
                  </a:lnTo>
                  <a:lnTo>
                    <a:pt x="89129" y="10057"/>
                  </a:lnTo>
                  <a:lnTo>
                    <a:pt x="84524" y="7317"/>
                  </a:lnTo>
                  <a:lnTo>
                    <a:pt x="79833" y="4725"/>
                  </a:lnTo>
                  <a:lnTo>
                    <a:pt x="75062" y="2285"/>
                  </a:lnTo>
                  <a:lnTo>
                    <a:pt x="70215" y="0"/>
                  </a:lnTo>
                  <a:lnTo>
                    <a:pt x="1347" y="152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1028"/>
              <a:ext cx="68867" cy="167167"/>
            </a:xfrm>
            <a:custGeom>
              <a:avLst/>
              <a:pathLst>
                <a:path w="68867" h="167167">
                  <a:moveTo>
                    <a:pt x="68867" y="14844"/>
                  </a:moveTo>
                  <a:lnTo>
                    <a:pt x="63435" y="12503"/>
                  </a:lnTo>
                  <a:lnTo>
                    <a:pt x="57924" y="10356"/>
                  </a:lnTo>
                  <a:lnTo>
                    <a:pt x="52340" y="8405"/>
                  </a:lnTo>
                  <a:lnTo>
                    <a:pt x="46691" y="6653"/>
                  </a:lnTo>
                  <a:lnTo>
                    <a:pt x="40983" y="5101"/>
                  </a:lnTo>
                  <a:lnTo>
                    <a:pt x="35224" y="3753"/>
                  </a:lnTo>
                  <a:lnTo>
                    <a:pt x="29421" y="2609"/>
                  </a:lnTo>
                  <a:lnTo>
                    <a:pt x="23581" y="1671"/>
                  </a:lnTo>
                  <a:lnTo>
                    <a:pt x="17712" y="940"/>
                  </a:lnTo>
                  <a:lnTo>
                    <a:pt x="11820" y="418"/>
                  </a:lnTo>
                  <a:lnTo>
                    <a:pt x="591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7790" y="1322571"/>
              <a:ext cx="110930" cy="167167"/>
            </a:xfrm>
            <a:custGeom>
              <a:avLst/>
              <a:pathLst>
                <a:path w="110930" h="167167">
                  <a:moveTo>
                    <a:pt x="110930" y="0"/>
                  </a:moveTo>
                  <a:lnTo>
                    <a:pt x="105417" y="90"/>
                  </a:lnTo>
                  <a:lnTo>
                    <a:pt x="99911" y="363"/>
                  </a:lnTo>
                  <a:lnTo>
                    <a:pt x="94416" y="817"/>
                  </a:lnTo>
                  <a:lnTo>
                    <a:pt x="88939" y="1452"/>
                  </a:lnTo>
                  <a:lnTo>
                    <a:pt x="83487" y="2267"/>
                  </a:lnTo>
                  <a:lnTo>
                    <a:pt x="78064" y="3262"/>
                  </a:lnTo>
                  <a:lnTo>
                    <a:pt x="72677" y="4435"/>
                  </a:lnTo>
                  <a:lnTo>
                    <a:pt x="67332" y="5785"/>
                  </a:lnTo>
                  <a:lnTo>
                    <a:pt x="62034" y="7310"/>
                  </a:lnTo>
                  <a:lnTo>
                    <a:pt x="56789" y="9010"/>
                  </a:lnTo>
                  <a:lnTo>
                    <a:pt x="51603" y="10881"/>
                  </a:lnTo>
                  <a:lnTo>
                    <a:pt x="46481" y="12922"/>
                  </a:lnTo>
                  <a:lnTo>
                    <a:pt x="41430" y="15132"/>
                  </a:lnTo>
                  <a:lnTo>
                    <a:pt x="36454" y="17506"/>
                  </a:lnTo>
                  <a:lnTo>
                    <a:pt x="31560" y="20043"/>
                  </a:lnTo>
                  <a:lnTo>
                    <a:pt x="26751" y="22741"/>
                  </a:lnTo>
                  <a:lnTo>
                    <a:pt x="22034" y="25595"/>
                  </a:lnTo>
                  <a:lnTo>
                    <a:pt x="17414" y="28603"/>
                  </a:lnTo>
                  <a:lnTo>
                    <a:pt x="12896" y="31763"/>
                  </a:lnTo>
                  <a:lnTo>
                    <a:pt x="8484" y="35069"/>
                  </a:lnTo>
                  <a:lnTo>
                    <a:pt x="4184" y="38519"/>
                  </a:lnTo>
                  <a:lnTo>
                    <a:pt x="0" y="42109"/>
                  </a:lnTo>
                  <a:lnTo>
                    <a:pt x="1109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7790" y="1364681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60" y="1340114"/>
              <a:ext cx="334327" cy="316782"/>
            </a:xfrm>
            <a:custGeom>
              <a:avLst/>
              <a:pathLst>
                <a:path w="334327" h="316782">
                  <a:moveTo>
                    <a:pt x="56230" y="24566"/>
                  </a:moveTo>
                  <a:lnTo>
                    <a:pt x="52328" y="28139"/>
                  </a:lnTo>
                  <a:lnTo>
                    <a:pt x="48541" y="31833"/>
                  </a:lnTo>
                  <a:lnTo>
                    <a:pt x="44874" y="35646"/>
                  </a:lnTo>
                  <a:lnTo>
                    <a:pt x="41328" y="39572"/>
                  </a:lnTo>
                  <a:lnTo>
                    <a:pt x="37909" y="43609"/>
                  </a:lnTo>
                  <a:lnTo>
                    <a:pt x="34619" y="47752"/>
                  </a:lnTo>
                  <a:lnTo>
                    <a:pt x="31462" y="51997"/>
                  </a:lnTo>
                  <a:lnTo>
                    <a:pt x="28441" y="56340"/>
                  </a:lnTo>
                  <a:lnTo>
                    <a:pt x="25558" y="60776"/>
                  </a:lnTo>
                  <a:lnTo>
                    <a:pt x="22818" y="65301"/>
                  </a:lnTo>
                  <a:lnTo>
                    <a:pt x="20222" y="69911"/>
                  </a:lnTo>
                  <a:lnTo>
                    <a:pt x="17773" y="74600"/>
                  </a:lnTo>
                  <a:lnTo>
                    <a:pt x="15474" y="79365"/>
                  </a:lnTo>
                  <a:lnTo>
                    <a:pt x="13327" y="84200"/>
                  </a:lnTo>
                  <a:lnTo>
                    <a:pt x="11333" y="89100"/>
                  </a:lnTo>
                  <a:lnTo>
                    <a:pt x="9496" y="94061"/>
                  </a:lnTo>
                  <a:lnTo>
                    <a:pt x="7817" y="99078"/>
                  </a:lnTo>
                  <a:lnTo>
                    <a:pt x="6297" y="104145"/>
                  </a:lnTo>
                  <a:lnTo>
                    <a:pt x="4939" y="109258"/>
                  </a:lnTo>
                  <a:lnTo>
                    <a:pt x="3743" y="114412"/>
                  </a:lnTo>
                  <a:lnTo>
                    <a:pt x="2711" y="119600"/>
                  </a:lnTo>
                  <a:lnTo>
                    <a:pt x="1843" y="124819"/>
                  </a:lnTo>
                  <a:lnTo>
                    <a:pt x="1141" y="130062"/>
                  </a:lnTo>
                  <a:lnTo>
                    <a:pt x="605" y="135326"/>
                  </a:lnTo>
                  <a:lnTo>
                    <a:pt x="236" y="140603"/>
                  </a:lnTo>
                  <a:lnTo>
                    <a:pt x="34" y="145889"/>
                  </a:lnTo>
                  <a:lnTo>
                    <a:pt x="0" y="151180"/>
                  </a:lnTo>
                  <a:lnTo>
                    <a:pt x="132" y="156468"/>
                  </a:lnTo>
                  <a:lnTo>
                    <a:pt x="433" y="161750"/>
                  </a:lnTo>
                  <a:lnTo>
                    <a:pt x="900" y="167020"/>
                  </a:lnTo>
                  <a:lnTo>
                    <a:pt x="1534" y="172272"/>
                  </a:lnTo>
                  <a:lnTo>
                    <a:pt x="2333" y="177501"/>
                  </a:lnTo>
                  <a:lnTo>
                    <a:pt x="3298" y="182703"/>
                  </a:lnTo>
                  <a:lnTo>
                    <a:pt x="4427" y="187872"/>
                  </a:lnTo>
                  <a:lnTo>
                    <a:pt x="5718" y="193002"/>
                  </a:lnTo>
                  <a:lnTo>
                    <a:pt x="7172" y="198088"/>
                  </a:lnTo>
                  <a:lnTo>
                    <a:pt x="8785" y="203127"/>
                  </a:lnTo>
                  <a:lnTo>
                    <a:pt x="10558" y="208111"/>
                  </a:lnTo>
                  <a:lnTo>
                    <a:pt x="12487" y="213037"/>
                  </a:lnTo>
                  <a:lnTo>
                    <a:pt x="14571" y="217900"/>
                  </a:lnTo>
                  <a:lnTo>
                    <a:pt x="16808" y="222694"/>
                  </a:lnTo>
                  <a:lnTo>
                    <a:pt x="19195" y="227415"/>
                  </a:lnTo>
                  <a:lnTo>
                    <a:pt x="21731" y="232058"/>
                  </a:lnTo>
                  <a:lnTo>
                    <a:pt x="24412" y="236619"/>
                  </a:lnTo>
                  <a:lnTo>
                    <a:pt x="27236" y="241092"/>
                  </a:lnTo>
                  <a:lnTo>
                    <a:pt x="30201" y="245474"/>
                  </a:lnTo>
                  <a:lnTo>
                    <a:pt x="33302" y="249759"/>
                  </a:lnTo>
                  <a:lnTo>
                    <a:pt x="36538" y="253945"/>
                  </a:lnTo>
                  <a:lnTo>
                    <a:pt x="39904" y="258026"/>
                  </a:lnTo>
                  <a:lnTo>
                    <a:pt x="43398" y="261998"/>
                  </a:lnTo>
                  <a:lnTo>
                    <a:pt x="47016" y="265858"/>
                  </a:lnTo>
                  <a:lnTo>
                    <a:pt x="50754" y="269602"/>
                  </a:lnTo>
                  <a:lnTo>
                    <a:pt x="54609" y="273225"/>
                  </a:lnTo>
                  <a:lnTo>
                    <a:pt x="58576" y="276725"/>
                  </a:lnTo>
                  <a:lnTo>
                    <a:pt x="62652" y="280097"/>
                  </a:lnTo>
                  <a:lnTo>
                    <a:pt x="66833" y="283338"/>
                  </a:lnTo>
                  <a:lnTo>
                    <a:pt x="71115" y="286446"/>
                  </a:lnTo>
                  <a:lnTo>
                    <a:pt x="75492" y="289417"/>
                  </a:lnTo>
                  <a:lnTo>
                    <a:pt x="79961" y="292247"/>
                  </a:lnTo>
                  <a:lnTo>
                    <a:pt x="84518" y="294935"/>
                  </a:lnTo>
                  <a:lnTo>
                    <a:pt x="89158" y="297477"/>
                  </a:lnTo>
                  <a:lnTo>
                    <a:pt x="93875" y="299872"/>
                  </a:lnTo>
                  <a:lnTo>
                    <a:pt x="98666" y="302115"/>
                  </a:lnTo>
                  <a:lnTo>
                    <a:pt x="103526" y="304206"/>
                  </a:lnTo>
                  <a:lnTo>
                    <a:pt x="108449" y="306142"/>
                  </a:lnTo>
                  <a:lnTo>
                    <a:pt x="113431" y="307922"/>
                  </a:lnTo>
                  <a:lnTo>
                    <a:pt x="118467" y="309543"/>
                  </a:lnTo>
                  <a:lnTo>
                    <a:pt x="123552" y="311003"/>
                  </a:lnTo>
                  <a:lnTo>
                    <a:pt x="128680" y="312302"/>
                  </a:lnTo>
                  <a:lnTo>
                    <a:pt x="133847" y="313439"/>
                  </a:lnTo>
                  <a:lnTo>
                    <a:pt x="139047" y="314411"/>
                  </a:lnTo>
                  <a:lnTo>
                    <a:pt x="144275" y="315218"/>
                  </a:lnTo>
                  <a:lnTo>
                    <a:pt x="149527" y="315859"/>
                  </a:lnTo>
                  <a:lnTo>
                    <a:pt x="154796" y="316334"/>
                  </a:lnTo>
                  <a:lnTo>
                    <a:pt x="160077" y="316641"/>
                  </a:lnTo>
                  <a:lnTo>
                    <a:pt x="165366" y="316782"/>
                  </a:lnTo>
                  <a:lnTo>
                    <a:pt x="170656" y="316755"/>
                  </a:lnTo>
                  <a:lnTo>
                    <a:pt x="175943" y="316561"/>
                  </a:lnTo>
                  <a:lnTo>
                    <a:pt x="181220" y="316199"/>
                  </a:lnTo>
                  <a:lnTo>
                    <a:pt x="186484" y="315671"/>
                  </a:lnTo>
                  <a:lnTo>
                    <a:pt x="191729" y="314976"/>
                  </a:lnTo>
                  <a:lnTo>
                    <a:pt x="196949" y="314116"/>
                  </a:lnTo>
                  <a:lnTo>
                    <a:pt x="202139" y="313091"/>
                  </a:lnTo>
                  <a:lnTo>
                    <a:pt x="207294" y="311902"/>
                  </a:lnTo>
                  <a:lnTo>
                    <a:pt x="212409" y="310551"/>
                  </a:lnTo>
                  <a:lnTo>
                    <a:pt x="217478" y="309039"/>
                  </a:lnTo>
                  <a:lnTo>
                    <a:pt x="222497" y="307366"/>
                  </a:lnTo>
                  <a:lnTo>
                    <a:pt x="227461" y="305536"/>
                  </a:lnTo>
                  <a:lnTo>
                    <a:pt x="232364" y="303550"/>
                  </a:lnTo>
                  <a:lnTo>
                    <a:pt x="237202" y="301410"/>
                  </a:lnTo>
                  <a:lnTo>
                    <a:pt x="241970" y="299118"/>
                  </a:lnTo>
                  <a:lnTo>
                    <a:pt x="246663" y="296676"/>
                  </a:lnTo>
                  <a:lnTo>
                    <a:pt x="251277" y="294086"/>
                  </a:lnTo>
                  <a:lnTo>
                    <a:pt x="255806" y="291352"/>
                  </a:lnTo>
                  <a:lnTo>
                    <a:pt x="260246" y="288476"/>
                  </a:lnTo>
                  <a:lnTo>
                    <a:pt x="264593" y="285461"/>
                  </a:lnTo>
                  <a:lnTo>
                    <a:pt x="268842" y="282310"/>
                  </a:lnTo>
                  <a:lnTo>
                    <a:pt x="272990" y="279026"/>
                  </a:lnTo>
                  <a:lnTo>
                    <a:pt x="277032" y="275612"/>
                  </a:lnTo>
                  <a:lnTo>
                    <a:pt x="280963" y="272073"/>
                  </a:lnTo>
                  <a:lnTo>
                    <a:pt x="284781" y="268410"/>
                  </a:lnTo>
                  <a:lnTo>
                    <a:pt x="288481" y="264629"/>
                  </a:lnTo>
                  <a:lnTo>
                    <a:pt x="292059" y="260732"/>
                  </a:lnTo>
                  <a:lnTo>
                    <a:pt x="295512" y="256725"/>
                  </a:lnTo>
                  <a:lnTo>
                    <a:pt x="298837" y="252610"/>
                  </a:lnTo>
                  <a:lnTo>
                    <a:pt x="302030" y="248391"/>
                  </a:lnTo>
                  <a:lnTo>
                    <a:pt x="305088" y="244074"/>
                  </a:lnTo>
                  <a:lnTo>
                    <a:pt x="308007" y="239662"/>
                  </a:lnTo>
                  <a:lnTo>
                    <a:pt x="310786" y="235161"/>
                  </a:lnTo>
                  <a:lnTo>
                    <a:pt x="313420" y="230573"/>
                  </a:lnTo>
                  <a:lnTo>
                    <a:pt x="315909" y="225904"/>
                  </a:lnTo>
                  <a:lnTo>
                    <a:pt x="318248" y="221159"/>
                  </a:lnTo>
                  <a:lnTo>
                    <a:pt x="320436" y="216343"/>
                  </a:lnTo>
                  <a:lnTo>
                    <a:pt x="322470" y="211459"/>
                  </a:lnTo>
                  <a:lnTo>
                    <a:pt x="324349" y="206514"/>
                  </a:lnTo>
                  <a:lnTo>
                    <a:pt x="326071" y="201511"/>
                  </a:lnTo>
                  <a:lnTo>
                    <a:pt x="327633" y="196457"/>
                  </a:lnTo>
                  <a:lnTo>
                    <a:pt x="329034" y="191356"/>
                  </a:lnTo>
                  <a:lnTo>
                    <a:pt x="330274" y="186213"/>
                  </a:lnTo>
                  <a:lnTo>
                    <a:pt x="331350" y="181033"/>
                  </a:lnTo>
                  <a:lnTo>
                    <a:pt x="332262" y="175822"/>
                  </a:lnTo>
                  <a:lnTo>
                    <a:pt x="333008" y="170584"/>
                  </a:lnTo>
                  <a:lnTo>
                    <a:pt x="333588" y="165326"/>
                  </a:lnTo>
                  <a:lnTo>
                    <a:pt x="334002" y="160052"/>
                  </a:lnTo>
                  <a:lnTo>
                    <a:pt x="334248" y="154767"/>
                  </a:lnTo>
                  <a:lnTo>
                    <a:pt x="334327" y="149477"/>
                  </a:lnTo>
                  <a:lnTo>
                    <a:pt x="334239" y="144188"/>
                  </a:lnTo>
                  <a:lnTo>
                    <a:pt x="333983" y="138904"/>
                  </a:lnTo>
                  <a:lnTo>
                    <a:pt x="333560" y="133630"/>
                  </a:lnTo>
                  <a:lnTo>
                    <a:pt x="332971" y="128373"/>
                  </a:lnTo>
                  <a:lnTo>
                    <a:pt x="332215" y="123137"/>
                  </a:lnTo>
                  <a:lnTo>
                    <a:pt x="331295" y="117927"/>
                  </a:lnTo>
                  <a:lnTo>
                    <a:pt x="330209" y="112750"/>
                  </a:lnTo>
                  <a:lnTo>
                    <a:pt x="328961" y="107609"/>
                  </a:lnTo>
                  <a:lnTo>
                    <a:pt x="327551" y="102510"/>
                  </a:lnTo>
                  <a:lnTo>
                    <a:pt x="325979" y="97458"/>
                  </a:lnTo>
                  <a:lnTo>
                    <a:pt x="324249" y="92459"/>
                  </a:lnTo>
                  <a:lnTo>
                    <a:pt x="322362" y="87517"/>
                  </a:lnTo>
                  <a:lnTo>
                    <a:pt x="320319" y="82637"/>
                  </a:lnTo>
                  <a:lnTo>
                    <a:pt x="318122" y="77824"/>
                  </a:lnTo>
                  <a:lnTo>
                    <a:pt x="315775" y="73083"/>
                  </a:lnTo>
                  <a:lnTo>
                    <a:pt x="313278" y="68419"/>
                  </a:lnTo>
                  <a:lnTo>
                    <a:pt x="310636" y="63836"/>
                  </a:lnTo>
                  <a:lnTo>
                    <a:pt x="307849" y="59339"/>
                  </a:lnTo>
                  <a:lnTo>
                    <a:pt x="304922" y="54932"/>
                  </a:lnTo>
                  <a:lnTo>
                    <a:pt x="301857" y="50620"/>
                  </a:lnTo>
                  <a:lnTo>
                    <a:pt x="298656" y="46408"/>
                  </a:lnTo>
                  <a:lnTo>
                    <a:pt x="295324" y="42299"/>
                  </a:lnTo>
                  <a:lnTo>
                    <a:pt x="291864" y="38297"/>
                  </a:lnTo>
                  <a:lnTo>
                    <a:pt x="288279" y="34407"/>
                  </a:lnTo>
                  <a:lnTo>
                    <a:pt x="284573" y="30632"/>
                  </a:lnTo>
                  <a:lnTo>
                    <a:pt x="280749" y="26976"/>
                  </a:lnTo>
                  <a:lnTo>
                    <a:pt x="276811" y="23443"/>
                  </a:lnTo>
                  <a:lnTo>
                    <a:pt x="272763" y="20037"/>
                  </a:lnTo>
                  <a:lnTo>
                    <a:pt x="268610" y="16760"/>
                  </a:lnTo>
                  <a:lnTo>
                    <a:pt x="264355" y="13616"/>
                  </a:lnTo>
                  <a:lnTo>
                    <a:pt x="260002" y="10609"/>
                  </a:lnTo>
                  <a:lnTo>
                    <a:pt x="255557" y="7741"/>
                  </a:lnTo>
                  <a:lnTo>
                    <a:pt x="251023" y="5015"/>
                  </a:lnTo>
                  <a:lnTo>
                    <a:pt x="246405" y="2433"/>
                  </a:lnTo>
                  <a:lnTo>
                    <a:pt x="241708" y="0"/>
                  </a:lnTo>
                  <a:lnTo>
                    <a:pt x="167160" y="149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88720" y="1322571"/>
              <a:ext cx="74548" cy="167167"/>
            </a:xfrm>
            <a:custGeom>
              <a:avLst/>
              <a:pathLst>
                <a:path w="74548" h="167167">
                  <a:moveTo>
                    <a:pt x="74548" y="17542"/>
                  </a:moveTo>
                  <a:lnTo>
                    <a:pt x="69182" y="14987"/>
                  </a:lnTo>
                  <a:lnTo>
                    <a:pt x="63728" y="12624"/>
                  </a:lnTo>
                  <a:lnTo>
                    <a:pt x="58194" y="10456"/>
                  </a:lnTo>
                  <a:lnTo>
                    <a:pt x="52586" y="8486"/>
                  </a:lnTo>
                  <a:lnTo>
                    <a:pt x="46912" y="6717"/>
                  </a:lnTo>
                  <a:lnTo>
                    <a:pt x="41179" y="5151"/>
                  </a:lnTo>
                  <a:lnTo>
                    <a:pt x="35393" y="3789"/>
                  </a:lnTo>
                  <a:lnTo>
                    <a:pt x="29563" y="2634"/>
                  </a:lnTo>
                  <a:lnTo>
                    <a:pt x="23695" y="1687"/>
                  </a:lnTo>
                  <a:lnTo>
                    <a:pt x="17797" y="950"/>
                  </a:lnTo>
                  <a:lnTo>
                    <a:pt x="11877" y="422"/>
                  </a:lnTo>
                  <a:lnTo>
                    <a:pt x="5942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78995" y="1681503"/>
              <a:ext cx="107529" cy="167167"/>
            </a:xfrm>
            <a:custGeom>
              <a:avLst/>
              <a:pathLst>
                <a:path w="107529" h="167167">
                  <a:moveTo>
                    <a:pt x="107529" y="0"/>
                  </a:moveTo>
                  <a:lnTo>
                    <a:pt x="101968" y="92"/>
                  </a:lnTo>
                  <a:lnTo>
                    <a:pt x="96413" y="369"/>
                  </a:lnTo>
                  <a:lnTo>
                    <a:pt x="90870" y="832"/>
                  </a:lnTo>
                  <a:lnTo>
                    <a:pt x="85346" y="1478"/>
                  </a:lnTo>
                  <a:lnTo>
                    <a:pt x="79847" y="2308"/>
                  </a:lnTo>
                  <a:lnTo>
                    <a:pt x="74378" y="3320"/>
                  </a:lnTo>
                  <a:lnTo>
                    <a:pt x="68945" y="4513"/>
                  </a:lnTo>
                  <a:lnTo>
                    <a:pt x="63556" y="5887"/>
                  </a:lnTo>
                  <a:lnTo>
                    <a:pt x="58215" y="7439"/>
                  </a:lnTo>
                  <a:lnTo>
                    <a:pt x="52928" y="9168"/>
                  </a:lnTo>
                  <a:lnTo>
                    <a:pt x="47703" y="11072"/>
                  </a:lnTo>
                  <a:lnTo>
                    <a:pt x="42543" y="13148"/>
                  </a:lnTo>
                  <a:lnTo>
                    <a:pt x="37455" y="15395"/>
                  </a:lnTo>
                  <a:lnTo>
                    <a:pt x="32445" y="17811"/>
                  </a:lnTo>
                  <a:lnTo>
                    <a:pt x="27518" y="20391"/>
                  </a:lnTo>
                  <a:lnTo>
                    <a:pt x="22680" y="23134"/>
                  </a:lnTo>
                  <a:lnTo>
                    <a:pt x="17935" y="26036"/>
                  </a:lnTo>
                  <a:lnTo>
                    <a:pt x="13290" y="29095"/>
                  </a:lnTo>
                  <a:lnTo>
                    <a:pt x="8749" y="32306"/>
                  </a:lnTo>
                  <a:lnTo>
                    <a:pt x="4317" y="35667"/>
                  </a:lnTo>
                  <a:lnTo>
                    <a:pt x="0" y="39173"/>
                  </a:lnTo>
                  <a:lnTo>
                    <a:pt x="10752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8995" y="1720677"/>
              <a:ext cx="107529" cy="127993"/>
            </a:xfrm>
            <a:custGeom>
              <a:avLst/>
              <a:pathLst>
                <a:path w="107529" h="127993">
                  <a:moveTo>
                    <a:pt x="0" y="0"/>
                  </a:moveTo>
                  <a:lnTo>
                    <a:pt x="107529" y="127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8308" y="1720677"/>
              <a:ext cx="108216" cy="127993"/>
            </a:xfrm>
            <a:custGeom>
              <a:avLst/>
              <a:pathLst>
                <a:path w="108216" h="127993">
                  <a:moveTo>
                    <a:pt x="686" y="0"/>
                  </a:moveTo>
                  <a:lnTo>
                    <a:pt x="0" y="579"/>
                  </a:lnTo>
                  <a:lnTo>
                    <a:pt x="108216" y="1279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19367" y="1681503"/>
              <a:ext cx="334308" cy="334333"/>
            </a:xfrm>
            <a:custGeom>
              <a:avLst/>
              <a:pathLst>
                <a:path w="334308" h="334333">
                  <a:moveTo>
                    <a:pt x="58941" y="39753"/>
                  </a:moveTo>
                  <a:lnTo>
                    <a:pt x="54957" y="43247"/>
                  </a:lnTo>
                  <a:lnTo>
                    <a:pt x="51086" y="46865"/>
                  </a:lnTo>
                  <a:lnTo>
                    <a:pt x="47332" y="50605"/>
                  </a:lnTo>
                  <a:lnTo>
                    <a:pt x="43697" y="54461"/>
                  </a:lnTo>
                  <a:lnTo>
                    <a:pt x="40187" y="58430"/>
                  </a:lnTo>
                  <a:lnTo>
                    <a:pt x="36805" y="62509"/>
                  </a:lnTo>
                  <a:lnTo>
                    <a:pt x="33553" y="66693"/>
                  </a:lnTo>
                  <a:lnTo>
                    <a:pt x="30436" y="70978"/>
                  </a:lnTo>
                  <a:lnTo>
                    <a:pt x="27456" y="75360"/>
                  </a:lnTo>
                  <a:lnTo>
                    <a:pt x="24617" y="79834"/>
                  </a:lnTo>
                  <a:lnTo>
                    <a:pt x="21920" y="84395"/>
                  </a:lnTo>
                  <a:lnTo>
                    <a:pt x="19370" y="89040"/>
                  </a:lnTo>
                  <a:lnTo>
                    <a:pt x="16968" y="93763"/>
                  </a:lnTo>
                  <a:lnTo>
                    <a:pt x="14717" y="98560"/>
                  </a:lnTo>
                  <a:lnTo>
                    <a:pt x="12619" y="103426"/>
                  </a:lnTo>
                  <a:lnTo>
                    <a:pt x="10676" y="108356"/>
                  </a:lnTo>
                  <a:lnTo>
                    <a:pt x="8891" y="113345"/>
                  </a:lnTo>
                  <a:lnTo>
                    <a:pt x="7265" y="118388"/>
                  </a:lnTo>
                  <a:lnTo>
                    <a:pt x="5799" y="123480"/>
                  </a:lnTo>
                  <a:lnTo>
                    <a:pt x="4496" y="128616"/>
                  </a:lnTo>
                  <a:lnTo>
                    <a:pt x="3355" y="133791"/>
                  </a:lnTo>
                  <a:lnTo>
                    <a:pt x="2380" y="138999"/>
                  </a:lnTo>
                  <a:lnTo>
                    <a:pt x="1570" y="144236"/>
                  </a:lnTo>
                  <a:lnTo>
                    <a:pt x="926" y="149496"/>
                  </a:lnTo>
                  <a:lnTo>
                    <a:pt x="450" y="154773"/>
                  </a:lnTo>
                  <a:lnTo>
                    <a:pt x="141" y="160063"/>
                  </a:lnTo>
                  <a:lnTo>
                    <a:pt x="0" y="165360"/>
                  </a:lnTo>
                  <a:lnTo>
                    <a:pt x="26" y="170659"/>
                  </a:lnTo>
                  <a:lnTo>
                    <a:pt x="221" y="175954"/>
                  </a:lnTo>
                  <a:lnTo>
                    <a:pt x="583" y="181240"/>
                  </a:lnTo>
                  <a:lnTo>
                    <a:pt x="1113" y="186513"/>
                  </a:lnTo>
                  <a:lnTo>
                    <a:pt x="1809" y="191766"/>
                  </a:lnTo>
                  <a:lnTo>
                    <a:pt x="2672" y="196994"/>
                  </a:lnTo>
                  <a:lnTo>
                    <a:pt x="3700" y="202192"/>
                  </a:lnTo>
                  <a:lnTo>
                    <a:pt x="4892" y="207355"/>
                  </a:lnTo>
                  <a:lnTo>
                    <a:pt x="6248" y="212478"/>
                  </a:lnTo>
                  <a:lnTo>
                    <a:pt x="7764" y="217555"/>
                  </a:lnTo>
                  <a:lnTo>
                    <a:pt x="9442" y="222581"/>
                  </a:lnTo>
                  <a:lnTo>
                    <a:pt x="11277" y="227552"/>
                  </a:lnTo>
                  <a:lnTo>
                    <a:pt x="13269" y="232462"/>
                  </a:lnTo>
                  <a:lnTo>
                    <a:pt x="15416" y="237307"/>
                  </a:lnTo>
                  <a:lnTo>
                    <a:pt x="17715" y="242081"/>
                  </a:lnTo>
                  <a:lnTo>
                    <a:pt x="20165" y="246779"/>
                  </a:lnTo>
                  <a:lnTo>
                    <a:pt x="22762" y="251398"/>
                  </a:lnTo>
                  <a:lnTo>
                    <a:pt x="25504" y="255932"/>
                  </a:lnTo>
                  <a:lnTo>
                    <a:pt x="28388" y="260377"/>
                  </a:lnTo>
                  <a:lnTo>
                    <a:pt x="31412" y="264729"/>
                  </a:lnTo>
                  <a:lnTo>
                    <a:pt x="34573" y="268982"/>
                  </a:lnTo>
                  <a:lnTo>
                    <a:pt x="37866" y="273133"/>
                  </a:lnTo>
                  <a:lnTo>
                    <a:pt x="41290" y="277177"/>
                  </a:lnTo>
                  <a:lnTo>
                    <a:pt x="44840" y="281111"/>
                  </a:lnTo>
                  <a:lnTo>
                    <a:pt x="48512" y="284931"/>
                  </a:lnTo>
                  <a:lnTo>
                    <a:pt x="52304" y="288632"/>
                  </a:lnTo>
                  <a:lnTo>
                    <a:pt x="56212" y="292211"/>
                  </a:lnTo>
                  <a:lnTo>
                    <a:pt x="60231" y="295665"/>
                  </a:lnTo>
                  <a:lnTo>
                    <a:pt x="64357" y="298989"/>
                  </a:lnTo>
                  <a:lnTo>
                    <a:pt x="68587" y="302181"/>
                  </a:lnTo>
                  <a:lnTo>
                    <a:pt x="72915" y="305237"/>
                  </a:lnTo>
                  <a:lnTo>
                    <a:pt x="77339" y="308155"/>
                  </a:lnTo>
                  <a:lnTo>
                    <a:pt x="81852" y="310931"/>
                  </a:lnTo>
                  <a:lnTo>
                    <a:pt x="86452" y="313562"/>
                  </a:lnTo>
                  <a:lnTo>
                    <a:pt x="91132" y="316046"/>
                  </a:lnTo>
                  <a:lnTo>
                    <a:pt x="95889" y="318381"/>
                  </a:lnTo>
                  <a:lnTo>
                    <a:pt x="100717" y="320564"/>
                  </a:lnTo>
                  <a:lnTo>
                    <a:pt x="105612" y="322593"/>
                  </a:lnTo>
                  <a:lnTo>
                    <a:pt x="110569" y="324465"/>
                  </a:lnTo>
                  <a:lnTo>
                    <a:pt x="115583" y="326180"/>
                  </a:lnTo>
                  <a:lnTo>
                    <a:pt x="120649" y="327734"/>
                  </a:lnTo>
                  <a:lnTo>
                    <a:pt x="125761" y="329128"/>
                  </a:lnTo>
                  <a:lnTo>
                    <a:pt x="130915" y="330358"/>
                  </a:lnTo>
                  <a:lnTo>
                    <a:pt x="136106" y="331425"/>
                  </a:lnTo>
                  <a:lnTo>
                    <a:pt x="141327" y="332327"/>
                  </a:lnTo>
                  <a:lnTo>
                    <a:pt x="146575" y="333062"/>
                  </a:lnTo>
                  <a:lnTo>
                    <a:pt x="151843" y="333631"/>
                  </a:lnTo>
                  <a:lnTo>
                    <a:pt x="157127" y="334033"/>
                  </a:lnTo>
                  <a:lnTo>
                    <a:pt x="162420" y="334267"/>
                  </a:lnTo>
                  <a:lnTo>
                    <a:pt x="167719" y="334333"/>
                  </a:lnTo>
                  <a:lnTo>
                    <a:pt x="173017" y="334232"/>
                  </a:lnTo>
                  <a:lnTo>
                    <a:pt x="178309" y="333962"/>
                  </a:lnTo>
                  <a:lnTo>
                    <a:pt x="183589" y="333525"/>
                  </a:lnTo>
                  <a:lnTo>
                    <a:pt x="188854" y="332920"/>
                  </a:lnTo>
                  <a:lnTo>
                    <a:pt x="194096" y="332149"/>
                  </a:lnTo>
                  <a:lnTo>
                    <a:pt x="199312" y="331213"/>
                  </a:lnTo>
                  <a:lnTo>
                    <a:pt x="204495" y="330111"/>
                  </a:lnTo>
                  <a:lnTo>
                    <a:pt x="209640" y="328846"/>
                  </a:lnTo>
                  <a:lnTo>
                    <a:pt x="214743" y="327418"/>
                  </a:lnTo>
                  <a:lnTo>
                    <a:pt x="219798" y="325830"/>
                  </a:lnTo>
                  <a:lnTo>
                    <a:pt x="224801" y="324082"/>
                  </a:lnTo>
                  <a:lnTo>
                    <a:pt x="229745" y="322176"/>
                  </a:lnTo>
                  <a:lnTo>
                    <a:pt x="234626" y="320114"/>
                  </a:lnTo>
                  <a:lnTo>
                    <a:pt x="239440" y="317899"/>
                  </a:lnTo>
                  <a:lnTo>
                    <a:pt x="244181" y="315532"/>
                  </a:lnTo>
                  <a:lnTo>
                    <a:pt x="248845" y="313017"/>
                  </a:lnTo>
                  <a:lnTo>
                    <a:pt x="253426" y="310354"/>
                  </a:lnTo>
                  <a:lnTo>
                    <a:pt x="257921" y="307548"/>
                  </a:lnTo>
                  <a:lnTo>
                    <a:pt x="262325" y="304601"/>
                  </a:lnTo>
                  <a:lnTo>
                    <a:pt x="266633" y="301516"/>
                  </a:lnTo>
                  <a:lnTo>
                    <a:pt x="270841" y="298295"/>
                  </a:lnTo>
                  <a:lnTo>
                    <a:pt x="274945" y="294943"/>
                  </a:lnTo>
                  <a:lnTo>
                    <a:pt x="278940" y="291463"/>
                  </a:lnTo>
                  <a:lnTo>
                    <a:pt x="282823" y="287858"/>
                  </a:lnTo>
                  <a:lnTo>
                    <a:pt x="286591" y="284131"/>
                  </a:lnTo>
                  <a:lnTo>
                    <a:pt x="290238" y="280287"/>
                  </a:lnTo>
                  <a:lnTo>
                    <a:pt x="293761" y="276329"/>
                  </a:lnTo>
                  <a:lnTo>
                    <a:pt x="297157" y="272262"/>
                  </a:lnTo>
                  <a:lnTo>
                    <a:pt x="300423" y="268089"/>
                  </a:lnTo>
                  <a:lnTo>
                    <a:pt x="303554" y="263814"/>
                  </a:lnTo>
                  <a:lnTo>
                    <a:pt x="306549" y="259443"/>
                  </a:lnTo>
                  <a:lnTo>
                    <a:pt x="309404" y="254979"/>
                  </a:lnTo>
                  <a:lnTo>
                    <a:pt x="312115" y="250426"/>
                  </a:lnTo>
                  <a:lnTo>
                    <a:pt x="314681" y="245790"/>
                  </a:lnTo>
                  <a:lnTo>
                    <a:pt x="317099" y="241075"/>
                  </a:lnTo>
                  <a:lnTo>
                    <a:pt x="319366" y="236286"/>
                  </a:lnTo>
                  <a:lnTo>
                    <a:pt x="321480" y="231427"/>
                  </a:lnTo>
                  <a:lnTo>
                    <a:pt x="323439" y="226503"/>
                  </a:lnTo>
                  <a:lnTo>
                    <a:pt x="325242" y="221520"/>
                  </a:lnTo>
                  <a:lnTo>
                    <a:pt x="326885" y="216483"/>
                  </a:lnTo>
                  <a:lnTo>
                    <a:pt x="328368" y="211396"/>
                  </a:lnTo>
                  <a:lnTo>
                    <a:pt x="329688" y="206264"/>
                  </a:lnTo>
                  <a:lnTo>
                    <a:pt x="330846" y="201093"/>
                  </a:lnTo>
                  <a:lnTo>
                    <a:pt x="331839" y="195888"/>
                  </a:lnTo>
                  <a:lnTo>
                    <a:pt x="332666" y="190654"/>
                  </a:lnTo>
                  <a:lnTo>
                    <a:pt x="333328" y="185397"/>
                  </a:lnTo>
                  <a:lnTo>
                    <a:pt x="333822" y="180121"/>
                  </a:lnTo>
                  <a:lnTo>
                    <a:pt x="334149" y="174832"/>
                  </a:lnTo>
                  <a:lnTo>
                    <a:pt x="334308" y="169536"/>
                  </a:lnTo>
                  <a:lnTo>
                    <a:pt x="334299" y="164237"/>
                  </a:lnTo>
                  <a:lnTo>
                    <a:pt x="334122" y="158941"/>
                  </a:lnTo>
                  <a:lnTo>
                    <a:pt x="333777" y="153653"/>
                  </a:lnTo>
                  <a:lnTo>
                    <a:pt x="333265" y="148379"/>
                  </a:lnTo>
                  <a:lnTo>
                    <a:pt x="332587" y="143124"/>
                  </a:lnTo>
                  <a:lnTo>
                    <a:pt x="331741" y="137893"/>
                  </a:lnTo>
                  <a:lnTo>
                    <a:pt x="330731" y="132691"/>
                  </a:lnTo>
                  <a:lnTo>
                    <a:pt x="329556" y="127524"/>
                  </a:lnTo>
                  <a:lnTo>
                    <a:pt x="328218" y="122397"/>
                  </a:lnTo>
                  <a:lnTo>
                    <a:pt x="326718" y="117315"/>
                  </a:lnTo>
                  <a:lnTo>
                    <a:pt x="325058" y="112283"/>
                  </a:lnTo>
                  <a:lnTo>
                    <a:pt x="323239" y="107306"/>
                  </a:lnTo>
                  <a:lnTo>
                    <a:pt x="321264" y="102389"/>
                  </a:lnTo>
                  <a:lnTo>
                    <a:pt x="319133" y="97537"/>
                  </a:lnTo>
                  <a:lnTo>
                    <a:pt x="316850" y="92756"/>
                  </a:lnTo>
                  <a:lnTo>
                    <a:pt x="314416" y="88049"/>
                  </a:lnTo>
                  <a:lnTo>
                    <a:pt x="311835" y="83421"/>
                  </a:lnTo>
                  <a:lnTo>
                    <a:pt x="309108" y="78878"/>
                  </a:lnTo>
                  <a:lnTo>
                    <a:pt x="306238" y="74423"/>
                  </a:lnTo>
                  <a:lnTo>
                    <a:pt x="303229" y="70062"/>
                  </a:lnTo>
                  <a:lnTo>
                    <a:pt x="300083" y="65798"/>
                  </a:lnTo>
                  <a:lnTo>
                    <a:pt x="296803" y="61636"/>
                  </a:lnTo>
                  <a:lnTo>
                    <a:pt x="293394" y="57580"/>
                  </a:lnTo>
                  <a:lnTo>
                    <a:pt x="289857" y="53634"/>
                  </a:lnTo>
                  <a:lnTo>
                    <a:pt x="286197" y="49802"/>
                  </a:lnTo>
                  <a:lnTo>
                    <a:pt x="282417" y="46088"/>
                  </a:lnTo>
                  <a:lnTo>
                    <a:pt x="278522" y="42496"/>
                  </a:lnTo>
                  <a:lnTo>
                    <a:pt x="274515" y="39029"/>
                  </a:lnTo>
                  <a:lnTo>
                    <a:pt x="270400" y="35691"/>
                  </a:lnTo>
                  <a:lnTo>
                    <a:pt x="266181" y="32485"/>
                  </a:lnTo>
                  <a:lnTo>
                    <a:pt x="261862" y="29414"/>
                  </a:lnTo>
                  <a:lnTo>
                    <a:pt x="257449" y="26482"/>
                  </a:lnTo>
                  <a:lnTo>
                    <a:pt x="252945" y="23691"/>
                  </a:lnTo>
                  <a:lnTo>
                    <a:pt x="248354" y="21044"/>
                  </a:lnTo>
                  <a:lnTo>
                    <a:pt x="243682" y="18544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4" y="11949"/>
                  </a:lnTo>
                  <a:lnTo>
                    <a:pt x="224273" y="10060"/>
                  </a:lnTo>
                  <a:lnTo>
                    <a:pt x="219265" y="8328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9019" y="2126963"/>
              <a:ext cx="112267" cy="167167"/>
            </a:xfrm>
            <a:custGeom>
              <a:avLst/>
              <a:pathLst>
                <a:path w="112267" h="167167">
                  <a:moveTo>
                    <a:pt x="112267" y="0"/>
                  </a:moveTo>
                  <a:lnTo>
                    <a:pt x="106673" y="93"/>
                  </a:lnTo>
                  <a:lnTo>
                    <a:pt x="101085" y="374"/>
                  </a:lnTo>
                  <a:lnTo>
                    <a:pt x="95510" y="842"/>
                  </a:lnTo>
                  <a:lnTo>
                    <a:pt x="89954" y="1495"/>
                  </a:lnTo>
                  <a:lnTo>
                    <a:pt x="84422" y="2335"/>
                  </a:lnTo>
                  <a:lnTo>
                    <a:pt x="78922" y="3359"/>
                  </a:lnTo>
                  <a:lnTo>
                    <a:pt x="73459" y="4567"/>
                  </a:lnTo>
                  <a:lnTo>
                    <a:pt x="68039" y="5957"/>
                  </a:lnTo>
                  <a:lnTo>
                    <a:pt x="62669" y="7527"/>
                  </a:lnTo>
                  <a:lnTo>
                    <a:pt x="57354" y="9276"/>
                  </a:lnTo>
                  <a:lnTo>
                    <a:pt x="52101" y="11202"/>
                  </a:lnTo>
                  <a:lnTo>
                    <a:pt x="46916" y="13303"/>
                  </a:lnTo>
                  <a:lnTo>
                    <a:pt x="41804" y="15576"/>
                  </a:lnTo>
                  <a:lnTo>
                    <a:pt x="36770" y="18019"/>
                  </a:lnTo>
                  <a:lnTo>
                    <a:pt x="31821" y="20629"/>
                  </a:lnTo>
                  <a:lnTo>
                    <a:pt x="26963" y="23403"/>
                  </a:lnTo>
                  <a:lnTo>
                    <a:pt x="22199" y="26338"/>
                  </a:lnTo>
                  <a:lnTo>
                    <a:pt x="17537" y="29431"/>
                  </a:lnTo>
                  <a:lnTo>
                    <a:pt x="12981" y="32679"/>
                  </a:lnTo>
                  <a:lnTo>
                    <a:pt x="8536" y="36076"/>
                  </a:lnTo>
                  <a:lnTo>
                    <a:pt x="4207" y="39621"/>
                  </a:lnTo>
                  <a:lnTo>
                    <a:pt x="0" y="43309"/>
                  </a:lnTo>
                  <a:lnTo>
                    <a:pt x="1122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9019" y="217027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14128" y="2127255"/>
              <a:ext cx="334317" cy="334040"/>
            </a:xfrm>
            <a:custGeom>
              <a:avLst/>
              <a:pathLst>
                <a:path w="334317" h="334040">
                  <a:moveTo>
                    <a:pt x="54891" y="43017"/>
                  </a:moveTo>
                  <a:lnTo>
                    <a:pt x="51019" y="46640"/>
                  </a:lnTo>
                  <a:lnTo>
                    <a:pt x="47264" y="50384"/>
                  </a:lnTo>
                  <a:lnTo>
                    <a:pt x="43630" y="54245"/>
                  </a:lnTo>
                  <a:lnTo>
                    <a:pt x="40120" y="58219"/>
                  </a:lnTo>
                  <a:lnTo>
                    <a:pt x="36738" y="62303"/>
                  </a:lnTo>
                  <a:lnTo>
                    <a:pt x="33487" y="66492"/>
                  </a:lnTo>
                  <a:lnTo>
                    <a:pt x="30371" y="70782"/>
                  </a:lnTo>
                  <a:lnTo>
                    <a:pt x="27392" y="75169"/>
                  </a:lnTo>
                  <a:lnTo>
                    <a:pt x="24554" y="79647"/>
                  </a:lnTo>
                  <a:lnTo>
                    <a:pt x="21859" y="84214"/>
                  </a:lnTo>
                  <a:lnTo>
                    <a:pt x="19310" y="88864"/>
                  </a:lnTo>
                  <a:lnTo>
                    <a:pt x="16911" y="93592"/>
                  </a:lnTo>
                  <a:lnTo>
                    <a:pt x="14662" y="98394"/>
                  </a:lnTo>
                  <a:lnTo>
                    <a:pt x="12567" y="103265"/>
                  </a:lnTo>
                  <a:lnTo>
                    <a:pt x="10627" y="108200"/>
                  </a:lnTo>
                  <a:lnTo>
                    <a:pt x="8845" y="113194"/>
                  </a:lnTo>
                  <a:lnTo>
                    <a:pt x="7222" y="118242"/>
                  </a:lnTo>
                  <a:lnTo>
                    <a:pt x="5760" y="123339"/>
                  </a:lnTo>
                  <a:lnTo>
                    <a:pt x="4461" y="128480"/>
                  </a:lnTo>
                  <a:lnTo>
                    <a:pt x="3325" y="133660"/>
                  </a:lnTo>
                  <a:lnTo>
                    <a:pt x="2354" y="138872"/>
                  </a:lnTo>
                  <a:lnTo>
                    <a:pt x="1548" y="144113"/>
                  </a:lnTo>
                  <a:lnTo>
                    <a:pt x="910" y="149377"/>
                  </a:lnTo>
                  <a:lnTo>
                    <a:pt x="439" y="154659"/>
                  </a:lnTo>
                  <a:lnTo>
                    <a:pt x="135" y="159952"/>
                  </a:lnTo>
                  <a:lnTo>
                    <a:pt x="0" y="165253"/>
                  </a:lnTo>
                  <a:lnTo>
                    <a:pt x="32" y="170556"/>
                  </a:lnTo>
                  <a:lnTo>
                    <a:pt x="233" y="175854"/>
                  </a:lnTo>
                  <a:lnTo>
                    <a:pt x="602" y="181144"/>
                  </a:lnTo>
                  <a:lnTo>
                    <a:pt x="1138" y="186419"/>
                  </a:lnTo>
                  <a:lnTo>
                    <a:pt x="1841" y="191675"/>
                  </a:lnTo>
                  <a:lnTo>
                    <a:pt x="2711" y="196905"/>
                  </a:lnTo>
                  <a:lnTo>
                    <a:pt x="3746" y="202106"/>
                  </a:lnTo>
                  <a:lnTo>
                    <a:pt x="4946" y="207271"/>
                  </a:lnTo>
                  <a:lnTo>
                    <a:pt x="6309" y="212395"/>
                  </a:lnTo>
                  <a:lnTo>
                    <a:pt x="7833" y="217474"/>
                  </a:lnTo>
                  <a:lnTo>
                    <a:pt x="9518" y="222501"/>
                  </a:lnTo>
                  <a:lnTo>
                    <a:pt x="11362" y="227473"/>
                  </a:lnTo>
                  <a:lnTo>
                    <a:pt x="13362" y="232384"/>
                  </a:lnTo>
                  <a:lnTo>
                    <a:pt x="15517" y="237229"/>
                  </a:lnTo>
                  <a:lnTo>
                    <a:pt x="17825" y="242003"/>
                  </a:lnTo>
                  <a:lnTo>
                    <a:pt x="20282" y="246701"/>
                  </a:lnTo>
                  <a:lnTo>
                    <a:pt x="22888" y="251319"/>
                  </a:lnTo>
                  <a:lnTo>
                    <a:pt x="25639" y="255852"/>
                  </a:lnTo>
                  <a:lnTo>
                    <a:pt x="28532" y="260296"/>
                  </a:lnTo>
                  <a:lnTo>
                    <a:pt x="31565" y="264646"/>
                  </a:lnTo>
                  <a:lnTo>
                    <a:pt x="34734" y="268897"/>
                  </a:lnTo>
                  <a:lnTo>
                    <a:pt x="38036" y="273045"/>
                  </a:lnTo>
                  <a:lnTo>
                    <a:pt x="41468" y="277087"/>
                  </a:lnTo>
                  <a:lnTo>
                    <a:pt x="45027" y="281018"/>
                  </a:lnTo>
                  <a:lnTo>
                    <a:pt x="48709" y="284834"/>
                  </a:lnTo>
                  <a:lnTo>
                    <a:pt x="52509" y="288532"/>
                  </a:lnTo>
                  <a:lnTo>
                    <a:pt x="56425" y="292107"/>
                  </a:lnTo>
                  <a:lnTo>
                    <a:pt x="60453" y="295556"/>
                  </a:lnTo>
                  <a:lnTo>
                    <a:pt x="64588" y="298875"/>
                  </a:lnTo>
                  <a:lnTo>
                    <a:pt x="68826" y="302062"/>
                  </a:lnTo>
                  <a:lnTo>
                    <a:pt x="73163" y="305112"/>
                  </a:lnTo>
                  <a:lnTo>
                    <a:pt x="77594" y="308024"/>
                  </a:lnTo>
                  <a:lnTo>
                    <a:pt x="82116" y="310794"/>
                  </a:lnTo>
                  <a:lnTo>
                    <a:pt x="86723" y="313418"/>
                  </a:lnTo>
                  <a:lnTo>
                    <a:pt x="91411" y="315896"/>
                  </a:lnTo>
                  <a:lnTo>
                    <a:pt x="96176" y="318223"/>
                  </a:lnTo>
                  <a:lnTo>
                    <a:pt x="101012" y="320398"/>
                  </a:lnTo>
                  <a:lnTo>
                    <a:pt x="105914" y="322419"/>
                  </a:lnTo>
                  <a:lnTo>
                    <a:pt x="110878" y="324283"/>
                  </a:lnTo>
                  <a:lnTo>
                    <a:pt x="115899" y="325989"/>
                  </a:lnTo>
                  <a:lnTo>
                    <a:pt x="120971" y="327535"/>
                  </a:lnTo>
                  <a:lnTo>
                    <a:pt x="126089" y="328919"/>
                  </a:lnTo>
                  <a:lnTo>
                    <a:pt x="131249" y="330140"/>
                  </a:lnTo>
                  <a:lnTo>
                    <a:pt x="136445" y="331197"/>
                  </a:lnTo>
                  <a:lnTo>
                    <a:pt x="141672" y="332088"/>
                  </a:lnTo>
                  <a:lnTo>
                    <a:pt x="146925" y="332813"/>
                  </a:lnTo>
                  <a:lnTo>
                    <a:pt x="152198" y="333371"/>
                  </a:lnTo>
                  <a:lnTo>
                    <a:pt x="157486" y="333762"/>
                  </a:lnTo>
                  <a:lnTo>
                    <a:pt x="162784" y="333985"/>
                  </a:lnTo>
                  <a:lnTo>
                    <a:pt x="168086" y="334040"/>
                  </a:lnTo>
                  <a:lnTo>
                    <a:pt x="173387" y="333926"/>
                  </a:lnTo>
                  <a:lnTo>
                    <a:pt x="178682" y="333645"/>
                  </a:lnTo>
                  <a:lnTo>
                    <a:pt x="183966" y="333195"/>
                  </a:lnTo>
                  <a:lnTo>
                    <a:pt x="189232" y="332579"/>
                  </a:lnTo>
                  <a:lnTo>
                    <a:pt x="194477" y="331795"/>
                  </a:lnTo>
                  <a:lnTo>
                    <a:pt x="199693" y="330846"/>
                  </a:lnTo>
                  <a:lnTo>
                    <a:pt x="204877" y="329731"/>
                  </a:lnTo>
                  <a:lnTo>
                    <a:pt x="210024" y="328453"/>
                  </a:lnTo>
                  <a:lnTo>
                    <a:pt x="215127" y="327013"/>
                  </a:lnTo>
                  <a:lnTo>
                    <a:pt x="220181" y="325411"/>
                  </a:lnTo>
                  <a:lnTo>
                    <a:pt x="225183" y="323649"/>
                  </a:lnTo>
                  <a:lnTo>
                    <a:pt x="230126" y="321730"/>
                  </a:lnTo>
                  <a:lnTo>
                    <a:pt x="235005" y="319655"/>
                  </a:lnTo>
                  <a:lnTo>
                    <a:pt x="239817" y="317427"/>
                  </a:lnTo>
                  <a:lnTo>
                    <a:pt x="244555" y="315047"/>
                  </a:lnTo>
                  <a:lnTo>
                    <a:pt x="249215" y="312517"/>
                  </a:lnTo>
                  <a:lnTo>
                    <a:pt x="253793" y="309842"/>
                  </a:lnTo>
                  <a:lnTo>
                    <a:pt x="258284" y="307022"/>
                  </a:lnTo>
                  <a:lnTo>
                    <a:pt x="262683" y="304061"/>
                  </a:lnTo>
                  <a:lnTo>
                    <a:pt x="266986" y="300963"/>
                  </a:lnTo>
                  <a:lnTo>
                    <a:pt x="271188" y="297729"/>
                  </a:lnTo>
                  <a:lnTo>
                    <a:pt x="275286" y="294364"/>
                  </a:lnTo>
                  <a:lnTo>
                    <a:pt x="279275" y="290871"/>
                  </a:lnTo>
                  <a:lnTo>
                    <a:pt x="283151" y="287253"/>
                  </a:lnTo>
                  <a:lnTo>
                    <a:pt x="286911" y="283513"/>
                  </a:lnTo>
                  <a:lnTo>
                    <a:pt x="290550" y="279657"/>
                  </a:lnTo>
                  <a:lnTo>
                    <a:pt x="294065" y="275686"/>
                  </a:lnTo>
                  <a:lnTo>
                    <a:pt x="297452" y="271607"/>
                  </a:lnTo>
                  <a:lnTo>
                    <a:pt x="300708" y="267422"/>
                  </a:lnTo>
                  <a:lnTo>
                    <a:pt x="303830" y="263136"/>
                  </a:lnTo>
                  <a:lnTo>
                    <a:pt x="306814" y="258753"/>
                  </a:lnTo>
                  <a:lnTo>
                    <a:pt x="309657" y="254277"/>
                  </a:lnTo>
                  <a:lnTo>
                    <a:pt x="312358" y="249714"/>
                  </a:lnTo>
                  <a:lnTo>
                    <a:pt x="314912" y="245067"/>
                  </a:lnTo>
                  <a:lnTo>
                    <a:pt x="317318" y="240342"/>
                  </a:lnTo>
                  <a:lnTo>
                    <a:pt x="319572" y="235542"/>
                  </a:lnTo>
                  <a:lnTo>
                    <a:pt x="321673" y="230674"/>
                  </a:lnTo>
                  <a:lnTo>
                    <a:pt x="323619" y="225741"/>
                  </a:lnTo>
                  <a:lnTo>
                    <a:pt x="325407" y="220750"/>
                  </a:lnTo>
                  <a:lnTo>
                    <a:pt x="327036" y="215704"/>
                  </a:lnTo>
                  <a:lnTo>
                    <a:pt x="328504" y="210608"/>
                  </a:lnTo>
                  <a:lnTo>
                    <a:pt x="329810" y="205469"/>
                  </a:lnTo>
                  <a:lnTo>
                    <a:pt x="330953" y="200291"/>
                  </a:lnTo>
                  <a:lnTo>
                    <a:pt x="331930" y="195080"/>
                  </a:lnTo>
                  <a:lnTo>
                    <a:pt x="332742" y="189840"/>
                  </a:lnTo>
                  <a:lnTo>
                    <a:pt x="333387" y="184577"/>
                  </a:lnTo>
                  <a:lnTo>
                    <a:pt x="333864" y="179296"/>
                  </a:lnTo>
                  <a:lnTo>
                    <a:pt x="334175" y="174002"/>
                  </a:lnTo>
                  <a:lnTo>
                    <a:pt x="334317" y="168702"/>
                  </a:lnTo>
                  <a:lnTo>
                    <a:pt x="334290" y="163399"/>
                  </a:lnTo>
                  <a:lnTo>
                    <a:pt x="334096" y="158100"/>
                  </a:lnTo>
                  <a:lnTo>
                    <a:pt x="333734" y="152810"/>
                  </a:lnTo>
                  <a:lnTo>
                    <a:pt x="333204" y="147534"/>
                  </a:lnTo>
                  <a:lnTo>
                    <a:pt x="332507" y="142278"/>
                  </a:lnTo>
                  <a:lnTo>
                    <a:pt x="331644" y="137046"/>
                  </a:lnTo>
                  <a:lnTo>
                    <a:pt x="330615" y="131844"/>
                  </a:lnTo>
                  <a:lnTo>
                    <a:pt x="329422" y="126678"/>
                  </a:lnTo>
                  <a:lnTo>
                    <a:pt x="328065" y="121552"/>
                  </a:lnTo>
                  <a:lnTo>
                    <a:pt x="326547" y="116472"/>
                  </a:lnTo>
                  <a:lnTo>
                    <a:pt x="324868" y="111442"/>
                  </a:lnTo>
                  <a:lnTo>
                    <a:pt x="323031" y="106468"/>
                  </a:lnTo>
                  <a:lnTo>
                    <a:pt x="321036" y="101555"/>
                  </a:lnTo>
                  <a:lnTo>
                    <a:pt x="318887" y="96707"/>
                  </a:lnTo>
                  <a:lnTo>
                    <a:pt x="316586" y="91930"/>
                  </a:lnTo>
                  <a:lnTo>
                    <a:pt x="314134" y="87229"/>
                  </a:lnTo>
                  <a:lnTo>
                    <a:pt x="311534" y="82608"/>
                  </a:lnTo>
                  <a:lnTo>
                    <a:pt x="308788" y="78071"/>
                  </a:lnTo>
                  <a:lnTo>
                    <a:pt x="305901" y="73624"/>
                  </a:lnTo>
                  <a:lnTo>
                    <a:pt x="302873" y="69271"/>
                  </a:lnTo>
                  <a:lnTo>
                    <a:pt x="299710" y="65015"/>
                  </a:lnTo>
                  <a:lnTo>
                    <a:pt x="296412" y="60863"/>
                  </a:lnTo>
                  <a:lnTo>
                    <a:pt x="292985" y="56817"/>
                  </a:lnTo>
                  <a:lnTo>
                    <a:pt x="289431" y="52882"/>
                  </a:lnTo>
                  <a:lnTo>
                    <a:pt x="285754" y="49061"/>
                  </a:lnTo>
                  <a:lnTo>
                    <a:pt x="281958" y="45359"/>
                  </a:lnTo>
                  <a:lnTo>
                    <a:pt x="278046" y="41779"/>
                  </a:lnTo>
                  <a:lnTo>
                    <a:pt x="274023" y="38325"/>
                  </a:lnTo>
                  <a:lnTo>
                    <a:pt x="269892" y="35001"/>
                  </a:lnTo>
                  <a:lnTo>
                    <a:pt x="265658" y="31809"/>
                  </a:lnTo>
                  <a:lnTo>
                    <a:pt x="261325" y="28753"/>
                  </a:lnTo>
                  <a:lnTo>
                    <a:pt x="256897" y="25836"/>
                  </a:lnTo>
                  <a:lnTo>
                    <a:pt x="252379" y="23061"/>
                  </a:lnTo>
                  <a:lnTo>
                    <a:pt x="247775" y="20430"/>
                  </a:lnTo>
                  <a:lnTo>
                    <a:pt x="243090" y="17947"/>
                  </a:lnTo>
                  <a:lnTo>
                    <a:pt x="238328" y="15614"/>
                  </a:lnTo>
                  <a:lnTo>
                    <a:pt x="233495" y="13433"/>
                  </a:lnTo>
                  <a:lnTo>
                    <a:pt x="228595" y="11406"/>
                  </a:lnTo>
                  <a:lnTo>
                    <a:pt x="223633" y="9536"/>
                  </a:lnTo>
                  <a:lnTo>
                    <a:pt x="218615" y="7824"/>
                  </a:lnTo>
                  <a:lnTo>
                    <a:pt x="213545" y="6272"/>
                  </a:lnTo>
                  <a:lnTo>
                    <a:pt x="208428" y="4881"/>
                  </a:lnTo>
                  <a:lnTo>
                    <a:pt x="203269" y="3654"/>
                  </a:lnTo>
                  <a:lnTo>
                    <a:pt x="198074" y="2591"/>
                  </a:lnTo>
                  <a:lnTo>
                    <a:pt x="192848" y="1693"/>
                  </a:lnTo>
                  <a:lnTo>
                    <a:pt x="187597" y="961"/>
                  </a:lnTo>
                  <a:lnTo>
                    <a:pt x="182324" y="397"/>
                  </a:lnTo>
                  <a:lnTo>
                    <a:pt x="177037" y="0"/>
                  </a:lnTo>
                  <a:lnTo>
                    <a:pt x="167159" y="166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81287" y="2126963"/>
              <a:ext cx="9877" cy="167167"/>
            </a:xfrm>
            <a:custGeom>
              <a:avLst/>
              <a:pathLst>
                <a:path w="9877" h="167167">
                  <a:moveTo>
                    <a:pt x="9877" y="2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5" y="752"/>
                  </a:lnTo>
                  <a:lnTo>
                    <a:pt x="146059" y="1336"/>
                  </a:lnTo>
                  <a:lnTo>
                    <a:pt x="140824" y="2087"/>
                  </a:lnTo>
                  <a:lnTo>
                    <a:pt x="135615" y="3002"/>
                  </a:lnTo>
                  <a:lnTo>
                    <a:pt x="130438" y="4082"/>
                  </a:lnTo>
                  <a:lnTo>
                    <a:pt x="125298" y="5325"/>
                  </a:lnTo>
                  <a:lnTo>
                    <a:pt x="120200" y="6730"/>
                  </a:lnTo>
                  <a:lnTo>
                    <a:pt x="115148" y="8296"/>
                  </a:lnTo>
                  <a:lnTo>
                    <a:pt x="110149" y="10020"/>
                  </a:lnTo>
                  <a:lnTo>
                    <a:pt x="105207" y="11902"/>
                  </a:lnTo>
                  <a:lnTo>
                    <a:pt x="100327" y="13939"/>
                  </a:lnTo>
                  <a:lnTo>
                    <a:pt x="95513" y="16130"/>
                  </a:lnTo>
                  <a:lnTo>
                    <a:pt x="90771" y="18472"/>
                  </a:lnTo>
                  <a:lnTo>
                    <a:pt x="86106" y="20962"/>
                  </a:lnTo>
                  <a:lnTo>
                    <a:pt x="81522" y="23599"/>
                  </a:lnTo>
                  <a:lnTo>
                    <a:pt x="77024" y="26380"/>
                  </a:lnTo>
                  <a:lnTo>
                    <a:pt x="72616" y="29301"/>
                  </a:lnTo>
                  <a:lnTo>
                    <a:pt x="68302" y="32361"/>
                  </a:lnTo>
                  <a:lnTo>
                    <a:pt x="64087" y="35555"/>
                  </a:lnTo>
                  <a:lnTo>
                    <a:pt x="59976" y="38881"/>
                  </a:lnTo>
                  <a:lnTo>
                    <a:pt x="55972" y="42336"/>
                  </a:lnTo>
                  <a:lnTo>
                    <a:pt x="52079" y="45915"/>
                  </a:lnTo>
                  <a:lnTo>
                    <a:pt x="48301" y="49616"/>
                  </a:lnTo>
                  <a:lnTo>
                    <a:pt x="44642" y="53434"/>
                  </a:lnTo>
                  <a:lnTo>
                    <a:pt x="41106" y="57367"/>
                  </a:lnTo>
                  <a:lnTo>
                    <a:pt x="37696" y="61409"/>
                  </a:lnTo>
                  <a:lnTo>
                    <a:pt x="34415" y="65557"/>
                  </a:lnTo>
                  <a:lnTo>
                    <a:pt x="31268" y="69806"/>
                  </a:lnTo>
                  <a:lnTo>
                    <a:pt x="28256" y="74153"/>
                  </a:lnTo>
                  <a:lnTo>
                    <a:pt x="25383" y="78594"/>
                  </a:lnTo>
                  <a:lnTo>
                    <a:pt x="22653" y="83122"/>
                  </a:lnTo>
                  <a:lnTo>
                    <a:pt x="20066" y="87735"/>
                  </a:lnTo>
                  <a:lnTo>
                    <a:pt x="17627" y="92428"/>
                  </a:lnTo>
                  <a:lnTo>
                    <a:pt x="15338" y="97195"/>
                  </a:lnTo>
                  <a:lnTo>
                    <a:pt x="13201" y="102032"/>
                  </a:lnTo>
                  <a:lnTo>
                    <a:pt x="11218" y="106935"/>
                  </a:lnTo>
                  <a:lnTo>
                    <a:pt x="9390" y="111897"/>
                  </a:lnTo>
                  <a:lnTo>
                    <a:pt x="7721" y="116915"/>
                  </a:lnTo>
                  <a:lnTo>
                    <a:pt x="6211" y="121984"/>
                  </a:lnTo>
                  <a:lnTo>
                    <a:pt x="4863" y="127097"/>
                  </a:lnTo>
                  <a:lnTo>
                    <a:pt x="3676" y="132251"/>
                  </a:lnTo>
                  <a:lnTo>
                    <a:pt x="2654" y="137439"/>
                  </a:lnTo>
                  <a:lnTo>
                    <a:pt x="1796" y="142658"/>
                  </a:lnTo>
                  <a:lnTo>
                    <a:pt x="1103" y="147901"/>
                  </a:lnTo>
                  <a:lnTo>
                    <a:pt x="577" y="153163"/>
                  </a:lnTo>
                  <a:lnTo>
                    <a:pt x="217" y="158439"/>
                  </a:lnTo>
                  <a:lnTo>
                    <a:pt x="25" y="163724"/>
                  </a:lnTo>
                  <a:lnTo>
                    <a:pt x="0" y="169012"/>
                  </a:lnTo>
                  <a:lnTo>
                    <a:pt x="142" y="174299"/>
                  </a:lnTo>
                  <a:lnTo>
                    <a:pt x="451" y="179578"/>
                  </a:lnTo>
                  <a:lnTo>
                    <a:pt x="927" y="184845"/>
                  </a:lnTo>
                  <a:lnTo>
                    <a:pt x="1569" y="190094"/>
                  </a:lnTo>
                  <a:lnTo>
                    <a:pt x="2377" y="195321"/>
                  </a:lnTo>
                  <a:lnTo>
                    <a:pt x="3350" y="200519"/>
                  </a:lnTo>
                  <a:lnTo>
                    <a:pt x="4487" y="205683"/>
                  </a:lnTo>
                  <a:lnTo>
                    <a:pt x="5787" y="210810"/>
                  </a:lnTo>
                  <a:lnTo>
                    <a:pt x="7248" y="215892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7"/>
                  </a:lnTo>
                  <a:lnTo>
                    <a:pt x="14676" y="235685"/>
                  </a:lnTo>
                  <a:lnTo>
                    <a:pt x="16920" y="240473"/>
                  </a:lnTo>
                  <a:lnTo>
                    <a:pt x="19314" y="245189"/>
                  </a:lnTo>
                  <a:lnTo>
                    <a:pt x="21856" y="249826"/>
                  </a:lnTo>
                  <a:lnTo>
                    <a:pt x="24543" y="254381"/>
                  </a:lnTo>
                  <a:lnTo>
                    <a:pt x="27373" y="258849"/>
                  </a:lnTo>
                  <a:lnTo>
                    <a:pt x="30343" y="263224"/>
                  </a:lnTo>
                  <a:lnTo>
                    <a:pt x="33450" y="267504"/>
                  </a:lnTo>
                  <a:lnTo>
                    <a:pt x="36691" y="271683"/>
                  </a:lnTo>
                  <a:lnTo>
                    <a:pt x="40062" y="275757"/>
                  </a:lnTo>
                  <a:lnTo>
                    <a:pt x="43561" y="279723"/>
                  </a:lnTo>
                  <a:lnTo>
                    <a:pt x="47183" y="283576"/>
                  </a:lnTo>
                  <a:lnTo>
                    <a:pt x="50925" y="287313"/>
                  </a:lnTo>
                  <a:lnTo>
                    <a:pt x="54783" y="290930"/>
                  </a:lnTo>
                  <a:lnTo>
                    <a:pt x="58754" y="294422"/>
                  </a:lnTo>
                  <a:lnTo>
                    <a:pt x="62834" y="297787"/>
                  </a:lnTo>
                  <a:lnTo>
                    <a:pt x="67018" y="301022"/>
                  </a:lnTo>
                  <a:lnTo>
                    <a:pt x="71302" y="304123"/>
                  </a:lnTo>
                  <a:lnTo>
                    <a:pt x="75682" y="307086"/>
                  </a:lnTo>
                  <a:lnTo>
                    <a:pt x="80154" y="309909"/>
                  </a:lnTo>
                  <a:lnTo>
                    <a:pt x="84712" y="312590"/>
                  </a:lnTo>
                  <a:lnTo>
                    <a:pt x="89354" y="315125"/>
                  </a:lnTo>
                  <a:lnTo>
                    <a:pt x="94073" y="317512"/>
                  </a:lnTo>
                  <a:lnTo>
                    <a:pt x="98865" y="319749"/>
                  </a:lnTo>
                  <a:lnTo>
                    <a:pt x="103725" y="321832"/>
                  </a:lnTo>
                  <a:lnTo>
                    <a:pt x="108649" y="323761"/>
                  </a:lnTo>
                  <a:lnTo>
                    <a:pt x="113632" y="325534"/>
                  </a:lnTo>
                  <a:lnTo>
                    <a:pt x="118668" y="327148"/>
                  </a:lnTo>
                  <a:lnTo>
                    <a:pt x="123753" y="328601"/>
                  </a:lnTo>
                  <a:lnTo>
                    <a:pt x="128881" y="329893"/>
                  </a:lnTo>
                  <a:lnTo>
                    <a:pt x="134047" y="331023"/>
                  </a:lnTo>
                  <a:lnTo>
                    <a:pt x="139247" y="331988"/>
                  </a:lnTo>
                  <a:lnTo>
                    <a:pt x="144474" y="332788"/>
                  </a:lnTo>
                  <a:lnTo>
                    <a:pt x="149725" y="333423"/>
                  </a:lnTo>
                  <a:lnTo>
                    <a:pt x="154992" y="333891"/>
                  </a:lnTo>
                  <a:lnTo>
                    <a:pt x="160272" y="334193"/>
                  </a:lnTo>
                  <a:lnTo>
                    <a:pt x="165559" y="334327"/>
                  </a:lnTo>
                  <a:lnTo>
                    <a:pt x="170847" y="334294"/>
                  </a:lnTo>
                  <a:lnTo>
                    <a:pt x="176132" y="334093"/>
                  </a:lnTo>
                  <a:lnTo>
                    <a:pt x="181407" y="333726"/>
                  </a:lnTo>
                  <a:lnTo>
                    <a:pt x="186669" y="333192"/>
                  </a:lnTo>
                  <a:lnTo>
                    <a:pt x="191911" y="332491"/>
                  </a:lnTo>
                  <a:lnTo>
                    <a:pt x="197128" y="331626"/>
                  </a:lnTo>
                  <a:lnTo>
                    <a:pt x="202315" y="330595"/>
                  </a:lnTo>
                  <a:lnTo>
                    <a:pt x="207467" y="329402"/>
                  </a:lnTo>
                  <a:lnTo>
                    <a:pt x="212578" y="328045"/>
                  </a:lnTo>
                  <a:lnTo>
                    <a:pt x="217644" y="326528"/>
                  </a:lnTo>
                  <a:lnTo>
                    <a:pt x="222660" y="324851"/>
                  </a:lnTo>
                  <a:lnTo>
                    <a:pt x="227620" y="323017"/>
                  </a:lnTo>
                  <a:lnTo>
                    <a:pt x="232519" y="321026"/>
                  </a:lnTo>
                  <a:lnTo>
                    <a:pt x="237353" y="318882"/>
                  </a:lnTo>
                  <a:lnTo>
                    <a:pt x="242117" y="316585"/>
                  </a:lnTo>
                  <a:lnTo>
                    <a:pt x="246806" y="314140"/>
                  </a:lnTo>
                  <a:lnTo>
                    <a:pt x="251415" y="311547"/>
                  </a:lnTo>
                  <a:lnTo>
                    <a:pt x="255940" y="308809"/>
                  </a:lnTo>
                  <a:lnTo>
                    <a:pt x="260376" y="305930"/>
                  </a:lnTo>
                  <a:lnTo>
                    <a:pt x="264718" y="302912"/>
                  </a:lnTo>
                  <a:lnTo>
                    <a:pt x="268963" y="299758"/>
                  </a:lnTo>
                  <a:lnTo>
                    <a:pt x="273106" y="296471"/>
                  </a:lnTo>
                  <a:lnTo>
                    <a:pt x="277144" y="293055"/>
                  </a:lnTo>
                  <a:lnTo>
                    <a:pt x="281071" y="289513"/>
                  </a:lnTo>
                  <a:lnTo>
                    <a:pt x="284884" y="285849"/>
                  </a:lnTo>
                  <a:lnTo>
                    <a:pt x="288579" y="282065"/>
                  </a:lnTo>
                  <a:lnTo>
                    <a:pt x="292152" y="278167"/>
                  </a:lnTo>
                  <a:lnTo>
                    <a:pt x="295601" y="274158"/>
                  </a:lnTo>
                  <a:lnTo>
                    <a:pt x="298921" y="270041"/>
                  </a:lnTo>
                  <a:lnTo>
                    <a:pt x="302109" y="265822"/>
                  </a:lnTo>
                  <a:lnTo>
                    <a:pt x="305162" y="261504"/>
                  </a:lnTo>
                  <a:lnTo>
                    <a:pt x="308077" y="257091"/>
                  </a:lnTo>
                  <a:lnTo>
                    <a:pt x="310851" y="252589"/>
                  </a:lnTo>
                  <a:lnTo>
                    <a:pt x="313481" y="248001"/>
                  </a:lnTo>
                  <a:lnTo>
                    <a:pt x="315965" y="243332"/>
                  </a:lnTo>
                  <a:lnTo>
                    <a:pt x="318300" y="238587"/>
                  </a:lnTo>
                  <a:lnTo>
                    <a:pt x="320483" y="233770"/>
                  </a:lnTo>
                  <a:lnTo>
                    <a:pt x="322513" y="228887"/>
                  </a:lnTo>
                  <a:lnTo>
                    <a:pt x="324388" y="223942"/>
                  </a:lnTo>
                  <a:lnTo>
                    <a:pt x="326105" y="218940"/>
                  </a:lnTo>
                  <a:lnTo>
                    <a:pt x="327663" y="213887"/>
                  </a:lnTo>
                  <a:lnTo>
                    <a:pt x="329060" y="208786"/>
                  </a:lnTo>
                  <a:lnTo>
                    <a:pt x="330296" y="203644"/>
                  </a:lnTo>
                  <a:lnTo>
                    <a:pt x="331368" y="198466"/>
                  </a:lnTo>
                  <a:lnTo>
                    <a:pt x="332276" y="193256"/>
                  </a:lnTo>
                  <a:lnTo>
                    <a:pt x="333019" y="188020"/>
                  </a:lnTo>
                  <a:lnTo>
                    <a:pt x="333595" y="182763"/>
                  </a:lnTo>
                  <a:lnTo>
                    <a:pt x="334005" y="177490"/>
                  </a:lnTo>
                  <a:lnTo>
                    <a:pt x="334248" y="172207"/>
                  </a:lnTo>
                  <a:lnTo>
                    <a:pt x="334324" y="166920"/>
                  </a:lnTo>
                  <a:lnTo>
                    <a:pt x="334233" y="161632"/>
                  </a:lnTo>
                  <a:lnTo>
                    <a:pt x="333974" y="156350"/>
                  </a:lnTo>
                  <a:lnTo>
                    <a:pt x="333548" y="151079"/>
                  </a:lnTo>
                  <a:lnTo>
                    <a:pt x="332956" y="145823"/>
                  </a:lnTo>
                  <a:lnTo>
                    <a:pt x="332198" y="140590"/>
                  </a:lnTo>
                  <a:lnTo>
                    <a:pt x="331275" y="135383"/>
                  </a:lnTo>
                  <a:lnTo>
                    <a:pt x="330187" y="130207"/>
                  </a:lnTo>
                  <a:lnTo>
                    <a:pt x="328937" y="125069"/>
                  </a:lnTo>
                  <a:lnTo>
                    <a:pt x="327524" y="11997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3037"/>
              <a:ext cx="160367" cy="47194"/>
            </a:xfrm>
            <a:custGeom>
              <a:avLst/>
              <a:pathLst>
                <a:path w="160367" h="47194">
                  <a:moveTo>
                    <a:pt x="160367" y="0"/>
                  </a:moveTo>
                  <a:lnTo>
                    <a:pt x="0" y="471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52244"/>
              <a:ext cx="160367" cy="147987"/>
            </a:xfrm>
            <a:custGeom>
              <a:avLst/>
              <a:pathLst>
                <a:path w="160367" h="147987">
                  <a:moveTo>
                    <a:pt x="160367" y="100792"/>
                  </a:moveTo>
                  <a:lnTo>
                    <a:pt x="158703" y="95468"/>
                  </a:lnTo>
                  <a:lnTo>
                    <a:pt x="156862" y="90203"/>
                  </a:lnTo>
                  <a:lnTo>
                    <a:pt x="154847" y="85002"/>
                  </a:lnTo>
                  <a:lnTo>
                    <a:pt x="152660" y="79871"/>
                  </a:lnTo>
                  <a:lnTo>
                    <a:pt x="150302" y="74815"/>
                  </a:lnTo>
                  <a:lnTo>
                    <a:pt x="147777" y="69842"/>
                  </a:lnTo>
                  <a:lnTo>
                    <a:pt x="145088" y="64955"/>
                  </a:lnTo>
                  <a:lnTo>
                    <a:pt x="142237" y="60161"/>
                  </a:lnTo>
                  <a:lnTo>
                    <a:pt x="139228" y="55464"/>
                  </a:lnTo>
                  <a:lnTo>
                    <a:pt x="136063" y="50871"/>
                  </a:lnTo>
                  <a:lnTo>
                    <a:pt x="132748" y="46385"/>
                  </a:lnTo>
                  <a:lnTo>
                    <a:pt x="129284" y="42013"/>
                  </a:lnTo>
                  <a:lnTo>
                    <a:pt x="125676" y="37759"/>
                  </a:lnTo>
                  <a:lnTo>
                    <a:pt x="121929" y="33627"/>
                  </a:lnTo>
                  <a:lnTo>
                    <a:pt x="118046" y="29623"/>
                  </a:lnTo>
                  <a:lnTo>
                    <a:pt x="114031" y="25750"/>
                  </a:lnTo>
                  <a:lnTo>
                    <a:pt x="109890" y="22014"/>
                  </a:lnTo>
                  <a:lnTo>
                    <a:pt x="105626" y="18418"/>
                  </a:lnTo>
                  <a:lnTo>
                    <a:pt x="101244" y="14966"/>
                  </a:lnTo>
                  <a:lnTo>
                    <a:pt x="96750" y="11662"/>
                  </a:lnTo>
                  <a:lnTo>
                    <a:pt x="92148" y="8510"/>
                  </a:lnTo>
                  <a:lnTo>
                    <a:pt x="87443" y="5514"/>
                  </a:lnTo>
                  <a:lnTo>
                    <a:pt x="82641" y="2676"/>
                  </a:lnTo>
                  <a:lnTo>
                    <a:pt x="77747" y="0"/>
                  </a:lnTo>
                  <a:lnTo>
                    <a:pt x="0" y="147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3064"/>
              <a:ext cx="77747" cy="167167"/>
            </a:xfrm>
            <a:custGeom>
              <a:avLst/>
              <a:pathLst>
                <a:path w="77747" h="167167">
                  <a:moveTo>
                    <a:pt x="77747" y="19180"/>
                  </a:moveTo>
                  <a:lnTo>
                    <a:pt x="72589" y="16582"/>
                  </a:lnTo>
                  <a:lnTo>
                    <a:pt x="67343" y="14164"/>
                  </a:lnTo>
                  <a:lnTo>
                    <a:pt x="62017" y="11929"/>
                  </a:lnTo>
                  <a:lnTo>
                    <a:pt x="56618" y="9879"/>
                  </a:lnTo>
                  <a:lnTo>
                    <a:pt x="51150" y="8017"/>
                  </a:lnTo>
                  <a:lnTo>
                    <a:pt x="45622" y="6345"/>
                  </a:lnTo>
                  <a:lnTo>
                    <a:pt x="40039" y="4865"/>
                  </a:lnTo>
                  <a:lnTo>
                    <a:pt x="34408" y="3579"/>
                  </a:lnTo>
                  <a:lnTo>
                    <a:pt x="28736" y="2488"/>
                  </a:lnTo>
                  <a:lnTo>
                    <a:pt x="23030" y="1594"/>
                  </a:lnTo>
                  <a:lnTo>
                    <a:pt x="17297" y="897"/>
                  </a:lnTo>
                  <a:lnTo>
                    <a:pt x="11542" y="398"/>
                  </a:lnTo>
                  <a:lnTo>
                    <a:pt x="577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358833" y="3170392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39" y="2098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1" y="5355"/>
                  </a:lnTo>
                  <a:lnTo>
                    <a:pt x="120059" y="6768"/>
                  </a:lnTo>
                  <a:lnTo>
                    <a:pt x="114995" y="8343"/>
                  </a:lnTo>
                  <a:lnTo>
                    <a:pt x="109983" y="10077"/>
                  </a:lnTo>
                  <a:lnTo>
                    <a:pt x="105029" y="11969"/>
                  </a:lnTo>
                  <a:lnTo>
                    <a:pt x="100137" y="14018"/>
                  </a:lnTo>
                  <a:lnTo>
                    <a:pt x="95312" y="16221"/>
                  </a:lnTo>
                  <a:lnTo>
                    <a:pt x="90560" y="18575"/>
                  </a:lnTo>
                  <a:lnTo>
                    <a:pt x="85885" y="21080"/>
                  </a:lnTo>
                  <a:lnTo>
                    <a:pt x="81292" y="23731"/>
                  </a:lnTo>
                  <a:lnTo>
                    <a:pt x="76785" y="26526"/>
                  </a:lnTo>
                  <a:lnTo>
                    <a:pt x="72369" y="29464"/>
                  </a:lnTo>
                  <a:lnTo>
                    <a:pt x="68049" y="32539"/>
                  </a:lnTo>
                  <a:lnTo>
                    <a:pt x="63828" y="35751"/>
                  </a:lnTo>
                  <a:lnTo>
                    <a:pt x="59711" y="39094"/>
                  </a:lnTo>
                  <a:lnTo>
                    <a:pt x="55703" y="42567"/>
                  </a:lnTo>
                  <a:lnTo>
                    <a:pt x="51806" y="46165"/>
                  </a:lnTo>
                  <a:lnTo>
                    <a:pt x="48026" y="49884"/>
                  </a:lnTo>
                  <a:lnTo>
                    <a:pt x="44366" y="53722"/>
                  </a:lnTo>
                  <a:lnTo>
                    <a:pt x="40829" y="57674"/>
                  </a:lnTo>
                  <a:lnTo>
                    <a:pt x="37419" y="61736"/>
                  </a:lnTo>
                  <a:lnTo>
                    <a:pt x="34140" y="65904"/>
                  </a:lnTo>
                  <a:lnTo>
                    <a:pt x="30995" y="70174"/>
                  </a:lnTo>
                  <a:lnTo>
                    <a:pt x="27986" y="74542"/>
                  </a:lnTo>
                  <a:lnTo>
                    <a:pt x="25118" y="79003"/>
                  </a:lnTo>
                  <a:lnTo>
                    <a:pt x="22393" y="83553"/>
                  </a:lnTo>
                  <a:lnTo>
                    <a:pt x="19814" y="88187"/>
                  </a:lnTo>
                  <a:lnTo>
                    <a:pt x="17382" y="92900"/>
                  </a:lnTo>
                  <a:lnTo>
                    <a:pt x="15102" y="97688"/>
                  </a:lnTo>
                  <a:lnTo>
                    <a:pt x="12974" y="102546"/>
                  </a:lnTo>
                  <a:lnTo>
                    <a:pt x="11002" y="107469"/>
                  </a:lnTo>
                  <a:lnTo>
                    <a:pt x="9187" y="112453"/>
                  </a:lnTo>
                  <a:lnTo>
                    <a:pt x="7531" y="117491"/>
                  </a:lnTo>
                  <a:lnTo>
                    <a:pt x="6035" y="122579"/>
                  </a:lnTo>
                  <a:lnTo>
                    <a:pt x="4702" y="127712"/>
                  </a:lnTo>
                  <a:lnTo>
                    <a:pt x="3532" y="132885"/>
                  </a:lnTo>
                  <a:lnTo>
                    <a:pt x="2527" y="138093"/>
                  </a:lnTo>
                  <a:lnTo>
                    <a:pt x="1688" y="143329"/>
                  </a:lnTo>
                  <a:lnTo>
                    <a:pt x="1015" y="148590"/>
                  </a:lnTo>
                  <a:lnTo>
                    <a:pt x="509" y="153869"/>
                  </a:lnTo>
                  <a:lnTo>
                    <a:pt x="171" y="159162"/>
                  </a:lnTo>
                  <a:lnTo>
                    <a:pt x="1" y="164463"/>
                  </a:lnTo>
                  <a:lnTo>
                    <a:pt x="0" y="169766"/>
                  </a:lnTo>
                  <a:lnTo>
                    <a:pt x="166" y="175067"/>
                  </a:lnTo>
                  <a:lnTo>
                    <a:pt x="501" y="180360"/>
                  </a:lnTo>
                  <a:lnTo>
                    <a:pt x="1003" y="185639"/>
                  </a:lnTo>
                  <a:lnTo>
                    <a:pt x="1673" y="190901"/>
                  </a:lnTo>
                  <a:lnTo>
                    <a:pt x="2509" y="196138"/>
                  </a:lnTo>
                  <a:lnTo>
                    <a:pt x="3511" y="201346"/>
                  </a:lnTo>
                  <a:lnTo>
                    <a:pt x="4677" y="206519"/>
                  </a:lnTo>
                  <a:lnTo>
                    <a:pt x="6007" y="211653"/>
                  </a:lnTo>
                  <a:lnTo>
                    <a:pt x="7500" y="216742"/>
                  </a:lnTo>
                  <a:lnTo>
                    <a:pt x="9153" y="221782"/>
                  </a:lnTo>
                  <a:lnTo>
                    <a:pt x="10964" y="226766"/>
                  </a:lnTo>
                  <a:lnTo>
                    <a:pt x="12934" y="231690"/>
                  </a:lnTo>
                  <a:lnTo>
                    <a:pt x="15058" y="236550"/>
                  </a:lnTo>
                  <a:lnTo>
                    <a:pt x="17336" y="241339"/>
                  </a:lnTo>
                  <a:lnTo>
                    <a:pt x="19764" y="246054"/>
                  </a:lnTo>
                  <a:lnTo>
                    <a:pt x="22340" y="250690"/>
                  </a:lnTo>
                  <a:lnTo>
                    <a:pt x="25063" y="255241"/>
                  </a:lnTo>
                  <a:lnTo>
                    <a:pt x="27928" y="259704"/>
                  </a:lnTo>
                  <a:lnTo>
                    <a:pt x="30934" y="264074"/>
                  </a:lnTo>
                  <a:lnTo>
                    <a:pt x="34076" y="268346"/>
                  </a:lnTo>
                  <a:lnTo>
                    <a:pt x="37353" y="272516"/>
                  </a:lnTo>
                  <a:lnTo>
                    <a:pt x="40760" y="276580"/>
                  </a:lnTo>
                  <a:lnTo>
                    <a:pt x="44294" y="280535"/>
                  </a:lnTo>
                  <a:lnTo>
                    <a:pt x="47952" y="284375"/>
                  </a:lnTo>
                  <a:lnTo>
                    <a:pt x="51730" y="288097"/>
                  </a:lnTo>
                  <a:lnTo>
                    <a:pt x="55624" y="291697"/>
                  </a:lnTo>
                  <a:lnTo>
                    <a:pt x="59631" y="295172"/>
                  </a:lnTo>
                  <a:lnTo>
                    <a:pt x="63746" y="298518"/>
                  </a:lnTo>
                  <a:lnTo>
                    <a:pt x="67964" y="301732"/>
                  </a:lnTo>
                  <a:lnTo>
                    <a:pt x="72283" y="304811"/>
                  </a:lnTo>
                  <a:lnTo>
                    <a:pt x="76697" y="307751"/>
                  </a:lnTo>
                  <a:lnTo>
                    <a:pt x="81202" y="310549"/>
                  </a:lnTo>
                  <a:lnTo>
                    <a:pt x="85793" y="313203"/>
                  </a:lnTo>
                  <a:lnTo>
                    <a:pt x="90467" y="315710"/>
                  </a:lnTo>
                  <a:lnTo>
                    <a:pt x="95217" y="318068"/>
                  </a:lnTo>
                  <a:lnTo>
                    <a:pt x="100040" y="320274"/>
                  </a:lnTo>
                  <a:lnTo>
                    <a:pt x="104931" y="322325"/>
                  </a:lnTo>
                  <a:lnTo>
                    <a:pt x="109884" y="324221"/>
                  </a:lnTo>
                  <a:lnTo>
                    <a:pt x="114895" y="325958"/>
                  </a:lnTo>
                  <a:lnTo>
                    <a:pt x="119958" y="327536"/>
                  </a:lnTo>
                  <a:lnTo>
                    <a:pt x="125069" y="328952"/>
                  </a:lnTo>
                  <a:lnTo>
                    <a:pt x="130223" y="330205"/>
                  </a:lnTo>
                  <a:lnTo>
                    <a:pt x="135413" y="331295"/>
                  </a:lnTo>
                  <a:lnTo>
                    <a:pt x="140635" y="332219"/>
                  </a:lnTo>
                  <a:lnTo>
                    <a:pt x="145884" y="332977"/>
                  </a:lnTo>
                  <a:lnTo>
                    <a:pt x="151155" y="333568"/>
                  </a:lnTo>
                  <a:lnTo>
                    <a:pt x="156441" y="333991"/>
                  </a:lnTo>
                  <a:lnTo>
                    <a:pt x="161739" y="334247"/>
                  </a:lnTo>
                  <a:lnTo>
                    <a:pt x="167041" y="334334"/>
                  </a:lnTo>
                  <a:lnTo>
                    <a:pt x="172344" y="334254"/>
                  </a:lnTo>
                  <a:lnTo>
                    <a:pt x="177642" y="334005"/>
                  </a:lnTo>
                  <a:lnTo>
                    <a:pt x="182929" y="333588"/>
                  </a:lnTo>
                  <a:lnTo>
                    <a:pt x="188200" y="333003"/>
                  </a:lnTo>
                  <a:lnTo>
                    <a:pt x="193450" y="332252"/>
                  </a:lnTo>
                  <a:lnTo>
                    <a:pt x="198674" y="331335"/>
                  </a:lnTo>
                  <a:lnTo>
                    <a:pt x="203866" y="330252"/>
                  </a:lnTo>
                  <a:lnTo>
                    <a:pt x="209020" y="329005"/>
                  </a:lnTo>
                  <a:lnTo>
                    <a:pt x="214133" y="327595"/>
                  </a:lnTo>
                  <a:lnTo>
                    <a:pt x="219198" y="326024"/>
                  </a:lnTo>
                  <a:lnTo>
                    <a:pt x="224211" y="324293"/>
                  </a:lnTo>
                  <a:lnTo>
                    <a:pt x="229167" y="322404"/>
                  </a:lnTo>
                  <a:lnTo>
                    <a:pt x="234060" y="320358"/>
                  </a:lnTo>
                  <a:lnTo>
                    <a:pt x="238886" y="318158"/>
                  </a:lnTo>
                  <a:lnTo>
                    <a:pt x="243640" y="315807"/>
                  </a:lnTo>
                  <a:lnTo>
                    <a:pt x="248316" y="313306"/>
                  </a:lnTo>
                  <a:lnTo>
                    <a:pt x="252911" y="310657"/>
                  </a:lnTo>
                  <a:lnTo>
                    <a:pt x="257420" y="307864"/>
                  </a:lnTo>
                  <a:lnTo>
                    <a:pt x="261837" y="304930"/>
                  </a:lnTo>
                  <a:lnTo>
                    <a:pt x="266160" y="301857"/>
                  </a:lnTo>
                  <a:lnTo>
                    <a:pt x="270382" y="298648"/>
                  </a:lnTo>
                  <a:lnTo>
                    <a:pt x="274501" y="295307"/>
                  </a:lnTo>
                  <a:lnTo>
                    <a:pt x="278512" y="291837"/>
                  </a:lnTo>
                  <a:lnTo>
                    <a:pt x="282411" y="288242"/>
                  </a:lnTo>
                  <a:lnTo>
                    <a:pt x="286193" y="284525"/>
                  </a:lnTo>
                  <a:lnTo>
                    <a:pt x="289856" y="280689"/>
                  </a:lnTo>
                  <a:lnTo>
                    <a:pt x="293396" y="276740"/>
                  </a:lnTo>
                  <a:lnTo>
                    <a:pt x="296808" y="272680"/>
                  </a:lnTo>
                  <a:lnTo>
                    <a:pt x="300090" y="268513"/>
                  </a:lnTo>
                  <a:lnTo>
                    <a:pt x="303238" y="264245"/>
                  </a:lnTo>
                  <a:lnTo>
                    <a:pt x="306249" y="259879"/>
                  </a:lnTo>
                  <a:lnTo>
                    <a:pt x="309120" y="255420"/>
                  </a:lnTo>
                  <a:lnTo>
                    <a:pt x="311848" y="250872"/>
                  </a:lnTo>
                  <a:lnTo>
                    <a:pt x="314430" y="246240"/>
                  </a:lnTo>
                  <a:lnTo>
                    <a:pt x="316864" y="241528"/>
                  </a:lnTo>
                  <a:lnTo>
                    <a:pt x="319148" y="236741"/>
                  </a:lnTo>
                  <a:lnTo>
                    <a:pt x="321278" y="231885"/>
                  </a:lnTo>
                  <a:lnTo>
                    <a:pt x="323254" y="226963"/>
                  </a:lnTo>
                  <a:lnTo>
                    <a:pt x="325072" y="221981"/>
                  </a:lnTo>
                  <a:lnTo>
                    <a:pt x="326731" y="216943"/>
                  </a:lnTo>
                  <a:lnTo>
                    <a:pt x="328230" y="211856"/>
                  </a:lnTo>
                  <a:lnTo>
                    <a:pt x="329567" y="206724"/>
                  </a:lnTo>
                  <a:lnTo>
                    <a:pt x="330740" y="201552"/>
                  </a:lnTo>
                  <a:lnTo>
                    <a:pt x="331748" y="196345"/>
                  </a:lnTo>
                  <a:lnTo>
                    <a:pt x="332591" y="191109"/>
                  </a:lnTo>
                  <a:lnTo>
                    <a:pt x="333267" y="185849"/>
                  </a:lnTo>
                  <a:lnTo>
                    <a:pt x="333776" y="180570"/>
                  </a:lnTo>
                  <a:lnTo>
                    <a:pt x="334117" y="175277"/>
                  </a:lnTo>
                  <a:lnTo>
                    <a:pt x="334291" y="169977"/>
                  </a:lnTo>
                  <a:lnTo>
                    <a:pt x="334296" y="164673"/>
                  </a:lnTo>
                  <a:lnTo>
                    <a:pt x="334132" y="159372"/>
                  </a:lnTo>
                  <a:lnTo>
                    <a:pt x="333801" y="154079"/>
                  </a:lnTo>
                  <a:lnTo>
                    <a:pt x="333302" y="148799"/>
                  </a:lnTo>
                  <a:lnTo>
                    <a:pt x="332636" y="143538"/>
                  </a:lnTo>
                  <a:lnTo>
                    <a:pt x="331803" y="138300"/>
                  </a:lnTo>
                  <a:lnTo>
                    <a:pt x="330804" y="133091"/>
                  </a:lnTo>
                  <a:lnTo>
                    <a:pt x="329641" y="127917"/>
                  </a:lnTo>
                  <a:lnTo>
                    <a:pt x="328314" y="122782"/>
                  </a:lnTo>
                  <a:lnTo>
                    <a:pt x="326825" y="117692"/>
                  </a:lnTo>
                  <a:lnTo>
                    <a:pt x="325175" y="112652"/>
                  </a:lnTo>
                  <a:lnTo>
                    <a:pt x="323366" y="107666"/>
                  </a:lnTo>
                  <a:lnTo>
                    <a:pt x="321400" y="102741"/>
                  </a:lnTo>
                  <a:lnTo>
                    <a:pt x="319279" y="97880"/>
                  </a:lnTo>
                  <a:lnTo>
                    <a:pt x="317005" y="93089"/>
                  </a:lnTo>
                  <a:lnTo>
                    <a:pt x="314579" y="88372"/>
                  </a:lnTo>
                  <a:lnTo>
                    <a:pt x="312006" y="83735"/>
                  </a:lnTo>
                  <a:lnTo>
                    <a:pt x="309286" y="79182"/>
                  </a:lnTo>
                  <a:lnTo>
                    <a:pt x="306424" y="74717"/>
                  </a:lnTo>
                  <a:lnTo>
                    <a:pt x="303421" y="70346"/>
                  </a:lnTo>
                  <a:lnTo>
                    <a:pt x="300281" y="66072"/>
                  </a:lnTo>
                  <a:lnTo>
                    <a:pt x="297007" y="61899"/>
                  </a:lnTo>
                  <a:lnTo>
                    <a:pt x="293602" y="57833"/>
                  </a:lnTo>
                  <a:lnTo>
                    <a:pt x="290071" y="53877"/>
                  </a:lnTo>
                  <a:lnTo>
                    <a:pt x="286415" y="50034"/>
                  </a:lnTo>
                  <a:lnTo>
                    <a:pt x="282639" y="46310"/>
                  </a:lnTo>
                  <a:lnTo>
                    <a:pt x="278747" y="4270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3100"/>
              <a:ext cx="111600" cy="124459"/>
            </a:xfrm>
            <a:custGeom>
              <a:avLst/>
              <a:pathLst>
                <a:path w="111600" h="124459">
                  <a:moveTo>
                    <a:pt x="111600" y="0"/>
                  </a:moveTo>
                  <a:lnTo>
                    <a:pt x="0" y="124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3974"/>
              <a:ext cx="111600" cy="133585"/>
            </a:xfrm>
            <a:custGeom>
              <a:avLst/>
              <a:pathLst>
                <a:path w="111600" h="133585">
                  <a:moveTo>
                    <a:pt x="111600" y="9125"/>
                  </a:moveTo>
                  <a:lnTo>
                    <a:pt x="100498" y="0"/>
                  </a:lnTo>
                  <a:lnTo>
                    <a:pt x="0" y="1335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0392"/>
              <a:ext cx="100498" cy="167167"/>
            </a:xfrm>
            <a:custGeom>
              <a:avLst/>
              <a:pathLst>
                <a:path w="100498" h="167167">
                  <a:moveTo>
                    <a:pt x="100498" y="33582"/>
                  </a:moveTo>
                  <a:lnTo>
                    <a:pt x="95906" y="30248"/>
                  </a:lnTo>
                  <a:lnTo>
                    <a:pt x="91204" y="27071"/>
                  </a:lnTo>
                  <a:lnTo>
                    <a:pt x="86396" y="24057"/>
                  </a:lnTo>
                  <a:lnTo>
                    <a:pt x="81489" y="21207"/>
                  </a:lnTo>
                  <a:lnTo>
                    <a:pt x="76489" y="18525"/>
                  </a:lnTo>
                  <a:lnTo>
                    <a:pt x="71400" y="16015"/>
                  </a:lnTo>
                  <a:lnTo>
                    <a:pt x="66228" y="13679"/>
                  </a:lnTo>
                  <a:lnTo>
                    <a:pt x="60981" y="11519"/>
                  </a:lnTo>
                  <a:lnTo>
                    <a:pt x="55663" y="9539"/>
                  </a:lnTo>
                  <a:lnTo>
                    <a:pt x="50281" y="7741"/>
                  </a:lnTo>
                  <a:lnTo>
                    <a:pt x="44841" y="6126"/>
                  </a:lnTo>
                  <a:lnTo>
                    <a:pt x="39350" y="4697"/>
                  </a:lnTo>
                  <a:lnTo>
                    <a:pt x="33813" y="3455"/>
                  </a:lnTo>
                  <a:lnTo>
                    <a:pt x="28237" y="2402"/>
                  </a:lnTo>
                  <a:lnTo>
                    <a:pt x="22629" y="1538"/>
                  </a:lnTo>
                  <a:lnTo>
                    <a:pt x="16994" y="866"/>
                  </a:lnTo>
                  <a:lnTo>
                    <a:pt x="11340" y="385"/>
                  </a:lnTo>
                  <a:lnTo>
                    <a:pt x="567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423601" y="3707720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7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6" y="5357"/>
                  </a:lnTo>
                  <a:lnTo>
                    <a:pt x="120054" y="6770"/>
                  </a:lnTo>
                  <a:lnTo>
                    <a:pt x="114989" y="8345"/>
                  </a:lnTo>
                  <a:lnTo>
                    <a:pt x="109976" y="10079"/>
                  </a:lnTo>
                  <a:lnTo>
                    <a:pt x="105021" y="11972"/>
                  </a:lnTo>
                  <a:lnTo>
                    <a:pt x="100129" y="14021"/>
                  </a:lnTo>
                  <a:lnTo>
                    <a:pt x="95304" y="16224"/>
                  </a:lnTo>
                  <a:lnTo>
                    <a:pt x="90552" y="18580"/>
                  </a:lnTo>
                  <a:lnTo>
                    <a:pt x="85876" y="21084"/>
                  </a:lnTo>
                  <a:lnTo>
                    <a:pt x="81282" y="23736"/>
                  </a:lnTo>
                  <a:lnTo>
                    <a:pt x="76775" y="26532"/>
                  </a:lnTo>
                  <a:lnTo>
                    <a:pt x="72359" y="29470"/>
                  </a:lnTo>
                  <a:lnTo>
                    <a:pt x="68038" y="32547"/>
                  </a:lnTo>
                  <a:lnTo>
                    <a:pt x="63817" y="35759"/>
                  </a:lnTo>
                  <a:lnTo>
                    <a:pt x="59700" y="39103"/>
                  </a:lnTo>
                  <a:lnTo>
                    <a:pt x="55692" y="42576"/>
                  </a:lnTo>
                  <a:lnTo>
                    <a:pt x="51795" y="46175"/>
                  </a:lnTo>
                  <a:lnTo>
                    <a:pt x="48015" y="49895"/>
                  </a:lnTo>
                  <a:lnTo>
                    <a:pt x="44354" y="53734"/>
                  </a:lnTo>
                  <a:lnTo>
                    <a:pt x="40817" y="57687"/>
                  </a:lnTo>
                  <a:lnTo>
                    <a:pt x="37408" y="61750"/>
                  </a:lnTo>
                  <a:lnTo>
                    <a:pt x="34128" y="65919"/>
                  </a:lnTo>
                  <a:lnTo>
                    <a:pt x="30983" y="70190"/>
                  </a:lnTo>
                  <a:lnTo>
                    <a:pt x="27975" y="74558"/>
                  </a:lnTo>
                  <a:lnTo>
                    <a:pt x="25107" y="79020"/>
                  </a:lnTo>
                  <a:lnTo>
                    <a:pt x="22382" y="83571"/>
                  </a:lnTo>
                  <a:lnTo>
                    <a:pt x="19803" y="88205"/>
                  </a:lnTo>
                  <a:lnTo>
                    <a:pt x="17372" y="92920"/>
                  </a:lnTo>
                  <a:lnTo>
                    <a:pt x="15092" y="97709"/>
                  </a:lnTo>
                  <a:lnTo>
                    <a:pt x="12965" y="102568"/>
                  </a:lnTo>
                  <a:lnTo>
                    <a:pt x="10993" y="107492"/>
                  </a:lnTo>
                  <a:lnTo>
                    <a:pt x="9178" y="112476"/>
                  </a:lnTo>
                  <a:lnTo>
                    <a:pt x="7523" y="117515"/>
                  </a:lnTo>
                  <a:lnTo>
                    <a:pt x="6028" y="122604"/>
                  </a:lnTo>
                  <a:lnTo>
                    <a:pt x="4695" y="127738"/>
                  </a:lnTo>
                  <a:lnTo>
                    <a:pt x="3526" y="132912"/>
                  </a:lnTo>
                  <a:lnTo>
                    <a:pt x="2522" y="138120"/>
                  </a:lnTo>
                  <a:lnTo>
                    <a:pt x="1683" y="143357"/>
                  </a:lnTo>
                  <a:lnTo>
                    <a:pt x="1011" y="148618"/>
                  </a:lnTo>
                  <a:lnTo>
                    <a:pt x="506" y="153898"/>
                  </a:lnTo>
                  <a:lnTo>
                    <a:pt x="169" y="159192"/>
                  </a:lnTo>
                  <a:lnTo>
                    <a:pt x="0" y="164493"/>
                  </a:lnTo>
                  <a:lnTo>
                    <a:pt x="0" y="169797"/>
                  </a:lnTo>
                  <a:lnTo>
                    <a:pt x="167" y="175099"/>
                  </a:lnTo>
                  <a:lnTo>
                    <a:pt x="503" y="180392"/>
                  </a:lnTo>
                  <a:lnTo>
                    <a:pt x="1006" y="185672"/>
                  </a:lnTo>
                  <a:lnTo>
                    <a:pt x="1677" y="190934"/>
                  </a:lnTo>
                  <a:lnTo>
                    <a:pt x="2514" y="196172"/>
                  </a:lnTo>
                  <a:lnTo>
                    <a:pt x="3517" y="201380"/>
                  </a:lnTo>
                  <a:lnTo>
                    <a:pt x="4685" y="206554"/>
                  </a:lnTo>
                  <a:lnTo>
                    <a:pt x="6016" y="211688"/>
                  </a:lnTo>
                  <a:lnTo>
                    <a:pt x="7510" y="216778"/>
                  </a:lnTo>
                  <a:lnTo>
                    <a:pt x="9164" y="221817"/>
                  </a:lnTo>
                  <a:lnTo>
                    <a:pt x="10978" y="226802"/>
                  </a:lnTo>
                  <a:lnTo>
                    <a:pt x="12948" y="231726"/>
                  </a:lnTo>
                  <a:lnTo>
                    <a:pt x="15074" y="236586"/>
                  </a:lnTo>
                  <a:lnTo>
                    <a:pt x="17353" y="241375"/>
                  </a:lnTo>
                  <a:lnTo>
                    <a:pt x="19783" y="246090"/>
                  </a:lnTo>
                  <a:lnTo>
                    <a:pt x="22361" y="250726"/>
                  </a:lnTo>
                  <a:lnTo>
                    <a:pt x="25084" y="255277"/>
                  </a:lnTo>
                  <a:lnTo>
                    <a:pt x="27951" y="259740"/>
                  </a:lnTo>
                  <a:lnTo>
                    <a:pt x="30958" y="264109"/>
                  </a:lnTo>
                  <a:lnTo>
                    <a:pt x="34102" y="268381"/>
                  </a:lnTo>
                  <a:lnTo>
                    <a:pt x="37380" y="272551"/>
                  </a:lnTo>
                  <a:lnTo>
                    <a:pt x="40789" y="276615"/>
                  </a:lnTo>
                  <a:lnTo>
                    <a:pt x="44325" y="280568"/>
                  </a:lnTo>
                  <a:lnTo>
                    <a:pt x="47984" y="284408"/>
                  </a:lnTo>
                  <a:lnTo>
                    <a:pt x="51764" y="288129"/>
                  </a:lnTo>
                  <a:lnTo>
                    <a:pt x="55659" y="291729"/>
                  </a:lnTo>
                  <a:lnTo>
                    <a:pt x="59667" y="295203"/>
                  </a:lnTo>
                  <a:lnTo>
                    <a:pt x="63783" y="298548"/>
                  </a:lnTo>
                  <a:lnTo>
                    <a:pt x="68004" y="301761"/>
                  </a:lnTo>
                  <a:lnTo>
                    <a:pt x="72323" y="304839"/>
                  </a:lnTo>
                  <a:lnTo>
                    <a:pt x="76739" y="307778"/>
                  </a:lnTo>
                  <a:lnTo>
                    <a:pt x="81245" y="310575"/>
                  </a:lnTo>
                  <a:lnTo>
                    <a:pt x="85838" y="313228"/>
                  </a:lnTo>
                  <a:lnTo>
                    <a:pt x="90513" y="315734"/>
                  </a:lnTo>
                  <a:lnTo>
                    <a:pt x="95265" y="318091"/>
                  </a:lnTo>
                  <a:lnTo>
                    <a:pt x="100089" y="320295"/>
                  </a:lnTo>
                  <a:lnTo>
                    <a:pt x="104981" y="322346"/>
                  </a:lnTo>
                  <a:lnTo>
                    <a:pt x="109935" y="324240"/>
                  </a:lnTo>
                  <a:lnTo>
                    <a:pt x="114947" y="325976"/>
                  </a:lnTo>
                  <a:lnTo>
                    <a:pt x="120012" y="327552"/>
                  </a:lnTo>
                  <a:lnTo>
                    <a:pt x="125124" y="328966"/>
                  </a:lnTo>
                  <a:lnTo>
                    <a:pt x="130278" y="330218"/>
                  </a:lnTo>
                  <a:lnTo>
                    <a:pt x="135470" y="331306"/>
                  </a:lnTo>
                  <a:lnTo>
                    <a:pt x="140693" y="332228"/>
                  </a:lnTo>
                  <a:lnTo>
                    <a:pt x="145943" y="332984"/>
                  </a:lnTo>
                  <a:lnTo>
                    <a:pt x="151214" y="333573"/>
                  </a:lnTo>
                  <a:lnTo>
                    <a:pt x="156501" y="333995"/>
                  </a:lnTo>
                  <a:lnTo>
                    <a:pt x="161799" y="334249"/>
                  </a:lnTo>
                  <a:lnTo>
                    <a:pt x="167103" y="334334"/>
                  </a:lnTo>
                  <a:lnTo>
                    <a:pt x="172406" y="334252"/>
                  </a:lnTo>
                  <a:lnTo>
                    <a:pt x="177705" y="334001"/>
                  </a:lnTo>
                  <a:lnTo>
                    <a:pt x="182992" y="333582"/>
                  </a:lnTo>
                  <a:lnTo>
                    <a:pt x="188264" y="332995"/>
                  </a:lnTo>
                  <a:lnTo>
                    <a:pt x="193514" y="332242"/>
                  </a:lnTo>
                  <a:lnTo>
                    <a:pt x="198738" y="331322"/>
                  </a:lnTo>
                  <a:lnTo>
                    <a:pt x="203930" y="330237"/>
                  </a:lnTo>
                  <a:lnTo>
                    <a:pt x="209085" y="328988"/>
                  </a:lnTo>
                  <a:lnTo>
                    <a:pt x="214197" y="327576"/>
                  </a:lnTo>
                  <a:lnTo>
                    <a:pt x="219263" y="326003"/>
                  </a:lnTo>
                  <a:lnTo>
                    <a:pt x="224276" y="324269"/>
                  </a:lnTo>
                  <a:lnTo>
                    <a:pt x="229231" y="322378"/>
                  </a:lnTo>
                  <a:lnTo>
                    <a:pt x="234124" y="320330"/>
                  </a:lnTo>
                  <a:lnTo>
                    <a:pt x="238949" y="318128"/>
                  </a:lnTo>
                  <a:lnTo>
                    <a:pt x="243702" y="315774"/>
                  </a:lnTo>
                  <a:lnTo>
                    <a:pt x="248379" y="313271"/>
                  </a:lnTo>
                  <a:lnTo>
                    <a:pt x="252973" y="310620"/>
                  </a:lnTo>
                  <a:lnTo>
                    <a:pt x="257481" y="307825"/>
                  </a:lnTo>
                  <a:lnTo>
                    <a:pt x="261898" y="304888"/>
                  </a:lnTo>
                  <a:lnTo>
                    <a:pt x="266219" y="301813"/>
                  </a:lnTo>
                  <a:lnTo>
                    <a:pt x="270441" y="298602"/>
                  </a:lnTo>
                  <a:lnTo>
                    <a:pt x="274559" y="295259"/>
                  </a:lnTo>
                  <a:lnTo>
                    <a:pt x="278569" y="291786"/>
                  </a:lnTo>
                  <a:lnTo>
                    <a:pt x="282466" y="288189"/>
                  </a:lnTo>
                  <a:lnTo>
                    <a:pt x="286247" y="284469"/>
                  </a:lnTo>
                  <a:lnTo>
                    <a:pt x="289909" y="280632"/>
                  </a:lnTo>
                  <a:lnTo>
                    <a:pt x="293447" y="276680"/>
                  </a:lnTo>
                  <a:lnTo>
                    <a:pt x="296858" y="272618"/>
                  </a:lnTo>
                  <a:lnTo>
                    <a:pt x="300138" y="268450"/>
                  </a:lnTo>
                  <a:lnTo>
                    <a:pt x="303284" y="264180"/>
                  </a:lnTo>
                  <a:lnTo>
                    <a:pt x="306293" y="259812"/>
                  </a:lnTo>
                  <a:lnTo>
                    <a:pt x="309162" y="255351"/>
                  </a:lnTo>
                  <a:lnTo>
                    <a:pt x="311889" y="250801"/>
                  </a:lnTo>
                  <a:lnTo>
                    <a:pt x="314469" y="246167"/>
                  </a:lnTo>
                  <a:lnTo>
                    <a:pt x="316901" y="241453"/>
                  </a:lnTo>
                  <a:lnTo>
                    <a:pt x="319183" y="236665"/>
                  </a:lnTo>
                  <a:lnTo>
                    <a:pt x="321311" y="231806"/>
                  </a:lnTo>
                  <a:lnTo>
                    <a:pt x="323284" y="226883"/>
                  </a:lnTo>
                  <a:lnTo>
                    <a:pt x="325100" y="221899"/>
                  </a:lnTo>
                  <a:lnTo>
                    <a:pt x="326757" y="216860"/>
                  </a:lnTo>
                  <a:lnTo>
                    <a:pt x="328253" y="211772"/>
                  </a:lnTo>
                  <a:lnTo>
                    <a:pt x="329587" y="206638"/>
                  </a:lnTo>
                  <a:lnTo>
                    <a:pt x="330757" y="201465"/>
                  </a:lnTo>
                  <a:lnTo>
                    <a:pt x="331763" y="196257"/>
                  </a:lnTo>
                  <a:lnTo>
                    <a:pt x="332603" y="191020"/>
                  </a:lnTo>
                  <a:lnTo>
                    <a:pt x="333277" y="185759"/>
                  </a:lnTo>
                  <a:lnTo>
                    <a:pt x="333783" y="180479"/>
                  </a:lnTo>
                  <a:lnTo>
                    <a:pt x="334121" y="175185"/>
                  </a:lnTo>
                  <a:lnTo>
                    <a:pt x="334292" y="169884"/>
                  </a:lnTo>
                  <a:lnTo>
                    <a:pt x="334294" y="164580"/>
                  </a:lnTo>
                  <a:lnTo>
                    <a:pt x="334127" y="159278"/>
                  </a:lnTo>
                  <a:lnTo>
                    <a:pt x="333793" y="153985"/>
                  </a:lnTo>
                  <a:lnTo>
                    <a:pt x="333291" y="148705"/>
                  </a:lnTo>
                  <a:lnTo>
                    <a:pt x="332622" y="143443"/>
                  </a:lnTo>
                  <a:lnTo>
                    <a:pt x="331786" y="138205"/>
                  </a:lnTo>
                  <a:lnTo>
                    <a:pt x="330784" y="132996"/>
                  </a:lnTo>
                  <a:lnTo>
                    <a:pt x="329618" y="127822"/>
                  </a:lnTo>
                  <a:lnTo>
                    <a:pt x="328288" y="122687"/>
                  </a:lnTo>
                  <a:lnTo>
                    <a:pt x="326795" y="117598"/>
                  </a:lnTo>
                  <a:lnTo>
                    <a:pt x="325142" y="112558"/>
                  </a:lnTo>
                  <a:lnTo>
                    <a:pt x="323330" y="107573"/>
                  </a:lnTo>
                  <a:lnTo>
                    <a:pt x="321361" y="102648"/>
                  </a:lnTo>
                  <a:lnTo>
                    <a:pt x="319237" y="97788"/>
                  </a:lnTo>
                  <a:lnTo>
                    <a:pt x="316959" y="92997"/>
                  </a:lnTo>
                  <a:lnTo>
                    <a:pt x="314530" y="88282"/>
                  </a:lnTo>
                  <a:lnTo>
                    <a:pt x="311954" y="83646"/>
                  </a:lnTo>
                  <a:lnTo>
                    <a:pt x="309231" y="79094"/>
                  </a:lnTo>
                  <a:lnTo>
                    <a:pt x="306365" y="74630"/>
                  </a:lnTo>
                  <a:lnTo>
                    <a:pt x="303359" y="70260"/>
                  </a:lnTo>
                  <a:lnTo>
                    <a:pt x="300216" y="65988"/>
                  </a:lnTo>
                  <a:lnTo>
                    <a:pt x="296940" y="61817"/>
                  </a:lnTo>
                  <a:lnTo>
                    <a:pt x="293532" y="57752"/>
                  </a:lnTo>
                  <a:lnTo>
                    <a:pt x="289997" y="53798"/>
                  </a:lnTo>
                  <a:lnTo>
                    <a:pt x="286339" y="49957"/>
                  </a:lnTo>
                  <a:lnTo>
                    <a:pt x="282560" y="46235"/>
                  </a:lnTo>
                  <a:lnTo>
                    <a:pt x="278665" y="42634"/>
                  </a:lnTo>
                  <a:lnTo>
                    <a:pt x="274658" y="39159"/>
                  </a:lnTo>
                  <a:lnTo>
                    <a:pt x="270543" y="35812"/>
                  </a:lnTo>
                  <a:lnTo>
                    <a:pt x="266324" y="32598"/>
                  </a:lnTo>
                  <a:lnTo>
                    <a:pt x="262005" y="29519"/>
                  </a:lnTo>
                  <a:lnTo>
                    <a:pt x="257590" y="26579"/>
                  </a:lnTo>
                  <a:lnTo>
                    <a:pt x="253084" y="23781"/>
                  </a:lnTo>
                  <a:lnTo>
                    <a:pt x="248492" y="21127"/>
                  </a:lnTo>
                  <a:lnTo>
                    <a:pt x="243818" y="18619"/>
                  </a:lnTo>
                  <a:lnTo>
                    <a:pt x="239067" y="16262"/>
                  </a:lnTo>
                  <a:lnTo>
                    <a:pt x="234243" y="14056"/>
                  </a:lnTo>
                  <a:lnTo>
                    <a:pt x="229352" y="12004"/>
                  </a:lnTo>
                  <a:lnTo>
                    <a:pt x="224398" y="10109"/>
                  </a:lnTo>
                  <a:lnTo>
                    <a:pt x="219386" y="8372"/>
                  </a:lnTo>
                  <a:lnTo>
                    <a:pt x="214322" y="6794"/>
                  </a:lnTo>
                  <a:lnTo>
                    <a:pt x="209210" y="5378"/>
                  </a:lnTo>
                  <a:lnTo>
                    <a:pt x="204057" y="4125"/>
                  </a:lnTo>
                  <a:lnTo>
                    <a:pt x="198865" y="3036"/>
                  </a:lnTo>
                  <a:lnTo>
                    <a:pt x="193642" y="2113"/>
                  </a:lnTo>
                  <a:lnTo>
                    <a:pt x="188393" y="1355"/>
                  </a:lnTo>
                  <a:lnTo>
                    <a:pt x="183121" y="765"/>
                  </a:lnTo>
                  <a:lnTo>
                    <a:pt x="177834" y="342"/>
                  </a:lnTo>
                  <a:lnTo>
                    <a:pt x="172536" y="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807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4141" y="421382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7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6" y="5357"/>
                  </a:lnTo>
                  <a:lnTo>
                    <a:pt x="120054" y="6770"/>
                  </a:lnTo>
                  <a:lnTo>
                    <a:pt x="114989" y="8345"/>
                  </a:lnTo>
                  <a:lnTo>
                    <a:pt x="109976" y="10079"/>
                  </a:lnTo>
                  <a:lnTo>
                    <a:pt x="105021" y="11972"/>
                  </a:lnTo>
                  <a:lnTo>
                    <a:pt x="100129" y="14021"/>
                  </a:lnTo>
                  <a:lnTo>
                    <a:pt x="95304" y="16224"/>
                  </a:lnTo>
                  <a:lnTo>
                    <a:pt x="90552" y="18580"/>
                  </a:lnTo>
                  <a:lnTo>
                    <a:pt x="85876" y="21084"/>
                  </a:lnTo>
                  <a:lnTo>
                    <a:pt x="81282" y="23736"/>
                  </a:lnTo>
                  <a:lnTo>
                    <a:pt x="76775" y="26532"/>
                  </a:lnTo>
                  <a:lnTo>
                    <a:pt x="72359" y="29470"/>
                  </a:lnTo>
                  <a:lnTo>
                    <a:pt x="68038" y="32547"/>
                  </a:lnTo>
                  <a:lnTo>
                    <a:pt x="63817" y="35759"/>
                  </a:lnTo>
                  <a:lnTo>
                    <a:pt x="59700" y="39103"/>
                  </a:lnTo>
                  <a:lnTo>
                    <a:pt x="55692" y="42576"/>
                  </a:lnTo>
                  <a:lnTo>
                    <a:pt x="51795" y="46175"/>
                  </a:lnTo>
                  <a:lnTo>
                    <a:pt x="48015" y="49895"/>
                  </a:lnTo>
                  <a:lnTo>
                    <a:pt x="44354" y="53734"/>
                  </a:lnTo>
                  <a:lnTo>
                    <a:pt x="40817" y="57687"/>
                  </a:lnTo>
                  <a:lnTo>
                    <a:pt x="37408" y="61750"/>
                  </a:lnTo>
                  <a:lnTo>
                    <a:pt x="34128" y="65919"/>
                  </a:lnTo>
                  <a:lnTo>
                    <a:pt x="30983" y="70190"/>
                  </a:lnTo>
                  <a:lnTo>
                    <a:pt x="27975" y="74558"/>
                  </a:lnTo>
                  <a:lnTo>
                    <a:pt x="25107" y="79020"/>
                  </a:lnTo>
                  <a:lnTo>
                    <a:pt x="22382" y="83571"/>
                  </a:lnTo>
                  <a:lnTo>
                    <a:pt x="19803" y="88205"/>
                  </a:lnTo>
                  <a:lnTo>
                    <a:pt x="17372" y="92920"/>
                  </a:lnTo>
                  <a:lnTo>
                    <a:pt x="15092" y="97709"/>
                  </a:lnTo>
                  <a:lnTo>
                    <a:pt x="12965" y="102568"/>
                  </a:lnTo>
                  <a:lnTo>
                    <a:pt x="10993" y="107492"/>
                  </a:lnTo>
                  <a:lnTo>
                    <a:pt x="9178" y="112476"/>
                  </a:lnTo>
                  <a:lnTo>
                    <a:pt x="7523" y="117515"/>
                  </a:lnTo>
                  <a:lnTo>
                    <a:pt x="6028" y="122604"/>
                  </a:lnTo>
                  <a:lnTo>
                    <a:pt x="4695" y="127738"/>
                  </a:lnTo>
                  <a:lnTo>
                    <a:pt x="3526" y="132912"/>
                  </a:lnTo>
                  <a:lnTo>
                    <a:pt x="2522" y="138120"/>
                  </a:lnTo>
                  <a:lnTo>
                    <a:pt x="1683" y="143357"/>
                  </a:lnTo>
                  <a:lnTo>
                    <a:pt x="1011" y="148618"/>
                  </a:lnTo>
                  <a:lnTo>
                    <a:pt x="506" y="153898"/>
                  </a:lnTo>
                  <a:lnTo>
                    <a:pt x="169" y="159192"/>
                  </a:lnTo>
                  <a:lnTo>
                    <a:pt x="0" y="164493"/>
                  </a:lnTo>
                  <a:lnTo>
                    <a:pt x="0" y="169797"/>
                  </a:lnTo>
                  <a:lnTo>
                    <a:pt x="167" y="175099"/>
                  </a:lnTo>
                  <a:lnTo>
                    <a:pt x="503" y="180392"/>
                  </a:lnTo>
                  <a:lnTo>
                    <a:pt x="1006" y="185672"/>
                  </a:lnTo>
                  <a:lnTo>
                    <a:pt x="1677" y="190934"/>
                  </a:lnTo>
                  <a:lnTo>
                    <a:pt x="2514" y="196172"/>
                  </a:lnTo>
                  <a:lnTo>
                    <a:pt x="3517" y="201380"/>
                  </a:lnTo>
                  <a:lnTo>
                    <a:pt x="4685" y="206554"/>
                  </a:lnTo>
                  <a:lnTo>
                    <a:pt x="6016" y="211688"/>
                  </a:lnTo>
                  <a:lnTo>
                    <a:pt x="7510" y="216778"/>
                  </a:lnTo>
                  <a:lnTo>
                    <a:pt x="9164" y="221817"/>
                  </a:lnTo>
                  <a:lnTo>
                    <a:pt x="10978" y="226802"/>
                  </a:lnTo>
                  <a:lnTo>
                    <a:pt x="12948" y="231726"/>
                  </a:lnTo>
                  <a:lnTo>
                    <a:pt x="15074" y="236586"/>
                  </a:lnTo>
                  <a:lnTo>
                    <a:pt x="17353" y="241375"/>
                  </a:lnTo>
                  <a:lnTo>
                    <a:pt x="19783" y="246090"/>
                  </a:lnTo>
                  <a:lnTo>
                    <a:pt x="22361" y="250726"/>
                  </a:lnTo>
                  <a:lnTo>
                    <a:pt x="25084" y="255277"/>
                  </a:lnTo>
                  <a:lnTo>
                    <a:pt x="27951" y="259740"/>
                  </a:lnTo>
                  <a:lnTo>
                    <a:pt x="30958" y="264109"/>
                  </a:lnTo>
                  <a:lnTo>
                    <a:pt x="34102" y="268381"/>
                  </a:lnTo>
                  <a:lnTo>
                    <a:pt x="37380" y="272551"/>
                  </a:lnTo>
                  <a:lnTo>
                    <a:pt x="40789" y="276615"/>
                  </a:lnTo>
                  <a:lnTo>
                    <a:pt x="44325" y="280568"/>
                  </a:lnTo>
                  <a:lnTo>
                    <a:pt x="47984" y="284408"/>
                  </a:lnTo>
                  <a:lnTo>
                    <a:pt x="51764" y="288129"/>
                  </a:lnTo>
                  <a:lnTo>
                    <a:pt x="55659" y="291729"/>
                  </a:lnTo>
                  <a:lnTo>
                    <a:pt x="59667" y="295203"/>
                  </a:lnTo>
                  <a:lnTo>
                    <a:pt x="63783" y="298548"/>
                  </a:lnTo>
                  <a:lnTo>
                    <a:pt x="68004" y="301761"/>
                  </a:lnTo>
                  <a:lnTo>
                    <a:pt x="72323" y="304839"/>
                  </a:lnTo>
                  <a:lnTo>
                    <a:pt x="76739" y="307778"/>
                  </a:lnTo>
                  <a:lnTo>
                    <a:pt x="81245" y="310575"/>
                  </a:lnTo>
                  <a:lnTo>
                    <a:pt x="85838" y="313228"/>
                  </a:lnTo>
                  <a:lnTo>
                    <a:pt x="90513" y="315734"/>
                  </a:lnTo>
                  <a:lnTo>
                    <a:pt x="95265" y="318091"/>
                  </a:lnTo>
                  <a:lnTo>
                    <a:pt x="100089" y="320295"/>
                  </a:lnTo>
                  <a:lnTo>
                    <a:pt x="104981" y="322346"/>
                  </a:lnTo>
                  <a:lnTo>
                    <a:pt x="109935" y="324240"/>
                  </a:lnTo>
                  <a:lnTo>
                    <a:pt x="114947" y="325976"/>
                  </a:lnTo>
                  <a:lnTo>
                    <a:pt x="120012" y="327552"/>
                  </a:lnTo>
                  <a:lnTo>
                    <a:pt x="125124" y="328966"/>
                  </a:lnTo>
                  <a:lnTo>
                    <a:pt x="130278" y="330218"/>
                  </a:lnTo>
                  <a:lnTo>
                    <a:pt x="135470" y="331306"/>
                  </a:lnTo>
                  <a:lnTo>
                    <a:pt x="140693" y="332228"/>
                  </a:lnTo>
                  <a:lnTo>
                    <a:pt x="145943" y="332984"/>
                  </a:lnTo>
                  <a:lnTo>
                    <a:pt x="151214" y="333573"/>
                  </a:lnTo>
                  <a:lnTo>
                    <a:pt x="156501" y="333995"/>
                  </a:lnTo>
                  <a:lnTo>
                    <a:pt x="161799" y="334249"/>
                  </a:lnTo>
                  <a:lnTo>
                    <a:pt x="167103" y="334334"/>
                  </a:lnTo>
                  <a:lnTo>
                    <a:pt x="172406" y="334252"/>
                  </a:lnTo>
                  <a:lnTo>
                    <a:pt x="177705" y="334001"/>
                  </a:lnTo>
                  <a:lnTo>
                    <a:pt x="182992" y="333582"/>
                  </a:lnTo>
                  <a:lnTo>
                    <a:pt x="188264" y="332995"/>
                  </a:lnTo>
                  <a:lnTo>
                    <a:pt x="193514" y="332242"/>
                  </a:lnTo>
                  <a:lnTo>
                    <a:pt x="198738" y="331322"/>
                  </a:lnTo>
                  <a:lnTo>
                    <a:pt x="203930" y="330237"/>
                  </a:lnTo>
                  <a:lnTo>
                    <a:pt x="209085" y="328988"/>
                  </a:lnTo>
                  <a:lnTo>
                    <a:pt x="214197" y="327576"/>
                  </a:lnTo>
                  <a:lnTo>
                    <a:pt x="219263" y="326003"/>
                  </a:lnTo>
                  <a:lnTo>
                    <a:pt x="224276" y="324269"/>
                  </a:lnTo>
                  <a:lnTo>
                    <a:pt x="229231" y="322378"/>
                  </a:lnTo>
                  <a:lnTo>
                    <a:pt x="234124" y="320330"/>
                  </a:lnTo>
                  <a:lnTo>
                    <a:pt x="238949" y="318128"/>
                  </a:lnTo>
                  <a:lnTo>
                    <a:pt x="243702" y="315774"/>
                  </a:lnTo>
                  <a:lnTo>
                    <a:pt x="248379" y="313271"/>
                  </a:lnTo>
                  <a:lnTo>
                    <a:pt x="252973" y="310620"/>
                  </a:lnTo>
                  <a:lnTo>
                    <a:pt x="257481" y="307825"/>
                  </a:lnTo>
                  <a:lnTo>
                    <a:pt x="261898" y="304888"/>
                  </a:lnTo>
                  <a:lnTo>
                    <a:pt x="266219" y="301813"/>
                  </a:lnTo>
                  <a:lnTo>
                    <a:pt x="270441" y="298602"/>
                  </a:lnTo>
                  <a:lnTo>
                    <a:pt x="274559" y="295259"/>
                  </a:lnTo>
                  <a:lnTo>
                    <a:pt x="278569" y="291786"/>
                  </a:lnTo>
                  <a:lnTo>
                    <a:pt x="282466" y="288189"/>
                  </a:lnTo>
                  <a:lnTo>
                    <a:pt x="286247" y="284469"/>
                  </a:lnTo>
                  <a:lnTo>
                    <a:pt x="289909" y="280632"/>
                  </a:lnTo>
                  <a:lnTo>
                    <a:pt x="293447" y="276680"/>
                  </a:lnTo>
                  <a:lnTo>
                    <a:pt x="296858" y="272618"/>
                  </a:lnTo>
                  <a:lnTo>
                    <a:pt x="300138" y="268450"/>
                  </a:lnTo>
                  <a:lnTo>
                    <a:pt x="303284" y="264180"/>
                  </a:lnTo>
                  <a:lnTo>
                    <a:pt x="306293" y="259812"/>
                  </a:lnTo>
                  <a:lnTo>
                    <a:pt x="309162" y="255351"/>
                  </a:lnTo>
                  <a:lnTo>
                    <a:pt x="311889" y="250801"/>
                  </a:lnTo>
                  <a:lnTo>
                    <a:pt x="314469" y="246167"/>
                  </a:lnTo>
                  <a:lnTo>
                    <a:pt x="316901" y="241453"/>
                  </a:lnTo>
                  <a:lnTo>
                    <a:pt x="319183" y="236665"/>
                  </a:lnTo>
                  <a:lnTo>
                    <a:pt x="321311" y="231806"/>
                  </a:lnTo>
                  <a:lnTo>
                    <a:pt x="323284" y="226883"/>
                  </a:lnTo>
                  <a:lnTo>
                    <a:pt x="325100" y="221899"/>
                  </a:lnTo>
                  <a:lnTo>
                    <a:pt x="326757" y="216860"/>
                  </a:lnTo>
                  <a:lnTo>
                    <a:pt x="328253" y="211772"/>
                  </a:lnTo>
                  <a:lnTo>
                    <a:pt x="329587" y="206638"/>
                  </a:lnTo>
                  <a:lnTo>
                    <a:pt x="330757" y="201465"/>
                  </a:lnTo>
                  <a:lnTo>
                    <a:pt x="331763" y="196257"/>
                  </a:lnTo>
                  <a:lnTo>
                    <a:pt x="332603" y="191020"/>
                  </a:lnTo>
                  <a:lnTo>
                    <a:pt x="333277" y="185759"/>
                  </a:lnTo>
                  <a:lnTo>
                    <a:pt x="333783" y="180479"/>
                  </a:lnTo>
                  <a:lnTo>
                    <a:pt x="334121" y="175185"/>
                  </a:lnTo>
                  <a:lnTo>
                    <a:pt x="334292" y="169884"/>
                  </a:lnTo>
                  <a:lnTo>
                    <a:pt x="334294" y="164580"/>
                  </a:lnTo>
                  <a:lnTo>
                    <a:pt x="334127" y="159278"/>
                  </a:lnTo>
                  <a:lnTo>
                    <a:pt x="333793" y="153985"/>
                  </a:lnTo>
                  <a:lnTo>
                    <a:pt x="333291" y="148705"/>
                  </a:lnTo>
                  <a:lnTo>
                    <a:pt x="332622" y="143443"/>
                  </a:lnTo>
                  <a:lnTo>
                    <a:pt x="331786" y="138205"/>
                  </a:lnTo>
                  <a:lnTo>
                    <a:pt x="330784" y="132996"/>
                  </a:lnTo>
                  <a:lnTo>
                    <a:pt x="329618" y="127822"/>
                  </a:lnTo>
                  <a:lnTo>
                    <a:pt x="328288" y="122687"/>
                  </a:lnTo>
                  <a:lnTo>
                    <a:pt x="326795" y="117598"/>
                  </a:lnTo>
                  <a:lnTo>
                    <a:pt x="325142" y="112558"/>
                  </a:lnTo>
                  <a:lnTo>
                    <a:pt x="323330" y="107573"/>
                  </a:lnTo>
                  <a:lnTo>
                    <a:pt x="321361" y="102648"/>
                  </a:lnTo>
                  <a:lnTo>
                    <a:pt x="319237" y="97788"/>
                  </a:lnTo>
                  <a:lnTo>
                    <a:pt x="316959" y="92997"/>
                  </a:lnTo>
                  <a:lnTo>
                    <a:pt x="314530" y="88282"/>
                  </a:lnTo>
                  <a:lnTo>
                    <a:pt x="311954" y="83646"/>
                  </a:lnTo>
                  <a:lnTo>
                    <a:pt x="309231" y="79094"/>
                  </a:lnTo>
                  <a:lnTo>
                    <a:pt x="306365" y="74630"/>
                  </a:lnTo>
                  <a:lnTo>
                    <a:pt x="303359" y="70260"/>
                  </a:lnTo>
                  <a:lnTo>
                    <a:pt x="300216" y="65988"/>
                  </a:lnTo>
                  <a:lnTo>
                    <a:pt x="296940" y="61817"/>
                  </a:lnTo>
                  <a:lnTo>
                    <a:pt x="293532" y="57752"/>
                  </a:lnTo>
                  <a:lnTo>
                    <a:pt x="289997" y="53798"/>
                  </a:lnTo>
                  <a:lnTo>
                    <a:pt x="286339" y="49957"/>
                  </a:lnTo>
                  <a:lnTo>
                    <a:pt x="282560" y="46235"/>
                  </a:lnTo>
                  <a:lnTo>
                    <a:pt x="278665" y="42634"/>
                  </a:lnTo>
                  <a:lnTo>
                    <a:pt x="274658" y="39159"/>
                  </a:lnTo>
                  <a:lnTo>
                    <a:pt x="270543" y="35812"/>
                  </a:lnTo>
                  <a:lnTo>
                    <a:pt x="266324" y="32598"/>
                  </a:lnTo>
                  <a:lnTo>
                    <a:pt x="262005" y="29519"/>
                  </a:lnTo>
                  <a:lnTo>
                    <a:pt x="257590" y="26579"/>
                  </a:lnTo>
                  <a:lnTo>
                    <a:pt x="253084" y="23781"/>
                  </a:lnTo>
                  <a:lnTo>
                    <a:pt x="248492" y="21127"/>
                  </a:lnTo>
                  <a:lnTo>
                    <a:pt x="243818" y="18619"/>
                  </a:lnTo>
                  <a:lnTo>
                    <a:pt x="239067" y="16262"/>
                  </a:lnTo>
                  <a:lnTo>
                    <a:pt x="234243" y="14056"/>
                  </a:lnTo>
                  <a:lnTo>
                    <a:pt x="229352" y="12004"/>
                  </a:lnTo>
                  <a:lnTo>
                    <a:pt x="224398" y="10109"/>
                  </a:lnTo>
                  <a:lnTo>
                    <a:pt x="219386" y="8372"/>
                  </a:lnTo>
                  <a:lnTo>
                    <a:pt x="214322" y="6794"/>
                  </a:lnTo>
                  <a:lnTo>
                    <a:pt x="209210" y="5378"/>
                  </a:lnTo>
                  <a:lnTo>
                    <a:pt x="204057" y="4125"/>
                  </a:lnTo>
                  <a:lnTo>
                    <a:pt x="198865" y="3036"/>
                  </a:lnTo>
                  <a:lnTo>
                    <a:pt x="193642" y="2113"/>
                  </a:lnTo>
                  <a:lnTo>
                    <a:pt x="188393" y="1355"/>
                  </a:lnTo>
                  <a:lnTo>
                    <a:pt x="183121" y="765"/>
                  </a:lnTo>
                  <a:lnTo>
                    <a:pt x="177834" y="342"/>
                  </a:lnTo>
                  <a:lnTo>
                    <a:pt x="172536" y="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908"/>
              <a:ext cx="5390" cy="167080"/>
            </a:xfrm>
            <a:custGeom>
              <a:avLst/>
              <a:pathLst>
                <a:path w="5390" h="167080">
                  <a:moveTo>
                    <a:pt x="5390" y="0"/>
                  </a:moveTo>
                  <a:lnTo>
                    <a:pt x="0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61" y="4659281"/>
              <a:ext cx="167163" cy="243119"/>
            </a:xfrm>
            <a:custGeom>
              <a:avLst/>
              <a:pathLst>
                <a:path w="167163" h="243119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1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6" y="5418"/>
                  </a:lnTo>
                  <a:lnTo>
                    <a:pt x="119807" y="6847"/>
                  </a:lnTo>
                  <a:lnTo>
                    <a:pt x="114715" y="8440"/>
                  </a:lnTo>
                  <a:lnTo>
                    <a:pt x="109678" y="10194"/>
                  </a:lnTo>
                  <a:lnTo>
                    <a:pt x="104698" y="12108"/>
                  </a:lnTo>
                  <a:lnTo>
                    <a:pt x="99782" y="14181"/>
                  </a:lnTo>
                  <a:lnTo>
                    <a:pt x="94935" y="16408"/>
                  </a:lnTo>
                  <a:lnTo>
                    <a:pt x="90162" y="18790"/>
                  </a:lnTo>
                  <a:lnTo>
                    <a:pt x="85467" y="21322"/>
                  </a:lnTo>
                  <a:lnTo>
                    <a:pt x="80855" y="24003"/>
                  </a:lnTo>
                  <a:lnTo>
                    <a:pt x="76330" y="26830"/>
                  </a:lnTo>
                  <a:lnTo>
                    <a:pt x="71899" y="29800"/>
                  </a:lnTo>
                  <a:lnTo>
                    <a:pt x="67564" y="32909"/>
                  </a:lnTo>
                  <a:lnTo>
                    <a:pt x="63331" y="36156"/>
                  </a:lnTo>
                  <a:lnTo>
                    <a:pt x="59204" y="39535"/>
                  </a:lnTo>
                  <a:lnTo>
                    <a:pt x="55186" y="43045"/>
                  </a:lnTo>
                  <a:lnTo>
                    <a:pt x="51283" y="46681"/>
                  </a:lnTo>
                  <a:lnTo>
                    <a:pt x="47498" y="50440"/>
                  </a:lnTo>
                  <a:lnTo>
                    <a:pt x="43834" y="54318"/>
                  </a:lnTo>
                  <a:lnTo>
                    <a:pt x="40296" y="58310"/>
                  </a:lnTo>
                  <a:lnTo>
                    <a:pt x="36887" y="62414"/>
                  </a:lnTo>
                  <a:lnTo>
                    <a:pt x="33611" y="66624"/>
                  </a:lnTo>
                  <a:lnTo>
                    <a:pt x="30471" y="70936"/>
                  </a:lnTo>
                  <a:lnTo>
                    <a:pt x="27470" y="75347"/>
                  </a:lnTo>
                  <a:lnTo>
                    <a:pt x="24612" y="79851"/>
                  </a:lnTo>
                  <a:lnTo>
                    <a:pt x="21898" y="84444"/>
                  </a:lnTo>
                  <a:lnTo>
                    <a:pt x="19333" y="89121"/>
                  </a:lnTo>
                  <a:lnTo>
                    <a:pt x="16918" y="93878"/>
                  </a:lnTo>
                  <a:lnTo>
                    <a:pt x="14656" y="98709"/>
                  </a:lnTo>
                  <a:lnTo>
                    <a:pt x="12549" y="103610"/>
                  </a:lnTo>
                  <a:lnTo>
                    <a:pt x="10600" y="108576"/>
                  </a:lnTo>
                  <a:lnTo>
                    <a:pt x="8810" y="113601"/>
                  </a:lnTo>
                  <a:lnTo>
                    <a:pt x="7181" y="118681"/>
                  </a:lnTo>
                  <a:lnTo>
                    <a:pt x="5716" y="123810"/>
                  </a:lnTo>
                  <a:lnTo>
                    <a:pt x="4414" y="128984"/>
                  </a:lnTo>
                  <a:lnTo>
                    <a:pt x="3279" y="134196"/>
                  </a:lnTo>
                  <a:lnTo>
                    <a:pt x="2310" y="139442"/>
                  </a:lnTo>
                  <a:lnTo>
                    <a:pt x="1510" y="144716"/>
                  </a:lnTo>
                  <a:lnTo>
                    <a:pt x="878" y="150013"/>
                  </a:lnTo>
                  <a:lnTo>
                    <a:pt x="415" y="155328"/>
                  </a:lnTo>
                  <a:lnTo>
                    <a:pt x="122" y="160654"/>
                  </a:lnTo>
                  <a:lnTo>
                    <a:pt x="0" y="165988"/>
                  </a:lnTo>
                  <a:lnTo>
                    <a:pt x="47" y="171322"/>
                  </a:lnTo>
                  <a:lnTo>
                    <a:pt x="265" y="176652"/>
                  </a:lnTo>
                  <a:lnTo>
                    <a:pt x="652" y="181973"/>
                  </a:lnTo>
                  <a:lnTo>
                    <a:pt x="1209" y="187278"/>
                  </a:lnTo>
                  <a:lnTo>
                    <a:pt x="1936" y="192563"/>
                  </a:lnTo>
                  <a:lnTo>
                    <a:pt x="2830" y="197822"/>
                  </a:lnTo>
                  <a:lnTo>
                    <a:pt x="3892" y="203050"/>
                  </a:lnTo>
                  <a:lnTo>
                    <a:pt x="5120" y="208241"/>
                  </a:lnTo>
                  <a:lnTo>
                    <a:pt x="6513" y="213391"/>
                  </a:lnTo>
                  <a:lnTo>
                    <a:pt x="8070" y="218493"/>
                  </a:lnTo>
                  <a:lnTo>
                    <a:pt x="9789" y="223543"/>
                  </a:lnTo>
                  <a:lnTo>
                    <a:pt x="11668" y="228536"/>
                  </a:lnTo>
                  <a:lnTo>
                    <a:pt x="13705" y="233466"/>
                  </a:lnTo>
                  <a:lnTo>
                    <a:pt x="15898" y="238329"/>
                  </a:lnTo>
                  <a:lnTo>
                    <a:pt x="18246" y="24311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7608" y="4826449"/>
              <a:ext cx="148916" cy="75952"/>
            </a:xfrm>
            <a:custGeom>
              <a:avLst/>
              <a:pathLst>
                <a:path w="148916" h="75952">
                  <a:moveTo>
                    <a:pt x="0" y="75952"/>
                  </a:moveTo>
                  <a:lnTo>
                    <a:pt x="1489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37608" y="4826449"/>
              <a:ext cx="148916" cy="105277"/>
            </a:xfrm>
            <a:custGeom>
              <a:avLst/>
              <a:pathLst>
                <a:path w="148916" h="105277">
                  <a:moveTo>
                    <a:pt x="0" y="75952"/>
                  </a:moveTo>
                  <a:lnTo>
                    <a:pt x="3314" y="82127"/>
                  </a:lnTo>
                  <a:lnTo>
                    <a:pt x="6884" y="88157"/>
                  </a:lnTo>
                  <a:lnTo>
                    <a:pt x="10703" y="94032"/>
                  </a:lnTo>
                  <a:lnTo>
                    <a:pt x="14766" y="99742"/>
                  </a:lnTo>
                  <a:lnTo>
                    <a:pt x="19064" y="105277"/>
                  </a:lnTo>
                  <a:lnTo>
                    <a:pt x="14891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6672" y="4659281"/>
              <a:ext cx="296999" cy="334334"/>
            </a:xfrm>
            <a:custGeom>
              <a:avLst/>
              <a:pathLst>
                <a:path w="296999" h="334334">
                  <a:moveTo>
                    <a:pt x="0" y="272444"/>
                  </a:moveTo>
                  <a:lnTo>
                    <a:pt x="3406" y="276512"/>
                  </a:lnTo>
                  <a:lnTo>
                    <a:pt x="6940" y="280470"/>
                  </a:lnTo>
                  <a:lnTo>
                    <a:pt x="10598" y="284314"/>
                  </a:lnTo>
                  <a:lnTo>
                    <a:pt x="14375" y="288039"/>
                  </a:lnTo>
                  <a:lnTo>
                    <a:pt x="18270" y="291643"/>
                  </a:lnTo>
                  <a:lnTo>
                    <a:pt x="22276" y="295122"/>
                  </a:lnTo>
                  <a:lnTo>
                    <a:pt x="26391" y="298471"/>
                  </a:lnTo>
                  <a:lnTo>
                    <a:pt x="30610" y="301689"/>
                  </a:lnTo>
                  <a:lnTo>
                    <a:pt x="34929" y="304770"/>
                  </a:lnTo>
                  <a:lnTo>
                    <a:pt x="39344" y="307713"/>
                  </a:lnTo>
                  <a:lnTo>
                    <a:pt x="43850" y="310515"/>
                  </a:lnTo>
                  <a:lnTo>
                    <a:pt x="48443" y="313172"/>
                  </a:lnTo>
                  <a:lnTo>
                    <a:pt x="53117" y="315682"/>
                  </a:lnTo>
                  <a:lnTo>
                    <a:pt x="57869" y="318043"/>
                  </a:lnTo>
                  <a:lnTo>
                    <a:pt x="62694" y="320251"/>
                  </a:lnTo>
                  <a:lnTo>
                    <a:pt x="67586" y="322305"/>
                  </a:lnTo>
                  <a:lnTo>
                    <a:pt x="72540" y="324203"/>
                  </a:lnTo>
                  <a:lnTo>
                    <a:pt x="77553" y="325943"/>
                  </a:lnTo>
                  <a:lnTo>
                    <a:pt x="82618" y="327523"/>
                  </a:lnTo>
                  <a:lnTo>
                    <a:pt x="87731" y="328941"/>
                  </a:lnTo>
                  <a:lnTo>
                    <a:pt x="92886" y="330196"/>
                  </a:lnTo>
                  <a:lnTo>
                    <a:pt x="98079" y="331287"/>
                  </a:lnTo>
                  <a:lnTo>
                    <a:pt x="103303" y="332213"/>
                  </a:lnTo>
                  <a:lnTo>
                    <a:pt x="108555" y="332972"/>
                  </a:lnTo>
                  <a:lnTo>
                    <a:pt x="113827" y="333565"/>
                  </a:lnTo>
                  <a:lnTo>
                    <a:pt x="119116" y="333989"/>
                  </a:lnTo>
                  <a:lnTo>
                    <a:pt x="124416" y="334246"/>
                  </a:lnTo>
                  <a:lnTo>
                    <a:pt x="129721" y="334334"/>
                  </a:lnTo>
                  <a:lnTo>
                    <a:pt x="135026" y="334254"/>
                  </a:lnTo>
                  <a:lnTo>
                    <a:pt x="140326" y="334006"/>
                  </a:lnTo>
                  <a:lnTo>
                    <a:pt x="145616" y="333589"/>
                  </a:lnTo>
                  <a:lnTo>
                    <a:pt x="150889" y="333005"/>
                  </a:lnTo>
                  <a:lnTo>
                    <a:pt x="156142" y="332254"/>
                  </a:lnTo>
                  <a:lnTo>
                    <a:pt x="161368" y="331337"/>
                  </a:lnTo>
                  <a:lnTo>
                    <a:pt x="166562" y="330254"/>
                  </a:lnTo>
                  <a:lnTo>
                    <a:pt x="171719" y="329007"/>
                  </a:lnTo>
                  <a:lnTo>
                    <a:pt x="176834" y="327596"/>
                  </a:lnTo>
                  <a:lnTo>
                    <a:pt x="181902" y="326025"/>
                  </a:lnTo>
                  <a:lnTo>
                    <a:pt x="186917" y="324293"/>
                  </a:lnTo>
                  <a:lnTo>
                    <a:pt x="191875" y="322403"/>
                  </a:lnTo>
                  <a:lnTo>
                    <a:pt x="196770" y="320356"/>
                  </a:lnTo>
                  <a:lnTo>
                    <a:pt x="201598" y="318155"/>
                  </a:lnTo>
                  <a:lnTo>
                    <a:pt x="206354" y="315802"/>
                  </a:lnTo>
                  <a:lnTo>
                    <a:pt x="211032" y="313299"/>
                  </a:lnTo>
                  <a:lnTo>
                    <a:pt x="215629" y="310649"/>
                  </a:lnTo>
                  <a:lnTo>
                    <a:pt x="220139" y="307855"/>
                  </a:lnTo>
                  <a:lnTo>
                    <a:pt x="224559" y="304919"/>
                  </a:lnTo>
                  <a:lnTo>
                    <a:pt x="228883" y="301844"/>
                  </a:lnTo>
                  <a:lnTo>
                    <a:pt x="233107" y="298633"/>
                  </a:lnTo>
                  <a:lnTo>
                    <a:pt x="237227" y="295290"/>
                  </a:lnTo>
                  <a:lnTo>
                    <a:pt x="241239" y="291818"/>
                  </a:lnTo>
                  <a:lnTo>
                    <a:pt x="245139" y="288220"/>
                  </a:lnTo>
                  <a:lnTo>
                    <a:pt x="248922" y="284500"/>
                  </a:lnTo>
                  <a:lnTo>
                    <a:pt x="252586" y="280663"/>
                  </a:lnTo>
                  <a:lnTo>
                    <a:pt x="256126" y="276710"/>
                  </a:lnTo>
                  <a:lnTo>
                    <a:pt x="259539" y="272648"/>
                  </a:lnTo>
                  <a:lnTo>
                    <a:pt x="262821" y="268479"/>
                  </a:lnTo>
                  <a:lnTo>
                    <a:pt x="265969" y="264208"/>
                  </a:lnTo>
                  <a:lnTo>
                    <a:pt x="268980" y="259839"/>
                  </a:lnTo>
                  <a:lnTo>
                    <a:pt x="271851" y="255377"/>
                  </a:lnTo>
                  <a:lnTo>
                    <a:pt x="274579" y="250826"/>
                  </a:lnTo>
                  <a:lnTo>
                    <a:pt x="277161" y="246191"/>
                  </a:lnTo>
                  <a:lnTo>
                    <a:pt x="279595" y="241476"/>
                  </a:lnTo>
                  <a:lnTo>
                    <a:pt x="281878" y="236687"/>
                  </a:lnTo>
                  <a:lnTo>
                    <a:pt x="284008" y="231827"/>
                  </a:lnTo>
                  <a:lnTo>
                    <a:pt x="285982" y="226902"/>
                  </a:lnTo>
                  <a:lnTo>
                    <a:pt x="287799" y="221917"/>
                  </a:lnTo>
                  <a:lnTo>
                    <a:pt x="289457" y="216877"/>
                  </a:lnTo>
                  <a:lnTo>
                    <a:pt x="290954" y="211787"/>
                  </a:lnTo>
                  <a:lnTo>
                    <a:pt x="292289" y="206651"/>
                  </a:lnTo>
                  <a:lnTo>
                    <a:pt x="293460" y="201476"/>
                  </a:lnTo>
                  <a:lnTo>
                    <a:pt x="294467" y="196267"/>
                  </a:lnTo>
                  <a:lnTo>
                    <a:pt x="295307" y="191028"/>
                  </a:lnTo>
                  <a:lnTo>
                    <a:pt x="295981" y="185765"/>
                  </a:lnTo>
                  <a:lnTo>
                    <a:pt x="296488" y="180483"/>
                  </a:lnTo>
                  <a:lnTo>
                    <a:pt x="296827" y="175188"/>
                  </a:lnTo>
                  <a:lnTo>
                    <a:pt x="296997" y="169885"/>
                  </a:lnTo>
                  <a:lnTo>
                    <a:pt x="296999" y="164579"/>
                  </a:lnTo>
                  <a:lnTo>
                    <a:pt x="296833" y="159276"/>
                  </a:lnTo>
                  <a:lnTo>
                    <a:pt x="296498" y="153981"/>
                  </a:lnTo>
                  <a:lnTo>
                    <a:pt x="295996" y="148699"/>
                  </a:lnTo>
                  <a:lnTo>
                    <a:pt x="295326" y="143435"/>
                  </a:lnTo>
                  <a:lnTo>
                    <a:pt x="294490" y="138196"/>
                  </a:lnTo>
                  <a:lnTo>
                    <a:pt x="293487" y="132986"/>
                  </a:lnTo>
                  <a:lnTo>
                    <a:pt x="292320" y="127810"/>
                  </a:lnTo>
                  <a:lnTo>
                    <a:pt x="290989" y="122673"/>
                  </a:lnTo>
                  <a:lnTo>
                    <a:pt x="289496" y="117582"/>
                  </a:lnTo>
                  <a:lnTo>
                    <a:pt x="287842" y="112541"/>
                  </a:lnTo>
                  <a:lnTo>
                    <a:pt x="286029" y="107554"/>
                  </a:lnTo>
                  <a:lnTo>
                    <a:pt x="284058" y="102628"/>
                  </a:lnTo>
                  <a:lnTo>
                    <a:pt x="281932" y="97766"/>
                  </a:lnTo>
                  <a:lnTo>
                    <a:pt x="279653" y="92975"/>
                  </a:lnTo>
                  <a:lnTo>
                    <a:pt x="277223" y="88258"/>
                  </a:lnTo>
                  <a:lnTo>
                    <a:pt x="274645" y="83621"/>
                  </a:lnTo>
                  <a:lnTo>
                    <a:pt x="271920" y="79068"/>
                  </a:lnTo>
                  <a:lnTo>
                    <a:pt x="269053" y="74604"/>
                  </a:lnTo>
                  <a:lnTo>
                    <a:pt x="266045" y="70233"/>
                  </a:lnTo>
                  <a:lnTo>
                    <a:pt x="262900" y="65959"/>
                  </a:lnTo>
                  <a:lnTo>
                    <a:pt x="259621" y="61788"/>
                  </a:lnTo>
                  <a:lnTo>
                    <a:pt x="256212" y="57723"/>
                  </a:lnTo>
                  <a:lnTo>
                    <a:pt x="252675" y="53768"/>
                  </a:lnTo>
                  <a:lnTo>
                    <a:pt x="249014" y="49927"/>
                  </a:lnTo>
                  <a:lnTo>
                    <a:pt x="245233" y="46204"/>
                  </a:lnTo>
                  <a:lnTo>
                    <a:pt x="241336" y="42603"/>
                  </a:lnTo>
                  <a:lnTo>
                    <a:pt x="237327" y="39128"/>
                  </a:lnTo>
                  <a:lnTo>
                    <a:pt x="233210" y="35782"/>
                  </a:lnTo>
                  <a:lnTo>
                    <a:pt x="228988" y="32568"/>
                  </a:lnTo>
                  <a:lnTo>
                    <a:pt x="224666" y="29489"/>
                  </a:lnTo>
                  <a:lnTo>
                    <a:pt x="220249" y="26550"/>
                  </a:lnTo>
                  <a:lnTo>
                    <a:pt x="215741" y="23752"/>
                  </a:lnTo>
                  <a:lnTo>
                    <a:pt x="211146" y="21098"/>
                  </a:lnTo>
                  <a:lnTo>
                    <a:pt x="206470" y="18592"/>
                  </a:lnTo>
                  <a:lnTo>
                    <a:pt x="201716" y="16235"/>
                  </a:lnTo>
                  <a:lnTo>
                    <a:pt x="196890" y="14030"/>
                  </a:lnTo>
                  <a:lnTo>
                    <a:pt x="191996" y="11980"/>
                  </a:lnTo>
                  <a:lnTo>
                    <a:pt x="187040" y="10086"/>
                  </a:lnTo>
                  <a:lnTo>
                    <a:pt x="182026" y="8350"/>
                  </a:lnTo>
                  <a:lnTo>
                    <a:pt x="176960" y="6774"/>
                  </a:lnTo>
                  <a:lnTo>
                    <a:pt x="171846" y="5360"/>
                  </a:lnTo>
                  <a:lnTo>
                    <a:pt x="166689" y="4109"/>
                  </a:lnTo>
                  <a:lnTo>
                    <a:pt x="161496" y="3022"/>
                  </a:lnTo>
                  <a:lnTo>
                    <a:pt x="156271" y="2100"/>
                  </a:lnTo>
                  <a:lnTo>
                    <a:pt x="151019" y="1345"/>
                  </a:lnTo>
                  <a:lnTo>
                    <a:pt x="145746" y="757"/>
                  </a:lnTo>
                  <a:lnTo>
                    <a:pt x="140457" y="336"/>
                  </a:lnTo>
                  <a:lnTo>
                    <a:pt x="135157" y="84"/>
                  </a:lnTo>
                  <a:lnTo>
                    <a:pt x="129852" y="0"/>
                  </a:lnTo>
                  <a:lnTo>
                    <a:pt x="1298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6923" y="5018213"/>
              <a:ext cx="1796" cy="167167"/>
            </a:xfrm>
            <a:custGeom>
              <a:avLst/>
              <a:pathLst>
                <a:path w="1796" h="167167">
                  <a:moveTo>
                    <a:pt x="1796" y="0"/>
                  </a:moveTo>
                  <a:lnTo>
                    <a:pt x="0" y="9"/>
                  </a:lnTo>
                  <a:lnTo>
                    <a:pt x="179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321562" y="5018223"/>
              <a:ext cx="334317" cy="334325"/>
            </a:xfrm>
            <a:custGeom>
              <a:avLst/>
              <a:pathLst>
                <a:path w="334317" h="334325">
                  <a:moveTo>
                    <a:pt x="165361" y="0"/>
                  </a:moveTo>
                  <a:lnTo>
                    <a:pt x="160077" y="140"/>
                  </a:lnTo>
                  <a:lnTo>
                    <a:pt x="154800" y="447"/>
                  </a:lnTo>
                  <a:lnTo>
                    <a:pt x="149535" y="921"/>
                  </a:lnTo>
                  <a:lnTo>
                    <a:pt x="144288" y="1562"/>
                  </a:lnTo>
                  <a:lnTo>
                    <a:pt x="139064" y="2367"/>
                  </a:lnTo>
                  <a:lnTo>
                    <a:pt x="133868" y="3338"/>
                  </a:lnTo>
                  <a:lnTo>
                    <a:pt x="128705" y="4472"/>
                  </a:lnTo>
                  <a:lnTo>
                    <a:pt x="123581" y="5769"/>
                  </a:lnTo>
                  <a:lnTo>
                    <a:pt x="118500" y="7228"/>
                  </a:lnTo>
                  <a:lnTo>
                    <a:pt x="113468" y="8846"/>
                  </a:lnTo>
                  <a:lnTo>
                    <a:pt x="108490" y="10623"/>
                  </a:lnTo>
                  <a:lnTo>
                    <a:pt x="103570" y="12556"/>
                  </a:lnTo>
                  <a:lnTo>
                    <a:pt x="98714" y="14643"/>
                  </a:lnTo>
                  <a:lnTo>
                    <a:pt x="93926" y="16884"/>
                  </a:lnTo>
                  <a:lnTo>
                    <a:pt x="89212" y="19274"/>
                  </a:lnTo>
                  <a:lnTo>
                    <a:pt x="84575" y="21812"/>
                  </a:lnTo>
                  <a:lnTo>
                    <a:pt x="80021" y="24496"/>
                  </a:lnTo>
                  <a:lnTo>
                    <a:pt x="75555" y="27322"/>
                  </a:lnTo>
                  <a:lnTo>
                    <a:pt x="71179" y="30288"/>
                  </a:lnTo>
                  <a:lnTo>
                    <a:pt x="66900" y="33391"/>
                  </a:lnTo>
                  <a:lnTo>
                    <a:pt x="62721" y="36628"/>
                  </a:lnTo>
                  <a:lnTo>
                    <a:pt x="58646" y="39995"/>
                  </a:lnTo>
                  <a:lnTo>
                    <a:pt x="54680" y="43489"/>
                  </a:lnTo>
                  <a:lnTo>
                    <a:pt x="50827" y="47107"/>
                  </a:lnTo>
                  <a:lnTo>
                    <a:pt x="47089" y="50845"/>
                  </a:lnTo>
                  <a:lnTo>
                    <a:pt x="43472" y="54699"/>
                  </a:lnTo>
                  <a:lnTo>
                    <a:pt x="39978" y="58666"/>
                  </a:lnTo>
                  <a:lnTo>
                    <a:pt x="36612" y="62741"/>
                  </a:lnTo>
                  <a:lnTo>
                    <a:pt x="33376" y="66921"/>
                  </a:lnTo>
                  <a:lnTo>
                    <a:pt x="30273" y="71201"/>
                  </a:lnTo>
                  <a:lnTo>
                    <a:pt x="27308" y="75576"/>
                  </a:lnTo>
                  <a:lnTo>
                    <a:pt x="24483" y="80044"/>
                  </a:lnTo>
                  <a:lnTo>
                    <a:pt x="21800" y="84598"/>
                  </a:lnTo>
                  <a:lnTo>
                    <a:pt x="19262" y="89235"/>
                  </a:lnTo>
                  <a:lnTo>
                    <a:pt x="16872" y="93950"/>
                  </a:lnTo>
                  <a:lnTo>
                    <a:pt x="14633" y="98738"/>
                  </a:lnTo>
                  <a:lnTo>
                    <a:pt x="12546" y="103594"/>
                  </a:lnTo>
                  <a:lnTo>
                    <a:pt x="10614" y="108514"/>
                  </a:lnTo>
                  <a:lnTo>
                    <a:pt x="8838" y="113493"/>
                  </a:lnTo>
                  <a:lnTo>
                    <a:pt x="7220" y="118525"/>
                  </a:lnTo>
                  <a:lnTo>
                    <a:pt x="5763" y="123606"/>
                  </a:lnTo>
                  <a:lnTo>
                    <a:pt x="4467" y="128731"/>
                  </a:lnTo>
                  <a:lnTo>
                    <a:pt x="3333" y="133894"/>
                  </a:lnTo>
                  <a:lnTo>
                    <a:pt x="2363" y="139090"/>
                  </a:lnTo>
                  <a:lnTo>
                    <a:pt x="1558" y="144314"/>
                  </a:lnTo>
                  <a:lnTo>
                    <a:pt x="919" y="149561"/>
                  </a:lnTo>
                  <a:lnTo>
                    <a:pt x="446" y="154826"/>
                  </a:lnTo>
                  <a:lnTo>
                    <a:pt x="139" y="160103"/>
                  </a:lnTo>
                  <a:lnTo>
                    <a:pt x="0" y="165387"/>
                  </a:lnTo>
                  <a:lnTo>
                    <a:pt x="27" y="170672"/>
                  </a:lnTo>
                  <a:lnTo>
                    <a:pt x="222" y="175955"/>
                  </a:lnTo>
                  <a:lnTo>
                    <a:pt x="583" y="181228"/>
                  </a:lnTo>
                  <a:lnTo>
                    <a:pt x="1111" y="186488"/>
                  </a:lnTo>
                  <a:lnTo>
                    <a:pt x="1806" y="191728"/>
                  </a:lnTo>
                  <a:lnTo>
                    <a:pt x="2665" y="196943"/>
                  </a:lnTo>
                  <a:lnTo>
                    <a:pt x="3689" y="202129"/>
                  </a:lnTo>
                  <a:lnTo>
                    <a:pt x="4876" y="207280"/>
                  </a:lnTo>
                  <a:lnTo>
                    <a:pt x="6226" y="212390"/>
                  </a:lnTo>
                  <a:lnTo>
                    <a:pt x="7737" y="217456"/>
                  </a:lnTo>
                  <a:lnTo>
                    <a:pt x="9407" y="222471"/>
                  </a:lnTo>
                  <a:lnTo>
                    <a:pt x="11234" y="227431"/>
                  </a:lnTo>
                  <a:lnTo>
                    <a:pt x="13218" y="232330"/>
                  </a:lnTo>
                  <a:lnTo>
                    <a:pt x="15355" y="237165"/>
                  </a:lnTo>
                  <a:lnTo>
                    <a:pt x="17645" y="241929"/>
                  </a:lnTo>
                  <a:lnTo>
                    <a:pt x="20083" y="246619"/>
                  </a:lnTo>
                  <a:lnTo>
                    <a:pt x="22669" y="251229"/>
                  </a:lnTo>
                  <a:lnTo>
                    <a:pt x="25399" y="255755"/>
                  </a:lnTo>
                  <a:lnTo>
                    <a:pt x="28271" y="260193"/>
                  </a:lnTo>
                  <a:lnTo>
                    <a:pt x="31282" y="264537"/>
                  </a:lnTo>
                  <a:lnTo>
                    <a:pt x="34429" y="268784"/>
                  </a:lnTo>
                  <a:lnTo>
                    <a:pt x="37708" y="272930"/>
                  </a:lnTo>
                  <a:lnTo>
                    <a:pt x="41117" y="276970"/>
                  </a:lnTo>
                  <a:lnTo>
                    <a:pt x="44652" y="280900"/>
                  </a:lnTo>
                  <a:lnTo>
                    <a:pt x="48309" y="284716"/>
                  </a:lnTo>
                  <a:lnTo>
                    <a:pt x="52086" y="288415"/>
                  </a:lnTo>
                  <a:lnTo>
                    <a:pt x="55977" y="291992"/>
                  </a:lnTo>
                  <a:lnTo>
                    <a:pt x="59979" y="295445"/>
                  </a:lnTo>
                  <a:lnTo>
                    <a:pt x="64089" y="298770"/>
                  </a:lnTo>
                  <a:lnTo>
                    <a:pt x="68301" y="301962"/>
                  </a:lnTo>
                  <a:lnTo>
                    <a:pt x="72613" y="305020"/>
                  </a:lnTo>
                  <a:lnTo>
                    <a:pt x="77019" y="307941"/>
                  </a:lnTo>
                  <a:lnTo>
                    <a:pt x="81515" y="310720"/>
                  </a:lnTo>
                  <a:lnTo>
                    <a:pt x="86097" y="313356"/>
                  </a:lnTo>
                  <a:lnTo>
                    <a:pt x="90760" y="315846"/>
                  </a:lnTo>
                  <a:lnTo>
                    <a:pt x="95499" y="318187"/>
                  </a:lnTo>
                  <a:lnTo>
                    <a:pt x="100310" y="320377"/>
                  </a:lnTo>
                  <a:lnTo>
                    <a:pt x="105187" y="322414"/>
                  </a:lnTo>
                  <a:lnTo>
                    <a:pt x="110127" y="324296"/>
                  </a:lnTo>
                  <a:lnTo>
                    <a:pt x="115123" y="326020"/>
                  </a:lnTo>
                  <a:lnTo>
                    <a:pt x="120172" y="327586"/>
                  </a:lnTo>
                  <a:lnTo>
                    <a:pt x="125268" y="328991"/>
                  </a:lnTo>
                  <a:lnTo>
                    <a:pt x="130405" y="330235"/>
                  </a:lnTo>
                  <a:lnTo>
                    <a:pt x="135579" y="331315"/>
                  </a:lnTo>
                  <a:lnTo>
                    <a:pt x="140785" y="332231"/>
                  </a:lnTo>
                  <a:lnTo>
                    <a:pt x="146018" y="332983"/>
                  </a:lnTo>
                  <a:lnTo>
                    <a:pt x="151271" y="333568"/>
                  </a:lnTo>
                  <a:lnTo>
                    <a:pt x="156540" y="333987"/>
                  </a:lnTo>
                  <a:lnTo>
                    <a:pt x="161820" y="334239"/>
                  </a:lnTo>
                  <a:lnTo>
                    <a:pt x="167105" y="334325"/>
                  </a:lnTo>
                  <a:lnTo>
                    <a:pt x="172390" y="334243"/>
                  </a:lnTo>
                  <a:lnTo>
                    <a:pt x="177670" y="333994"/>
                  </a:lnTo>
                  <a:lnTo>
                    <a:pt x="182940" y="333578"/>
                  </a:lnTo>
                  <a:lnTo>
                    <a:pt x="188194" y="332996"/>
                  </a:lnTo>
                  <a:lnTo>
                    <a:pt x="193426" y="332248"/>
                  </a:lnTo>
                  <a:lnTo>
                    <a:pt x="198633" y="331335"/>
                  </a:lnTo>
                  <a:lnTo>
                    <a:pt x="203808" y="330258"/>
                  </a:lnTo>
                  <a:lnTo>
                    <a:pt x="208946" y="329017"/>
                  </a:lnTo>
                  <a:lnTo>
                    <a:pt x="214042" y="327615"/>
                  </a:lnTo>
                  <a:lnTo>
                    <a:pt x="219092" y="326053"/>
                  </a:lnTo>
                  <a:lnTo>
                    <a:pt x="224090" y="324331"/>
                  </a:lnTo>
                  <a:lnTo>
                    <a:pt x="229031" y="322453"/>
                  </a:lnTo>
                  <a:lnTo>
                    <a:pt x="233909" y="320419"/>
                  </a:lnTo>
                  <a:lnTo>
                    <a:pt x="238722" y="318232"/>
                  </a:lnTo>
                  <a:lnTo>
                    <a:pt x="243462" y="315894"/>
                  </a:lnTo>
                  <a:lnTo>
                    <a:pt x="248127" y="313407"/>
                  </a:lnTo>
                  <a:lnTo>
                    <a:pt x="252710" y="310774"/>
                  </a:lnTo>
                  <a:lnTo>
                    <a:pt x="257208" y="307997"/>
                  </a:lnTo>
                  <a:lnTo>
                    <a:pt x="261616" y="305080"/>
                  </a:lnTo>
                  <a:lnTo>
                    <a:pt x="265929" y="302024"/>
                  </a:lnTo>
                  <a:lnTo>
                    <a:pt x="270144" y="298834"/>
                  </a:lnTo>
                  <a:lnTo>
                    <a:pt x="274255" y="295512"/>
                  </a:lnTo>
                  <a:lnTo>
                    <a:pt x="278260" y="292062"/>
                  </a:lnTo>
                  <a:lnTo>
                    <a:pt x="282153" y="288487"/>
                  </a:lnTo>
                  <a:lnTo>
                    <a:pt x="285932" y="284791"/>
                  </a:lnTo>
                  <a:lnTo>
                    <a:pt x="289592" y="280977"/>
                  </a:lnTo>
                  <a:lnTo>
                    <a:pt x="293129" y="277049"/>
                  </a:lnTo>
                  <a:lnTo>
                    <a:pt x="296540" y="273011"/>
                  </a:lnTo>
                  <a:lnTo>
                    <a:pt x="299822" y="268868"/>
                  </a:lnTo>
                  <a:lnTo>
                    <a:pt x="302972" y="264623"/>
                  </a:lnTo>
                  <a:lnTo>
                    <a:pt x="305985" y="260280"/>
                  </a:lnTo>
                  <a:lnTo>
                    <a:pt x="308860" y="255844"/>
                  </a:lnTo>
                  <a:lnTo>
                    <a:pt x="311593" y="251320"/>
                  </a:lnTo>
                  <a:lnTo>
                    <a:pt x="314182" y="246711"/>
                  </a:lnTo>
                  <a:lnTo>
                    <a:pt x="316624" y="242023"/>
                  </a:lnTo>
                  <a:lnTo>
                    <a:pt x="318916" y="237260"/>
                  </a:lnTo>
                  <a:lnTo>
                    <a:pt x="321056" y="232427"/>
                  </a:lnTo>
                  <a:lnTo>
                    <a:pt x="323043" y="227529"/>
                  </a:lnTo>
                  <a:lnTo>
                    <a:pt x="324874" y="222570"/>
                  </a:lnTo>
                  <a:lnTo>
                    <a:pt x="326547" y="217556"/>
                  </a:lnTo>
                  <a:lnTo>
                    <a:pt x="328061" y="212491"/>
                  </a:lnTo>
                  <a:lnTo>
                    <a:pt x="329413" y="207381"/>
                  </a:lnTo>
                  <a:lnTo>
                    <a:pt x="330604" y="202231"/>
                  </a:lnTo>
                  <a:lnTo>
                    <a:pt x="331631" y="197046"/>
                  </a:lnTo>
                  <a:lnTo>
                    <a:pt x="332494" y="191831"/>
                  </a:lnTo>
                  <a:lnTo>
                    <a:pt x="333191" y="186592"/>
                  </a:lnTo>
                  <a:lnTo>
                    <a:pt x="333723" y="181333"/>
                  </a:lnTo>
                  <a:lnTo>
                    <a:pt x="334088" y="176059"/>
                  </a:lnTo>
                  <a:lnTo>
                    <a:pt x="334286" y="170777"/>
                  </a:lnTo>
                  <a:lnTo>
                    <a:pt x="334317" y="165491"/>
                  </a:lnTo>
                  <a:lnTo>
                    <a:pt x="334180" y="160207"/>
                  </a:lnTo>
                  <a:lnTo>
                    <a:pt x="333877" y="154930"/>
                  </a:lnTo>
                  <a:lnTo>
                    <a:pt x="333407" y="149665"/>
                  </a:lnTo>
                  <a:lnTo>
                    <a:pt x="332771" y="144418"/>
                  </a:lnTo>
                  <a:lnTo>
                    <a:pt x="331969" y="139193"/>
                  </a:lnTo>
                  <a:lnTo>
                    <a:pt x="331003" y="133996"/>
                  </a:lnTo>
                  <a:lnTo>
                    <a:pt x="329873" y="128833"/>
                  </a:lnTo>
                  <a:lnTo>
                    <a:pt x="328580" y="123707"/>
                  </a:lnTo>
                  <a:lnTo>
                    <a:pt x="327125" y="118626"/>
                  </a:lnTo>
                  <a:lnTo>
                    <a:pt x="325511" y="113592"/>
                  </a:lnTo>
                  <a:lnTo>
                    <a:pt x="323738" y="108613"/>
                  </a:lnTo>
                  <a:lnTo>
                    <a:pt x="321809" y="103691"/>
                  </a:lnTo>
                  <a:lnTo>
                    <a:pt x="319725" y="98834"/>
                  </a:lnTo>
                  <a:lnTo>
                    <a:pt x="317489" y="94044"/>
                  </a:lnTo>
                  <a:lnTo>
                    <a:pt x="315102" y="89328"/>
                  </a:lnTo>
                  <a:lnTo>
                    <a:pt x="312567" y="84689"/>
                  </a:lnTo>
                  <a:lnTo>
                    <a:pt x="309887" y="80133"/>
                  </a:lnTo>
                  <a:lnTo>
                    <a:pt x="307064" y="75664"/>
                  </a:lnTo>
                  <a:lnTo>
                    <a:pt x="304102" y="71286"/>
                  </a:lnTo>
                  <a:lnTo>
                    <a:pt x="301002" y="67005"/>
                  </a:lnTo>
                  <a:lnTo>
                    <a:pt x="297769" y="62823"/>
                  </a:lnTo>
                  <a:lnTo>
                    <a:pt x="294405" y="58746"/>
                  </a:lnTo>
                  <a:lnTo>
                    <a:pt x="290914" y="54777"/>
                  </a:lnTo>
                  <a:lnTo>
                    <a:pt x="287299" y="50920"/>
                  </a:lnTo>
                  <a:lnTo>
                    <a:pt x="283564" y="47180"/>
                  </a:lnTo>
                  <a:lnTo>
                    <a:pt x="279712" y="43560"/>
                  </a:lnTo>
                  <a:lnTo>
                    <a:pt x="275749" y="40063"/>
                  </a:lnTo>
                  <a:lnTo>
                    <a:pt x="271676" y="36693"/>
                  </a:lnTo>
                  <a:lnTo>
                    <a:pt x="267499" y="33454"/>
                  </a:lnTo>
                  <a:lnTo>
                    <a:pt x="263222" y="30348"/>
                  </a:lnTo>
                  <a:lnTo>
                    <a:pt x="258848" y="27380"/>
                  </a:lnTo>
                  <a:lnTo>
                    <a:pt x="254383" y="24551"/>
                  </a:lnTo>
                  <a:lnTo>
                    <a:pt x="249831" y="21864"/>
                  </a:lnTo>
                  <a:lnTo>
                    <a:pt x="245196" y="19323"/>
                  </a:lnTo>
                  <a:lnTo>
                    <a:pt x="240483" y="16930"/>
                  </a:lnTo>
                  <a:lnTo>
                    <a:pt x="235697" y="14686"/>
                  </a:lnTo>
                  <a:lnTo>
                    <a:pt x="230842" y="12596"/>
                  </a:lnTo>
                  <a:lnTo>
                    <a:pt x="225923" y="10660"/>
                  </a:lnTo>
                  <a:lnTo>
                    <a:pt x="220946" y="8880"/>
                  </a:lnTo>
                  <a:lnTo>
                    <a:pt x="215915" y="7258"/>
                  </a:lnTo>
                  <a:lnTo>
                    <a:pt x="210835" y="5797"/>
                  </a:lnTo>
                  <a:lnTo>
                    <a:pt x="205712" y="4497"/>
                  </a:lnTo>
                  <a:lnTo>
                    <a:pt x="200550" y="3359"/>
                  </a:lnTo>
                  <a:lnTo>
                    <a:pt x="195354" y="2385"/>
                  </a:lnTo>
                  <a:lnTo>
                    <a:pt x="190131" y="1576"/>
                  </a:lnTo>
                  <a:lnTo>
                    <a:pt x="184884" y="932"/>
                  </a:lnTo>
                  <a:lnTo>
                    <a:pt x="179620" y="455"/>
                  </a:lnTo>
                  <a:lnTo>
                    <a:pt x="174343" y="144"/>
                  </a:lnTo>
                  <a:lnTo>
                    <a:pt x="167158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7185" cy="167167"/>
            </a:xfrm>
            <a:custGeom>
              <a:avLst/>
              <a:pathLst>
                <a:path w="7185" h="167167">
                  <a:moveTo>
                    <a:pt x="7185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36" y="5269756"/>
              <a:ext cx="167164" cy="268203"/>
            </a:xfrm>
            <a:custGeom>
              <a:avLst/>
              <a:pathLst>
                <a:path w="167164" h="268203">
                  <a:moveTo>
                    <a:pt x="167164" y="0"/>
                  </a:moveTo>
                  <a:lnTo>
                    <a:pt x="161787" y="86"/>
                  </a:lnTo>
                  <a:lnTo>
                    <a:pt x="156416" y="345"/>
                  </a:lnTo>
                  <a:lnTo>
                    <a:pt x="151055" y="777"/>
                  </a:lnTo>
                  <a:lnTo>
                    <a:pt x="145712" y="1382"/>
                  </a:lnTo>
                  <a:lnTo>
                    <a:pt x="140390" y="2158"/>
                  </a:lnTo>
                  <a:lnTo>
                    <a:pt x="135097" y="3104"/>
                  </a:lnTo>
                  <a:lnTo>
                    <a:pt x="129836" y="4220"/>
                  </a:lnTo>
                  <a:lnTo>
                    <a:pt x="124614" y="5505"/>
                  </a:lnTo>
                  <a:lnTo>
                    <a:pt x="119436" y="6958"/>
                  </a:lnTo>
                  <a:lnTo>
                    <a:pt x="114308" y="8576"/>
                  </a:lnTo>
                  <a:lnTo>
                    <a:pt x="109234" y="10358"/>
                  </a:lnTo>
                  <a:lnTo>
                    <a:pt x="104220" y="12303"/>
                  </a:lnTo>
                  <a:lnTo>
                    <a:pt x="99271" y="14407"/>
                  </a:lnTo>
                  <a:lnTo>
                    <a:pt x="94393" y="16670"/>
                  </a:lnTo>
                  <a:lnTo>
                    <a:pt x="89590" y="19089"/>
                  </a:lnTo>
                  <a:lnTo>
                    <a:pt x="84867" y="21661"/>
                  </a:lnTo>
                  <a:lnTo>
                    <a:pt x="80229" y="24383"/>
                  </a:lnTo>
                  <a:lnTo>
                    <a:pt x="75681" y="27253"/>
                  </a:lnTo>
                  <a:lnTo>
                    <a:pt x="71228" y="30268"/>
                  </a:lnTo>
                  <a:lnTo>
                    <a:pt x="66874" y="33425"/>
                  </a:lnTo>
                  <a:lnTo>
                    <a:pt x="62624" y="36720"/>
                  </a:lnTo>
                  <a:lnTo>
                    <a:pt x="58483" y="40150"/>
                  </a:lnTo>
                  <a:lnTo>
                    <a:pt x="54453" y="43712"/>
                  </a:lnTo>
                  <a:lnTo>
                    <a:pt x="50541" y="47401"/>
                  </a:lnTo>
                  <a:lnTo>
                    <a:pt x="46749" y="51214"/>
                  </a:lnTo>
                  <a:lnTo>
                    <a:pt x="43081" y="55148"/>
                  </a:lnTo>
                  <a:lnTo>
                    <a:pt x="39542" y="59197"/>
                  </a:lnTo>
                  <a:lnTo>
                    <a:pt x="36135" y="63358"/>
                  </a:lnTo>
                  <a:lnTo>
                    <a:pt x="32864" y="67626"/>
                  </a:lnTo>
                  <a:lnTo>
                    <a:pt x="29732" y="71997"/>
                  </a:lnTo>
                  <a:lnTo>
                    <a:pt x="26742" y="76467"/>
                  </a:lnTo>
                  <a:lnTo>
                    <a:pt x="23897" y="81031"/>
                  </a:lnTo>
                  <a:lnTo>
                    <a:pt x="21200" y="85684"/>
                  </a:lnTo>
                  <a:lnTo>
                    <a:pt x="18655" y="90421"/>
                  </a:lnTo>
                  <a:lnTo>
                    <a:pt x="16263" y="95238"/>
                  </a:lnTo>
                  <a:lnTo>
                    <a:pt x="14028" y="100129"/>
                  </a:lnTo>
                  <a:lnTo>
                    <a:pt x="11951" y="105089"/>
                  </a:lnTo>
                  <a:lnTo>
                    <a:pt x="10034" y="110114"/>
                  </a:lnTo>
                  <a:lnTo>
                    <a:pt x="8280" y="115197"/>
                  </a:lnTo>
                  <a:lnTo>
                    <a:pt x="6691" y="120335"/>
                  </a:lnTo>
                  <a:lnTo>
                    <a:pt x="5268" y="125521"/>
                  </a:lnTo>
                  <a:lnTo>
                    <a:pt x="4012" y="130750"/>
                  </a:lnTo>
                  <a:lnTo>
                    <a:pt x="2925" y="136017"/>
                  </a:lnTo>
                  <a:lnTo>
                    <a:pt x="2008" y="141316"/>
                  </a:lnTo>
                  <a:lnTo>
                    <a:pt x="1262" y="146641"/>
                  </a:lnTo>
                  <a:lnTo>
                    <a:pt x="687" y="151988"/>
                  </a:lnTo>
                  <a:lnTo>
                    <a:pt x="285" y="157351"/>
                  </a:lnTo>
                  <a:lnTo>
                    <a:pt x="56" y="162724"/>
                  </a:lnTo>
                  <a:lnTo>
                    <a:pt x="0" y="168101"/>
                  </a:lnTo>
                  <a:lnTo>
                    <a:pt x="116" y="173478"/>
                  </a:lnTo>
                  <a:lnTo>
                    <a:pt x="405" y="178848"/>
                  </a:lnTo>
                  <a:lnTo>
                    <a:pt x="867" y="184206"/>
                  </a:lnTo>
                  <a:lnTo>
                    <a:pt x="1502" y="189546"/>
                  </a:lnTo>
                  <a:lnTo>
                    <a:pt x="2307" y="194863"/>
                  </a:lnTo>
                  <a:lnTo>
                    <a:pt x="3283" y="200151"/>
                  </a:lnTo>
                  <a:lnTo>
                    <a:pt x="4429" y="205405"/>
                  </a:lnTo>
                  <a:lnTo>
                    <a:pt x="5743" y="210620"/>
                  </a:lnTo>
                  <a:lnTo>
                    <a:pt x="7224" y="215790"/>
                  </a:lnTo>
                  <a:lnTo>
                    <a:pt x="8871" y="220909"/>
                  </a:lnTo>
                  <a:lnTo>
                    <a:pt x="10682" y="225973"/>
                  </a:lnTo>
                  <a:lnTo>
                    <a:pt x="12654" y="230976"/>
                  </a:lnTo>
                  <a:lnTo>
                    <a:pt x="14787" y="235913"/>
                  </a:lnTo>
                  <a:lnTo>
                    <a:pt x="17077" y="240779"/>
                  </a:lnTo>
                  <a:lnTo>
                    <a:pt x="19522" y="245568"/>
                  </a:lnTo>
                  <a:lnTo>
                    <a:pt x="22120" y="250277"/>
                  </a:lnTo>
                  <a:lnTo>
                    <a:pt x="24869" y="254899"/>
                  </a:lnTo>
                  <a:lnTo>
                    <a:pt x="27764" y="259431"/>
                  </a:lnTo>
                  <a:lnTo>
                    <a:pt x="30804" y="263867"/>
                  </a:lnTo>
                  <a:lnTo>
                    <a:pt x="33985" y="26820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831322" y="5269756"/>
              <a:ext cx="300327" cy="334334"/>
            </a:xfrm>
            <a:custGeom>
              <a:avLst/>
              <a:pathLst>
                <a:path w="300327" h="334334">
                  <a:moveTo>
                    <a:pt x="0" y="268203"/>
                  </a:moveTo>
                  <a:lnTo>
                    <a:pt x="3273" y="272379"/>
                  </a:lnTo>
                  <a:lnTo>
                    <a:pt x="6678" y="276449"/>
                  </a:lnTo>
                  <a:lnTo>
                    <a:pt x="10211" y="280409"/>
                  </a:lnTo>
                  <a:lnTo>
                    <a:pt x="13867" y="284255"/>
                  </a:lnTo>
                  <a:lnTo>
                    <a:pt x="17643" y="287983"/>
                  </a:lnTo>
                  <a:lnTo>
                    <a:pt x="21536" y="291589"/>
                  </a:lnTo>
                  <a:lnTo>
                    <a:pt x="25542" y="295070"/>
                  </a:lnTo>
                  <a:lnTo>
                    <a:pt x="29655" y="298422"/>
                  </a:lnTo>
                  <a:lnTo>
                    <a:pt x="33874" y="301642"/>
                  </a:lnTo>
                  <a:lnTo>
                    <a:pt x="38192" y="304726"/>
                  </a:lnTo>
                  <a:lnTo>
                    <a:pt x="42606" y="307671"/>
                  </a:lnTo>
                  <a:lnTo>
                    <a:pt x="47111" y="310475"/>
                  </a:lnTo>
                  <a:lnTo>
                    <a:pt x="51703" y="313135"/>
                  </a:lnTo>
                  <a:lnTo>
                    <a:pt x="56377" y="315647"/>
                  </a:lnTo>
                  <a:lnTo>
                    <a:pt x="61129" y="318010"/>
                  </a:lnTo>
                  <a:lnTo>
                    <a:pt x="65953" y="320221"/>
                  </a:lnTo>
                  <a:lnTo>
                    <a:pt x="70844" y="322278"/>
                  </a:lnTo>
                  <a:lnTo>
                    <a:pt x="75799" y="324178"/>
                  </a:lnTo>
                  <a:lnTo>
                    <a:pt x="80811" y="325920"/>
                  </a:lnTo>
                  <a:lnTo>
                    <a:pt x="85877" y="327502"/>
                  </a:lnTo>
                  <a:lnTo>
                    <a:pt x="90989" y="328923"/>
                  </a:lnTo>
                  <a:lnTo>
                    <a:pt x="96145" y="330181"/>
                  </a:lnTo>
                  <a:lnTo>
                    <a:pt x="101337" y="331274"/>
                  </a:lnTo>
                  <a:lnTo>
                    <a:pt x="106562" y="332202"/>
                  </a:lnTo>
                  <a:lnTo>
                    <a:pt x="111814" y="332963"/>
                  </a:lnTo>
                  <a:lnTo>
                    <a:pt x="117087" y="333558"/>
                  </a:lnTo>
                  <a:lnTo>
                    <a:pt x="122376" y="333985"/>
                  </a:lnTo>
                  <a:lnTo>
                    <a:pt x="127676" y="334244"/>
                  </a:lnTo>
                  <a:lnTo>
                    <a:pt x="132982" y="334334"/>
                  </a:lnTo>
                  <a:lnTo>
                    <a:pt x="138288" y="334256"/>
                  </a:lnTo>
                  <a:lnTo>
                    <a:pt x="143589" y="334010"/>
                  </a:lnTo>
                  <a:lnTo>
                    <a:pt x="148879" y="333595"/>
                  </a:lnTo>
                  <a:lnTo>
                    <a:pt x="154154" y="333013"/>
                  </a:lnTo>
                  <a:lnTo>
                    <a:pt x="159407" y="332264"/>
                  </a:lnTo>
                  <a:lnTo>
                    <a:pt x="164634" y="331348"/>
                  </a:lnTo>
                  <a:lnTo>
                    <a:pt x="169829" y="330267"/>
                  </a:lnTo>
                  <a:lnTo>
                    <a:pt x="174988" y="329022"/>
                  </a:lnTo>
                  <a:lnTo>
                    <a:pt x="180104" y="327613"/>
                  </a:lnTo>
                  <a:lnTo>
                    <a:pt x="185173" y="326043"/>
                  </a:lnTo>
                  <a:lnTo>
                    <a:pt x="190189" y="324313"/>
                  </a:lnTo>
                  <a:lnTo>
                    <a:pt x="195148" y="322424"/>
                  </a:lnTo>
                  <a:lnTo>
                    <a:pt x="200045" y="320379"/>
                  </a:lnTo>
                  <a:lnTo>
                    <a:pt x="204874" y="318179"/>
                  </a:lnTo>
                  <a:lnTo>
                    <a:pt x="209631" y="315828"/>
                  </a:lnTo>
                  <a:lnTo>
                    <a:pt x="214311" y="313326"/>
                  </a:lnTo>
                  <a:lnTo>
                    <a:pt x="218909" y="310677"/>
                  </a:lnTo>
                  <a:lnTo>
                    <a:pt x="223421" y="307884"/>
                  </a:lnTo>
                  <a:lnTo>
                    <a:pt x="227842" y="304949"/>
                  </a:lnTo>
                  <a:lnTo>
                    <a:pt x="232167" y="301875"/>
                  </a:lnTo>
                  <a:lnTo>
                    <a:pt x="236393" y="298665"/>
                  </a:lnTo>
                  <a:lnTo>
                    <a:pt x="240515" y="295323"/>
                  </a:lnTo>
                  <a:lnTo>
                    <a:pt x="244528" y="291851"/>
                  </a:lnTo>
                  <a:lnTo>
                    <a:pt x="248430" y="288254"/>
                  </a:lnTo>
                  <a:lnTo>
                    <a:pt x="252215" y="284535"/>
                  </a:lnTo>
                  <a:lnTo>
                    <a:pt x="255880" y="280698"/>
                  </a:lnTo>
                  <a:lnTo>
                    <a:pt x="259422" y="276746"/>
                  </a:lnTo>
                  <a:lnTo>
                    <a:pt x="262836" y="272684"/>
                  </a:lnTo>
                  <a:lnTo>
                    <a:pt x="266120" y="268516"/>
                  </a:lnTo>
                  <a:lnTo>
                    <a:pt x="269270" y="264245"/>
                  </a:lnTo>
                  <a:lnTo>
                    <a:pt x="272282" y="259877"/>
                  </a:lnTo>
                  <a:lnTo>
                    <a:pt x="275155" y="255415"/>
                  </a:lnTo>
                  <a:lnTo>
                    <a:pt x="277884" y="250864"/>
                  </a:lnTo>
                  <a:lnTo>
                    <a:pt x="280468" y="246229"/>
                  </a:lnTo>
                  <a:lnTo>
                    <a:pt x="282903" y="241514"/>
                  </a:lnTo>
                  <a:lnTo>
                    <a:pt x="285188" y="236725"/>
                  </a:lnTo>
                  <a:lnTo>
                    <a:pt x="287319" y="231865"/>
                  </a:lnTo>
                  <a:lnTo>
                    <a:pt x="289295" y="226940"/>
                  </a:lnTo>
                  <a:lnTo>
                    <a:pt x="291113" y="221955"/>
                  </a:lnTo>
                  <a:lnTo>
                    <a:pt x="292772" y="216914"/>
                  </a:lnTo>
                  <a:lnTo>
                    <a:pt x="294271" y="211824"/>
                  </a:lnTo>
                  <a:lnTo>
                    <a:pt x="295607" y="206688"/>
                  </a:lnTo>
                  <a:lnTo>
                    <a:pt x="296780" y="201513"/>
                  </a:lnTo>
                  <a:lnTo>
                    <a:pt x="297788" y="196303"/>
                  </a:lnTo>
                  <a:lnTo>
                    <a:pt x="298629" y="191063"/>
                  </a:lnTo>
                  <a:lnTo>
                    <a:pt x="299304" y="185800"/>
                  </a:lnTo>
                  <a:lnTo>
                    <a:pt x="299812" y="180518"/>
                  </a:lnTo>
                  <a:lnTo>
                    <a:pt x="300152" y="175222"/>
                  </a:lnTo>
                  <a:lnTo>
                    <a:pt x="300324" y="169918"/>
                  </a:lnTo>
                  <a:lnTo>
                    <a:pt x="300327" y="164612"/>
                  </a:lnTo>
                  <a:lnTo>
                    <a:pt x="300161" y="159308"/>
                  </a:lnTo>
                  <a:lnTo>
                    <a:pt x="299828" y="154012"/>
                  </a:lnTo>
                  <a:lnTo>
                    <a:pt x="299326" y="148729"/>
                  </a:lnTo>
                  <a:lnTo>
                    <a:pt x="298657" y="143465"/>
                  </a:lnTo>
                  <a:lnTo>
                    <a:pt x="297822" y="138225"/>
                  </a:lnTo>
                  <a:lnTo>
                    <a:pt x="296820" y="133013"/>
                  </a:lnTo>
                  <a:lnTo>
                    <a:pt x="295654" y="127837"/>
                  </a:lnTo>
                  <a:lnTo>
                    <a:pt x="294323" y="122700"/>
                  </a:lnTo>
                  <a:lnTo>
                    <a:pt x="292831" y="117607"/>
                  </a:lnTo>
                  <a:lnTo>
                    <a:pt x="291177" y="112565"/>
                  </a:lnTo>
                  <a:lnTo>
                    <a:pt x="289365" y="107578"/>
                  </a:lnTo>
                  <a:lnTo>
                    <a:pt x="287395" y="102650"/>
                  </a:lnTo>
                  <a:lnTo>
                    <a:pt x="285269" y="97788"/>
                  </a:lnTo>
                  <a:lnTo>
                    <a:pt x="282991" y="92996"/>
                  </a:lnTo>
                  <a:lnTo>
                    <a:pt x="280561" y="88278"/>
                  </a:lnTo>
                  <a:lnTo>
                    <a:pt x="277983" y="83640"/>
                  </a:lnTo>
                  <a:lnTo>
                    <a:pt x="275259" y="79086"/>
                  </a:lnTo>
                  <a:lnTo>
                    <a:pt x="272391" y="74621"/>
                  </a:lnTo>
                  <a:lnTo>
                    <a:pt x="269384" y="70249"/>
                  </a:lnTo>
                  <a:lnTo>
                    <a:pt x="266239" y="65975"/>
                  </a:lnTo>
                  <a:lnTo>
                    <a:pt x="262960" y="61802"/>
                  </a:lnTo>
                  <a:lnTo>
                    <a:pt x="259551" y="57736"/>
                  </a:lnTo>
                  <a:lnTo>
                    <a:pt x="256014" y="53780"/>
                  </a:lnTo>
                  <a:lnTo>
                    <a:pt x="252353" y="49939"/>
                  </a:lnTo>
                  <a:lnTo>
                    <a:pt x="248572" y="46215"/>
                  </a:lnTo>
                  <a:lnTo>
                    <a:pt x="244675" y="42613"/>
                  </a:lnTo>
                  <a:lnTo>
                    <a:pt x="240665" y="39137"/>
                  </a:lnTo>
                  <a:lnTo>
                    <a:pt x="236548" y="35790"/>
                  </a:lnTo>
                  <a:lnTo>
                    <a:pt x="232326" y="32576"/>
                  </a:lnTo>
                  <a:lnTo>
                    <a:pt x="228004" y="29496"/>
                  </a:lnTo>
                  <a:lnTo>
                    <a:pt x="223586" y="26556"/>
                  </a:lnTo>
                  <a:lnTo>
                    <a:pt x="219078" y="23757"/>
                  </a:lnTo>
                  <a:lnTo>
                    <a:pt x="214483" y="21103"/>
                  </a:lnTo>
                  <a:lnTo>
                    <a:pt x="209806" y="18596"/>
                  </a:lnTo>
                  <a:lnTo>
                    <a:pt x="205052" y="16239"/>
                  </a:lnTo>
                  <a:lnTo>
                    <a:pt x="200225" y="14034"/>
                  </a:lnTo>
                  <a:lnTo>
                    <a:pt x="195331" y="11983"/>
                  </a:lnTo>
                  <a:lnTo>
                    <a:pt x="190374" y="10088"/>
                  </a:lnTo>
                  <a:lnTo>
                    <a:pt x="185359" y="8352"/>
                  </a:lnTo>
                  <a:lnTo>
                    <a:pt x="180292" y="6776"/>
                  </a:lnTo>
                  <a:lnTo>
                    <a:pt x="175178" y="5361"/>
                  </a:lnTo>
                  <a:lnTo>
                    <a:pt x="170021" y="4110"/>
                  </a:lnTo>
                  <a:lnTo>
                    <a:pt x="164827" y="3023"/>
                  </a:lnTo>
                  <a:lnTo>
                    <a:pt x="159601" y="2101"/>
                  </a:lnTo>
                  <a:lnTo>
                    <a:pt x="154349" y="1345"/>
                  </a:lnTo>
                  <a:lnTo>
                    <a:pt x="149075" y="757"/>
                  </a:lnTo>
                  <a:lnTo>
                    <a:pt x="143785" y="336"/>
                  </a:lnTo>
                  <a:lnTo>
                    <a:pt x="138485" y="84"/>
                  </a:lnTo>
                  <a:lnTo>
                    <a:pt x="133179" y="0"/>
                  </a:lnTo>
                  <a:lnTo>
                    <a:pt x="1331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7605" y="5399291"/>
              <a:ext cx="28610" cy="167167"/>
            </a:xfrm>
            <a:custGeom>
              <a:avLst/>
              <a:pathLst>
                <a:path w="28610" h="167167">
                  <a:moveTo>
                    <a:pt x="28610" y="0"/>
                  </a:moveTo>
                  <a:lnTo>
                    <a:pt x="21424" y="154"/>
                  </a:lnTo>
                  <a:lnTo>
                    <a:pt x="14252" y="617"/>
                  </a:lnTo>
                  <a:lnTo>
                    <a:pt x="7106" y="1388"/>
                  </a:lnTo>
                  <a:lnTo>
                    <a:pt x="0" y="2466"/>
                  </a:lnTo>
                  <a:lnTo>
                    <a:pt x="2861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319052" y="5400798"/>
              <a:ext cx="334315" cy="332827"/>
            </a:xfrm>
            <a:custGeom>
              <a:avLst/>
              <a:pathLst>
                <a:path w="334315" h="332827">
                  <a:moveTo>
                    <a:pt x="138552" y="959"/>
                  </a:moveTo>
                  <a:lnTo>
                    <a:pt x="133359" y="1946"/>
                  </a:lnTo>
                  <a:lnTo>
                    <a:pt x="128199" y="3097"/>
                  </a:lnTo>
                  <a:lnTo>
                    <a:pt x="123079" y="4410"/>
                  </a:lnTo>
                  <a:lnTo>
                    <a:pt x="118003" y="5884"/>
                  </a:lnTo>
                  <a:lnTo>
                    <a:pt x="112975" y="7519"/>
                  </a:lnTo>
                  <a:lnTo>
                    <a:pt x="108002" y="9311"/>
                  </a:lnTo>
                  <a:lnTo>
                    <a:pt x="103088" y="11260"/>
                  </a:lnTo>
                  <a:lnTo>
                    <a:pt x="98239" y="13363"/>
                  </a:lnTo>
                  <a:lnTo>
                    <a:pt x="93458" y="15618"/>
                  </a:lnTo>
                  <a:lnTo>
                    <a:pt x="88750" y="18024"/>
                  </a:lnTo>
                  <a:lnTo>
                    <a:pt x="84122" y="20577"/>
                  </a:lnTo>
                  <a:lnTo>
                    <a:pt x="79576" y="23275"/>
                  </a:lnTo>
                  <a:lnTo>
                    <a:pt x="75118" y="26115"/>
                  </a:lnTo>
                  <a:lnTo>
                    <a:pt x="70752" y="29095"/>
                  </a:lnTo>
                  <a:lnTo>
                    <a:pt x="66482" y="32212"/>
                  </a:lnTo>
                  <a:lnTo>
                    <a:pt x="62313" y="35462"/>
                  </a:lnTo>
                  <a:lnTo>
                    <a:pt x="58249" y="38842"/>
                  </a:lnTo>
                  <a:lnTo>
                    <a:pt x="54293" y="42349"/>
                  </a:lnTo>
                  <a:lnTo>
                    <a:pt x="50451" y="45980"/>
                  </a:lnTo>
                  <a:lnTo>
                    <a:pt x="46725" y="49730"/>
                  </a:lnTo>
                  <a:lnTo>
                    <a:pt x="43120" y="53596"/>
                  </a:lnTo>
                  <a:lnTo>
                    <a:pt x="39639" y="57574"/>
                  </a:lnTo>
                  <a:lnTo>
                    <a:pt x="36285" y="61660"/>
                  </a:lnTo>
                  <a:lnTo>
                    <a:pt x="33062" y="65850"/>
                  </a:lnTo>
                  <a:lnTo>
                    <a:pt x="29973" y="70140"/>
                  </a:lnTo>
                  <a:lnTo>
                    <a:pt x="27022" y="74525"/>
                  </a:lnTo>
                  <a:lnTo>
                    <a:pt x="24210" y="79002"/>
                  </a:lnTo>
                  <a:lnTo>
                    <a:pt x="21542" y="83565"/>
                  </a:lnTo>
                  <a:lnTo>
                    <a:pt x="19019" y="88210"/>
                  </a:lnTo>
                  <a:lnTo>
                    <a:pt x="16644" y="92933"/>
                  </a:lnTo>
                  <a:lnTo>
                    <a:pt x="14420" y="97728"/>
                  </a:lnTo>
                  <a:lnTo>
                    <a:pt x="12348" y="102592"/>
                  </a:lnTo>
                  <a:lnTo>
                    <a:pt x="10432" y="107518"/>
                  </a:lnTo>
                  <a:lnTo>
                    <a:pt x="8672" y="112503"/>
                  </a:lnTo>
                  <a:lnTo>
                    <a:pt x="7070" y="117541"/>
                  </a:lnTo>
                  <a:lnTo>
                    <a:pt x="5629" y="122626"/>
                  </a:lnTo>
                  <a:lnTo>
                    <a:pt x="4349" y="127755"/>
                  </a:lnTo>
                  <a:lnTo>
                    <a:pt x="3232" y="132922"/>
                  </a:lnTo>
                  <a:lnTo>
                    <a:pt x="2279" y="138122"/>
                  </a:lnTo>
                  <a:lnTo>
                    <a:pt x="1491" y="143349"/>
                  </a:lnTo>
                  <a:lnTo>
                    <a:pt x="868" y="148598"/>
                  </a:lnTo>
                  <a:lnTo>
                    <a:pt x="412" y="153865"/>
                  </a:lnTo>
                  <a:lnTo>
                    <a:pt x="122" y="159143"/>
                  </a:lnTo>
                  <a:lnTo>
                    <a:pt x="0" y="164428"/>
                  </a:lnTo>
                  <a:lnTo>
                    <a:pt x="44" y="169714"/>
                  </a:lnTo>
                  <a:lnTo>
                    <a:pt x="256" y="174996"/>
                  </a:lnTo>
                  <a:lnTo>
                    <a:pt x="634" y="180268"/>
                  </a:lnTo>
                  <a:lnTo>
                    <a:pt x="1180" y="185526"/>
                  </a:lnTo>
                  <a:lnTo>
                    <a:pt x="1891" y="190764"/>
                  </a:lnTo>
                  <a:lnTo>
                    <a:pt x="2767" y="195977"/>
                  </a:lnTo>
                  <a:lnTo>
                    <a:pt x="3808" y="201160"/>
                  </a:lnTo>
                  <a:lnTo>
                    <a:pt x="5012" y="206307"/>
                  </a:lnTo>
                  <a:lnTo>
                    <a:pt x="6378" y="211414"/>
                  </a:lnTo>
                  <a:lnTo>
                    <a:pt x="7905" y="216475"/>
                  </a:lnTo>
                  <a:lnTo>
                    <a:pt x="9592" y="221485"/>
                  </a:lnTo>
                  <a:lnTo>
                    <a:pt x="11435" y="226439"/>
                  </a:lnTo>
                  <a:lnTo>
                    <a:pt x="13435" y="231332"/>
                  </a:lnTo>
                  <a:lnTo>
                    <a:pt x="15588" y="236160"/>
                  </a:lnTo>
                  <a:lnTo>
                    <a:pt x="17893" y="240917"/>
                  </a:lnTo>
                  <a:lnTo>
                    <a:pt x="20347" y="245599"/>
                  </a:lnTo>
                  <a:lnTo>
                    <a:pt x="22948" y="250201"/>
                  </a:lnTo>
                  <a:lnTo>
                    <a:pt x="25693" y="254719"/>
                  </a:lnTo>
                  <a:lnTo>
                    <a:pt x="28580" y="259147"/>
                  </a:lnTo>
                  <a:lnTo>
                    <a:pt x="31605" y="263482"/>
                  </a:lnTo>
                  <a:lnTo>
                    <a:pt x="34766" y="267719"/>
                  </a:lnTo>
                  <a:lnTo>
                    <a:pt x="38059" y="271854"/>
                  </a:lnTo>
                  <a:lnTo>
                    <a:pt x="41481" y="275883"/>
                  </a:lnTo>
                  <a:lnTo>
                    <a:pt x="45029" y="279802"/>
                  </a:lnTo>
                  <a:lnTo>
                    <a:pt x="48699" y="283607"/>
                  </a:lnTo>
                  <a:lnTo>
                    <a:pt x="52488" y="287293"/>
                  </a:lnTo>
                  <a:lnTo>
                    <a:pt x="56391" y="290858"/>
                  </a:lnTo>
                  <a:lnTo>
                    <a:pt x="60405" y="294298"/>
                  </a:lnTo>
                  <a:lnTo>
                    <a:pt x="64525" y="297609"/>
                  </a:lnTo>
                  <a:lnTo>
                    <a:pt x="68749" y="300788"/>
                  </a:lnTo>
                  <a:lnTo>
                    <a:pt x="73070" y="303832"/>
                  </a:lnTo>
                  <a:lnTo>
                    <a:pt x="77486" y="306738"/>
                  </a:lnTo>
                  <a:lnTo>
                    <a:pt x="81991" y="309503"/>
                  </a:lnTo>
                  <a:lnTo>
                    <a:pt x="86582" y="312124"/>
                  </a:lnTo>
                  <a:lnTo>
                    <a:pt x="91253" y="314599"/>
                  </a:lnTo>
                  <a:lnTo>
                    <a:pt x="96000" y="316925"/>
                  </a:lnTo>
                  <a:lnTo>
                    <a:pt x="100819" y="319099"/>
                  </a:lnTo>
                  <a:lnTo>
                    <a:pt x="105703" y="321120"/>
                  </a:lnTo>
                  <a:lnTo>
                    <a:pt x="110649" y="322985"/>
                  </a:lnTo>
                  <a:lnTo>
                    <a:pt x="115652" y="324693"/>
                  </a:lnTo>
                  <a:lnTo>
                    <a:pt x="120706" y="326243"/>
                  </a:lnTo>
                  <a:lnTo>
                    <a:pt x="125807" y="327631"/>
                  </a:lnTo>
                  <a:lnTo>
                    <a:pt x="130949" y="328858"/>
                  </a:lnTo>
                  <a:lnTo>
                    <a:pt x="136127" y="329921"/>
                  </a:lnTo>
                  <a:lnTo>
                    <a:pt x="141336" y="330820"/>
                  </a:lnTo>
                  <a:lnTo>
                    <a:pt x="146571" y="331554"/>
                  </a:lnTo>
                  <a:lnTo>
                    <a:pt x="151826" y="332123"/>
                  </a:lnTo>
                  <a:lnTo>
                    <a:pt x="157097" y="332524"/>
                  </a:lnTo>
                  <a:lnTo>
                    <a:pt x="162378" y="332759"/>
                  </a:lnTo>
                  <a:lnTo>
                    <a:pt x="167664" y="332827"/>
                  </a:lnTo>
                  <a:lnTo>
                    <a:pt x="172949" y="332727"/>
                  </a:lnTo>
                  <a:lnTo>
                    <a:pt x="178229" y="332461"/>
                  </a:lnTo>
                  <a:lnTo>
                    <a:pt x="183497" y="332028"/>
                  </a:lnTo>
                  <a:lnTo>
                    <a:pt x="188749" y="331428"/>
                  </a:lnTo>
                  <a:lnTo>
                    <a:pt x="193980" y="330662"/>
                  </a:lnTo>
                  <a:lnTo>
                    <a:pt x="199183" y="329732"/>
                  </a:lnTo>
                  <a:lnTo>
                    <a:pt x="204355" y="328638"/>
                  </a:lnTo>
                  <a:lnTo>
                    <a:pt x="209489" y="327380"/>
                  </a:lnTo>
                  <a:lnTo>
                    <a:pt x="214581" y="325961"/>
                  </a:lnTo>
                  <a:lnTo>
                    <a:pt x="219626" y="324382"/>
                  </a:lnTo>
                  <a:lnTo>
                    <a:pt x="224618" y="322643"/>
                  </a:lnTo>
                  <a:lnTo>
                    <a:pt x="229553" y="320748"/>
                  </a:lnTo>
                  <a:lnTo>
                    <a:pt x="234426" y="318698"/>
                  </a:lnTo>
                  <a:lnTo>
                    <a:pt x="239231" y="316495"/>
                  </a:lnTo>
                  <a:lnTo>
                    <a:pt x="243964" y="314141"/>
                  </a:lnTo>
                  <a:lnTo>
                    <a:pt x="248620" y="311638"/>
                  </a:lnTo>
                  <a:lnTo>
                    <a:pt x="253195" y="308990"/>
                  </a:lnTo>
                  <a:lnTo>
                    <a:pt x="257684" y="306198"/>
                  </a:lnTo>
                  <a:lnTo>
                    <a:pt x="262082" y="303265"/>
                  </a:lnTo>
                  <a:lnTo>
                    <a:pt x="266385" y="300195"/>
                  </a:lnTo>
                  <a:lnTo>
                    <a:pt x="270589" y="296991"/>
                  </a:lnTo>
                  <a:lnTo>
                    <a:pt x="274690" y="293655"/>
                  </a:lnTo>
                  <a:lnTo>
                    <a:pt x="278683" y="290191"/>
                  </a:lnTo>
                  <a:lnTo>
                    <a:pt x="282565" y="286603"/>
                  </a:lnTo>
                  <a:lnTo>
                    <a:pt x="286331" y="282894"/>
                  </a:lnTo>
                  <a:lnTo>
                    <a:pt x="289978" y="279067"/>
                  </a:lnTo>
                  <a:lnTo>
                    <a:pt x="293503" y="275127"/>
                  </a:lnTo>
                  <a:lnTo>
                    <a:pt x="296901" y="271078"/>
                  </a:lnTo>
                  <a:lnTo>
                    <a:pt x="300169" y="266923"/>
                  </a:lnTo>
                  <a:lnTo>
                    <a:pt x="303304" y="262667"/>
                  </a:lnTo>
                  <a:lnTo>
                    <a:pt x="306303" y="258314"/>
                  </a:lnTo>
                  <a:lnTo>
                    <a:pt x="309163" y="253868"/>
                  </a:lnTo>
                  <a:lnTo>
                    <a:pt x="311881" y="249334"/>
                  </a:lnTo>
                  <a:lnTo>
                    <a:pt x="314455" y="244717"/>
                  </a:lnTo>
                  <a:lnTo>
                    <a:pt x="316881" y="240020"/>
                  </a:lnTo>
                  <a:lnTo>
                    <a:pt x="319157" y="235249"/>
                  </a:lnTo>
                  <a:lnTo>
                    <a:pt x="321281" y="230409"/>
                  </a:lnTo>
                  <a:lnTo>
                    <a:pt x="323251" y="225503"/>
                  </a:lnTo>
                  <a:lnTo>
                    <a:pt x="325065" y="220538"/>
                  </a:lnTo>
                  <a:lnTo>
                    <a:pt x="326722" y="215518"/>
                  </a:lnTo>
                  <a:lnTo>
                    <a:pt x="328218" y="210448"/>
                  </a:lnTo>
                  <a:lnTo>
                    <a:pt x="329554" y="205334"/>
                  </a:lnTo>
                  <a:lnTo>
                    <a:pt x="330727" y="200179"/>
                  </a:lnTo>
                  <a:lnTo>
                    <a:pt x="331737" y="194990"/>
                  </a:lnTo>
                  <a:lnTo>
                    <a:pt x="332582" y="189772"/>
                  </a:lnTo>
                  <a:lnTo>
                    <a:pt x="333261" y="184530"/>
                  </a:lnTo>
                  <a:lnTo>
                    <a:pt x="333775" y="179269"/>
                  </a:lnTo>
                  <a:lnTo>
                    <a:pt x="334122" y="173994"/>
                  </a:lnTo>
                  <a:lnTo>
                    <a:pt x="334302" y="168711"/>
                  </a:lnTo>
                  <a:lnTo>
                    <a:pt x="334315" y="163425"/>
                  </a:lnTo>
                  <a:lnTo>
                    <a:pt x="334161" y="158141"/>
                  </a:lnTo>
                  <a:lnTo>
                    <a:pt x="333839" y="152864"/>
                  </a:lnTo>
                  <a:lnTo>
                    <a:pt x="333351" y="147601"/>
                  </a:lnTo>
                  <a:lnTo>
                    <a:pt x="332697" y="142355"/>
                  </a:lnTo>
                  <a:lnTo>
                    <a:pt x="331878" y="137133"/>
                  </a:lnTo>
                  <a:lnTo>
                    <a:pt x="330893" y="131939"/>
                  </a:lnTo>
                  <a:lnTo>
                    <a:pt x="329745" y="126779"/>
                  </a:lnTo>
                  <a:lnTo>
                    <a:pt x="328435" y="121658"/>
                  </a:lnTo>
                  <a:lnTo>
                    <a:pt x="326963" y="116581"/>
                  </a:lnTo>
                  <a:lnTo>
                    <a:pt x="325331" y="111553"/>
                  </a:lnTo>
                  <a:lnTo>
                    <a:pt x="323541" y="106579"/>
                  </a:lnTo>
                  <a:lnTo>
                    <a:pt x="321595" y="101664"/>
                  </a:lnTo>
                  <a:lnTo>
                    <a:pt x="319494" y="96813"/>
                  </a:lnTo>
                  <a:lnTo>
                    <a:pt x="317241" y="92031"/>
                  </a:lnTo>
                  <a:lnTo>
                    <a:pt x="314838" y="87323"/>
                  </a:lnTo>
                  <a:lnTo>
                    <a:pt x="312288" y="82693"/>
                  </a:lnTo>
                  <a:lnTo>
                    <a:pt x="309592" y="78145"/>
                  </a:lnTo>
                  <a:lnTo>
                    <a:pt x="306754" y="73686"/>
                  </a:lnTo>
                  <a:lnTo>
                    <a:pt x="303776" y="69318"/>
                  </a:lnTo>
                  <a:lnTo>
                    <a:pt x="300661" y="65047"/>
                  </a:lnTo>
                  <a:lnTo>
                    <a:pt x="297413" y="60876"/>
                  </a:lnTo>
                  <a:lnTo>
                    <a:pt x="294035" y="56810"/>
                  </a:lnTo>
                  <a:lnTo>
                    <a:pt x="290530" y="52853"/>
                  </a:lnTo>
                  <a:lnTo>
                    <a:pt x="286902" y="49009"/>
                  </a:lnTo>
                  <a:lnTo>
                    <a:pt x="283154" y="45281"/>
                  </a:lnTo>
                  <a:lnTo>
                    <a:pt x="279289" y="41674"/>
                  </a:lnTo>
                  <a:lnTo>
                    <a:pt x="275313" y="38191"/>
                  </a:lnTo>
                  <a:lnTo>
                    <a:pt x="271229" y="34835"/>
                  </a:lnTo>
                  <a:lnTo>
                    <a:pt x="267040" y="31610"/>
                  </a:lnTo>
                  <a:lnTo>
                    <a:pt x="262752" y="28519"/>
                  </a:lnTo>
                  <a:lnTo>
                    <a:pt x="258368" y="25566"/>
                  </a:lnTo>
                  <a:lnTo>
                    <a:pt x="253893" y="22752"/>
                  </a:lnTo>
                  <a:lnTo>
                    <a:pt x="249331" y="20081"/>
                  </a:lnTo>
                  <a:lnTo>
                    <a:pt x="244687" y="17556"/>
                  </a:lnTo>
                  <a:lnTo>
                    <a:pt x="239965" y="15179"/>
                  </a:lnTo>
                  <a:lnTo>
                    <a:pt x="235171" y="12952"/>
                  </a:lnTo>
                  <a:lnTo>
                    <a:pt x="230309" y="10878"/>
                  </a:lnTo>
                  <a:lnTo>
                    <a:pt x="225383" y="8959"/>
                  </a:lnTo>
                  <a:lnTo>
                    <a:pt x="220400" y="7196"/>
                  </a:lnTo>
                  <a:lnTo>
                    <a:pt x="215363" y="5592"/>
                  </a:lnTo>
                  <a:lnTo>
                    <a:pt x="210278" y="4148"/>
                  </a:lnTo>
                  <a:lnTo>
                    <a:pt x="205149" y="2866"/>
                  </a:lnTo>
                  <a:lnTo>
                    <a:pt x="199983" y="1746"/>
                  </a:lnTo>
                  <a:lnTo>
                    <a:pt x="194784" y="790"/>
                  </a:lnTo>
                  <a:lnTo>
                    <a:pt x="189557" y="0"/>
                  </a:lnTo>
                  <a:lnTo>
                    <a:pt x="167162" y="1656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22394" cy="167167"/>
            </a:xfrm>
            <a:custGeom>
              <a:avLst/>
              <a:pathLst>
                <a:path w="22394" h="167167">
                  <a:moveTo>
                    <a:pt x="22394" y="1506"/>
                  </a:moveTo>
                  <a:lnTo>
                    <a:pt x="14954" y="670"/>
                  </a:lnTo>
                  <a:lnTo>
                    <a:pt x="7484" y="16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56377" y="5399291"/>
              <a:ext cx="167166" cy="315776"/>
            </a:xfrm>
            <a:custGeom>
              <a:avLst/>
              <a:pathLst>
                <a:path w="167166" h="315776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3" y="775"/>
                  </a:lnTo>
                  <a:lnTo>
                    <a:pt x="145748" y="1377"/>
                  </a:lnTo>
                  <a:lnTo>
                    <a:pt x="140435" y="2151"/>
                  </a:lnTo>
                  <a:lnTo>
                    <a:pt x="135149" y="3094"/>
                  </a:lnTo>
                  <a:lnTo>
                    <a:pt x="129897" y="4207"/>
                  </a:lnTo>
                  <a:lnTo>
                    <a:pt x="124683" y="5488"/>
                  </a:lnTo>
                  <a:lnTo>
                    <a:pt x="119512" y="6936"/>
                  </a:lnTo>
                  <a:lnTo>
                    <a:pt x="114391" y="8549"/>
                  </a:lnTo>
                  <a:lnTo>
                    <a:pt x="109325" y="10325"/>
                  </a:lnTo>
                  <a:lnTo>
                    <a:pt x="104318" y="12264"/>
                  </a:lnTo>
                  <a:lnTo>
                    <a:pt x="99375" y="14362"/>
                  </a:lnTo>
                  <a:lnTo>
                    <a:pt x="94503" y="16618"/>
                  </a:lnTo>
                  <a:lnTo>
                    <a:pt x="89706" y="19029"/>
                  </a:lnTo>
                  <a:lnTo>
                    <a:pt x="84989" y="21593"/>
                  </a:lnTo>
                  <a:lnTo>
                    <a:pt x="80356" y="24307"/>
                  </a:lnTo>
                  <a:lnTo>
                    <a:pt x="75813" y="27168"/>
                  </a:lnTo>
                  <a:lnTo>
                    <a:pt x="71364" y="30174"/>
                  </a:lnTo>
                  <a:lnTo>
                    <a:pt x="67014" y="33322"/>
                  </a:lnTo>
                  <a:lnTo>
                    <a:pt x="62768" y="36607"/>
                  </a:lnTo>
                  <a:lnTo>
                    <a:pt x="58629" y="40027"/>
                  </a:lnTo>
                  <a:lnTo>
                    <a:pt x="54602" y="43578"/>
                  </a:lnTo>
                  <a:lnTo>
                    <a:pt x="50691" y="47257"/>
                  </a:lnTo>
                  <a:lnTo>
                    <a:pt x="46900" y="51059"/>
                  </a:lnTo>
                  <a:lnTo>
                    <a:pt x="43233" y="54981"/>
                  </a:lnTo>
                  <a:lnTo>
                    <a:pt x="39695" y="59019"/>
                  </a:lnTo>
                  <a:lnTo>
                    <a:pt x="36287" y="63168"/>
                  </a:lnTo>
                  <a:lnTo>
                    <a:pt x="33015" y="67425"/>
                  </a:lnTo>
                  <a:lnTo>
                    <a:pt x="29881" y="71785"/>
                  </a:lnTo>
                  <a:lnTo>
                    <a:pt x="26889" y="76243"/>
                  </a:lnTo>
                  <a:lnTo>
                    <a:pt x="24041" y="80794"/>
                  </a:lnTo>
                  <a:lnTo>
                    <a:pt x="21341" y="85435"/>
                  </a:lnTo>
                  <a:lnTo>
                    <a:pt x="18792" y="90160"/>
                  </a:lnTo>
                  <a:lnTo>
                    <a:pt x="16395" y="94965"/>
                  </a:lnTo>
                  <a:lnTo>
                    <a:pt x="14154" y="99844"/>
                  </a:lnTo>
                  <a:lnTo>
                    <a:pt x="12071" y="104793"/>
                  </a:lnTo>
                  <a:lnTo>
                    <a:pt x="10148" y="109806"/>
                  </a:lnTo>
                  <a:lnTo>
                    <a:pt x="8387" y="114878"/>
                  </a:lnTo>
                  <a:lnTo>
                    <a:pt x="6790" y="120004"/>
                  </a:lnTo>
                  <a:lnTo>
                    <a:pt x="5358" y="125178"/>
                  </a:lnTo>
                  <a:lnTo>
                    <a:pt x="4093" y="130396"/>
                  </a:lnTo>
                  <a:lnTo>
                    <a:pt x="2996" y="135652"/>
                  </a:lnTo>
                  <a:lnTo>
                    <a:pt x="2069" y="140941"/>
                  </a:lnTo>
                  <a:lnTo>
                    <a:pt x="1312" y="146256"/>
                  </a:lnTo>
                  <a:lnTo>
                    <a:pt x="726" y="151593"/>
                  </a:lnTo>
                  <a:lnTo>
                    <a:pt x="311" y="156946"/>
                  </a:lnTo>
                  <a:lnTo>
                    <a:pt x="69" y="162310"/>
                  </a:lnTo>
                  <a:lnTo>
                    <a:pt x="0" y="167678"/>
                  </a:lnTo>
                  <a:lnTo>
                    <a:pt x="102" y="173047"/>
                  </a:lnTo>
                  <a:lnTo>
                    <a:pt x="377" y="178409"/>
                  </a:lnTo>
                  <a:lnTo>
                    <a:pt x="824" y="183759"/>
                  </a:lnTo>
                  <a:lnTo>
                    <a:pt x="1443" y="189092"/>
                  </a:lnTo>
                  <a:lnTo>
                    <a:pt x="2232" y="194403"/>
                  </a:lnTo>
                  <a:lnTo>
                    <a:pt x="3192" y="199686"/>
                  </a:lnTo>
                  <a:lnTo>
                    <a:pt x="4321" y="204935"/>
                  </a:lnTo>
                  <a:lnTo>
                    <a:pt x="5618" y="210145"/>
                  </a:lnTo>
                  <a:lnTo>
                    <a:pt x="7081" y="215311"/>
                  </a:lnTo>
                  <a:lnTo>
                    <a:pt x="8710" y="220427"/>
                  </a:lnTo>
                  <a:lnTo>
                    <a:pt x="10502" y="225488"/>
                  </a:lnTo>
                  <a:lnTo>
                    <a:pt x="12456" y="230489"/>
                  </a:lnTo>
                  <a:lnTo>
                    <a:pt x="14569" y="235425"/>
                  </a:lnTo>
                  <a:lnTo>
                    <a:pt x="16840" y="240290"/>
                  </a:lnTo>
                  <a:lnTo>
                    <a:pt x="19266" y="245080"/>
                  </a:lnTo>
                  <a:lnTo>
                    <a:pt x="21844" y="249789"/>
                  </a:lnTo>
                  <a:lnTo>
                    <a:pt x="24572" y="254414"/>
                  </a:lnTo>
                  <a:lnTo>
                    <a:pt x="27448" y="258948"/>
                  </a:lnTo>
                  <a:lnTo>
                    <a:pt x="30467" y="263388"/>
                  </a:lnTo>
                  <a:lnTo>
                    <a:pt x="33628" y="267728"/>
                  </a:lnTo>
                  <a:lnTo>
                    <a:pt x="36926" y="271964"/>
                  </a:lnTo>
                  <a:lnTo>
                    <a:pt x="40359" y="276093"/>
                  </a:lnTo>
                  <a:lnTo>
                    <a:pt x="43922" y="280109"/>
                  </a:lnTo>
                  <a:lnTo>
                    <a:pt x="47613" y="284009"/>
                  </a:lnTo>
                  <a:lnTo>
                    <a:pt x="51427" y="287788"/>
                  </a:lnTo>
                  <a:lnTo>
                    <a:pt x="55360" y="291442"/>
                  </a:lnTo>
                  <a:lnTo>
                    <a:pt x="59409" y="294969"/>
                  </a:lnTo>
                  <a:lnTo>
                    <a:pt x="63569" y="298363"/>
                  </a:lnTo>
                  <a:lnTo>
                    <a:pt x="67835" y="301623"/>
                  </a:lnTo>
                  <a:lnTo>
                    <a:pt x="72204" y="304743"/>
                  </a:lnTo>
                  <a:lnTo>
                    <a:pt x="76672" y="307722"/>
                  </a:lnTo>
                  <a:lnTo>
                    <a:pt x="81232" y="310555"/>
                  </a:lnTo>
                  <a:lnTo>
                    <a:pt x="85881" y="313241"/>
                  </a:lnTo>
                  <a:lnTo>
                    <a:pt x="90614" y="31577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46991" y="5566459"/>
              <a:ext cx="76552" cy="148609"/>
            </a:xfrm>
            <a:custGeom>
              <a:avLst/>
              <a:pathLst>
                <a:path w="76552" h="148609">
                  <a:moveTo>
                    <a:pt x="0" y="148609"/>
                  </a:moveTo>
                  <a:lnTo>
                    <a:pt x="7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46991" y="5566459"/>
              <a:ext cx="76552" cy="148609"/>
            </a:xfrm>
            <a:custGeom>
              <a:avLst/>
              <a:pathLst>
                <a:path w="76552" h="148609">
                  <a:moveTo>
                    <a:pt x="0" y="148609"/>
                  </a:moveTo>
                  <a:lnTo>
                    <a:pt x="7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46991" y="5566459"/>
              <a:ext cx="76552" cy="148609"/>
            </a:xfrm>
            <a:custGeom>
              <a:avLst/>
              <a:pathLst>
                <a:path w="76552" h="148609">
                  <a:moveTo>
                    <a:pt x="0" y="148609"/>
                  </a:moveTo>
                  <a:lnTo>
                    <a:pt x="7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46991" y="5566459"/>
              <a:ext cx="76552" cy="148609"/>
            </a:xfrm>
            <a:custGeom>
              <a:avLst/>
              <a:pathLst>
                <a:path w="76552" h="148609">
                  <a:moveTo>
                    <a:pt x="0" y="148609"/>
                  </a:moveTo>
                  <a:lnTo>
                    <a:pt x="765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46991" y="5566459"/>
              <a:ext cx="76552" cy="148609"/>
            </a:xfrm>
            <a:custGeom>
              <a:avLst/>
              <a:pathLst>
                <a:path w="76552" h="148609">
                  <a:moveTo>
                    <a:pt x="0" y="148609"/>
                  </a:moveTo>
                  <a:lnTo>
                    <a:pt x="765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46991" y="5566459"/>
              <a:ext cx="154697" cy="167156"/>
            </a:xfrm>
            <a:custGeom>
              <a:avLst/>
              <a:pathLst>
                <a:path w="154697" h="167156">
                  <a:moveTo>
                    <a:pt x="0" y="148609"/>
                  </a:moveTo>
                  <a:lnTo>
                    <a:pt x="4971" y="151066"/>
                  </a:lnTo>
                  <a:lnTo>
                    <a:pt x="10021" y="153357"/>
                  </a:lnTo>
                  <a:lnTo>
                    <a:pt x="15145" y="155480"/>
                  </a:lnTo>
                  <a:lnTo>
                    <a:pt x="20336" y="157431"/>
                  </a:lnTo>
                  <a:lnTo>
                    <a:pt x="25588" y="159209"/>
                  </a:lnTo>
                  <a:lnTo>
                    <a:pt x="30897" y="160812"/>
                  </a:lnTo>
                  <a:lnTo>
                    <a:pt x="36257" y="162238"/>
                  </a:lnTo>
                  <a:lnTo>
                    <a:pt x="41660" y="163485"/>
                  </a:lnTo>
                  <a:lnTo>
                    <a:pt x="47102" y="164552"/>
                  </a:lnTo>
                  <a:lnTo>
                    <a:pt x="52577" y="165439"/>
                  </a:lnTo>
                  <a:lnTo>
                    <a:pt x="58077" y="166143"/>
                  </a:lnTo>
                  <a:lnTo>
                    <a:pt x="63598" y="166664"/>
                  </a:lnTo>
                  <a:lnTo>
                    <a:pt x="69134" y="167002"/>
                  </a:lnTo>
                  <a:lnTo>
                    <a:pt x="74677" y="167156"/>
                  </a:lnTo>
                  <a:lnTo>
                    <a:pt x="80223" y="167127"/>
                  </a:lnTo>
                  <a:lnTo>
                    <a:pt x="85764" y="166913"/>
                  </a:lnTo>
                  <a:lnTo>
                    <a:pt x="91296" y="166515"/>
                  </a:lnTo>
                  <a:lnTo>
                    <a:pt x="96811" y="165935"/>
                  </a:lnTo>
                  <a:lnTo>
                    <a:pt x="102304" y="165171"/>
                  </a:lnTo>
                  <a:lnTo>
                    <a:pt x="107768" y="164226"/>
                  </a:lnTo>
                  <a:lnTo>
                    <a:pt x="113198" y="163101"/>
                  </a:lnTo>
                  <a:lnTo>
                    <a:pt x="118588" y="161795"/>
                  </a:lnTo>
                  <a:lnTo>
                    <a:pt x="123932" y="160312"/>
                  </a:lnTo>
                  <a:lnTo>
                    <a:pt x="129223" y="158652"/>
                  </a:lnTo>
                  <a:lnTo>
                    <a:pt x="134457" y="156818"/>
                  </a:lnTo>
                  <a:lnTo>
                    <a:pt x="139626" y="154811"/>
                  </a:lnTo>
                  <a:lnTo>
                    <a:pt x="144727" y="152633"/>
                  </a:lnTo>
                  <a:lnTo>
                    <a:pt x="149752" y="150288"/>
                  </a:lnTo>
                  <a:lnTo>
                    <a:pt x="154697" y="147777"/>
                  </a:lnTo>
                  <a:lnTo>
                    <a:pt x="7655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167166" cy="314945"/>
            </a:xfrm>
            <a:custGeom>
              <a:avLst/>
              <a:pathLst>
                <a:path w="167166" h="314945">
                  <a:moveTo>
                    <a:pt x="78145" y="314945"/>
                  </a:moveTo>
                  <a:lnTo>
                    <a:pt x="82831" y="312370"/>
                  </a:lnTo>
                  <a:lnTo>
                    <a:pt x="87433" y="309646"/>
                  </a:lnTo>
                  <a:lnTo>
                    <a:pt x="91946" y="306777"/>
                  </a:lnTo>
                  <a:lnTo>
                    <a:pt x="96364" y="303764"/>
                  </a:lnTo>
                  <a:lnTo>
                    <a:pt x="100684" y="300612"/>
                  </a:lnTo>
                  <a:lnTo>
                    <a:pt x="104900" y="297324"/>
                  </a:lnTo>
                  <a:lnTo>
                    <a:pt x="109010" y="293902"/>
                  </a:lnTo>
                  <a:lnTo>
                    <a:pt x="113007" y="290350"/>
                  </a:lnTo>
                  <a:lnTo>
                    <a:pt x="116890" y="286673"/>
                  </a:lnTo>
                  <a:lnTo>
                    <a:pt x="120652" y="282873"/>
                  </a:lnTo>
                  <a:lnTo>
                    <a:pt x="124291" y="278955"/>
                  </a:lnTo>
                  <a:lnTo>
                    <a:pt x="127803" y="274922"/>
                  </a:lnTo>
                  <a:lnTo>
                    <a:pt x="131184" y="270779"/>
                  </a:lnTo>
                  <a:lnTo>
                    <a:pt x="134431" y="266530"/>
                  </a:lnTo>
                  <a:lnTo>
                    <a:pt x="137540" y="262180"/>
                  </a:lnTo>
                  <a:lnTo>
                    <a:pt x="140509" y="257732"/>
                  </a:lnTo>
                  <a:lnTo>
                    <a:pt x="143334" y="253192"/>
                  </a:lnTo>
                  <a:lnTo>
                    <a:pt x="146012" y="248563"/>
                  </a:lnTo>
                  <a:lnTo>
                    <a:pt x="148541" y="243851"/>
                  </a:lnTo>
                  <a:lnTo>
                    <a:pt x="150917" y="239061"/>
                  </a:lnTo>
                  <a:lnTo>
                    <a:pt x="153140" y="234197"/>
                  </a:lnTo>
                  <a:lnTo>
                    <a:pt x="155205" y="229265"/>
                  </a:lnTo>
                  <a:lnTo>
                    <a:pt x="157112" y="224269"/>
                  </a:lnTo>
                  <a:lnTo>
                    <a:pt x="158858" y="219215"/>
                  </a:lnTo>
                  <a:lnTo>
                    <a:pt x="160441" y="214107"/>
                  </a:lnTo>
                  <a:lnTo>
                    <a:pt x="161861" y="208951"/>
                  </a:lnTo>
                  <a:lnTo>
                    <a:pt x="163114" y="203753"/>
                  </a:lnTo>
                  <a:lnTo>
                    <a:pt x="164201" y="198517"/>
                  </a:lnTo>
                  <a:lnTo>
                    <a:pt x="165120" y="193249"/>
                  </a:lnTo>
                  <a:lnTo>
                    <a:pt x="165869" y="187954"/>
                  </a:lnTo>
                  <a:lnTo>
                    <a:pt x="166449" y="182638"/>
                  </a:lnTo>
                  <a:lnTo>
                    <a:pt x="166859" y="177307"/>
                  </a:lnTo>
                  <a:lnTo>
                    <a:pt x="167098" y="171965"/>
                  </a:lnTo>
                  <a:lnTo>
                    <a:pt x="167166" y="166618"/>
                  </a:lnTo>
                  <a:lnTo>
                    <a:pt x="167063" y="161271"/>
                  </a:lnTo>
                  <a:lnTo>
                    <a:pt x="166789" y="155931"/>
                  </a:lnTo>
                  <a:lnTo>
                    <a:pt x="166344" y="150602"/>
                  </a:lnTo>
                  <a:lnTo>
                    <a:pt x="165729" y="145290"/>
                  </a:lnTo>
                  <a:lnTo>
                    <a:pt x="164945" y="140000"/>
                  </a:lnTo>
                  <a:lnTo>
                    <a:pt x="163991" y="134738"/>
                  </a:lnTo>
                  <a:lnTo>
                    <a:pt x="162870" y="129510"/>
                  </a:lnTo>
                  <a:lnTo>
                    <a:pt x="161582" y="124320"/>
                  </a:lnTo>
                  <a:lnTo>
                    <a:pt x="160129" y="119173"/>
                  </a:lnTo>
                  <a:lnTo>
                    <a:pt x="158512" y="114076"/>
                  </a:lnTo>
                  <a:lnTo>
                    <a:pt x="156733" y="109034"/>
                  </a:lnTo>
                  <a:lnTo>
                    <a:pt x="154794" y="104050"/>
                  </a:lnTo>
                  <a:lnTo>
                    <a:pt x="152696" y="99131"/>
                  </a:lnTo>
                  <a:lnTo>
                    <a:pt x="150441" y="94282"/>
                  </a:lnTo>
                  <a:lnTo>
                    <a:pt x="148033" y="89508"/>
                  </a:lnTo>
                  <a:lnTo>
                    <a:pt x="145474" y="84813"/>
                  </a:lnTo>
                  <a:lnTo>
                    <a:pt x="142765" y="80202"/>
                  </a:lnTo>
                  <a:lnTo>
                    <a:pt x="139911" y="75680"/>
                  </a:lnTo>
                  <a:lnTo>
                    <a:pt x="136913" y="71252"/>
                  </a:lnTo>
                  <a:lnTo>
                    <a:pt x="133775" y="66922"/>
                  </a:lnTo>
                  <a:lnTo>
                    <a:pt x="130500" y="62694"/>
                  </a:lnTo>
                  <a:lnTo>
                    <a:pt x="127092" y="58574"/>
                  </a:lnTo>
                  <a:lnTo>
                    <a:pt x="123554" y="54564"/>
                  </a:lnTo>
                  <a:lnTo>
                    <a:pt x="119889" y="50670"/>
                  </a:lnTo>
                  <a:lnTo>
                    <a:pt x="116102" y="46895"/>
                  </a:lnTo>
                  <a:lnTo>
                    <a:pt x="112195" y="43243"/>
                  </a:lnTo>
                  <a:lnTo>
                    <a:pt x="108174" y="39718"/>
                  </a:lnTo>
                  <a:lnTo>
                    <a:pt x="104043" y="36324"/>
                  </a:lnTo>
                  <a:lnTo>
                    <a:pt x="99804" y="33063"/>
                  </a:lnTo>
                  <a:lnTo>
                    <a:pt x="95464" y="29939"/>
                  </a:lnTo>
                  <a:lnTo>
                    <a:pt x="91026" y="26956"/>
                  </a:lnTo>
                  <a:lnTo>
                    <a:pt x="86495" y="24116"/>
                  </a:lnTo>
                  <a:lnTo>
                    <a:pt x="81875" y="21423"/>
                  </a:lnTo>
                  <a:lnTo>
                    <a:pt x="77172" y="18879"/>
                  </a:lnTo>
                  <a:lnTo>
                    <a:pt x="72389" y="16486"/>
                  </a:lnTo>
                  <a:lnTo>
                    <a:pt x="67533" y="14248"/>
                  </a:lnTo>
                  <a:lnTo>
                    <a:pt x="62607" y="12166"/>
                  </a:lnTo>
                  <a:lnTo>
                    <a:pt x="57618" y="10243"/>
                  </a:lnTo>
                  <a:lnTo>
                    <a:pt x="52569" y="8480"/>
                  </a:lnTo>
                  <a:lnTo>
                    <a:pt x="47467" y="6880"/>
                  </a:lnTo>
                  <a:lnTo>
                    <a:pt x="42316" y="5444"/>
                  </a:lnTo>
                  <a:lnTo>
                    <a:pt x="37121" y="4173"/>
                  </a:lnTo>
                  <a:lnTo>
                    <a:pt x="31889" y="3069"/>
                  </a:lnTo>
                  <a:lnTo>
                    <a:pt x="26624" y="2133"/>
                  </a:lnTo>
                  <a:lnTo>
                    <a:pt x="21332" y="1366"/>
                  </a:lnTo>
                  <a:lnTo>
                    <a:pt x="16018" y="769"/>
                  </a:lnTo>
                  <a:lnTo>
                    <a:pt x="10688" y="342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1776" y="5269756"/>
              <a:ext cx="143481" cy="167167"/>
            </a:xfrm>
            <a:custGeom>
              <a:avLst/>
              <a:pathLst>
                <a:path w="143481" h="167167">
                  <a:moveTo>
                    <a:pt x="143481" y="0"/>
                  </a:moveTo>
                  <a:lnTo>
                    <a:pt x="137917" y="92"/>
                  </a:lnTo>
                  <a:lnTo>
                    <a:pt x="132360" y="370"/>
                  </a:lnTo>
                  <a:lnTo>
                    <a:pt x="126814" y="832"/>
                  </a:lnTo>
                  <a:lnTo>
                    <a:pt x="121287" y="1479"/>
                  </a:lnTo>
                  <a:lnTo>
                    <a:pt x="115785" y="2310"/>
                  </a:lnTo>
                  <a:lnTo>
                    <a:pt x="110313" y="3323"/>
                  </a:lnTo>
                  <a:lnTo>
                    <a:pt x="104878" y="4518"/>
                  </a:lnTo>
                  <a:lnTo>
                    <a:pt x="99486" y="5893"/>
                  </a:lnTo>
                  <a:lnTo>
                    <a:pt x="94143" y="7446"/>
                  </a:lnTo>
                  <a:lnTo>
                    <a:pt x="88854" y="9177"/>
                  </a:lnTo>
                  <a:lnTo>
                    <a:pt x="83626" y="11083"/>
                  </a:lnTo>
                  <a:lnTo>
                    <a:pt x="78464" y="13161"/>
                  </a:lnTo>
                  <a:lnTo>
                    <a:pt x="73375" y="15410"/>
                  </a:lnTo>
                  <a:lnTo>
                    <a:pt x="68363" y="17828"/>
                  </a:lnTo>
                  <a:lnTo>
                    <a:pt x="63434" y="20411"/>
                  </a:lnTo>
                  <a:lnTo>
                    <a:pt x="58594" y="23156"/>
                  </a:lnTo>
                  <a:lnTo>
                    <a:pt x="53847" y="26061"/>
                  </a:lnTo>
                  <a:lnTo>
                    <a:pt x="49201" y="29123"/>
                  </a:lnTo>
                  <a:lnTo>
                    <a:pt x="44658" y="32337"/>
                  </a:lnTo>
                  <a:lnTo>
                    <a:pt x="40226" y="35701"/>
                  </a:lnTo>
                  <a:lnTo>
                    <a:pt x="35907" y="39211"/>
                  </a:lnTo>
                  <a:lnTo>
                    <a:pt x="31708" y="42862"/>
                  </a:lnTo>
                  <a:lnTo>
                    <a:pt x="27633" y="46651"/>
                  </a:lnTo>
                  <a:lnTo>
                    <a:pt x="23686" y="50574"/>
                  </a:lnTo>
                  <a:lnTo>
                    <a:pt x="19871" y="54625"/>
                  </a:lnTo>
                  <a:lnTo>
                    <a:pt x="16194" y="58802"/>
                  </a:lnTo>
                  <a:lnTo>
                    <a:pt x="12658" y="63098"/>
                  </a:lnTo>
                  <a:lnTo>
                    <a:pt x="9267" y="67510"/>
                  </a:lnTo>
                  <a:lnTo>
                    <a:pt x="6024" y="72033"/>
                  </a:lnTo>
                  <a:lnTo>
                    <a:pt x="2934" y="76660"/>
                  </a:lnTo>
                  <a:lnTo>
                    <a:pt x="0" y="81388"/>
                  </a:lnTo>
                  <a:lnTo>
                    <a:pt x="1434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1776" y="5351145"/>
              <a:ext cx="143481" cy="85778"/>
            </a:xfrm>
            <a:custGeom>
              <a:avLst/>
              <a:pathLst>
                <a:path w="143481" h="85778">
                  <a:moveTo>
                    <a:pt x="0" y="0"/>
                  </a:moveTo>
                  <a:lnTo>
                    <a:pt x="143481" y="857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81254" y="5351145"/>
              <a:ext cx="164004" cy="85778"/>
            </a:xfrm>
            <a:custGeom>
              <a:avLst/>
              <a:pathLst>
                <a:path w="164004" h="85778">
                  <a:moveTo>
                    <a:pt x="20522" y="0"/>
                  </a:moveTo>
                  <a:lnTo>
                    <a:pt x="17349" y="5545"/>
                  </a:lnTo>
                  <a:lnTo>
                    <a:pt x="14391" y="11207"/>
                  </a:lnTo>
                  <a:lnTo>
                    <a:pt x="11650" y="16979"/>
                  </a:lnTo>
                  <a:lnTo>
                    <a:pt x="9133" y="22851"/>
                  </a:lnTo>
                  <a:lnTo>
                    <a:pt x="6841" y="28815"/>
                  </a:lnTo>
                  <a:lnTo>
                    <a:pt x="4779" y="34862"/>
                  </a:lnTo>
                  <a:lnTo>
                    <a:pt x="2950" y="40983"/>
                  </a:lnTo>
                  <a:lnTo>
                    <a:pt x="1356" y="47170"/>
                  </a:lnTo>
                  <a:lnTo>
                    <a:pt x="0" y="53413"/>
                  </a:lnTo>
                  <a:lnTo>
                    <a:pt x="164004" y="8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093" y="5269756"/>
              <a:ext cx="334320" cy="334330"/>
            </a:xfrm>
            <a:custGeom>
              <a:avLst/>
              <a:pathLst>
                <a:path w="334320" h="334330">
                  <a:moveTo>
                    <a:pt x="3160" y="134802"/>
                  </a:moveTo>
                  <a:lnTo>
                    <a:pt x="2218" y="140010"/>
                  </a:lnTo>
                  <a:lnTo>
                    <a:pt x="1441" y="145245"/>
                  </a:lnTo>
                  <a:lnTo>
                    <a:pt x="830" y="150501"/>
                  </a:lnTo>
                  <a:lnTo>
                    <a:pt x="386" y="155775"/>
                  </a:lnTo>
                  <a:lnTo>
                    <a:pt x="109" y="161060"/>
                  </a:lnTo>
                  <a:lnTo>
                    <a:pt x="0" y="166351"/>
                  </a:lnTo>
                  <a:lnTo>
                    <a:pt x="57" y="171643"/>
                  </a:lnTo>
                  <a:lnTo>
                    <a:pt x="283" y="176930"/>
                  </a:lnTo>
                  <a:lnTo>
                    <a:pt x="676" y="182208"/>
                  </a:lnTo>
                  <a:lnTo>
                    <a:pt x="1235" y="187471"/>
                  </a:lnTo>
                  <a:lnTo>
                    <a:pt x="1961" y="192713"/>
                  </a:lnTo>
                  <a:lnTo>
                    <a:pt x="2852" y="197929"/>
                  </a:lnTo>
                  <a:lnTo>
                    <a:pt x="3908" y="203115"/>
                  </a:lnTo>
                  <a:lnTo>
                    <a:pt x="5128" y="208265"/>
                  </a:lnTo>
                  <a:lnTo>
                    <a:pt x="6510" y="213373"/>
                  </a:lnTo>
                  <a:lnTo>
                    <a:pt x="8053" y="218436"/>
                  </a:lnTo>
                  <a:lnTo>
                    <a:pt x="9756" y="223447"/>
                  </a:lnTo>
                  <a:lnTo>
                    <a:pt x="11616" y="228401"/>
                  </a:lnTo>
                  <a:lnTo>
                    <a:pt x="13633" y="233294"/>
                  </a:lnTo>
                  <a:lnTo>
                    <a:pt x="15803" y="238121"/>
                  </a:lnTo>
                  <a:lnTo>
                    <a:pt x="18125" y="242877"/>
                  </a:lnTo>
                  <a:lnTo>
                    <a:pt x="20596" y="247556"/>
                  </a:lnTo>
                  <a:lnTo>
                    <a:pt x="23214" y="252156"/>
                  </a:lnTo>
                  <a:lnTo>
                    <a:pt x="25976" y="256670"/>
                  </a:lnTo>
                  <a:lnTo>
                    <a:pt x="28880" y="261094"/>
                  </a:lnTo>
                  <a:lnTo>
                    <a:pt x="31923" y="265424"/>
                  </a:lnTo>
                  <a:lnTo>
                    <a:pt x="35101" y="269656"/>
                  </a:lnTo>
                  <a:lnTo>
                    <a:pt x="38411" y="273785"/>
                  </a:lnTo>
                  <a:lnTo>
                    <a:pt x="41851" y="277807"/>
                  </a:lnTo>
                  <a:lnTo>
                    <a:pt x="45416" y="281719"/>
                  </a:lnTo>
                  <a:lnTo>
                    <a:pt x="49103" y="285515"/>
                  </a:lnTo>
                  <a:lnTo>
                    <a:pt x="52908" y="289193"/>
                  </a:lnTo>
                  <a:lnTo>
                    <a:pt x="56828" y="292748"/>
                  </a:lnTo>
                  <a:lnTo>
                    <a:pt x="60859" y="296178"/>
                  </a:lnTo>
                  <a:lnTo>
                    <a:pt x="64996" y="299479"/>
                  </a:lnTo>
                  <a:lnTo>
                    <a:pt x="69235" y="302646"/>
                  </a:lnTo>
                  <a:lnTo>
                    <a:pt x="73573" y="305678"/>
                  </a:lnTo>
                  <a:lnTo>
                    <a:pt x="78004" y="308572"/>
                  </a:lnTo>
                  <a:lnTo>
                    <a:pt x="82525" y="311323"/>
                  </a:lnTo>
                  <a:lnTo>
                    <a:pt x="87130" y="313930"/>
                  </a:lnTo>
                  <a:lnTo>
                    <a:pt x="91816" y="316390"/>
                  </a:lnTo>
                  <a:lnTo>
                    <a:pt x="96577" y="318700"/>
                  </a:lnTo>
                  <a:lnTo>
                    <a:pt x="101409" y="320859"/>
                  </a:lnTo>
                  <a:lnTo>
                    <a:pt x="106307" y="322863"/>
                  </a:lnTo>
                  <a:lnTo>
                    <a:pt x="111266" y="324711"/>
                  </a:lnTo>
                  <a:lnTo>
                    <a:pt x="116281" y="326402"/>
                  </a:lnTo>
                  <a:lnTo>
                    <a:pt x="121347" y="327933"/>
                  </a:lnTo>
                  <a:lnTo>
                    <a:pt x="126459" y="329303"/>
                  </a:lnTo>
                  <a:lnTo>
                    <a:pt x="131612" y="330510"/>
                  </a:lnTo>
                  <a:lnTo>
                    <a:pt x="136800" y="331553"/>
                  </a:lnTo>
                  <a:lnTo>
                    <a:pt x="142019" y="332432"/>
                  </a:lnTo>
                  <a:lnTo>
                    <a:pt x="147263" y="333145"/>
                  </a:lnTo>
                  <a:lnTo>
                    <a:pt x="152527" y="333692"/>
                  </a:lnTo>
                  <a:lnTo>
                    <a:pt x="157805" y="334072"/>
                  </a:lnTo>
                  <a:lnTo>
                    <a:pt x="163093" y="334285"/>
                  </a:lnTo>
                  <a:lnTo>
                    <a:pt x="168385" y="334330"/>
                  </a:lnTo>
                  <a:lnTo>
                    <a:pt x="173676" y="334208"/>
                  </a:lnTo>
                  <a:lnTo>
                    <a:pt x="178960" y="333918"/>
                  </a:lnTo>
                  <a:lnTo>
                    <a:pt x="184233" y="333461"/>
                  </a:lnTo>
                  <a:lnTo>
                    <a:pt x="189488" y="332837"/>
                  </a:lnTo>
                  <a:lnTo>
                    <a:pt x="194721" y="332048"/>
                  </a:lnTo>
                  <a:lnTo>
                    <a:pt x="199926" y="331093"/>
                  </a:lnTo>
                  <a:lnTo>
                    <a:pt x="205099" y="329973"/>
                  </a:lnTo>
                  <a:lnTo>
                    <a:pt x="210233" y="328691"/>
                  </a:lnTo>
                  <a:lnTo>
                    <a:pt x="215325" y="327247"/>
                  </a:lnTo>
                  <a:lnTo>
                    <a:pt x="220368" y="325642"/>
                  </a:lnTo>
                  <a:lnTo>
                    <a:pt x="225358" y="323879"/>
                  </a:lnTo>
                  <a:lnTo>
                    <a:pt x="230289" y="321958"/>
                  </a:lnTo>
                  <a:lnTo>
                    <a:pt x="235157" y="319882"/>
                  </a:lnTo>
                  <a:lnTo>
                    <a:pt x="239957" y="317654"/>
                  </a:lnTo>
                  <a:lnTo>
                    <a:pt x="244684" y="315274"/>
                  </a:lnTo>
                  <a:lnTo>
                    <a:pt x="249334" y="312746"/>
                  </a:lnTo>
                  <a:lnTo>
                    <a:pt x="253901" y="310072"/>
                  </a:lnTo>
                  <a:lnTo>
                    <a:pt x="258381" y="307255"/>
                  </a:lnTo>
                  <a:lnTo>
                    <a:pt x="262769" y="304297"/>
                  </a:lnTo>
                  <a:lnTo>
                    <a:pt x="267062" y="301202"/>
                  </a:lnTo>
                  <a:lnTo>
                    <a:pt x="271255" y="297973"/>
                  </a:lnTo>
                  <a:lnTo>
                    <a:pt x="275343" y="294613"/>
                  </a:lnTo>
                  <a:lnTo>
                    <a:pt x="279323" y="291124"/>
                  </a:lnTo>
                  <a:lnTo>
                    <a:pt x="283191" y="287512"/>
                  </a:lnTo>
                  <a:lnTo>
                    <a:pt x="286942" y="283779"/>
                  </a:lnTo>
                  <a:lnTo>
                    <a:pt x="290573" y="279929"/>
                  </a:lnTo>
                  <a:lnTo>
                    <a:pt x="294081" y="275966"/>
                  </a:lnTo>
                  <a:lnTo>
                    <a:pt x="297461" y="271894"/>
                  </a:lnTo>
                  <a:lnTo>
                    <a:pt x="300711" y="267717"/>
                  </a:lnTo>
                  <a:lnTo>
                    <a:pt x="303827" y="263440"/>
                  </a:lnTo>
                  <a:lnTo>
                    <a:pt x="306806" y="259065"/>
                  </a:lnTo>
                  <a:lnTo>
                    <a:pt x="309645" y="254599"/>
                  </a:lnTo>
                  <a:lnTo>
                    <a:pt x="312341" y="250045"/>
                  </a:lnTo>
                  <a:lnTo>
                    <a:pt x="314892" y="245408"/>
                  </a:lnTo>
                  <a:lnTo>
                    <a:pt x="317295" y="240693"/>
                  </a:lnTo>
                  <a:lnTo>
                    <a:pt x="319547" y="235904"/>
                  </a:lnTo>
                  <a:lnTo>
                    <a:pt x="321646" y="231046"/>
                  </a:lnTo>
                  <a:lnTo>
                    <a:pt x="323591" y="226124"/>
                  </a:lnTo>
                  <a:lnTo>
                    <a:pt x="325379" y="221143"/>
                  </a:lnTo>
                  <a:lnTo>
                    <a:pt x="327008" y="216107"/>
                  </a:lnTo>
                  <a:lnTo>
                    <a:pt x="328477" y="211023"/>
                  </a:lnTo>
                  <a:lnTo>
                    <a:pt x="329784" y="205895"/>
                  </a:lnTo>
                  <a:lnTo>
                    <a:pt x="330929" y="200728"/>
                  </a:lnTo>
                  <a:lnTo>
                    <a:pt x="331909" y="195527"/>
                  </a:lnTo>
                  <a:lnTo>
                    <a:pt x="332724" y="190298"/>
                  </a:lnTo>
                  <a:lnTo>
                    <a:pt x="333374" y="185046"/>
                  </a:lnTo>
                  <a:lnTo>
                    <a:pt x="333856" y="179776"/>
                  </a:lnTo>
                  <a:lnTo>
                    <a:pt x="334172" y="174493"/>
                  </a:lnTo>
                  <a:lnTo>
                    <a:pt x="334320" y="169203"/>
                  </a:lnTo>
                  <a:lnTo>
                    <a:pt x="334301" y="163911"/>
                  </a:lnTo>
                  <a:lnTo>
                    <a:pt x="334114" y="158622"/>
                  </a:lnTo>
                  <a:lnTo>
                    <a:pt x="333760" y="153342"/>
                  </a:lnTo>
                  <a:lnTo>
                    <a:pt x="333239" y="148075"/>
                  </a:lnTo>
                  <a:lnTo>
                    <a:pt x="332551" y="142828"/>
                  </a:lnTo>
                  <a:lnTo>
                    <a:pt x="331698" y="137605"/>
                  </a:lnTo>
                  <a:lnTo>
                    <a:pt x="330679" y="132411"/>
                  </a:lnTo>
                  <a:lnTo>
                    <a:pt x="329497" y="127253"/>
                  </a:lnTo>
                  <a:lnTo>
                    <a:pt x="328153" y="122134"/>
                  </a:lnTo>
                  <a:lnTo>
                    <a:pt x="326646" y="117061"/>
                  </a:lnTo>
                  <a:lnTo>
                    <a:pt x="324980" y="112038"/>
                  </a:lnTo>
                  <a:lnTo>
                    <a:pt x="323156" y="107070"/>
                  </a:lnTo>
                  <a:lnTo>
                    <a:pt x="321176" y="102162"/>
                  </a:lnTo>
                  <a:lnTo>
                    <a:pt x="319041" y="97320"/>
                  </a:lnTo>
                  <a:lnTo>
                    <a:pt x="316754" y="92547"/>
                  </a:lnTo>
                  <a:lnTo>
                    <a:pt x="314317" y="87849"/>
                  </a:lnTo>
                  <a:lnTo>
                    <a:pt x="311732" y="83231"/>
                  </a:lnTo>
                  <a:lnTo>
                    <a:pt x="309003" y="78697"/>
                  </a:lnTo>
                  <a:lnTo>
                    <a:pt x="306132" y="74252"/>
                  </a:lnTo>
                  <a:lnTo>
                    <a:pt x="303121" y="69899"/>
                  </a:lnTo>
                  <a:lnTo>
                    <a:pt x="299974" y="65645"/>
                  </a:lnTo>
                  <a:lnTo>
                    <a:pt x="296693" y="61491"/>
                  </a:lnTo>
                  <a:lnTo>
                    <a:pt x="293283" y="57444"/>
                  </a:lnTo>
                  <a:lnTo>
                    <a:pt x="289747" y="53507"/>
                  </a:lnTo>
                  <a:lnTo>
                    <a:pt x="286088" y="49684"/>
                  </a:lnTo>
                  <a:lnTo>
                    <a:pt x="282309" y="45978"/>
                  </a:lnTo>
                  <a:lnTo>
                    <a:pt x="278416" y="42394"/>
                  </a:lnTo>
                  <a:lnTo>
                    <a:pt x="274410" y="38935"/>
                  </a:lnTo>
                  <a:lnTo>
                    <a:pt x="270297" y="35605"/>
                  </a:lnTo>
                  <a:lnTo>
                    <a:pt x="266081" y="32406"/>
                  </a:lnTo>
                  <a:lnTo>
                    <a:pt x="261766" y="29342"/>
                  </a:lnTo>
                  <a:lnTo>
                    <a:pt x="257356" y="26417"/>
                  </a:lnTo>
                  <a:lnTo>
                    <a:pt x="252855" y="23633"/>
                  </a:lnTo>
                  <a:lnTo>
                    <a:pt x="248269" y="20992"/>
                  </a:lnTo>
                  <a:lnTo>
                    <a:pt x="243601" y="18498"/>
                  </a:lnTo>
                  <a:lnTo>
                    <a:pt x="238857" y="16153"/>
                  </a:lnTo>
                  <a:lnTo>
                    <a:pt x="234041" y="13959"/>
                  </a:lnTo>
                  <a:lnTo>
                    <a:pt x="229157" y="11919"/>
                  </a:lnTo>
                  <a:lnTo>
                    <a:pt x="224212" y="10035"/>
                  </a:lnTo>
                  <a:lnTo>
                    <a:pt x="219210" y="8308"/>
                  </a:lnTo>
                  <a:lnTo>
                    <a:pt x="214155" y="6740"/>
                  </a:lnTo>
                  <a:lnTo>
                    <a:pt x="209053" y="5333"/>
                  </a:lnTo>
                  <a:lnTo>
                    <a:pt x="203910" y="4088"/>
                  </a:lnTo>
                  <a:lnTo>
                    <a:pt x="198729" y="3006"/>
                  </a:lnTo>
                  <a:lnTo>
                    <a:pt x="193517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5933" y="5018213"/>
              <a:ext cx="165105" cy="167167"/>
            </a:xfrm>
            <a:custGeom>
              <a:avLst/>
              <a:pathLst>
                <a:path w="165105" h="167167">
                  <a:moveTo>
                    <a:pt x="165105" y="0"/>
                  </a:moveTo>
                  <a:lnTo>
                    <a:pt x="159611" y="90"/>
                  </a:lnTo>
                  <a:lnTo>
                    <a:pt x="154122" y="361"/>
                  </a:lnTo>
                  <a:lnTo>
                    <a:pt x="148646" y="812"/>
                  </a:lnTo>
                  <a:lnTo>
                    <a:pt x="143187" y="1443"/>
                  </a:lnTo>
                  <a:lnTo>
                    <a:pt x="137752" y="2253"/>
                  </a:lnTo>
                  <a:lnTo>
                    <a:pt x="132346" y="3241"/>
                  </a:lnTo>
                  <a:lnTo>
                    <a:pt x="126976" y="4406"/>
                  </a:lnTo>
                  <a:lnTo>
                    <a:pt x="121647" y="5747"/>
                  </a:lnTo>
                  <a:lnTo>
                    <a:pt x="116365" y="7263"/>
                  </a:lnTo>
                  <a:lnTo>
                    <a:pt x="111135" y="8951"/>
                  </a:lnTo>
                  <a:lnTo>
                    <a:pt x="105964" y="10811"/>
                  </a:lnTo>
                  <a:lnTo>
                    <a:pt x="100857" y="12839"/>
                  </a:lnTo>
                  <a:lnTo>
                    <a:pt x="95819" y="15034"/>
                  </a:lnTo>
                  <a:lnTo>
                    <a:pt x="90856" y="17394"/>
                  </a:lnTo>
                  <a:lnTo>
                    <a:pt x="85974" y="19915"/>
                  </a:lnTo>
                  <a:lnTo>
                    <a:pt x="81177" y="22595"/>
                  </a:lnTo>
                  <a:lnTo>
                    <a:pt x="76470" y="25432"/>
                  </a:lnTo>
                  <a:lnTo>
                    <a:pt x="71859" y="28422"/>
                  </a:lnTo>
                  <a:lnTo>
                    <a:pt x="67350" y="31562"/>
                  </a:lnTo>
                  <a:lnTo>
                    <a:pt x="62945" y="34848"/>
                  </a:lnTo>
                  <a:lnTo>
                    <a:pt x="58651" y="38277"/>
                  </a:lnTo>
                  <a:lnTo>
                    <a:pt x="54473" y="41846"/>
                  </a:lnTo>
                  <a:lnTo>
                    <a:pt x="50413" y="45550"/>
                  </a:lnTo>
                  <a:lnTo>
                    <a:pt x="46478" y="49385"/>
                  </a:lnTo>
                  <a:lnTo>
                    <a:pt x="42671" y="53348"/>
                  </a:lnTo>
                  <a:lnTo>
                    <a:pt x="38996" y="57434"/>
                  </a:lnTo>
                  <a:lnTo>
                    <a:pt x="35457" y="61638"/>
                  </a:lnTo>
                  <a:lnTo>
                    <a:pt x="32059" y="65956"/>
                  </a:lnTo>
                  <a:lnTo>
                    <a:pt x="28804" y="70384"/>
                  </a:lnTo>
                  <a:lnTo>
                    <a:pt x="25697" y="74916"/>
                  </a:lnTo>
                  <a:lnTo>
                    <a:pt x="22740" y="79548"/>
                  </a:lnTo>
                  <a:lnTo>
                    <a:pt x="19937" y="84275"/>
                  </a:lnTo>
                  <a:lnTo>
                    <a:pt x="17291" y="89091"/>
                  </a:lnTo>
                  <a:lnTo>
                    <a:pt x="14805" y="93992"/>
                  </a:lnTo>
                  <a:lnTo>
                    <a:pt x="12481" y="98971"/>
                  </a:lnTo>
                  <a:lnTo>
                    <a:pt x="10322" y="104025"/>
                  </a:lnTo>
                  <a:lnTo>
                    <a:pt x="8330" y="109146"/>
                  </a:lnTo>
                  <a:lnTo>
                    <a:pt x="6508" y="114330"/>
                  </a:lnTo>
                  <a:lnTo>
                    <a:pt x="4857" y="119572"/>
                  </a:lnTo>
                  <a:lnTo>
                    <a:pt x="3379" y="124864"/>
                  </a:lnTo>
                  <a:lnTo>
                    <a:pt x="2076" y="130203"/>
                  </a:lnTo>
                  <a:lnTo>
                    <a:pt x="949" y="135581"/>
                  </a:lnTo>
                  <a:lnTo>
                    <a:pt x="0" y="140994"/>
                  </a:lnTo>
                  <a:lnTo>
                    <a:pt x="1651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5933" y="5159207"/>
              <a:ext cx="165105" cy="26172"/>
            </a:xfrm>
            <a:custGeom>
              <a:avLst/>
              <a:pathLst>
                <a:path w="165105" h="26172">
                  <a:moveTo>
                    <a:pt x="0" y="0"/>
                  </a:moveTo>
                  <a:lnTo>
                    <a:pt x="165105" y="261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5933" y="5159207"/>
              <a:ext cx="165105" cy="26172"/>
            </a:xfrm>
            <a:custGeom>
              <a:avLst/>
              <a:pathLst>
                <a:path w="165105" h="26172">
                  <a:moveTo>
                    <a:pt x="0" y="0"/>
                  </a:moveTo>
                  <a:lnTo>
                    <a:pt x="165105" y="261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5933" y="5159207"/>
              <a:ext cx="165105" cy="26172"/>
            </a:xfrm>
            <a:custGeom>
              <a:avLst/>
              <a:pathLst>
                <a:path w="165105" h="26172">
                  <a:moveTo>
                    <a:pt x="0" y="0"/>
                  </a:moveTo>
                  <a:lnTo>
                    <a:pt x="165105" y="261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883" y="5159207"/>
              <a:ext cx="167155" cy="94015"/>
            </a:xfrm>
            <a:custGeom>
              <a:avLst/>
              <a:pathLst>
                <a:path w="167155" h="94015">
                  <a:moveTo>
                    <a:pt x="2049" y="0"/>
                  </a:moveTo>
                  <a:lnTo>
                    <a:pt x="1258" y="5599"/>
                  </a:lnTo>
                  <a:lnTo>
                    <a:pt x="657" y="11222"/>
                  </a:lnTo>
                  <a:lnTo>
                    <a:pt x="247" y="16862"/>
                  </a:lnTo>
                  <a:lnTo>
                    <a:pt x="28" y="22513"/>
                  </a:lnTo>
                  <a:lnTo>
                    <a:pt x="0" y="28168"/>
                  </a:lnTo>
                  <a:lnTo>
                    <a:pt x="163" y="33820"/>
                  </a:lnTo>
                  <a:lnTo>
                    <a:pt x="517" y="39464"/>
                  </a:lnTo>
                  <a:lnTo>
                    <a:pt x="1062" y="45093"/>
                  </a:lnTo>
                  <a:lnTo>
                    <a:pt x="1797" y="50700"/>
                  </a:lnTo>
                  <a:lnTo>
                    <a:pt x="2721" y="56279"/>
                  </a:lnTo>
                  <a:lnTo>
                    <a:pt x="3833" y="61823"/>
                  </a:lnTo>
                  <a:lnTo>
                    <a:pt x="5133" y="67327"/>
                  </a:lnTo>
                  <a:lnTo>
                    <a:pt x="6617" y="72784"/>
                  </a:lnTo>
                  <a:lnTo>
                    <a:pt x="8286" y="78187"/>
                  </a:lnTo>
                  <a:lnTo>
                    <a:pt x="10136" y="83531"/>
                  </a:lnTo>
                  <a:lnTo>
                    <a:pt x="12166" y="88809"/>
                  </a:lnTo>
                  <a:lnTo>
                    <a:pt x="14373" y="94015"/>
                  </a:lnTo>
                  <a:lnTo>
                    <a:pt x="167155" y="261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68257" y="5018213"/>
              <a:ext cx="319937" cy="334329"/>
            </a:xfrm>
            <a:custGeom>
              <a:avLst/>
              <a:pathLst>
                <a:path w="319937" h="334329">
                  <a:moveTo>
                    <a:pt x="0" y="235010"/>
                  </a:moveTo>
                  <a:lnTo>
                    <a:pt x="2235" y="239835"/>
                  </a:lnTo>
                  <a:lnTo>
                    <a:pt x="4622" y="244586"/>
                  </a:lnTo>
                  <a:lnTo>
                    <a:pt x="7159" y="249259"/>
                  </a:lnTo>
                  <a:lnTo>
                    <a:pt x="9844" y="253849"/>
                  </a:lnTo>
                  <a:lnTo>
                    <a:pt x="12673" y="258352"/>
                  </a:lnTo>
                  <a:lnTo>
                    <a:pt x="15644" y="262762"/>
                  </a:lnTo>
                  <a:lnTo>
                    <a:pt x="18754" y="267075"/>
                  </a:lnTo>
                  <a:lnTo>
                    <a:pt x="22000" y="271287"/>
                  </a:lnTo>
                  <a:lnTo>
                    <a:pt x="25377" y="275394"/>
                  </a:lnTo>
                  <a:lnTo>
                    <a:pt x="28884" y="279392"/>
                  </a:lnTo>
                  <a:lnTo>
                    <a:pt x="32516" y="283276"/>
                  </a:lnTo>
                  <a:lnTo>
                    <a:pt x="36270" y="287042"/>
                  </a:lnTo>
                  <a:lnTo>
                    <a:pt x="40142" y="290687"/>
                  </a:lnTo>
                  <a:lnTo>
                    <a:pt x="44127" y="294207"/>
                  </a:lnTo>
                  <a:lnTo>
                    <a:pt x="48223" y="297599"/>
                  </a:lnTo>
                  <a:lnTo>
                    <a:pt x="52424" y="300858"/>
                  </a:lnTo>
                  <a:lnTo>
                    <a:pt x="56727" y="303983"/>
                  </a:lnTo>
                  <a:lnTo>
                    <a:pt x="61127" y="306968"/>
                  </a:lnTo>
                  <a:lnTo>
                    <a:pt x="65620" y="309813"/>
                  </a:lnTo>
                  <a:lnTo>
                    <a:pt x="70201" y="312513"/>
                  </a:lnTo>
                  <a:lnTo>
                    <a:pt x="74866" y="315066"/>
                  </a:lnTo>
                  <a:lnTo>
                    <a:pt x="79609" y="317469"/>
                  </a:lnTo>
                  <a:lnTo>
                    <a:pt x="84427" y="319721"/>
                  </a:lnTo>
                  <a:lnTo>
                    <a:pt x="89313" y="321817"/>
                  </a:lnTo>
                  <a:lnTo>
                    <a:pt x="94264" y="323758"/>
                  </a:lnTo>
                  <a:lnTo>
                    <a:pt x="99274" y="325540"/>
                  </a:lnTo>
                  <a:lnTo>
                    <a:pt x="104339" y="327161"/>
                  </a:lnTo>
                  <a:lnTo>
                    <a:pt x="109452" y="328621"/>
                  </a:lnTo>
                  <a:lnTo>
                    <a:pt x="114609" y="329918"/>
                  </a:lnTo>
                  <a:lnTo>
                    <a:pt x="119805" y="331049"/>
                  </a:lnTo>
                  <a:lnTo>
                    <a:pt x="125034" y="332015"/>
                  </a:lnTo>
                  <a:lnTo>
                    <a:pt x="130291" y="332815"/>
                  </a:lnTo>
                  <a:lnTo>
                    <a:pt x="135571" y="333446"/>
                  </a:lnTo>
                  <a:lnTo>
                    <a:pt x="140868" y="333909"/>
                  </a:lnTo>
                  <a:lnTo>
                    <a:pt x="146178" y="334204"/>
                  </a:lnTo>
                  <a:lnTo>
                    <a:pt x="151494" y="334329"/>
                  </a:lnTo>
                  <a:lnTo>
                    <a:pt x="156811" y="334286"/>
                  </a:lnTo>
                  <a:lnTo>
                    <a:pt x="162124" y="334073"/>
                  </a:lnTo>
                  <a:lnTo>
                    <a:pt x="167428" y="333692"/>
                  </a:lnTo>
                  <a:lnTo>
                    <a:pt x="172717" y="333141"/>
                  </a:lnTo>
                  <a:lnTo>
                    <a:pt x="177986" y="332423"/>
                  </a:lnTo>
                  <a:lnTo>
                    <a:pt x="183229" y="331538"/>
                  </a:lnTo>
                  <a:lnTo>
                    <a:pt x="188442" y="330487"/>
                  </a:lnTo>
                  <a:lnTo>
                    <a:pt x="193618" y="329270"/>
                  </a:lnTo>
                  <a:lnTo>
                    <a:pt x="198754" y="327889"/>
                  </a:lnTo>
                  <a:lnTo>
                    <a:pt x="203842" y="326345"/>
                  </a:lnTo>
                  <a:lnTo>
                    <a:pt x="208879" y="324641"/>
                  </a:lnTo>
                  <a:lnTo>
                    <a:pt x="213859" y="322777"/>
                  </a:lnTo>
                  <a:lnTo>
                    <a:pt x="218778" y="320756"/>
                  </a:lnTo>
                  <a:lnTo>
                    <a:pt x="223629" y="318579"/>
                  </a:lnTo>
                  <a:lnTo>
                    <a:pt x="228409" y="316249"/>
                  </a:lnTo>
                  <a:lnTo>
                    <a:pt x="233113" y="313768"/>
                  </a:lnTo>
                  <a:lnTo>
                    <a:pt x="237735" y="311139"/>
                  </a:lnTo>
                  <a:lnTo>
                    <a:pt x="242271" y="308364"/>
                  </a:lnTo>
                  <a:lnTo>
                    <a:pt x="246716" y="305446"/>
                  </a:lnTo>
                  <a:lnTo>
                    <a:pt x="251067" y="302389"/>
                  </a:lnTo>
                  <a:lnTo>
                    <a:pt x="255318" y="299194"/>
                  </a:lnTo>
                  <a:lnTo>
                    <a:pt x="259465" y="295866"/>
                  </a:lnTo>
                  <a:lnTo>
                    <a:pt x="263505" y="292408"/>
                  </a:lnTo>
                  <a:lnTo>
                    <a:pt x="267432" y="288823"/>
                  </a:lnTo>
                  <a:lnTo>
                    <a:pt x="271244" y="285115"/>
                  </a:lnTo>
                  <a:lnTo>
                    <a:pt x="274935" y="281287"/>
                  </a:lnTo>
                  <a:lnTo>
                    <a:pt x="278503" y="277344"/>
                  </a:lnTo>
                  <a:lnTo>
                    <a:pt x="281944" y="273290"/>
                  </a:lnTo>
                  <a:lnTo>
                    <a:pt x="285254" y="269128"/>
                  </a:lnTo>
                  <a:lnTo>
                    <a:pt x="288429" y="264863"/>
                  </a:lnTo>
                  <a:lnTo>
                    <a:pt x="291468" y="260500"/>
                  </a:lnTo>
                  <a:lnTo>
                    <a:pt x="294366" y="256041"/>
                  </a:lnTo>
                  <a:lnTo>
                    <a:pt x="297122" y="251493"/>
                  </a:lnTo>
                  <a:lnTo>
                    <a:pt x="299731" y="246860"/>
                  </a:lnTo>
                  <a:lnTo>
                    <a:pt x="302191" y="242145"/>
                  </a:lnTo>
                  <a:lnTo>
                    <a:pt x="304500" y="237355"/>
                  </a:lnTo>
                  <a:lnTo>
                    <a:pt x="306656" y="232494"/>
                  </a:lnTo>
                  <a:lnTo>
                    <a:pt x="308656" y="227567"/>
                  </a:lnTo>
                  <a:lnTo>
                    <a:pt x="310498" y="222579"/>
                  </a:lnTo>
                  <a:lnTo>
                    <a:pt x="312180" y="217535"/>
                  </a:lnTo>
                  <a:lnTo>
                    <a:pt x="313702" y="212439"/>
                  </a:lnTo>
                  <a:lnTo>
                    <a:pt x="315060" y="207298"/>
                  </a:lnTo>
                  <a:lnTo>
                    <a:pt x="316255" y="202117"/>
                  </a:lnTo>
                  <a:lnTo>
                    <a:pt x="317284" y="196900"/>
                  </a:lnTo>
                  <a:lnTo>
                    <a:pt x="318146" y="191652"/>
                  </a:lnTo>
                  <a:lnTo>
                    <a:pt x="318841" y="186381"/>
                  </a:lnTo>
                  <a:lnTo>
                    <a:pt x="319368" y="181089"/>
                  </a:lnTo>
                  <a:lnTo>
                    <a:pt x="319727" y="175784"/>
                  </a:lnTo>
                  <a:lnTo>
                    <a:pt x="319916" y="170470"/>
                  </a:lnTo>
                  <a:lnTo>
                    <a:pt x="319937" y="165152"/>
                  </a:lnTo>
                  <a:lnTo>
                    <a:pt x="319788" y="159837"/>
                  </a:lnTo>
                  <a:lnTo>
                    <a:pt x="319470" y="154528"/>
                  </a:lnTo>
                  <a:lnTo>
                    <a:pt x="318984" y="149233"/>
                  </a:lnTo>
                  <a:lnTo>
                    <a:pt x="318330" y="143956"/>
                  </a:lnTo>
                  <a:lnTo>
                    <a:pt x="317508" y="138702"/>
                  </a:lnTo>
                  <a:lnTo>
                    <a:pt x="316519" y="133478"/>
                  </a:lnTo>
                  <a:lnTo>
                    <a:pt x="315365" y="128287"/>
                  </a:lnTo>
                  <a:lnTo>
                    <a:pt x="314046" y="123135"/>
                  </a:lnTo>
                  <a:lnTo>
                    <a:pt x="312564" y="118029"/>
                  </a:lnTo>
                  <a:lnTo>
                    <a:pt x="310920" y="112972"/>
                  </a:lnTo>
                  <a:lnTo>
                    <a:pt x="309116" y="107969"/>
                  </a:lnTo>
                  <a:lnTo>
                    <a:pt x="307154" y="103027"/>
                  </a:lnTo>
                  <a:lnTo>
                    <a:pt x="305036" y="98149"/>
                  </a:lnTo>
                  <a:lnTo>
                    <a:pt x="302764" y="93342"/>
                  </a:lnTo>
                  <a:lnTo>
                    <a:pt x="300340" y="88609"/>
                  </a:lnTo>
                  <a:lnTo>
                    <a:pt x="297767" y="83955"/>
                  </a:lnTo>
                  <a:lnTo>
                    <a:pt x="295047" y="79386"/>
                  </a:lnTo>
                  <a:lnTo>
                    <a:pt x="292183" y="74906"/>
                  </a:lnTo>
                  <a:lnTo>
                    <a:pt x="289178" y="70518"/>
                  </a:lnTo>
                  <a:lnTo>
                    <a:pt x="286035" y="66229"/>
                  </a:lnTo>
                  <a:lnTo>
                    <a:pt x="282757" y="62042"/>
                  </a:lnTo>
                  <a:lnTo>
                    <a:pt x="279348" y="57961"/>
                  </a:lnTo>
                  <a:lnTo>
                    <a:pt x="275811" y="53991"/>
                  </a:lnTo>
                  <a:lnTo>
                    <a:pt x="272149" y="50135"/>
                  </a:lnTo>
                  <a:lnTo>
                    <a:pt x="268366" y="46398"/>
                  </a:lnTo>
                  <a:lnTo>
                    <a:pt x="264466" y="42783"/>
                  </a:lnTo>
                  <a:lnTo>
                    <a:pt x="260454" y="39293"/>
                  </a:lnTo>
                  <a:lnTo>
                    <a:pt x="256332" y="35934"/>
                  </a:lnTo>
                  <a:lnTo>
                    <a:pt x="252106" y="32706"/>
                  </a:lnTo>
                  <a:lnTo>
                    <a:pt x="247779" y="29615"/>
                  </a:lnTo>
                  <a:lnTo>
                    <a:pt x="243356" y="26663"/>
                  </a:lnTo>
                  <a:lnTo>
                    <a:pt x="238841" y="23854"/>
                  </a:lnTo>
                  <a:lnTo>
                    <a:pt x="234240" y="21189"/>
                  </a:lnTo>
                  <a:lnTo>
                    <a:pt x="229555" y="18672"/>
                  </a:lnTo>
                  <a:lnTo>
                    <a:pt x="224794" y="16305"/>
                  </a:lnTo>
                  <a:lnTo>
                    <a:pt x="219959" y="14091"/>
                  </a:lnTo>
                  <a:lnTo>
                    <a:pt x="215056" y="12032"/>
                  </a:lnTo>
                  <a:lnTo>
                    <a:pt x="210091" y="10130"/>
                  </a:lnTo>
                  <a:lnTo>
                    <a:pt x="205067" y="8387"/>
                  </a:lnTo>
                  <a:lnTo>
                    <a:pt x="199990" y="6804"/>
                  </a:lnTo>
                  <a:lnTo>
                    <a:pt x="194866" y="5384"/>
                  </a:lnTo>
                  <a:lnTo>
                    <a:pt x="189699" y="4127"/>
                  </a:lnTo>
                  <a:lnTo>
                    <a:pt x="184495" y="3035"/>
                  </a:lnTo>
                  <a:lnTo>
                    <a:pt x="179258" y="2110"/>
                  </a:lnTo>
                  <a:lnTo>
                    <a:pt x="173995" y="1351"/>
                  </a:lnTo>
                  <a:lnTo>
                    <a:pt x="168711" y="760"/>
                  </a:lnTo>
                  <a:lnTo>
                    <a:pt x="163410" y="338"/>
                  </a:lnTo>
                  <a:lnTo>
                    <a:pt x="158098" y="84"/>
                  </a:lnTo>
                  <a:lnTo>
                    <a:pt x="152781" y="0"/>
                  </a:lnTo>
                  <a:lnTo>
                    <a:pt x="1527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256080" y="4659281"/>
              <a:ext cx="167154" cy="334068"/>
            </a:xfrm>
            <a:custGeom>
              <a:avLst/>
              <a:pathLst>
                <a:path w="167154" h="334068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4" y="1351"/>
                  </a:lnTo>
                  <a:lnTo>
                    <a:pt x="140682" y="2109"/>
                  </a:lnTo>
                  <a:lnTo>
                    <a:pt x="135446" y="3034"/>
                  </a:lnTo>
                  <a:lnTo>
                    <a:pt x="130243" y="4126"/>
                  </a:lnTo>
                  <a:lnTo>
                    <a:pt x="125077" y="5382"/>
                  </a:lnTo>
                  <a:lnTo>
                    <a:pt x="119953" y="6802"/>
                  </a:lnTo>
                  <a:lnTo>
                    <a:pt x="114877" y="8384"/>
                  </a:lnTo>
                  <a:lnTo>
                    <a:pt x="109854" y="10127"/>
                  </a:lnTo>
                  <a:lnTo>
                    <a:pt x="104889" y="12028"/>
                  </a:lnTo>
                  <a:lnTo>
                    <a:pt x="99987" y="14087"/>
                  </a:lnTo>
                  <a:lnTo>
                    <a:pt x="95153" y="16300"/>
                  </a:lnTo>
                  <a:lnTo>
                    <a:pt x="90392" y="18666"/>
                  </a:lnTo>
                  <a:lnTo>
                    <a:pt x="85709" y="21182"/>
                  </a:lnTo>
                  <a:lnTo>
                    <a:pt x="81107" y="23846"/>
                  </a:lnTo>
                  <a:lnTo>
                    <a:pt x="76593" y="26655"/>
                  </a:lnTo>
                  <a:lnTo>
                    <a:pt x="72171" y="29606"/>
                  </a:lnTo>
                  <a:lnTo>
                    <a:pt x="67844" y="32696"/>
                  </a:lnTo>
                  <a:lnTo>
                    <a:pt x="63618" y="35922"/>
                  </a:lnTo>
                  <a:lnTo>
                    <a:pt x="59497" y="39281"/>
                  </a:lnTo>
                  <a:lnTo>
                    <a:pt x="55485" y="42769"/>
                  </a:lnTo>
                  <a:lnTo>
                    <a:pt x="51585" y="46383"/>
                  </a:lnTo>
                  <a:lnTo>
                    <a:pt x="47803" y="50119"/>
                  </a:lnTo>
                  <a:lnTo>
                    <a:pt x="44141" y="53974"/>
                  </a:lnTo>
                  <a:lnTo>
                    <a:pt x="40604" y="57943"/>
                  </a:lnTo>
                  <a:lnTo>
                    <a:pt x="37194" y="62023"/>
                  </a:lnTo>
                  <a:lnTo>
                    <a:pt x="33916" y="66209"/>
                  </a:lnTo>
                  <a:lnTo>
                    <a:pt x="30773" y="70497"/>
                  </a:lnTo>
                  <a:lnTo>
                    <a:pt x="27768" y="74883"/>
                  </a:lnTo>
                  <a:lnTo>
                    <a:pt x="24904" y="79362"/>
                  </a:lnTo>
                  <a:lnTo>
                    <a:pt x="22184" y="83930"/>
                  </a:lnTo>
                  <a:lnTo>
                    <a:pt x="19610" y="88582"/>
                  </a:lnTo>
                  <a:lnTo>
                    <a:pt x="17185" y="93314"/>
                  </a:lnTo>
                  <a:lnTo>
                    <a:pt x="14913" y="98120"/>
                  </a:lnTo>
                  <a:lnTo>
                    <a:pt x="12794" y="102996"/>
                  </a:lnTo>
                  <a:lnTo>
                    <a:pt x="10831" y="107938"/>
                  </a:lnTo>
                  <a:lnTo>
                    <a:pt x="9027" y="112939"/>
                  </a:lnTo>
                  <a:lnTo>
                    <a:pt x="7382" y="117995"/>
                  </a:lnTo>
                  <a:lnTo>
                    <a:pt x="5900" y="123100"/>
                  </a:lnTo>
                  <a:lnTo>
                    <a:pt x="4580" y="128250"/>
                  </a:lnTo>
                  <a:lnTo>
                    <a:pt x="3424" y="133440"/>
                  </a:lnTo>
                  <a:lnTo>
                    <a:pt x="2435" y="138664"/>
                  </a:lnTo>
                  <a:lnTo>
                    <a:pt x="1612" y="143916"/>
                  </a:lnTo>
                  <a:lnTo>
                    <a:pt x="956" y="149192"/>
                  </a:lnTo>
                  <a:lnTo>
                    <a:pt x="468" y="154487"/>
                  </a:lnTo>
                  <a:lnTo>
                    <a:pt x="150" y="159794"/>
                  </a:lnTo>
                  <a:lnTo>
                    <a:pt x="0" y="165108"/>
                  </a:lnTo>
                  <a:lnTo>
                    <a:pt x="19" y="170425"/>
                  </a:lnTo>
                  <a:lnTo>
                    <a:pt x="207" y="175738"/>
                  </a:lnTo>
                  <a:lnTo>
                    <a:pt x="564" y="181043"/>
                  </a:lnTo>
                  <a:lnTo>
                    <a:pt x="1089" y="186334"/>
                  </a:lnTo>
                  <a:lnTo>
                    <a:pt x="1783" y="191605"/>
                  </a:lnTo>
                  <a:lnTo>
                    <a:pt x="2644" y="196851"/>
                  </a:lnTo>
                  <a:lnTo>
                    <a:pt x="3671" y="202068"/>
                  </a:lnTo>
                  <a:lnTo>
                    <a:pt x="4863" y="207249"/>
                  </a:lnTo>
                  <a:lnTo>
                    <a:pt x="6220" y="212390"/>
                  </a:lnTo>
                  <a:lnTo>
                    <a:pt x="7739" y="217485"/>
                  </a:lnTo>
                  <a:lnTo>
                    <a:pt x="9420" y="222529"/>
                  </a:lnTo>
                  <a:lnTo>
                    <a:pt x="11260" y="227517"/>
                  </a:lnTo>
                  <a:lnTo>
                    <a:pt x="13258" y="232444"/>
                  </a:lnTo>
                  <a:lnTo>
                    <a:pt x="15412" y="237304"/>
                  </a:lnTo>
                  <a:lnTo>
                    <a:pt x="17719" y="242094"/>
                  </a:lnTo>
                  <a:lnTo>
                    <a:pt x="20178" y="246809"/>
                  </a:lnTo>
                  <a:lnTo>
                    <a:pt x="22785" y="251442"/>
                  </a:lnTo>
                  <a:lnTo>
                    <a:pt x="25538" y="255991"/>
                  </a:lnTo>
                  <a:lnTo>
                    <a:pt x="28434" y="260449"/>
                  </a:lnTo>
                  <a:lnTo>
                    <a:pt x="31470" y="264813"/>
                  </a:lnTo>
                  <a:lnTo>
                    <a:pt x="34644" y="269079"/>
                  </a:lnTo>
                  <a:lnTo>
                    <a:pt x="37952" y="273241"/>
                  </a:lnTo>
                  <a:lnTo>
                    <a:pt x="41391" y="277296"/>
                  </a:lnTo>
                  <a:lnTo>
                    <a:pt x="44956" y="281240"/>
                  </a:lnTo>
                  <a:lnTo>
                    <a:pt x="48646" y="285068"/>
                  </a:lnTo>
                  <a:lnTo>
                    <a:pt x="52455" y="288777"/>
                  </a:lnTo>
                  <a:lnTo>
                    <a:pt x="56380" y="292363"/>
                  </a:lnTo>
                  <a:lnTo>
                    <a:pt x="60417" y="295822"/>
                  </a:lnTo>
                  <a:lnTo>
                    <a:pt x="64563" y="299152"/>
                  </a:lnTo>
                  <a:lnTo>
                    <a:pt x="68812" y="302347"/>
                  </a:lnTo>
                  <a:lnTo>
                    <a:pt x="73160" y="305406"/>
                  </a:lnTo>
                  <a:lnTo>
                    <a:pt x="77604" y="308325"/>
                  </a:lnTo>
                  <a:lnTo>
                    <a:pt x="82138" y="311102"/>
                  </a:lnTo>
                  <a:lnTo>
                    <a:pt x="86758" y="313732"/>
                  </a:lnTo>
                  <a:lnTo>
                    <a:pt x="91460" y="316215"/>
                  </a:lnTo>
                  <a:lnTo>
                    <a:pt x="96238" y="318547"/>
                  </a:lnTo>
                  <a:lnTo>
                    <a:pt x="101088" y="320725"/>
                  </a:lnTo>
                  <a:lnTo>
                    <a:pt x="106004" y="322749"/>
                  </a:lnTo>
                  <a:lnTo>
                    <a:pt x="110983" y="324614"/>
                  </a:lnTo>
                  <a:lnTo>
                    <a:pt x="116018" y="326321"/>
                  </a:lnTo>
                  <a:lnTo>
                    <a:pt x="121105" y="327867"/>
                  </a:lnTo>
                  <a:lnTo>
                    <a:pt x="126239" y="329250"/>
                  </a:lnTo>
                  <a:lnTo>
                    <a:pt x="131414" y="330469"/>
                  </a:lnTo>
                  <a:lnTo>
                    <a:pt x="136625" y="331523"/>
                  </a:lnTo>
                  <a:lnTo>
                    <a:pt x="141867" y="332411"/>
                  </a:lnTo>
                  <a:lnTo>
                    <a:pt x="147134" y="333131"/>
                  </a:lnTo>
                  <a:lnTo>
                    <a:pt x="152422" y="333684"/>
                  </a:lnTo>
                  <a:lnTo>
                    <a:pt x="157725" y="33406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13805" y="482644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13805" y="482644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3805" y="4826449"/>
              <a:ext cx="101483" cy="167157"/>
            </a:xfrm>
            <a:custGeom>
              <a:avLst/>
              <a:pathLst>
                <a:path w="101483" h="167157">
                  <a:moveTo>
                    <a:pt x="0" y="166901"/>
                  </a:moveTo>
                  <a:lnTo>
                    <a:pt x="5622" y="167124"/>
                  </a:lnTo>
                  <a:lnTo>
                    <a:pt x="11249" y="167157"/>
                  </a:lnTo>
                  <a:lnTo>
                    <a:pt x="16874" y="167001"/>
                  </a:lnTo>
                  <a:lnTo>
                    <a:pt x="22491" y="166656"/>
                  </a:lnTo>
                  <a:lnTo>
                    <a:pt x="28093" y="166122"/>
                  </a:lnTo>
                  <a:lnTo>
                    <a:pt x="33673" y="165399"/>
                  </a:lnTo>
                  <a:lnTo>
                    <a:pt x="39226" y="164490"/>
                  </a:lnTo>
                  <a:lnTo>
                    <a:pt x="44746" y="163394"/>
                  </a:lnTo>
                  <a:lnTo>
                    <a:pt x="50225" y="162112"/>
                  </a:lnTo>
                  <a:lnTo>
                    <a:pt x="55658" y="160647"/>
                  </a:lnTo>
                  <a:lnTo>
                    <a:pt x="61039" y="159001"/>
                  </a:lnTo>
                  <a:lnTo>
                    <a:pt x="66361" y="157173"/>
                  </a:lnTo>
                  <a:lnTo>
                    <a:pt x="71619" y="155168"/>
                  </a:lnTo>
                  <a:lnTo>
                    <a:pt x="76806" y="152987"/>
                  </a:lnTo>
                  <a:lnTo>
                    <a:pt x="81917" y="150633"/>
                  </a:lnTo>
                  <a:lnTo>
                    <a:pt x="86946" y="148108"/>
                  </a:lnTo>
                  <a:lnTo>
                    <a:pt x="91887" y="145415"/>
                  </a:lnTo>
                  <a:lnTo>
                    <a:pt x="96735" y="142557"/>
                  </a:lnTo>
                  <a:lnTo>
                    <a:pt x="101483" y="139538"/>
                  </a:lnTo>
                  <a:lnTo>
                    <a:pt x="94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167166" cy="306705"/>
            </a:xfrm>
            <a:custGeom>
              <a:avLst/>
              <a:pathLst>
                <a:path w="167166" h="306705">
                  <a:moveTo>
                    <a:pt x="92054" y="306705"/>
                  </a:moveTo>
                  <a:lnTo>
                    <a:pt x="96469" y="303690"/>
                  </a:lnTo>
                  <a:lnTo>
                    <a:pt x="100785" y="300536"/>
                  </a:lnTo>
                  <a:lnTo>
                    <a:pt x="104998" y="297245"/>
                  </a:lnTo>
                  <a:lnTo>
                    <a:pt x="109103" y="293821"/>
                  </a:lnTo>
                  <a:lnTo>
                    <a:pt x="113097" y="290268"/>
                  </a:lnTo>
                  <a:lnTo>
                    <a:pt x="116975" y="286589"/>
                  </a:lnTo>
                  <a:lnTo>
                    <a:pt x="120734" y="282787"/>
                  </a:lnTo>
                  <a:lnTo>
                    <a:pt x="124369" y="278868"/>
                  </a:lnTo>
                  <a:lnTo>
                    <a:pt x="127877" y="274834"/>
                  </a:lnTo>
                  <a:lnTo>
                    <a:pt x="131255" y="270690"/>
                  </a:lnTo>
                  <a:lnTo>
                    <a:pt x="134498" y="266440"/>
                  </a:lnTo>
                  <a:lnTo>
                    <a:pt x="137603" y="262089"/>
                  </a:lnTo>
                  <a:lnTo>
                    <a:pt x="140568" y="257641"/>
                  </a:lnTo>
                  <a:lnTo>
                    <a:pt x="143389" y="253100"/>
                  </a:lnTo>
                  <a:lnTo>
                    <a:pt x="146063" y="248471"/>
                  </a:lnTo>
                  <a:lnTo>
                    <a:pt x="148588" y="243759"/>
                  </a:lnTo>
                  <a:lnTo>
                    <a:pt x="150961" y="238969"/>
                  </a:lnTo>
                  <a:lnTo>
                    <a:pt x="153180" y="234105"/>
                  </a:lnTo>
                  <a:lnTo>
                    <a:pt x="155242" y="229173"/>
                  </a:lnTo>
                  <a:lnTo>
                    <a:pt x="157145" y="224177"/>
                  </a:lnTo>
                  <a:lnTo>
                    <a:pt x="158888" y="219124"/>
                  </a:lnTo>
                  <a:lnTo>
                    <a:pt x="160468" y="214017"/>
                  </a:lnTo>
                  <a:lnTo>
                    <a:pt x="161884" y="208862"/>
                  </a:lnTo>
                  <a:lnTo>
                    <a:pt x="163134" y="203664"/>
                  </a:lnTo>
                  <a:lnTo>
                    <a:pt x="164218" y="198429"/>
                  </a:lnTo>
                  <a:lnTo>
                    <a:pt x="165133" y="193162"/>
                  </a:lnTo>
                  <a:lnTo>
                    <a:pt x="165880" y="187869"/>
                  </a:lnTo>
                  <a:lnTo>
                    <a:pt x="166457" y="182554"/>
                  </a:lnTo>
                  <a:lnTo>
                    <a:pt x="166864" y="177224"/>
                  </a:lnTo>
                  <a:lnTo>
                    <a:pt x="167100" y="171883"/>
                  </a:lnTo>
                  <a:lnTo>
                    <a:pt x="167166" y="166538"/>
                  </a:lnTo>
                  <a:lnTo>
                    <a:pt x="167060" y="161193"/>
                  </a:lnTo>
                  <a:lnTo>
                    <a:pt x="166784" y="155855"/>
                  </a:lnTo>
                  <a:lnTo>
                    <a:pt x="166337" y="150527"/>
                  </a:lnTo>
                  <a:lnTo>
                    <a:pt x="165720" y="145217"/>
                  </a:lnTo>
                  <a:lnTo>
                    <a:pt x="164933" y="139930"/>
                  </a:lnTo>
                  <a:lnTo>
                    <a:pt x="163978" y="134670"/>
                  </a:lnTo>
                  <a:lnTo>
                    <a:pt x="162855" y="129443"/>
                  </a:lnTo>
                  <a:lnTo>
                    <a:pt x="161565" y="124255"/>
                  </a:lnTo>
                  <a:lnTo>
                    <a:pt x="160111" y="119111"/>
                  </a:lnTo>
                  <a:lnTo>
                    <a:pt x="158492" y="114016"/>
                  </a:lnTo>
                  <a:lnTo>
                    <a:pt x="156712" y="108976"/>
                  </a:lnTo>
                  <a:lnTo>
                    <a:pt x="154771" y="103995"/>
                  </a:lnTo>
                  <a:lnTo>
                    <a:pt x="152672" y="99078"/>
                  </a:lnTo>
                  <a:lnTo>
                    <a:pt x="150417" y="94231"/>
                  </a:lnTo>
                  <a:lnTo>
                    <a:pt x="148008" y="89459"/>
                  </a:lnTo>
                  <a:lnTo>
                    <a:pt x="145447" y="84766"/>
                  </a:lnTo>
                  <a:lnTo>
                    <a:pt x="142738" y="80158"/>
                  </a:lnTo>
                  <a:lnTo>
                    <a:pt x="139883" y="75638"/>
                  </a:lnTo>
                  <a:lnTo>
                    <a:pt x="136885" y="71212"/>
                  </a:lnTo>
                  <a:lnTo>
                    <a:pt x="133747" y="66884"/>
                  </a:lnTo>
                  <a:lnTo>
                    <a:pt x="130472" y="62659"/>
                  </a:lnTo>
                  <a:lnTo>
                    <a:pt x="127064" y="58541"/>
                  </a:lnTo>
                  <a:lnTo>
                    <a:pt x="123525" y="54533"/>
                  </a:lnTo>
                  <a:lnTo>
                    <a:pt x="119861" y="50641"/>
                  </a:lnTo>
                  <a:lnTo>
                    <a:pt x="116073" y="46868"/>
                  </a:lnTo>
                  <a:lnTo>
                    <a:pt x="112168" y="43218"/>
                  </a:lnTo>
                  <a:lnTo>
                    <a:pt x="108147" y="39695"/>
                  </a:lnTo>
                  <a:lnTo>
                    <a:pt x="104016" y="36302"/>
                  </a:lnTo>
                  <a:lnTo>
                    <a:pt x="99778" y="33043"/>
                  </a:lnTo>
                  <a:lnTo>
                    <a:pt x="95439" y="29921"/>
                  </a:lnTo>
                  <a:lnTo>
                    <a:pt x="91001" y="26940"/>
                  </a:lnTo>
                  <a:lnTo>
                    <a:pt x="86471" y="24102"/>
                  </a:lnTo>
                  <a:lnTo>
                    <a:pt x="81852" y="21410"/>
                  </a:lnTo>
                  <a:lnTo>
                    <a:pt x="77150" y="18867"/>
                  </a:lnTo>
                  <a:lnTo>
                    <a:pt x="72369" y="16476"/>
                  </a:lnTo>
                  <a:lnTo>
                    <a:pt x="67513" y="14239"/>
                  </a:lnTo>
                  <a:lnTo>
                    <a:pt x="62589" y="12159"/>
                  </a:lnTo>
                  <a:lnTo>
                    <a:pt x="57601" y="10237"/>
                  </a:lnTo>
                  <a:lnTo>
                    <a:pt x="52554" y="8475"/>
                  </a:lnTo>
                  <a:lnTo>
                    <a:pt x="47452" y="6876"/>
                  </a:lnTo>
                  <a:lnTo>
                    <a:pt x="42303" y="5441"/>
                  </a:lnTo>
                  <a:lnTo>
                    <a:pt x="37110" y="4171"/>
                  </a:lnTo>
                  <a:lnTo>
                    <a:pt x="31879" y="3068"/>
                  </a:lnTo>
                  <a:lnTo>
                    <a:pt x="26616" y="2132"/>
                  </a:lnTo>
                  <a:lnTo>
                    <a:pt x="21325" y="1365"/>
                  </a:lnTo>
                  <a:lnTo>
                    <a:pt x="16013" y="768"/>
                  </a:lnTo>
                  <a:lnTo>
                    <a:pt x="10684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561323" y="4213821"/>
              <a:ext cx="266566" cy="334334"/>
            </a:xfrm>
            <a:custGeom>
              <a:avLst/>
              <a:pathLst>
                <a:path w="266566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0" y="2102"/>
                  </a:lnTo>
                  <a:lnTo>
                    <a:pt x="135493" y="3024"/>
                  </a:lnTo>
                  <a:lnTo>
                    <a:pt x="130298" y="4112"/>
                  </a:lnTo>
                  <a:lnTo>
                    <a:pt x="125140" y="5364"/>
                  </a:lnTo>
                  <a:lnTo>
                    <a:pt x="120024" y="6779"/>
                  </a:lnTo>
                  <a:lnTo>
                    <a:pt x="114956" y="8356"/>
                  </a:lnTo>
                  <a:lnTo>
                    <a:pt x="109941" y="10093"/>
                  </a:lnTo>
                  <a:lnTo>
                    <a:pt x="104983" y="11988"/>
                  </a:lnTo>
                  <a:lnTo>
                    <a:pt x="100088" y="14040"/>
                  </a:lnTo>
                  <a:lnTo>
                    <a:pt x="95261" y="16246"/>
                  </a:lnTo>
                  <a:lnTo>
                    <a:pt x="90506" y="18604"/>
                  </a:lnTo>
                  <a:lnTo>
                    <a:pt x="85828" y="21112"/>
                  </a:lnTo>
                  <a:lnTo>
                    <a:pt x="81232" y="23768"/>
                  </a:lnTo>
                  <a:lnTo>
                    <a:pt x="76723" y="26568"/>
                  </a:lnTo>
                  <a:lnTo>
                    <a:pt x="72305" y="29509"/>
                  </a:lnTo>
                  <a:lnTo>
                    <a:pt x="67982" y="32590"/>
                  </a:lnTo>
                  <a:lnTo>
                    <a:pt x="63760" y="35806"/>
                  </a:lnTo>
                  <a:lnTo>
                    <a:pt x="59642" y="39154"/>
                  </a:lnTo>
                  <a:lnTo>
                    <a:pt x="55632" y="42632"/>
                  </a:lnTo>
                  <a:lnTo>
                    <a:pt x="51735" y="46235"/>
                  </a:lnTo>
                  <a:lnTo>
                    <a:pt x="47954" y="49960"/>
                  </a:lnTo>
                  <a:lnTo>
                    <a:pt x="44293" y="53803"/>
                  </a:lnTo>
                  <a:lnTo>
                    <a:pt x="40756" y="57760"/>
                  </a:lnTo>
                  <a:lnTo>
                    <a:pt x="37346" y="61828"/>
                  </a:lnTo>
                  <a:lnTo>
                    <a:pt x="34067" y="66002"/>
                  </a:lnTo>
                  <a:lnTo>
                    <a:pt x="30923" y="70278"/>
                  </a:lnTo>
                  <a:lnTo>
                    <a:pt x="27915" y="74651"/>
                  </a:lnTo>
                  <a:lnTo>
                    <a:pt x="25048" y="79118"/>
                  </a:lnTo>
                  <a:lnTo>
                    <a:pt x="22325" y="83674"/>
                  </a:lnTo>
                  <a:lnTo>
                    <a:pt x="19747" y="88313"/>
                  </a:lnTo>
                  <a:lnTo>
                    <a:pt x="17318" y="93033"/>
                  </a:lnTo>
                  <a:lnTo>
                    <a:pt x="15040" y="97827"/>
                  </a:lnTo>
                  <a:lnTo>
                    <a:pt x="12915" y="102691"/>
                  </a:lnTo>
                  <a:lnTo>
                    <a:pt x="10946" y="107620"/>
                  </a:lnTo>
                  <a:lnTo>
                    <a:pt x="9135" y="112608"/>
                  </a:lnTo>
                  <a:lnTo>
                    <a:pt x="7482" y="117652"/>
                  </a:lnTo>
                  <a:lnTo>
                    <a:pt x="5991" y="122746"/>
                  </a:lnTo>
                  <a:lnTo>
                    <a:pt x="4662" y="127885"/>
                  </a:lnTo>
                  <a:lnTo>
                    <a:pt x="3497" y="133063"/>
                  </a:lnTo>
                  <a:lnTo>
                    <a:pt x="2496" y="138276"/>
                  </a:lnTo>
                  <a:lnTo>
                    <a:pt x="1662" y="143518"/>
                  </a:lnTo>
                  <a:lnTo>
                    <a:pt x="995" y="148783"/>
                  </a:lnTo>
                  <a:lnTo>
                    <a:pt x="495" y="154067"/>
                  </a:lnTo>
                  <a:lnTo>
                    <a:pt x="163" y="159365"/>
                  </a:lnTo>
                  <a:lnTo>
                    <a:pt x="0" y="164670"/>
                  </a:lnTo>
                  <a:lnTo>
                    <a:pt x="4" y="169977"/>
                  </a:lnTo>
                  <a:lnTo>
                    <a:pt x="178" y="175282"/>
                  </a:lnTo>
                  <a:lnTo>
                    <a:pt x="520" y="180579"/>
                  </a:lnTo>
                  <a:lnTo>
                    <a:pt x="1030" y="185862"/>
                  </a:lnTo>
                  <a:lnTo>
                    <a:pt x="1707" y="191127"/>
                  </a:lnTo>
                  <a:lnTo>
                    <a:pt x="2551" y="196367"/>
                  </a:lnTo>
                  <a:lnTo>
                    <a:pt x="3561" y="201577"/>
                  </a:lnTo>
                  <a:lnTo>
                    <a:pt x="4736" y="206753"/>
                  </a:lnTo>
                  <a:lnTo>
                    <a:pt x="6074" y="211890"/>
                  </a:lnTo>
                  <a:lnTo>
                    <a:pt x="7575" y="216981"/>
                  </a:lnTo>
                  <a:lnTo>
                    <a:pt x="9237" y="222021"/>
                  </a:lnTo>
                  <a:lnTo>
                    <a:pt x="11058" y="227007"/>
                  </a:lnTo>
                  <a:lnTo>
                    <a:pt x="13037" y="231932"/>
                  </a:lnTo>
                  <a:lnTo>
                    <a:pt x="15170" y="236792"/>
                  </a:lnTo>
                  <a:lnTo>
                    <a:pt x="17457" y="241582"/>
                  </a:lnTo>
                  <a:lnTo>
                    <a:pt x="19895" y="246297"/>
                  </a:lnTo>
                  <a:lnTo>
                    <a:pt x="22482" y="250932"/>
                  </a:lnTo>
                  <a:lnTo>
                    <a:pt x="25214" y="255482"/>
                  </a:lnTo>
                  <a:lnTo>
                    <a:pt x="28089" y="259943"/>
                  </a:lnTo>
                  <a:lnTo>
                    <a:pt x="31105" y="264311"/>
                  </a:lnTo>
                  <a:lnTo>
                    <a:pt x="34257" y="268581"/>
                  </a:lnTo>
                  <a:lnTo>
                    <a:pt x="37544" y="272749"/>
                  </a:lnTo>
                  <a:lnTo>
                    <a:pt x="40961" y="276810"/>
                  </a:lnTo>
                  <a:lnTo>
                    <a:pt x="44505" y="280761"/>
                  </a:lnTo>
                  <a:lnTo>
                    <a:pt x="48173" y="284598"/>
                  </a:lnTo>
                  <a:lnTo>
                    <a:pt x="51961" y="288315"/>
                  </a:lnTo>
                  <a:lnTo>
                    <a:pt x="55866" y="291911"/>
                  </a:lnTo>
                  <a:lnTo>
                    <a:pt x="59882" y="295381"/>
                  </a:lnTo>
                  <a:lnTo>
                    <a:pt x="64006" y="298722"/>
                  </a:lnTo>
                  <a:lnTo>
                    <a:pt x="68235" y="301930"/>
                  </a:lnTo>
                  <a:lnTo>
                    <a:pt x="72563" y="305002"/>
                  </a:lnTo>
                  <a:lnTo>
                    <a:pt x="76987" y="307936"/>
                  </a:lnTo>
                  <a:lnTo>
                    <a:pt x="81501" y="310727"/>
                  </a:lnTo>
                  <a:lnTo>
                    <a:pt x="86102" y="313374"/>
                  </a:lnTo>
                  <a:lnTo>
                    <a:pt x="90784" y="315873"/>
                  </a:lnTo>
                  <a:lnTo>
                    <a:pt x="95544" y="318222"/>
                  </a:lnTo>
                  <a:lnTo>
                    <a:pt x="100375" y="320419"/>
                  </a:lnTo>
                  <a:lnTo>
                    <a:pt x="105274" y="322462"/>
                  </a:lnTo>
                  <a:lnTo>
                    <a:pt x="110235" y="324348"/>
                  </a:lnTo>
                  <a:lnTo>
                    <a:pt x="115254" y="326076"/>
                  </a:lnTo>
                  <a:lnTo>
                    <a:pt x="120325" y="327643"/>
                  </a:lnTo>
                  <a:lnTo>
                    <a:pt x="125443" y="329049"/>
                  </a:lnTo>
                  <a:lnTo>
                    <a:pt x="130604" y="330291"/>
                  </a:lnTo>
                  <a:lnTo>
                    <a:pt x="135801" y="331369"/>
                  </a:lnTo>
                  <a:lnTo>
                    <a:pt x="141029" y="332281"/>
                  </a:lnTo>
                  <a:lnTo>
                    <a:pt x="146284" y="333027"/>
                  </a:lnTo>
                  <a:lnTo>
                    <a:pt x="151561" y="333606"/>
                  </a:lnTo>
                  <a:lnTo>
                    <a:pt x="156852" y="334017"/>
                  </a:lnTo>
                  <a:lnTo>
                    <a:pt x="162154" y="334260"/>
                  </a:lnTo>
                  <a:lnTo>
                    <a:pt x="167462" y="334334"/>
                  </a:lnTo>
                  <a:lnTo>
                    <a:pt x="172769" y="334240"/>
                  </a:lnTo>
                  <a:lnTo>
                    <a:pt x="178070" y="333977"/>
                  </a:lnTo>
                  <a:lnTo>
                    <a:pt x="183360" y="333546"/>
                  </a:lnTo>
                  <a:lnTo>
                    <a:pt x="188634" y="332948"/>
                  </a:lnTo>
                  <a:lnTo>
                    <a:pt x="193886" y="332182"/>
                  </a:lnTo>
                  <a:lnTo>
                    <a:pt x="199111" y="331250"/>
                  </a:lnTo>
                  <a:lnTo>
                    <a:pt x="204304" y="330153"/>
                  </a:lnTo>
                  <a:lnTo>
                    <a:pt x="209460" y="328891"/>
                  </a:lnTo>
                  <a:lnTo>
                    <a:pt x="214573" y="327466"/>
                  </a:lnTo>
                  <a:lnTo>
                    <a:pt x="219638" y="325880"/>
                  </a:lnTo>
                  <a:lnTo>
                    <a:pt x="224650" y="324134"/>
                  </a:lnTo>
                  <a:lnTo>
                    <a:pt x="229604" y="322229"/>
                  </a:lnTo>
                  <a:lnTo>
                    <a:pt x="234495" y="320168"/>
                  </a:lnTo>
                  <a:lnTo>
                    <a:pt x="239319" y="317953"/>
                  </a:lnTo>
                  <a:lnTo>
                    <a:pt x="244069" y="315586"/>
                  </a:lnTo>
                  <a:lnTo>
                    <a:pt x="248742" y="313069"/>
                  </a:lnTo>
                  <a:lnTo>
                    <a:pt x="253333" y="310405"/>
                  </a:lnTo>
                  <a:lnTo>
                    <a:pt x="257837" y="307597"/>
                  </a:lnTo>
                  <a:lnTo>
                    <a:pt x="262250" y="304647"/>
                  </a:lnTo>
                  <a:lnTo>
                    <a:pt x="266566" y="30155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99417" cy="134391"/>
            </a:xfrm>
            <a:custGeom>
              <a:avLst/>
              <a:pathLst>
                <a:path w="99417" h="134391">
                  <a:moveTo>
                    <a:pt x="99417" y="1343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61917" cy="134391"/>
            </a:xfrm>
            <a:custGeom>
              <a:avLst/>
              <a:pathLst>
                <a:path w="161917" h="134391">
                  <a:moveTo>
                    <a:pt x="99417" y="134391"/>
                  </a:moveTo>
                  <a:lnTo>
                    <a:pt x="103945" y="130920"/>
                  </a:lnTo>
                  <a:lnTo>
                    <a:pt x="108352" y="127297"/>
                  </a:lnTo>
                  <a:lnTo>
                    <a:pt x="112633" y="123525"/>
                  </a:lnTo>
                  <a:lnTo>
                    <a:pt x="116783" y="119610"/>
                  </a:lnTo>
                  <a:lnTo>
                    <a:pt x="120796" y="115555"/>
                  </a:lnTo>
                  <a:lnTo>
                    <a:pt x="124669" y="111366"/>
                  </a:lnTo>
                  <a:lnTo>
                    <a:pt x="128397" y="107047"/>
                  </a:lnTo>
                  <a:lnTo>
                    <a:pt x="131975" y="102603"/>
                  </a:lnTo>
                  <a:lnTo>
                    <a:pt x="135399" y="98040"/>
                  </a:lnTo>
                  <a:lnTo>
                    <a:pt x="138666" y="93362"/>
                  </a:lnTo>
                  <a:lnTo>
                    <a:pt x="141771" y="88576"/>
                  </a:lnTo>
                  <a:lnTo>
                    <a:pt x="144711" y="83687"/>
                  </a:lnTo>
                  <a:lnTo>
                    <a:pt x="147482" y="78700"/>
                  </a:lnTo>
                  <a:lnTo>
                    <a:pt x="150082" y="73622"/>
                  </a:lnTo>
                  <a:lnTo>
                    <a:pt x="152507" y="68457"/>
                  </a:lnTo>
                  <a:lnTo>
                    <a:pt x="154754" y="63213"/>
                  </a:lnTo>
                  <a:lnTo>
                    <a:pt x="156821" y="57896"/>
                  </a:lnTo>
                  <a:lnTo>
                    <a:pt x="158705" y="52511"/>
                  </a:lnTo>
                  <a:lnTo>
                    <a:pt x="160405" y="47065"/>
                  </a:lnTo>
                  <a:lnTo>
                    <a:pt x="161917" y="41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167160" cy="208731"/>
            </a:xfrm>
            <a:custGeom>
              <a:avLst/>
              <a:pathLst>
                <a:path w="167160" h="208731">
                  <a:moveTo>
                    <a:pt x="161917" y="208731"/>
                  </a:moveTo>
                  <a:lnTo>
                    <a:pt x="163184" y="203442"/>
                  </a:lnTo>
                  <a:lnTo>
                    <a:pt x="164277" y="198114"/>
                  </a:lnTo>
                  <a:lnTo>
                    <a:pt x="165197" y="192753"/>
                  </a:lnTo>
                  <a:lnTo>
                    <a:pt x="165942" y="187366"/>
                  </a:lnTo>
                  <a:lnTo>
                    <a:pt x="166511" y="181957"/>
                  </a:lnTo>
                  <a:lnTo>
                    <a:pt x="166904" y="176532"/>
                  </a:lnTo>
                  <a:lnTo>
                    <a:pt x="167121" y="171098"/>
                  </a:lnTo>
                  <a:lnTo>
                    <a:pt x="167160" y="165659"/>
                  </a:lnTo>
                  <a:lnTo>
                    <a:pt x="167023" y="160222"/>
                  </a:lnTo>
                  <a:lnTo>
                    <a:pt x="166708" y="154792"/>
                  </a:lnTo>
                  <a:lnTo>
                    <a:pt x="166217" y="149375"/>
                  </a:lnTo>
                  <a:lnTo>
                    <a:pt x="165551" y="143977"/>
                  </a:lnTo>
                  <a:lnTo>
                    <a:pt x="164709" y="138604"/>
                  </a:lnTo>
                  <a:lnTo>
                    <a:pt x="163692" y="133261"/>
                  </a:lnTo>
                  <a:lnTo>
                    <a:pt x="162503" y="127954"/>
                  </a:lnTo>
                  <a:lnTo>
                    <a:pt x="161141" y="122688"/>
                  </a:lnTo>
                  <a:lnTo>
                    <a:pt x="159609" y="117469"/>
                  </a:lnTo>
                  <a:lnTo>
                    <a:pt x="157908" y="112303"/>
                  </a:lnTo>
                  <a:lnTo>
                    <a:pt x="156039" y="107196"/>
                  </a:lnTo>
                  <a:lnTo>
                    <a:pt x="154006" y="102151"/>
                  </a:lnTo>
                  <a:lnTo>
                    <a:pt x="151809" y="97176"/>
                  </a:lnTo>
                  <a:lnTo>
                    <a:pt x="149452" y="92274"/>
                  </a:lnTo>
                  <a:lnTo>
                    <a:pt x="146936" y="87452"/>
                  </a:lnTo>
                  <a:lnTo>
                    <a:pt x="144265" y="82714"/>
                  </a:lnTo>
                  <a:lnTo>
                    <a:pt x="141442" y="78066"/>
                  </a:lnTo>
                  <a:lnTo>
                    <a:pt x="138468" y="73511"/>
                  </a:lnTo>
                  <a:lnTo>
                    <a:pt x="135348" y="69056"/>
                  </a:lnTo>
                  <a:lnTo>
                    <a:pt x="132085" y="64705"/>
                  </a:lnTo>
                  <a:lnTo>
                    <a:pt x="128682" y="60463"/>
                  </a:lnTo>
                  <a:lnTo>
                    <a:pt x="125142" y="56333"/>
                  </a:lnTo>
                  <a:lnTo>
                    <a:pt x="121471" y="52321"/>
                  </a:lnTo>
                  <a:lnTo>
                    <a:pt x="117670" y="48430"/>
                  </a:lnTo>
                  <a:lnTo>
                    <a:pt x="113745" y="44665"/>
                  </a:lnTo>
                  <a:lnTo>
                    <a:pt x="109700" y="41029"/>
                  </a:lnTo>
                  <a:lnTo>
                    <a:pt x="105539" y="37527"/>
                  </a:lnTo>
                  <a:lnTo>
                    <a:pt x="101265" y="34162"/>
                  </a:lnTo>
                  <a:lnTo>
                    <a:pt x="96885" y="30939"/>
                  </a:lnTo>
                  <a:lnTo>
                    <a:pt x="92402" y="27859"/>
                  </a:lnTo>
                  <a:lnTo>
                    <a:pt x="87821" y="24927"/>
                  </a:lnTo>
                  <a:lnTo>
                    <a:pt x="83147" y="22145"/>
                  </a:lnTo>
                  <a:lnTo>
                    <a:pt x="78386" y="19517"/>
                  </a:lnTo>
                  <a:lnTo>
                    <a:pt x="73541" y="17045"/>
                  </a:lnTo>
                  <a:lnTo>
                    <a:pt x="68618" y="14732"/>
                  </a:lnTo>
                  <a:lnTo>
                    <a:pt x="63623" y="12580"/>
                  </a:lnTo>
                  <a:lnTo>
                    <a:pt x="58561" y="10593"/>
                  </a:lnTo>
                  <a:lnTo>
                    <a:pt x="53436" y="8770"/>
                  </a:lnTo>
                  <a:lnTo>
                    <a:pt x="48255" y="7116"/>
                  </a:lnTo>
                  <a:lnTo>
                    <a:pt x="43023" y="5631"/>
                  </a:lnTo>
                  <a:lnTo>
                    <a:pt x="37745" y="4317"/>
                  </a:lnTo>
                  <a:lnTo>
                    <a:pt x="32427" y="3175"/>
                  </a:lnTo>
                  <a:lnTo>
                    <a:pt x="27075" y="2207"/>
                  </a:lnTo>
                  <a:lnTo>
                    <a:pt x="21695" y="1413"/>
                  </a:lnTo>
                  <a:lnTo>
                    <a:pt x="16291" y="795"/>
                  </a:lnTo>
                  <a:lnTo>
                    <a:pt x="10870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51844" y="3707720"/>
              <a:ext cx="182867" cy="334334"/>
            </a:xfrm>
            <a:custGeom>
              <a:avLst/>
              <a:pathLst>
                <a:path w="182867" h="334334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5" y="771"/>
                  </a:lnTo>
                  <a:lnTo>
                    <a:pt x="145804" y="1370"/>
                  </a:lnTo>
                  <a:lnTo>
                    <a:pt x="140504" y="2140"/>
                  </a:lnTo>
                  <a:lnTo>
                    <a:pt x="135232" y="3078"/>
                  </a:lnTo>
                  <a:lnTo>
                    <a:pt x="129992" y="4185"/>
                  </a:lnTo>
                  <a:lnTo>
                    <a:pt x="124791" y="5460"/>
                  </a:lnTo>
                  <a:lnTo>
                    <a:pt x="119633" y="6900"/>
                  </a:lnTo>
                  <a:lnTo>
                    <a:pt x="114524" y="8505"/>
                  </a:lnTo>
                  <a:lnTo>
                    <a:pt x="109469" y="10272"/>
                  </a:lnTo>
                  <a:lnTo>
                    <a:pt x="104473" y="12201"/>
                  </a:lnTo>
                  <a:lnTo>
                    <a:pt x="99542" y="14289"/>
                  </a:lnTo>
                  <a:lnTo>
                    <a:pt x="94680" y="16533"/>
                  </a:lnTo>
                  <a:lnTo>
                    <a:pt x="89892" y="18932"/>
                  </a:lnTo>
                  <a:lnTo>
                    <a:pt x="85184" y="21483"/>
                  </a:lnTo>
                  <a:lnTo>
                    <a:pt x="80559" y="24184"/>
                  </a:lnTo>
                  <a:lnTo>
                    <a:pt x="76024" y="27032"/>
                  </a:lnTo>
                  <a:lnTo>
                    <a:pt x="71582" y="30023"/>
                  </a:lnTo>
                  <a:lnTo>
                    <a:pt x="67238" y="33155"/>
                  </a:lnTo>
                  <a:lnTo>
                    <a:pt x="62997" y="36424"/>
                  </a:lnTo>
                  <a:lnTo>
                    <a:pt x="58863" y="39828"/>
                  </a:lnTo>
                  <a:lnTo>
                    <a:pt x="54840" y="43363"/>
                  </a:lnTo>
                  <a:lnTo>
                    <a:pt x="50932" y="47024"/>
                  </a:lnTo>
                  <a:lnTo>
                    <a:pt x="47143" y="50809"/>
                  </a:lnTo>
                  <a:lnTo>
                    <a:pt x="43478" y="54713"/>
                  </a:lnTo>
                  <a:lnTo>
                    <a:pt x="39939" y="58732"/>
                  </a:lnTo>
                  <a:lnTo>
                    <a:pt x="36531" y="62863"/>
                  </a:lnTo>
                  <a:lnTo>
                    <a:pt x="33257" y="67101"/>
                  </a:lnTo>
                  <a:lnTo>
                    <a:pt x="30121" y="71442"/>
                  </a:lnTo>
                  <a:lnTo>
                    <a:pt x="27125" y="75880"/>
                  </a:lnTo>
                  <a:lnTo>
                    <a:pt x="24273" y="80413"/>
                  </a:lnTo>
                  <a:lnTo>
                    <a:pt x="21567" y="85034"/>
                  </a:lnTo>
                  <a:lnTo>
                    <a:pt x="19011" y="89740"/>
                  </a:lnTo>
                  <a:lnTo>
                    <a:pt x="16607" y="94526"/>
                  </a:lnTo>
                  <a:lnTo>
                    <a:pt x="14358" y="99385"/>
                  </a:lnTo>
                  <a:lnTo>
                    <a:pt x="12265" y="104315"/>
                  </a:lnTo>
                  <a:lnTo>
                    <a:pt x="10331" y="109309"/>
                  </a:lnTo>
                  <a:lnTo>
                    <a:pt x="8559" y="114362"/>
                  </a:lnTo>
                  <a:lnTo>
                    <a:pt x="6949" y="119469"/>
                  </a:lnTo>
                  <a:lnTo>
                    <a:pt x="5503" y="124626"/>
                  </a:lnTo>
                  <a:lnTo>
                    <a:pt x="4223" y="129826"/>
                  </a:lnTo>
                  <a:lnTo>
                    <a:pt x="3111" y="135064"/>
                  </a:lnTo>
                  <a:lnTo>
                    <a:pt x="2167" y="140335"/>
                  </a:lnTo>
                  <a:lnTo>
                    <a:pt x="1392" y="145634"/>
                  </a:lnTo>
                  <a:lnTo>
                    <a:pt x="787" y="150955"/>
                  </a:lnTo>
                  <a:lnTo>
                    <a:pt x="353" y="156293"/>
                  </a:lnTo>
                  <a:lnTo>
                    <a:pt x="91" y="161641"/>
                  </a:lnTo>
                  <a:lnTo>
                    <a:pt x="0" y="166996"/>
                  </a:lnTo>
                  <a:lnTo>
                    <a:pt x="80" y="172350"/>
                  </a:lnTo>
                  <a:lnTo>
                    <a:pt x="332" y="177700"/>
                  </a:lnTo>
                  <a:lnTo>
                    <a:pt x="755" y="183038"/>
                  </a:lnTo>
                  <a:lnTo>
                    <a:pt x="1348" y="188360"/>
                  </a:lnTo>
                  <a:lnTo>
                    <a:pt x="2112" y="193661"/>
                  </a:lnTo>
                  <a:lnTo>
                    <a:pt x="3045" y="198934"/>
                  </a:lnTo>
                  <a:lnTo>
                    <a:pt x="4147" y="204174"/>
                  </a:lnTo>
                  <a:lnTo>
                    <a:pt x="5416" y="209377"/>
                  </a:lnTo>
                  <a:lnTo>
                    <a:pt x="6851" y="214536"/>
                  </a:lnTo>
                  <a:lnTo>
                    <a:pt x="8451" y="219647"/>
                  </a:lnTo>
                  <a:lnTo>
                    <a:pt x="10213" y="224704"/>
                  </a:lnTo>
                  <a:lnTo>
                    <a:pt x="12137" y="229702"/>
                  </a:lnTo>
                  <a:lnTo>
                    <a:pt x="14219" y="234635"/>
                  </a:lnTo>
                  <a:lnTo>
                    <a:pt x="16459" y="239500"/>
                  </a:lnTo>
                  <a:lnTo>
                    <a:pt x="18853" y="244290"/>
                  </a:lnTo>
                  <a:lnTo>
                    <a:pt x="21399" y="249001"/>
                  </a:lnTo>
                  <a:lnTo>
                    <a:pt x="24095" y="253628"/>
                  </a:lnTo>
                  <a:lnTo>
                    <a:pt x="26938" y="258166"/>
                  </a:lnTo>
                  <a:lnTo>
                    <a:pt x="29925" y="262611"/>
                  </a:lnTo>
                  <a:lnTo>
                    <a:pt x="33052" y="266958"/>
                  </a:lnTo>
                  <a:lnTo>
                    <a:pt x="36318" y="271203"/>
                  </a:lnTo>
                  <a:lnTo>
                    <a:pt x="39717" y="275341"/>
                  </a:lnTo>
                  <a:lnTo>
                    <a:pt x="43247" y="279367"/>
                  </a:lnTo>
                  <a:lnTo>
                    <a:pt x="46905" y="283279"/>
                  </a:lnTo>
                  <a:lnTo>
                    <a:pt x="50686" y="287072"/>
                  </a:lnTo>
                  <a:lnTo>
                    <a:pt x="54586" y="290741"/>
                  </a:lnTo>
                  <a:lnTo>
                    <a:pt x="58602" y="294284"/>
                  </a:lnTo>
                  <a:lnTo>
                    <a:pt x="62729" y="297696"/>
                  </a:lnTo>
                  <a:lnTo>
                    <a:pt x="66964" y="300974"/>
                  </a:lnTo>
                  <a:lnTo>
                    <a:pt x="71301" y="304115"/>
                  </a:lnTo>
                  <a:lnTo>
                    <a:pt x="75737" y="307115"/>
                  </a:lnTo>
                  <a:lnTo>
                    <a:pt x="80267" y="309972"/>
                  </a:lnTo>
                  <a:lnTo>
                    <a:pt x="84885" y="312682"/>
                  </a:lnTo>
                  <a:lnTo>
                    <a:pt x="89588" y="315243"/>
                  </a:lnTo>
                  <a:lnTo>
                    <a:pt x="94371" y="317652"/>
                  </a:lnTo>
                  <a:lnTo>
                    <a:pt x="99229" y="319906"/>
                  </a:lnTo>
                  <a:lnTo>
                    <a:pt x="104156" y="322004"/>
                  </a:lnTo>
                  <a:lnTo>
                    <a:pt x="109148" y="323943"/>
                  </a:lnTo>
                  <a:lnTo>
                    <a:pt x="114199" y="325721"/>
                  </a:lnTo>
                  <a:lnTo>
                    <a:pt x="119305" y="327336"/>
                  </a:lnTo>
                  <a:lnTo>
                    <a:pt x="124460" y="328787"/>
                  </a:lnTo>
                  <a:lnTo>
                    <a:pt x="129659" y="330072"/>
                  </a:lnTo>
                  <a:lnTo>
                    <a:pt x="134896" y="331190"/>
                  </a:lnTo>
                  <a:lnTo>
                    <a:pt x="140166" y="332139"/>
                  </a:lnTo>
                  <a:lnTo>
                    <a:pt x="145464" y="332920"/>
                  </a:lnTo>
                  <a:lnTo>
                    <a:pt x="150784" y="333530"/>
                  </a:lnTo>
                  <a:lnTo>
                    <a:pt x="156122" y="333969"/>
                  </a:lnTo>
                  <a:lnTo>
                    <a:pt x="161470" y="334237"/>
                  </a:lnTo>
                  <a:lnTo>
                    <a:pt x="166824" y="334334"/>
                  </a:lnTo>
                  <a:lnTo>
                    <a:pt x="172179" y="334259"/>
                  </a:lnTo>
                  <a:lnTo>
                    <a:pt x="177529" y="334013"/>
                  </a:lnTo>
                  <a:lnTo>
                    <a:pt x="182867" y="33359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11015"/>
              <a:ext cx="167165" cy="330301"/>
            </a:xfrm>
            <a:custGeom>
              <a:avLst/>
              <a:pathLst>
                <a:path w="167165" h="330301">
                  <a:moveTo>
                    <a:pt x="15700" y="330301"/>
                  </a:moveTo>
                  <a:lnTo>
                    <a:pt x="21018" y="329713"/>
                  </a:lnTo>
                  <a:lnTo>
                    <a:pt x="26315" y="328955"/>
                  </a:lnTo>
                  <a:lnTo>
                    <a:pt x="31584" y="328029"/>
                  </a:lnTo>
                  <a:lnTo>
                    <a:pt x="36821" y="326934"/>
                  </a:lnTo>
                  <a:lnTo>
                    <a:pt x="42021" y="325672"/>
                  </a:lnTo>
                  <a:lnTo>
                    <a:pt x="47177" y="324244"/>
                  </a:lnTo>
                  <a:lnTo>
                    <a:pt x="52285" y="322652"/>
                  </a:lnTo>
                  <a:lnTo>
                    <a:pt x="57340" y="320898"/>
                  </a:lnTo>
                  <a:lnTo>
                    <a:pt x="62335" y="318982"/>
                  </a:lnTo>
                  <a:lnTo>
                    <a:pt x="67267" y="316908"/>
                  </a:lnTo>
                  <a:lnTo>
                    <a:pt x="72130" y="314677"/>
                  </a:lnTo>
                  <a:lnTo>
                    <a:pt x="76919" y="312291"/>
                  </a:lnTo>
                  <a:lnTo>
                    <a:pt x="81630" y="309754"/>
                  </a:lnTo>
                  <a:lnTo>
                    <a:pt x="86256" y="307067"/>
                  </a:lnTo>
                  <a:lnTo>
                    <a:pt x="90795" y="304233"/>
                  </a:lnTo>
                  <a:lnTo>
                    <a:pt x="95240" y="301256"/>
                  </a:lnTo>
                  <a:lnTo>
                    <a:pt x="99588" y="298137"/>
                  </a:lnTo>
                  <a:lnTo>
                    <a:pt x="103834" y="294882"/>
                  </a:lnTo>
                  <a:lnTo>
                    <a:pt x="107973" y="291492"/>
                  </a:lnTo>
                  <a:lnTo>
                    <a:pt x="112002" y="287971"/>
                  </a:lnTo>
                  <a:lnTo>
                    <a:pt x="115916" y="284323"/>
                  </a:lnTo>
                  <a:lnTo>
                    <a:pt x="119711" y="280552"/>
                  </a:lnTo>
                  <a:lnTo>
                    <a:pt x="123384" y="276661"/>
                  </a:lnTo>
                  <a:lnTo>
                    <a:pt x="126930" y="272655"/>
                  </a:lnTo>
                  <a:lnTo>
                    <a:pt x="130346" y="268537"/>
                  </a:lnTo>
                  <a:lnTo>
                    <a:pt x="133629" y="264312"/>
                  </a:lnTo>
                  <a:lnTo>
                    <a:pt x="136775" y="259984"/>
                  </a:lnTo>
                  <a:lnTo>
                    <a:pt x="139780" y="255558"/>
                  </a:lnTo>
                  <a:lnTo>
                    <a:pt x="142643" y="251037"/>
                  </a:lnTo>
                  <a:lnTo>
                    <a:pt x="145359" y="246428"/>
                  </a:lnTo>
                  <a:lnTo>
                    <a:pt x="147927" y="241734"/>
                  </a:lnTo>
                  <a:lnTo>
                    <a:pt x="150343" y="236960"/>
                  </a:lnTo>
                  <a:lnTo>
                    <a:pt x="152605" y="232111"/>
                  </a:lnTo>
                  <a:lnTo>
                    <a:pt x="154710" y="227193"/>
                  </a:lnTo>
                  <a:lnTo>
                    <a:pt x="156658" y="222209"/>
                  </a:lnTo>
                  <a:lnTo>
                    <a:pt x="158444" y="217166"/>
                  </a:lnTo>
                  <a:lnTo>
                    <a:pt x="160069" y="212068"/>
                  </a:lnTo>
                  <a:lnTo>
                    <a:pt x="161529" y="206921"/>
                  </a:lnTo>
                  <a:lnTo>
                    <a:pt x="162824" y="201730"/>
                  </a:lnTo>
                  <a:lnTo>
                    <a:pt x="163952" y="196499"/>
                  </a:lnTo>
                  <a:lnTo>
                    <a:pt x="164912" y="191236"/>
                  </a:lnTo>
                  <a:lnTo>
                    <a:pt x="165703" y="185944"/>
                  </a:lnTo>
                  <a:lnTo>
                    <a:pt x="166325" y="180630"/>
                  </a:lnTo>
                  <a:lnTo>
                    <a:pt x="166776" y="175299"/>
                  </a:lnTo>
                  <a:lnTo>
                    <a:pt x="167056" y="169956"/>
                  </a:lnTo>
                  <a:lnTo>
                    <a:pt x="167165" y="164607"/>
                  </a:lnTo>
                  <a:lnTo>
                    <a:pt x="167103" y="159257"/>
                  </a:lnTo>
                  <a:lnTo>
                    <a:pt x="166870" y="153911"/>
                  </a:lnTo>
                  <a:lnTo>
                    <a:pt x="166466" y="148576"/>
                  </a:lnTo>
                  <a:lnTo>
                    <a:pt x="165891" y="143257"/>
                  </a:lnTo>
                  <a:lnTo>
                    <a:pt x="165146" y="137959"/>
                  </a:lnTo>
                  <a:lnTo>
                    <a:pt x="164232" y="132687"/>
                  </a:lnTo>
                  <a:lnTo>
                    <a:pt x="163150" y="127447"/>
                  </a:lnTo>
                  <a:lnTo>
                    <a:pt x="161901" y="122244"/>
                  </a:lnTo>
                  <a:lnTo>
                    <a:pt x="160486" y="117085"/>
                  </a:lnTo>
                  <a:lnTo>
                    <a:pt x="158906" y="111973"/>
                  </a:lnTo>
                  <a:lnTo>
                    <a:pt x="157164" y="106914"/>
                  </a:lnTo>
                  <a:lnTo>
                    <a:pt x="155261" y="101914"/>
                  </a:lnTo>
                  <a:lnTo>
                    <a:pt x="153199" y="96977"/>
                  </a:lnTo>
                  <a:lnTo>
                    <a:pt x="150979" y="92108"/>
                  </a:lnTo>
                  <a:lnTo>
                    <a:pt x="148605" y="87313"/>
                  </a:lnTo>
                  <a:lnTo>
                    <a:pt x="146079" y="82597"/>
                  </a:lnTo>
                  <a:lnTo>
                    <a:pt x="143403" y="77964"/>
                  </a:lnTo>
                  <a:lnTo>
                    <a:pt x="140581" y="73418"/>
                  </a:lnTo>
                  <a:lnTo>
                    <a:pt x="137614" y="68966"/>
                  </a:lnTo>
                  <a:lnTo>
                    <a:pt x="134506" y="64611"/>
                  </a:lnTo>
                  <a:lnTo>
                    <a:pt x="131261" y="60357"/>
                  </a:lnTo>
                  <a:lnTo>
                    <a:pt x="127881" y="56209"/>
                  </a:lnTo>
                  <a:lnTo>
                    <a:pt x="124370" y="52172"/>
                  </a:lnTo>
                  <a:lnTo>
                    <a:pt x="120732" y="48249"/>
                  </a:lnTo>
                  <a:lnTo>
                    <a:pt x="116970" y="44445"/>
                  </a:lnTo>
                  <a:lnTo>
                    <a:pt x="113088" y="40763"/>
                  </a:lnTo>
                  <a:lnTo>
                    <a:pt x="109090" y="37207"/>
                  </a:lnTo>
                  <a:lnTo>
                    <a:pt x="104981" y="33780"/>
                  </a:lnTo>
                  <a:lnTo>
                    <a:pt x="100764" y="30487"/>
                  </a:lnTo>
                  <a:lnTo>
                    <a:pt x="96444" y="27331"/>
                  </a:lnTo>
                  <a:lnTo>
                    <a:pt x="92025" y="24315"/>
                  </a:lnTo>
                  <a:lnTo>
                    <a:pt x="87511" y="21441"/>
                  </a:lnTo>
                  <a:lnTo>
                    <a:pt x="82908" y="18713"/>
                  </a:lnTo>
                  <a:lnTo>
                    <a:pt x="78221" y="16135"/>
                  </a:lnTo>
                  <a:lnTo>
                    <a:pt x="73453" y="13707"/>
                  </a:lnTo>
                  <a:lnTo>
                    <a:pt x="68609" y="11433"/>
                  </a:lnTo>
                  <a:lnTo>
                    <a:pt x="63696" y="9316"/>
                  </a:lnTo>
                  <a:lnTo>
                    <a:pt x="58717" y="7356"/>
                  </a:lnTo>
                  <a:lnTo>
                    <a:pt x="53678" y="5557"/>
                  </a:lnTo>
                  <a:lnTo>
                    <a:pt x="48584" y="3921"/>
                  </a:lnTo>
                  <a:lnTo>
                    <a:pt x="43441" y="2448"/>
                  </a:lnTo>
                  <a:lnTo>
                    <a:pt x="38253" y="1140"/>
                  </a:lnTo>
                  <a:lnTo>
                    <a:pt x="33025" y="0"/>
                  </a:lnTo>
                  <a:lnTo>
                    <a:pt x="0" y="163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33025" cy="167167"/>
            </a:xfrm>
            <a:custGeom>
              <a:avLst/>
              <a:pathLst>
                <a:path w="33025" h="167167">
                  <a:moveTo>
                    <a:pt x="33025" y="3294"/>
                  </a:moveTo>
                  <a:lnTo>
                    <a:pt x="26483" y="2111"/>
                  </a:lnTo>
                  <a:lnTo>
                    <a:pt x="19899" y="1188"/>
                  </a:lnTo>
                  <a:lnTo>
                    <a:pt x="13283" y="528"/>
                  </a:lnTo>
                  <a:lnTo>
                    <a:pt x="6647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2025-06-05T23:58:28Z</dcterms:modified>
  <cp:category/>
</cp:coreProperties>
</file>