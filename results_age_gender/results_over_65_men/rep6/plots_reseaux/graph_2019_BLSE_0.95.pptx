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97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31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8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97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85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30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4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0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66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0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59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0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3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6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75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77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77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66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074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97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197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59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66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78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9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6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17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66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30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0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35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30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8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00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55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02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30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07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78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8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4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09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18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1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8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66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30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1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8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37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6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75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18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97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1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8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77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97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2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85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7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18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2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05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66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8089" y="3170392"/>
              <a:ext cx="55690" cy="167167"/>
            </a:xfrm>
            <a:custGeom>
              <a:avLst/>
              <a:pathLst>
                <a:path w="55690" h="167167">
                  <a:moveTo>
                    <a:pt x="55690" y="0"/>
                  </a:moveTo>
                  <a:lnTo>
                    <a:pt x="49383" y="119"/>
                  </a:lnTo>
                  <a:lnTo>
                    <a:pt x="43085" y="475"/>
                  </a:lnTo>
                  <a:lnTo>
                    <a:pt x="36805" y="1070"/>
                  </a:lnTo>
                  <a:lnTo>
                    <a:pt x="30552" y="1900"/>
                  </a:lnTo>
                  <a:lnTo>
                    <a:pt x="24335" y="2966"/>
                  </a:lnTo>
                  <a:lnTo>
                    <a:pt x="18162" y="4266"/>
                  </a:lnTo>
                  <a:lnTo>
                    <a:pt x="12043" y="5798"/>
                  </a:lnTo>
                  <a:lnTo>
                    <a:pt x="5986" y="7560"/>
                  </a:lnTo>
                  <a:lnTo>
                    <a:pt x="0" y="9549"/>
                  </a:lnTo>
                  <a:lnTo>
                    <a:pt x="556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28089" y="3179941"/>
              <a:ext cx="55690" cy="157618"/>
            </a:xfrm>
            <a:custGeom>
              <a:avLst/>
              <a:pathLst>
                <a:path w="55690" h="157618">
                  <a:moveTo>
                    <a:pt x="0" y="0"/>
                  </a:moveTo>
                  <a:lnTo>
                    <a:pt x="55690" y="1576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816612" y="3171746"/>
              <a:ext cx="334325" cy="332970"/>
            </a:xfrm>
            <a:custGeom>
              <a:avLst/>
              <a:pathLst>
                <a:path w="334325" h="332970">
                  <a:moveTo>
                    <a:pt x="111477" y="8195"/>
                  </a:moveTo>
                  <a:lnTo>
                    <a:pt x="106523" y="10033"/>
                  </a:lnTo>
                  <a:lnTo>
                    <a:pt x="101630" y="12028"/>
                  </a:lnTo>
                  <a:lnTo>
                    <a:pt x="96802" y="14176"/>
                  </a:lnTo>
                  <a:lnTo>
                    <a:pt x="92045" y="16475"/>
                  </a:lnTo>
                  <a:lnTo>
                    <a:pt x="87363" y="18924"/>
                  </a:lnTo>
                  <a:lnTo>
                    <a:pt x="82760" y="21520"/>
                  </a:lnTo>
                  <a:lnTo>
                    <a:pt x="78242" y="24259"/>
                  </a:lnTo>
                  <a:lnTo>
                    <a:pt x="73813" y="27141"/>
                  </a:lnTo>
                  <a:lnTo>
                    <a:pt x="69477" y="30160"/>
                  </a:lnTo>
                  <a:lnTo>
                    <a:pt x="65239" y="33315"/>
                  </a:lnTo>
                  <a:lnTo>
                    <a:pt x="61102" y="36603"/>
                  </a:lnTo>
                  <a:lnTo>
                    <a:pt x="57071" y="40020"/>
                  </a:lnTo>
                  <a:lnTo>
                    <a:pt x="53151" y="43562"/>
                  </a:lnTo>
                  <a:lnTo>
                    <a:pt x="49344" y="47227"/>
                  </a:lnTo>
                  <a:lnTo>
                    <a:pt x="45655" y="51009"/>
                  </a:lnTo>
                  <a:lnTo>
                    <a:pt x="42087" y="54907"/>
                  </a:lnTo>
                  <a:lnTo>
                    <a:pt x="38645" y="58916"/>
                  </a:lnTo>
                  <a:lnTo>
                    <a:pt x="35330" y="63031"/>
                  </a:lnTo>
                  <a:lnTo>
                    <a:pt x="32148" y="67249"/>
                  </a:lnTo>
                  <a:lnTo>
                    <a:pt x="29100" y="71565"/>
                  </a:lnTo>
                  <a:lnTo>
                    <a:pt x="26191" y="75976"/>
                  </a:lnTo>
                  <a:lnTo>
                    <a:pt x="23422" y="80476"/>
                  </a:lnTo>
                  <a:lnTo>
                    <a:pt x="20797" y="85062"/>
                  </a:lnTo>
                  <a:lnTo>
                    <a:pt x="18318" y="89728"/>
                  </a:lnTo>
                  <a:lnTo>
                    <a:pt x="15987" y="94470"/>
                  </a:lnTo>
                  <a:lnTo>
                    <a:pt x="13808" y="99284"/>
                  </a:lnTo>
                  <a:lnTo>
                    <a:pt x="11782" y="104164"/>
                  </a:lnTo>
                  <a:lnTo>
                    <a:pt x="9911" y="109106"/>
                  </a:lnTo>
                  <a:lnTo>
                    <a:pt x="8198" y="114104"/>
                  </a:lnTo>
                  <a:lnTo>
                    <a:pt x="6643" y="119154"/>
                  </a:lnTo>
                  <a:lnTo>
                    <a:pt x="5248" y="124251"/>
                  </a:lnTo>
                  <a:lnTo>
                    <a:pt x="4016" y="129389"/>
                  </a:lnTo>
                  <a:lnTo>
                    <a:pt x="2946" y="134563"/>
                  </a:lnTo>
                  <a:lnTo>
                    <a:pt x="2041" y="139769"/>
                  </a:lnTo>
                  <a:lnTo>
                    <a:pt x="1300" y="145001"/>
                  </a:lnTo>
                  <a:lnTo>
                    <a:pt x="725" y="150253"/>
                  </a:lnTo>
                  <a:lnTo>
                    <a:pt x="316" y="155521"/>
                  </a:lnTo>
                  <a:lnTo>
                    <a:pt x="74" y="160800"/>
                  </a:lnTo>
                  <a:lnTo>
                    <a:pt x="0" y="166083"/>
                  </a:lnTo>
                  <a:lnTo>
                    <a:pt x="92" y="171366"/>
                  </a:lnTo>
                  <a:lnTo>
                    <a:pt x="351" y="176644"/>
                  </a:lnTo>
                  <a:lnTo>
                    <a:pt x="776" y="181910"/>
                  </a:lnTo>
                  <a:lnTo>
                    <a:pt x="1368" y="187161"/>
                  </a:lnTo>
                  <a:lnTo>
                    <a:pt x="2126" y="192390"/>
                  </a:lnTo>
                  <a:lnTo>
                    <a:pt x="3048" y="197593"/>
                  </a:lnTo>
                  <a:lnTo>
                    <a:pt x="4134" y="202764"/>
                  </a:lnTo>
                  <a:lnTo>
                    <a:pt x="5384" y="207898"/>
                  </a:lnTo>
                  <a:lnTo>
                    <a:pt x="6794" y="212990"/>
                  </a:lnTo>
                  <a:lnTo>
                    <a:pt x="8366" y="218035"/>
                  </a:lnTo>
                  <a:lnTo>
                    <a:pt x="10095" y="223028"/>
                  </a:lnTo>
                  <a:lnTo>
                    <a:pt x="11982" y="227963"/>
                  </a:lnTo>
                  <a:lnTo>
                    <a:pt x="14024" y="232837"/>
                  </a:lnTo>
                  <a:lnTo>
                    <a:pt x="16219" y="237643"/>
                  </a:lnTo>
                  <a:lnTo>
                    <a:pt x="18564" y="242378"/>
                  </a:lnTo>
                  <a:lnTo>
                    <a:pt x="21058" y="247036"/>
                  </a:lnTo>
                  <a:lnTo>
                    <a:pt x="23698" y="251614"/>
                  </a:lnTo>
                  <a:lnTo>
                    <a:pt x="26482" y="256105"/>
                  </a:lnTo>
                  <a:lnTo>
                    <a:pt x="29405" y="260506"/>
                  </a:lnTo>
                  <a:lnTo>
                    <a:pt x="32467" y="264813"/>
                  </a:lnTo>
                  <a:lnTo>
                    <a:pt x="35663" y="269020"/>
                  </a:lnTo>
                  <a:lnTo>
                    <a:pt x="38991" y="273125"/>
                  </a:lnTo>
                  <a:lnTo>
                    <a:pt x="42446" y="277122"/>
                  </a:lnTo>
                  <a:lnTo>
                    <a:pt x="46026" y="281008"/>
                  </a:lnTo>
                  <a:lnTo>
                    <a:pt x="49728" y="284779"/>
                  </a:lnTo>
                  <a:lnTo>
                    <a:pt x="53546" y="288432"/>
                  </a:lnTo>
                  <a:lnTo>
                    <a:pt x="57478" y="291961"/>
                  </a:lnTo>
                  <a:lnTo>
                    <a:pt x="61520" y="295365"/>
                  </a:lnTo>
                  <a:lnTo>
                    <a:pt x="65667" y="298639"/>
                  </a:lnTo>
                  <a:lnTo>
                    <a:pt x="69916" y="301781"/>
                  </a:lnTo>
                  <a:lnTo>
                    <a:pt x="74261" y="304786"/>
                  </a:lnTo>
                  <a:lnTo>
                    <a:pt x="78700" y="307653"/>
                  </a:lnTo>
                  <a:lnTo>
                    <a:pt x="83227" y="310378"/>
                  </a:lnTo>
                  <a:lnTo>
                    <a:pt x="87838" y="312959"/>
                  </a:lnTo>
                  <a:lnTo>
                    <a:pt x="92528" y="315392"/>
                  </a:lnTo>
                  <a:lnTo>
                    <a:pt x="97293" y="317677"/>
                  </a:lnTo>
                  <a:lnTo>
                    <a:pt x="102127" y="319809"/>
                  </a:lnTo>
                  <a:lnTo>
                    <a:pt x="107026" y="321788"/>
                  </a:lnTo>
                  <a:lnTo>
                    <a:pt x="111986" y="323610"/>
                  </a:lnTo>
                  <a:lnTo>
                    <a:pt x="117001" y="325276"/>
                  </a:lnTo>
                  <a:lnTo>
                    <a:pt x="122065" y="326781"/>
                  </a:lnTo>
                  <a:lnTo>
                    <a:pt x="127175" y="328126"/>
                  </a:lnTo>
                  <a:lnTo>
                    <a:pt x="132325" y="329309"/>
                  </a:lnTo>
                  <a:lnTo>
                    <a:pt x="137510" y="330329"/>
                  </a:lnTo>
                  <a:lnTo>
                    <a:pt x="142724" y="331184"/>
                  </a:lnTo>
                  <a:lnTo>
                    <a:pt x="147963" y="331874"/>
                  </a:lnTo>
                  <a:lnTo>
                    <a:pt x="153221" y="332398"/>
                  </a:lnTo>
                  <a:lnTo>
                    <a:pt x="158492" y="332755"/>
                  </a:lnTo>
                  <a:lnTo>
                    <a:pt x="163773" y="332946"/>
                  </a:lnTo>
                  <a:lnTo>
                    <a:pt x="169057" y="332970"/>
                  </a:lnTo>
                  <a:lnTo>
                    <a:pt x="174339" y="332826"/>
                  </a:lnTo>
                  <a:lnTo>
                    <a:pt x="179613" y="332516"/>
                  </a:lnTo>
                  <a:lnTo>
                    <a:pt x="184876" y="332040"/>
                  </a:lnTo>
                  <a:lnTo>
                    <a:pt x="190120" y="331397"/>
                  </a:lnTo>
                  <a:lnTo>
                    <a:pt x="195342" y="330589"/>
                  </a:lnTo>
                  <a:lnTo>
                    <a:pt x="200536" y="329616"/>
                  </a:lnTo>
                  <a:lnTo>
                    <a:pt x="205696" y="328480"/>
                  </a:lnTo>
                  <a:lnTo>
                    <a:pt x="210818" y="327181"/>
                  </a:lnTo>
                  <a:lnTo>
                    <a:pt x="215896" y="325721"/>
                  </a:lnTo>
                  <a:lnTo>
                    <a:pt x="220925" y="324101"/>
                  </a:lnTo>
                  <a:lnTo>
                    <a:pt x="225901" y="322322"/>
                  </a:lnTo>
                  <a:lnTo>
                    <a:pt x="230818" y="320388"/>
                  </a:lnTo>
                  <a:lnTo>
                    <a:pt x="235672" y="318299"/>
                  </a:lnTo>
                  <a:lnTo>
                    <a:pt x="240457" y="316058"/>
                  </a:lnTo>
                  <a:lnTo>
                    <a:pt x="245168" y="313667"/>
                  </a:lnTo>
                  <a:lnTo>
                    <a:pt x="249802" y="311128"/>
                  </a:lnTo>
                  <a:lnTo>
                    <a:pt x="254354" y="308443"/>
                  </a:lnTo>
                  <a:lnTo>
                    <a:pt x="258818" y="305617"/>
                  </a:lnTo>
                  <a:lnTo>
                    <a:pt x="263190" y="302650"/>
                  </a:lnTo>
                  <a:lnTo>
                    <a:pt x="267467" y="299547"/>
                  </a:lnTo>
                  <a:lnTo>
                    <a:pt x="271644" y="296310"/>
                  </a:lnTo>
                  <a:lnTo>
                    <a:pt x="275716" y="292943"/>
                  </a:lnTo>
                  <a:lnTo>
                    <a:pt x="279679" y="289449"/>
                  </a:lnTo>
                  <a:lnTo>
                    <a:pt x="283531" y="285831"/>
                  </a:lnTo>
                  <a:lnTo>
                    <a:pt x="287266" y="282094"/>
                  </a:lnTo>
                  <a:lnTo>
                    <a:pt x="290881" y="278240"/>
                  </a:lnTo>
                  <a:lnTo>
                    <a:pt x="294372" y="274274"/>
                  </a:lnTo>
                  <a:lnTo>
                    <a:pt x="297736" y="270199"/>
                  </a:lnTo>
                  <a:lnTo>
                    <a:pt x="300970" y="266021"/>
                  </a:lnTo>
                  <a:lnTo>
                    <a:pt x="304070" y="261742"/>
                  </a:lnTo>
                  <a:lnTo>
                    <a:pt x="307034" y="257367"/>
                  </a:lnTo>
                  <a:lnTo>
                    <a:pt x="309857" y="252901"/>
                  </a:lnTo>
                  <a:lnTo>
                    <a:pt x="312538" y="248348"/>
                  </a:lnTo>
                  <a:lnTo>
                    <a:pt x="315074" y="243712"/>
                  </a:lnTo>
                  <a:lnTo>
                    <a:pt x="317462" y="238999"/>
                  </a:lnTo>
                  <a:lnTo>
                    <a:pt x="319700" y="234212"/>
                  </a:lnTo>
                  <a:lnTo>
                    <a:pt x="321786" y="229357"/>
                  </a:lnTo>
                  <a:lnTo>
                    <a:pt x="323717" y="224439"/>
                  </a:lnTo>
                  <a:lnTo>
                    <a:pt x="325492" y="219462"/>
                  </a:lnTo>
                  <a:lnTo>
                    <a:pt x="327108" y="214431"/>
                  </a:lnTo>
                  <a:lnTo>
                    <a:pt x="328565" y="209352"/>
                  </a:lnTo>
                  <a:lnTo>
                    <a:pt x="329860" y="204230"/>
                  </a:lnTo>
                  <a:lnTo>
                    <a:pt x="330993" y="199069"/>
                  </a:lnTo>
                  <a:lnTo>
                    <a:pt x="331962" y="193874"/>
                  </a:lnTo>
                  <a:lnTo>
                    <a:pt x="332767" y="188652"/>
                  </a:lnTo>
                  <a:lnTo>
                    <a:pt x="333406" y="183407"/>
                  </a:lnTo>
                  <a:lnTo>
                    <a:pt x="333879" y="178144"/>
                  </a:lnTo>
                  <a:lnTo>
                    <a:pt x="334185" y="172869"/>
                  </a:lnTo>
                  <a:lnTo>
                    <a:pt x="334325" y="167587"/>
                  </a:lnTo>
                  <a:lnTo>
                    <a:pt x="334297" y="162303"/>
                  </a:lnTo>
                  <a:lnTo>
                    <a:pt x="334103" y="157023"/>
                  </a:lnTo>
                  <a:lnTo>
                    <a:pt x="333742" y="151751"/>
                  </a:lnTo>
                  <a:lnTo>
                    <a:pt x="333214" y="146494"/>
                  </a:lnTo>
                  <a:lnTo>
                    <a:pt x="332521" y="141256"/>
                  </a:lnTo>
                  <a:lnTo>
                    <a:pt x="331662" y="136042"/>
                  </a:lnTo>
                  <a:lnTo>
                    <a:pt x="330639" y="130858"/>
                  </a:lnTo>
                  <a:lnTo>
                    <a:pt x="329452" y="125709"/>
                  </a:lnTo>
                  <a:lnTo>
                    <a:pt x="328104" y="120600"/>
                  </a:lnTo>
                  <a:lnTo>
                    <a:pt x="326595" y="115537"/>
                  </a:lnTo>
                  <a:lnTo>
                    <a:pt x="324926" y="110523"/>
                  </a:lnTo>
                  <a:lnTo>
                    <a:pt x="323100" y="105565"/>
                  </a:lnTo>
                  <a:lnTo>
                    <a:pt x="321118" y="100667"/>
                  </a:lnTo>
                  <a:lnTo>
                    <a:pt x="318982" y="95834"/>
                  </a:lnTo>
                  <a:lnTo>
                    <a:pt x="316694" y="91071"/>
                  </a:lnTo>
                  <a:lnTo>
                    <a:pt x="314258" y="86382"/>
                  </a:lnTo>
                  <a:lnTo>
                    <a:pt x="311674" y="81773"/>
                  </a:lnTo>
                  <a:lnTo>
                    <a:pt x="308945" y="77248"/>
                  </a:lnTo>
                  <a:lnTo>
                    <a:pt x="306076" y="72811"/>
                  </a:lnTo>
                  <a:lnTo>
                    <a:pt x="303067" y="68468"/>
                  </a:lnTo>
                  <a:lnTo>
                    <a:pt x="299923" y="64221"/>
                  </a:lnTo>
                  <a:lnTo>
                    <a:pt x="296645" y="60076"/>
                  </a:lnTo>
                  <a:lnTo>
                    <a:pt x="293239" y="56037"/>
                  </a:lnTo>
                  <a:lnTo>
                    <a:pt x="289707" y="52108"/>
                  </a:lnTo>
                  <a:lnTo>
                    <a:pt x="286052" y="48292"/>
                  </a:lnTo>
                  <a:lnTo>
                    <a:pt x="282278" y="44593"/>
                  </a:lnTo>
                  <a:lnTo>
                    <a:pt x="278390" y="41015"/>
                  </a:lnTo>
                  <a:lnTo>
                    <a:pt x="274390" y="37563"/>
                  </a:lnTo>
                  <a:lnTo>
                    <a:pt x="270283" y="34238"/>
                  </a:lnTo>
                  <a:lnTo>
                    <a:pt x="266073" y="31045"/>
                  </a:lnTo>
                  <a:lnTo>
                    <a:pt x="261765" y="27986"/>
                  </a:lnTo>
                  <a:lnTo>
                    <a:pt x="257361" y="25065"/>
                  </a:lnTo>
                  <a:lnTo>
                    <a:pt x="252868" y="22285"/>
                  </a:lnTo>
                  <a:lnTo>
                    <a:pt x="248289" y="19648"/>
                  </a:lnTo>
                  <a:lnTo>
                    <a:pt x="243629" y="17157"/>
                  </a:lnTo>
                  <a:lnTo>
                    <a:pt x="238893" y="14815"/>
                  </a:lnTo>
                  <a:lnTo>
                    <a:pt x="234085" y="12624"/>
                  </a:lnTo>
                  <a:lnTo>
                    <a:pt x="229210" y="10585"/>
                  </a:lnTo>
                  <a:lnTo>
                    <a:pt x="224273" y="8702"/>
                  </a:lnTo>
                  <a:lnTo>
                    <a:pt x="219279" y="6976"/>
                  </a:lnTo>
                  <a:lnTo>
                    <a:pt x="214233" y="5408"/>
                  </a:lnTo>
                  <a:lnTo>
                    <a:pt x="209140" y="4001"/>
                  </a:lnTo>
                  <a:lnTo>
                    <a:pt x="204005" y="2755"/>
                  </a:lnTo>
                  <a:lnTo>
                    <a:pt x="198833" y="1672"/>
                  </a:lnTo>
                  <a:lnTo>
                    <a:pt x="193630" y="753"/>
                  </a:lnTo>
                  <a:lnTo>
                    <a:pt x="188400" y="0"/>
                  </a:lnTo>
                  <a:lnTo>
                    <a:pt x="167167" y="1658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983779" y="3170392"/>
              <a:ext cx="21233" cy="167167"/>
            </a:xfrm>
            <a:custGeom>
              <a:avLst/>
              <a:pathLst>
                <a:path w="21233" h="167167">
                  <a:moveTo>
                    <a:pt x="21233" y="1353"/>
                  </a:moveTo>
                  <a:lnTo>
                    <a:pt x="14176" y="602"/>
                  </a:lnTo>
                  <a:lnTo>
                    <a:pt x="7094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62" y="2633064"/>
              <a:ext cx="167148" cy="180460"/>
            </a:xfrm>
            <a:custGeom>
              <a:avLst/>
              <a:pathLst>
                <a:path w="167148" h="180460">
                  <a:moveTo>
                    <a:pt x="167148" y="0"/>
                  </a:moveTo>
                  <a:lnTo>
                    <a:pt x="161740" y="87"/>
                  </a:lnTo>
                  <a:lnTo>
                    <a:pt x="156337" y="349"/>
                  </a:lnTo>
                  <a:lnTo>
                    <a:pt x="150945" y="787"/>
                  </a:lnTo>
                  <a:lnTo>
                    <a:pt x="145570" y="1398"/>
                  </a:lnTo>
                  <a:lnTo>
                    <a:pt x="140218" y="2183"/>
                  </a:lnTo>
                  <a:lnTo>
                    <a:pt x="134894" y="3141"/>
                  </a:lnTo>
                  <a:lnTo>
                    <a:pt x="129604" y="4270"/>
                  </a:lnTo>
                  <a:lnTo>
                    <a:pt x="124353" y="5570"/>
                  </a:lnTo>
                  <a:lnTo>
                    <a:pt x="119147" y="7039"/>
                  </a:lnTo>
                  <a:lnTo>
                    <a:pt x="113991" y="8676"/>
                  </a:lnTo>
                  <a:lnTo>
                    <a:pt x="108891" y="10479"/>
                  </a:lnTo>
                  <a:lnTo>
                    <a:pt x="103852" y="12446"/>
                  </a:lnTo>
                  <a:lnTo>
                    <a:pt x="98879" y="14575"/>
                  </a:lnTo>
                  <a:lnTo>
                    <a:pt x="93978" y="16864"/>
                  </a:lnTo>
                  <a:lnTo>
                    <a:pt x="89153" y="19310"/>
                  </a:lnTo>
                  <a:lnTo>
                    <a:pt x="84410" y="21911"/>
                  </a:lnTo>
                  <a:lnTo>
                    <a:pt x="79753" y="24664"/>
                  </a:lnTo>
                  <a:lnTo>
                    <a:pt x="75188" y="27566"/>
                  </a:lnTo>
                  <a:lnTo>
                    <a:pt x="70720" y="30615"/>
                  </a:lnTo>
                  <a:lnTo>
                    <a:pt x="66352" y="33806"/>
                  </a:lnTo>
                  <a:lnTo>
                    <a:pt x="62090" y="37137"/>
                  </a:lnTo>
                  <a:lnTo>
                    <a:pt x="57938" y="40605"/>
                  </a:lnTo>
                  <a:lnTo>
                    <a:pt x="53900" y="44205"/>
                  </a:lnTo>
                  <a:lnTo>
                    <a:pt x="49981" y="47933"/>
                  </a:lnTo>
                  <a:lnTo>
                    <a:pt x="46184" y="51786"/>
                  </a:lnTo>
                  <a:lnTo>
                    <a:pt x="42515" y="55761"/>
                  </a:lnTo>
                  <a:lnTo>
                    <a:pt x="38975" y="59852"/>
                  </a:lnTo>
                  <a:lnTo>
                    <a:pt x="35570" y="64055"/>
                  </a:lnTo>
                  <a:lnTo>
                    <a:pt x="32303" y="68366"/>
                  </a:lnTo>
                  <a:lnTo>
                    <a:pt x="29177" y="72781"/>
                  </a:lnTo>
                  <a:lnTo>
                    <a:pt x="26195" y="77294"/>
                  </a:lnTo>
                  <a:lnTo>
                    <a:pt x="23361" y="81902"/>
                  </a:lnTo>
                  <a:lnTo>
                    <a:pt x="20678" y="86599"/>
                  </a:lnTo>
                  <a:lnTo>
                    <a:pt x="18147" y="91380"/>
                  </a:lnTo>
                  <a:lnTo>
                    <a:pt x="15773" y="96241"/>
                  </a:lnTo>
                  <a:lnTo>
                    <a:pt x="13558" y="101175"/>
                  </a:lnTo>
                  <a:lnTo>
                    <a:pt x="11503" y="106179"/>
                  </a:lnTo>
                  <a:lnTo>
                    <a:pt x="9611" y="111247"/>
                  </a:lnTo>
                  <a:lnTo>
                    <a:pt x="7885" y="116374"/>
                  </a:lnTo>
                  <a:lnTo>
                    <a:pt x="6324" y="121553"/>
                  </a:lnTo>
                  <a:lnTo>
                    <a:pt x="4933" y="126781"/>
                  </a:lnTo>
                  <a:lnTo>
                    <a:pt x="3711" y="132050"/>
                  </a:lnTo>
                  <a:lnTo>
                    <a:pt x="2660" y="137357"/>
                  </a:lnTo>
                  <a:lnTo>
                    <a:pt x="1782" y="142694"/>
                  </a:lnTo>
                  <a:lnTo>
                    <a:pt x="1077" y="148058"/>
                  </a:lnTo>
                  <a:lnTo>
                    <a:pt x="545" y="153441"/>
                  </a:lnTo>
                  <a:lnTo>
                    <a:pt x="189" y="158838"/>
                  </a:lnTo>
                  <a:lnTo>
                    <a:pt x="7" y="164245"/>
                  </a:lnTo>
                  <a:lnTo>
                    <a:pt x="0" y="169654"/>
                  </a:lnTo>
                  <a:lnTo>
                    <a:pt x="167" y="175061"/>
                  </a:lnTo>
                  <a:lnTo>
                    <a:pt x="510" y="18046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52373" y="2724181"/>
              <a:ext cx="333803" cy="243215"/>
            </a:xfrm>
            <a:custGeom>
              <a:avLst/>
              <a:pathLst>
                <a:path w="333803" h="243215">
                  <a:moveTo>
                    <a:pt x="0" y="89343"/>
                  </a:moveTo>
                  <a:lnTo>
                    <a:pt x="507" y="94641"/>
                  </a:lnTo>
                  <a:lnTo>
                    <a:pt x="1183" y="99920"/>
                  </a:lnTo>
                  <a:lnTo>
                    <a:pt x="2027" y="105175"/>
                  </a:lnTo>
                  <a:lnTo>
                    <a:pt x="3038" y="110401"/>
                  </a:lnTo>
                  <a:lnTo>
                    <a:pt x="4214" y="115592"/>
                  </a:lnTo>
                  <a:lnTo>
                    <a:pt x="5555" y="120743"/>
                  </a:lnTo>
                  <a:lnTo>
                    <a:pt x="7060" y="125848"/>
                  </a:lnTo>
                  <a:lnTo>
                    <a:pt x="8726" y="130903"/>
                  </a:lnTo>
                  <a:lnTo>
                    <a:pt x="10552" y="135902"/>
                  </a:lnTo>
                  <a:lnTo>
                    <a:pt x="12537" y="140841"/>
                  </a:lnTo>
                  <a:lnTo>
                    <a:pt x="14677" y="145714"/>
                  </a:lnTo>
                  <a:lnTo>
                    <a:pt x="16972" y="150516"/>
                  </a:lnTo>
                  <a:lnTo>
                    <a:pt x="19419" y="155243"/>
                  </a:lnTo>
                  <a:lnTo>
                    <a:pt x="22014" y="159890"/>
                  </a:lnTo>
                  <a:lnTo>
                    <a:pt x="24757" y="164451"/>
                  </a:lnTo>
                  <a:lnTo>
                    <a:pt x="27643" y="168923"/>
                  </a:lnTo>
                  <a:lnTo>
                    <a:pt x="30670" y="173301"/>
                  </a:lnTo>
                  <a:lnTo>
                    <a:pt x="33835" y="177580"/>
                  </a:lnTo>
                  <a:lnTo>
                    <a:pt x="37134" y="181757"/>
                  </a:lnTo>
                  <a:lnTo>
                    <a:pt x="40565" y="185826"/>
                  </a:lnTo>
                  <a:lnTo>
                    <a:pt x="44124" y="189784"/>
                  </a:lnTo>
                  <a:lnTo>
                    <a:pt x="47807" y="193626"/>
                  </a:lnTo>
                  <a:lnTo>
                    <a:pt x="51610" y="197350"/>
                  </a:lnTo>
                  <a:lnTo>
                    <a:pt x="55530" y="200950"/>
                  </a:lnTo>
                  <a:lnTo>
                    <a:pt x="59562" y="204424"/>
                  </a:lnTo>
                  <a:lnTo>
                    <a:pt x="63704" y="207768"/>
                  </a:lnTo>
                  <a:lnTo>
                    <a:pt x="67949" y="210978"/>
                  </a:lnTo>
                  <a:lnTo>
                    <a:pt x="72294" y="214051"/>
                  </a:lnTo>
                  <a:lnTo>
                    <a:pt x="76735" y="216985"/>
                  </a:lnTo>
                  <a:lnTo>
                    <a:pt x="81268" y="219775"/>
                  </a:lnTo>
                  <a:lnTo>
                    <a:pt x="85886" y="222420"/>
                  </a:lnTo>
                  <a:lnTo>
                    <a:pt x="90587" y="224917"/>
                  </a:lnTo>
                  <a:lnTo>
                    <a:pt x="95365" y="227262"/>
                  </a:lnTo>
                  <a:lnTo>
                    <a:pt x="100215" y="229455"/>
                  </a:lnTo>
                  <a:lnTo>
                    <a:pt x="105132" y="231491"/>
                  </a:lnTo>
                  <a:lnTo>
                    <a:pt x="110112" y="233371"/>
                  </a:lnTo>
                  <a:lnTo>
                    <a:pt x="115149" y="235090"/>
                  </a:lnTo>
                  <a:lnTo>
                    <a:pt x="120238" y="236649"/>
                  </a:lnTo>
                  <a:lnTo>
                    <a:pt x="125374" y="238045"/>
                  </a:lnTo>
                  <a:lnTo>
                    <a:pt x="130552" y="239276"/>
                  </a:lnTo>
                  <a:lnTo>
                    <a:pt x="135767" y="240342"/>
                  </a:lnTo>
                  <a:lnTo>
                    <a:pt x="141013" y="241242"/>
                  </a:lnTo>
                  <a:lnTo>
                    <a:pt x="146285" y="241974"/>
                  </a:lnTo>
                  <a:lnTo>
                    <a:pt x="151577" y="242538"/>
                  </a:lnTo>
                  <a:lnTo>
                    <a:pt x="156885" y="242933"/>
                  </a:lnTo>
                  <a:lnTo>
                    <a:pt x="162203" y="243159"/>
                  </a:lnTo>
                  <a:lnTo>
                    <a:pt x="167525" y="243215"/>
                  </a:lnTo>
                  <a:lnTo>
                    <a:pt x="172846" y="243102"/>
                  </a:lnTo>
                  <a:lnTo>
                    <a:pt x="178161" y="242820"/>
                  </a:lnTo>
                  <a:lnTo>
                    <a:pt x="183464" y="242368"/>
                  </a:lnTo>
                  <a:lnTo>
                    <a:pt x="188750" y="241748"/>
                  </a:lnTo>
                  <a:lnTo>
                    <a:pt x="194014" y="240960"/>
                  </a:lnTo>
                  <a:lnTo>
                    <a:pt x="199250" y="240005"/>
                  </a:lnTo>
                  <a:lnTo>
                    <a:pt x="204453" y="238884"/>
                  </a:lnTo>
                  <a:lnTo>
                    <a:pt x="209618" y="237598"/>
                  </a:lnTo>
                  <a:lnTo>
                    <a:pt x="214739" y="236147"/>
                  </a:lnTo>
                  <a:lnTo>
                    <a:pt x="219811" y="234535"/>
                  </a:lnTo>
                  <a:lnTo>
                    <a:pt x="224830" y="232762"/>
                  </a:lnTo>
                  <a:lnTo>
                    <a:pt x="229789" y="230830"/>
                  </a:lnTo>
                  <a:lnTo>
                    <a:pt x="234685" y="228741"/>
                  </a:lnTo>
                  <a:lnTo>
                    <a:pt x="239511" y="226497"/>
                  </a:lnTo>
                  <a:lnTo>
                    <a:pt x="244264" y="224101"/>
                  </a:lnTo>
                  <a:lnTo>
                    <a:pt x="248938" y="221555"/>
                  </a:lnTo>
                  <a:lnTo>
                    <a:pt x="253528" y="218861"/>
                  </a:lnTo>
                  <a:lnTo>
                    <a:pt x="258030" y="216022"/>
                  </a:lnTo>
                  <a:lnTo>
                    <a:pt x="262440" y="213042"/>
                  </a:lnTo>
                  <a:lnTo>
                    <a:pt x="266753" y="209923"/>
                  </a:lnTo>
                  <a:lnTo>
                    <a:pt x="270964" y="206668"/>
                  </a:lnTo>
                  <a:lnTo>
                    <a:pt x="275069" y="203280"/>
                  </a:lnTo>
                  <a:lnTo>
                    <a:pt x="279065" y="199764"/>
                  </a:lnTo>
                  <a:lnTo>
                    <a:pt x="282946" y="196122"/>
                  </a:lnTo>
                  <a:lnTo>
                    <a:pt x="286710" y="192358"/>
                  </a:lnTo>
                  <a:lnTo>
                    <a:pt x="290351" y="188477"/>
                  </a:lnTo>
                  <a:lnTo>
                    <a:pt x="293868" y="184482"/>
                  </a:lnTo>
                  <a:lnTo>
                    <a:pt x="297255" y="180376"/>
                  </a:lnTo>
                  <a:lnTo>
                    <a:pt x="300510" y="176165"/>
                  </a:lnTo>
                  <a:lnTo>
                    <a:pt x="303630" y="171853"/>
                  </a:lnTo>
                  <a:lnTo>
                    <a:pt x="306610" y="167443"/>
                  </a:lnTo>
                  <a:lnTo>
                    <a:pt x="309449" y="162940"/>
                  </a:lnTo>
                  <a:lnTo>
                    <a:pt x="312142" y="158350"/>
                  </a:lnTo>
                  <a:lnTo>
                    <a:pt x="314689" y="153676"/>
                  </a:lnTo>
                  <a:lnTo>
                    <a:pt x="317085" y="148924"/>
                  </a:lnTo>
                  <a:lnTo>
                    <a:pt x="319329" y="144097"/>
                  </a:lnTo>
                  <a:lnTo>
                    <a:pt x="321417" y="139202"/>
                  </a:lnTo>
                  <a:lnTo>
                    <a:pt x="323349" y="134242"/>
                  </a:lnTo>
                  <a:lnTo>
                    <a:pt x="325123" y="129224"/>
                  </a:lnTo>
                  <a:lnTo>
                    <a:pt x="326735" y="124151"/>
                  </a:lnTo>
                  <a:lnTo>
                    <a:pt x="328185" y="119030"/>
                  </a:lnTo>
                  <a:lnTo>
                    <a:pt x="329472" y="113866"/>
                  </a:lnTo>
                  <a:lnTo>
                    <a:pt x="330593" y="108663"/>
                  </a:lnTo>
                  <a:lnTo>
                    <a:pt x="331548" y="103427"/>
                  </a:lnTo>
                  <a:lnTo>
                    <a:pt x="332336" y="98163"/>
                  </a:lnTo>
                  <a:lnTo>
                    <a:pt x="332956" y="92877"/>
                  </a:lnTo>
                  <a:lnTo>
                    <a:pt x="333407" y="87573"/>
                  </a:lnTo>
                  <a:lnTo>
                    <a:pt x="333690" y="82258"/>
                  </a:lnTo>
                  <a:lnTo>
                    <a:pt x="333803" y="76937"/>
                  </a:lnTo>
                  <a:lnTo>
                    <a:pt x="333746" y="71615"/>
                  </a:lnTo>
                  <a:lnTo>
                    <a:pt x="333520" y="66297"/>
                  </a:lnTo>
                  <a:lnTo>
                    <a:pt x="333125" y="60989"/>
                  </a:lnTo>
                  <a:lnTo>
                    <a:pt x="332561" y="55697"/>
                  </a:lnTo>
                  <a:lnTo>
                    <a:pt x="331829" y="50425"/>
                  </a:lnTo>
                  <a:lnTo>
                    <a:pt x="330930" y="45179"/>
                  </a:lnTo>
                  <a:lnTo>
                    <a:pt x="329864" y="39965"/>
                  </a:lnTo>
                  <a:lnTo>
                    <a:pt x="328632" y="34787"/>
                  </a:lnTo>
                  <a:lnTo>
                    <a:pt x="327237" y="29650"/>
                  </a:lnTo>
                  <a:lnTo>
                    <a:pt x="325678" y="24561"/>
                  </a:lnTo>
                  <a:lnTo>
                    <a:pt x="323958" y="19524"/>
                  </a:lnTo>
                  <a:lnTo>
                    <a:pt x="322079" y="14545"/>
                  </a:lnTo>
                  <a:lnTo>
                    <a:pt x="320042" y="9627"/>
                  </a:lnTo>
                  <a:lnTo>
                    <a:pt x="317850" y="4777"/>
                  </a:lnTo>
                  <a:lnTo>
                    <a:pt x="315504" y="0"/>
                  </a:lnTo>
                  <a:lnTo>
                    <a:pt x="166638" y="76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19011" y="2633064"/>
              <a:ext cx="148866" cy="167167"/>
            </a:xfrm>
            <a:custGeom>
              <a:avLst/>
              <a:pathLst>
                <a:path w="148866" h="167167">
                  <a:moveTo>
                    <a:pt x="148866" y="91116"/>
                  </a:moveTo>
                  <a:lnTo>
                    <a:pt x="146253" y="86204"/>
                  </a:lnTo>
                  <a:lnTo>
                    <a:pt x="143477" y="81381"/>
                  </a:lnTo>
                  <a:lnTo>
                    <a:pt x="140542" y="76654"/>
                  </a:lnTo>
                  <a:lnTo>
                    <a:pt x="137452" y="72026"/>
                  </a:lnTo>
                  <a:lnTo>
                    <a:pt x="134210" y="67504"/>
                  </a:lnTo>
                  <a:lnTo>
                    <a:pt x="130818" y="63093"/>
                  </a:lnTo>
                  <a:lnTo>
                    <a:pt x="127282" y="58797"/>
                  </a:lnTo>
                  <a:lnTo>
                    <a:pt x="123605" y="54621"/>
                  </a:lnTo>
                  <a:lnTo>
                    <a:pt x="119791" y="50569"/>
                  </a:lnTo>
                  <a:lnTo>
                    <a:pt x="115844" y="46647"/>
                  </a:lnTo>
                  <a:lnTo>
                    <a:pt x="111768" y="42858"/>
                  </a:lnTo>
                  <a:lnTo>
                    <a:pt x="107569" y="39207"/>
                  </a:lnTo>
                  <a:lnTo>
                    <a:pt x="103251" y="35698"/>
                  </a:lnTo>
                  <a:lnTo>
                    <a:pt x="98818" y="32334"/>
                  </a:lnTo>
                  <a:lnTo>
                    <a:pt x="94276" y="29120"/>
                  </a:lnTo>
                  <a:lnTo>
                    <a:pt x="89629" y="26059"/>
                  </a:lnTo>
                  <a:lnTo>
                    <a:pt x="84884" y="23154"/>
                  </a:lnTo>
                  <a:lnTo>
                    <a:pt x="80044" y="20409"/>
                  </a:lnTo>
                  <a:lnTo>
                    <a:pt x="75115" y="17826"/>
                  </a:lnTo>
                  <a:lnTo>
                    <a:pt x="70103" y="15409"/>
                  </a:lnTo>
                  <a:lnTo>
                    <a:pt x="65013" y="13160"/>
                  </a:lnTo>
                  <a:lnTo>
                    <a:pt x="59852" y="11082"/>
                  </a:lnTo>
                  <a:lnTo>
                    <a:pt x="54624" y="9176"/>
                  </a:lnTo>
                  <a:lnTo>
                    <a:pt x="49335" y="7446"/>
                  </a:lnTo>
                  <a:lnTo>
                    <a:pt x="43992" y="5892"/>
                  </a:lnTo>
                  <a:lnTo>
                    <a:pt x="38600" y="4517"/>
                  </a:lnTo>
                  <a:lnTo>
                    <a:pt x="33166" y="3323"/>
                  </a:lnTo>
                  <a:lnTo>
                    <a:pt x="27694" y="2310"/>
                  </a:lnTo>
                  <a:lnTo>
                    <a:pt x="22192" y="1479"/>
                  </a:lnTo>
                  <a:lnTo>
                    <a:pt x="16666" y="832"/>
                  </a:lnTo>
                  <a:lnTo>
                    <a:pt x="11121" y="370"/>
                  </a:lnTo>
                  <a:lnTo>
                    <a:pt x="556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7823" y="2126963"/>
              <a:ext cx="90648" cy="167167"/>
            </a:xfrm>
            <a:custGeom>
              <a:avLst/>
              <a:pathLst>
                <a:path w="90648" h="167167">
                  <a:moveTo>
                    <a:pt x="90648" y="0"/>
                  </a:moveTo>
                  <a:lnTo>
                    <a:pt x="85014" y="94"/>
                  </a:lnTo>
                  <a:lnTo>
                    <a:pt x="79385" y="379"/>
                  </a:lnTo>
                  <a:lnTo>
                    <a:pt x="73770" y="854"/>
                  </a:lnTo>
                  <a:lnTo>
                    <a:pt x="68173" y="1517"/>
                  </a:lnTo>
                  <a:lnTo>
                    <a:pt x="62603" y="2369"/>
                  </a:lnTo>
                  <a:lnTo>
                    <a:pt x="57064" y="3408"/>
                  </a:lnTo>
                  <a:lnTo>
                    <a:pt x="51563" y="4633"/>
                  </a:lnTo>
                  <a:lnTo>
                    <a:pt x="46107" y="6043"/>
                  </a:lnTo>
                  <a:lnTo>
                    <a:pt x="40701" y="7636"/>
                  </a:lnTo>
                  <a:lnTo>
                    <a:pt x="35352" y="9410"/>
                  </a:lnTo>
                  <a:lnTo>
                    <a:pt x="30066" y="11363"/>
                  </a:lnTo>
                  <a:lnTo>
                    <a:pt x="24849" y="13494"/>
                  </a:lnTo>
                  <a:lnTo>
                    <a:pt x="19706" y="15799"/>
                  </a:lnTo>
                  <a:lnTo>
                    <a:pt x="14644" y="18277"/>
                  </a:lnTo>
                  <a:lnTo>
                    <a:pt x="9669" y="20923"/>
                  </a:lnTo>
                  <a:lnTo>
                    <a:pt x="4785" y="23736"/>
                  </a:lnTo>
                  <a:lnTo>
                    <a:pt x="0" y="26711"/>
                  </a:lnTo>
                  <a:lnTo>
                    <a:pt x="906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637823" y="2153675"/>
              <a:ext cx="90648" cy="140455"/>
            </a:xfrm>
            <a:custGeom>
              <a:avLst/>
              <a:pathLst>
                <a:path w="90648" h="140455">
                  <a:moveTo>
                    <a:pt x="0" y="0"/>
                  </a:moveTo>
                  <a:lnTo>
                    <a:pt x="90648" y="140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561311" y="2153675"/>
              <a:ext cx="222013" cy="307603"/>
            </a:xfrm>
            <a:custGeom>
              <a:avLst/>
              <a:pathLst>
                <a:path w="222013" h="307603">
                  <a:moveTo>
                    <a:pt x="76512" y="0"/>
                  </a:moveTo>
                  <a:lnTo>
                    <a:pt x="72078" y="2962"/>
                  </a:lnTo>
                  <a:lnTo>
                    <a:pt x="67741" y="6064"/>
                  </a:lnTo>
                  <a:lnTo>
                    <a:pt x="63506" y="9304"/>
                  </a:lnTo>
                  <a:lnTo>
                    <a:pt x="59376" y="12676"/>
                  </a:lnTo>
                  <a:lnTo>
                    <a:pt x="55355" y="16179"/>
                  </a:lnTo>
                  <a:lnTo>
                    <a:pt x="51449" y="19808"/>
                  </a:lnTo>
                  <a:lnTo>
                    <a:pt x="47660" y="23560"/>
                  </a:lnTo>
                  <a:lnTo>
                    <a:pt x="43992" y="27431"/>
                  </a:lnTo>
                  <a:lnTo>
                    <a:pt x="40450" y="31416"/>
                  </a:lnTo>
                  <a:lnTo>
                    <a:pt x="37037" y="35513"/>
                  </a:lnTo>
                  <a:lnTo>
                    <a:pt x="33756" y="39716"/>
                  </a:lnTo>
                  <a:lnTo>
                    <a:pt x="30611" y="44022"/>
                  </a:lnTo>
                  <a:lnTo>
                    <a:pt x="27605" y="48426"/>
                  </a:lnTo>
                  <a:lnTo>
                    <a:pt x="24741" y="52924"/>
                  </a:lnTo>
                  <a:lnTo>
                    <a:pt x="22022" y="57511"/>
                  </a:lnTo>
                  <a:lnTo>
                    <a:pt x="19450" y="62182"/>
                  </a:lnTo>
                  <a:lnTo>
                    <a:pt x="17029" y="66933"/>
                  </a:lnTo>
                  <a:lnTo>
                    <a:pt x="14761" y="71758"/>
                  </a:lnTo>
                  <a:lnTo>
                    <a:pt x="12647" y="76654"/>
                  </a:lnTo>
                  <a:lnTo>
                    <a:pt x="10691" y="81614"/>
                  </a:lnTo>
                  <a:lnTo>
                    <a:pt x="8894" y="86635"/>
                  </a:lnTo>
                  <a:lnTo>
                    <a:pt x="7258" y="91710"/>
                  </a:lnTo>
                  <a:lnTo>
                    <a:pt x="5785" y="96834"/>
                  </a:lnTo>
                  <a:lnTo>
                    <a:pt x="4475" y="102003"/>
                  </a:lnTo>
                  <a:lnTo>
                    <a:pt x="3332" y="107211"/>
                  </a:lnTo>
                  <a:lnTo>
                    <a:pt x="2355" y="112453"/>
                  </a:lnTo>
                  <a:lnTo>
                    <a:pt x="1546" y="117724"/>
                  </a:lnTo>
                  <a:lnTo>
                    <a:pt x="905" y="123017"/>
                  </a:lnTo>
                  <a:lnTo>
                    <a:pt x="433" y="128329"/>
                  </a:lnTo>
                  <a:lnTo>
                    <a:pt x="131" y="133652"/>
                  </a:lnTo>
                  <a:lnTo>
                    <a:pt x="0" y="138983"/>
                  </a:lnTo>
                  <a:lnTo>
                    <a:pt x="38" y="144315"/>
                  </a:lnTo>
                  <a:lnTo>
                    <a:pt x="246" y="149643"/>
                  </a:lnTo>
                  <a:lnTo>
                    <a:pt x="624" y="154962"/>
                  </a:lnTo>
                  <a:lnTo>
                    <a:pt x="1171" y="160266"/>
                  </a:lnTo>
                  <a:lnTo>
                    <a:pt x="1887" y="165550"/>
                  </a:lnTo>
                  <a:lnTo>
                    <a:pt x="2772" y="170808"/>
                  </a:lnTo>
                  <a:lnTo>
                    <a:pt x="3823" y="176036"/>
                  </a:lnTo>
                  <a:lnTo>
                    <a:pt x="5041" y="181227"/>
                  </a:lnTo>
                  <a:lnTo>
                    <a:pt x="6424" y="186377"/>
                  </a:lnTo>
                  <a:lnTo>
                    <a:pt x="7971" y="191480"/>
                  </a:lnTo>
                  <a:lnTo>
                    <a:pt x="9679" y="196531"/>
                  </a:lnTo>
                  <a:lnTo>
                    <a:pt x="11547" y="201525"/>
                  </a:lnTo>
                  <a:lnTo>
                    <a:pt x="13574" y="206457"/>
                  </a:lnTo>
                  <a:lnTo>
                    <a:pt x="15758" y="211322"/>
                  </a:lnTo>
                  <a:lnTo>
                    <a:pt x="18095" y="216115"/>
                  </a:lnTo>
                  <a:lnTo>
                    <a:pt x="20584" y="220830"/>
                  </a:lnTo>
                  <a:lnTo>
                    <a:pt x="23222" y="225464"/>
                  </a:lnTo>
                  <a:lnTo>
                    <a:pt x="26006" y="230012"/>
                  </a:lnTo>
                  <a:lnTo>
                    <a:pt x="28934" y="234468"/>
                  </a:lnTo>
                  <a:lnTo>
                    <a:pt x="32003" y="238829"/>
                  </a:lnTo>
                  <a:lnTo>
                    <a:pt x="35209" y="243089"/>
                  </a:lnTo>
                  <a:lnTo>
                    <a:pt x="38550" y="247245"/>
                  </a:lnTo>
                  <a:lnTo>
                    <a:pt x="42021" y="251293"/>
                  </a:lnTo>
                  <a:lnTo>
                    <a:pt x="45620" y="255228"/>
                  </a:lnTo>
                  <a:lnTo>
                    <a:pt x="49342" y="259046"/>
                  </a:lnTo>
                  <a:lnTo>
                    <a:pt x="53184" y="262743"/>
                  </a:lnTo>
                  <a:lnTo>
                    <a:pt x="57142" y="266316"/>
                  </a:lnTo>
                  <a:lnTo>
                    <a:pt x="61212" y="269761"/>
                  </a:lnTo>
                  <a:lnTo>
                    <a:pt x="65390" y="273074"/>
                  </a:lnTo>
                  <a:lnTo>
                    <a:pt x="69672" y="276252"/>
                  </a:lnTo>
                  <a:lnTo>
                    <a:pt x="74052" y="279292"/>
                  </a:lnTo>
                  <a:lnTo>
                    <a:pt x="78528" y="282191"/>
                  </a:lnTo>
                  <a:lnTo>
                    <a:pt x="83093" y="284946"/>
                  </a:lnTo>
                  <a:lnTo>
                    <a:pt x="87744" y="287554"/>
                  </a:lnTo>
                  <a:lnTo>
                    <a:pt x="92476" y="290012"/>
                  </a:lnTo>
                  <a:lnTo>
                    <a:pt x="97284" y="292318"/>
                  </a:lnTo>
                  <a:lnTo>
                    <a:pt x="102163" y="294469"/>
                  </a:lnTo>
                  <a:lnTo>
                    <a:pt x="107108" y="296464"/>
                  </a:lnTo>
                  <a:lnTo>
                    <a:pt x="112114" y="298299"/>
                  </a:lnTo>
                  <a:lnTo>
                    <a:pt x="117176" y="299975"/>
                  </a:lnTo>
                  <a:lnTo>
                    <a:pt x="122289" y="301488"/>
                  </a:lnTo>
                  <a:lnTo>
                    <a:pt x="127448" y="302837"/>
                  </a:lnTo>
                  <a:lnTo>
                    <a:pt x="132647" y="304021"/>
                  </a:lnTo>
                  <a:lnTo>
                    <a:pt x="137881" y="305038"/>
                  </a:lnTo>
                  <a:lnTo>
                    <a:pt x="143146" y="305889"/>
                  </a:lnTo>
                  <a:lnTo>
                    <a:pt x="148434" y="306570"/>
                  </a:lnTo>
                  <a:lnTo>
                    <a:pt x="153741" y="307083"/>
                  </a:lnTo>
                  <a:lnTo>
                    <a:pt x="159063" y="307426"/>
                  </a:lnTo>
                  <a:lnTo>
                    <a:pt x="164392" y="307600"/>
                  </a:lnTo>
                  <a:lnTo>
                    <a:pt x="169724" y="307603"/>
                  </a:lnTo>
                  <a:lnTo>
                    <a:pt x="175054" y="307436"/>
                  </a:lnTo>
                  <a:lnTo>
                    <a:pt x="180375" y="307099"/>
                  </a:lnTo>
                  <a:lnTo>
                    <a:pt x="185684" y="306593"/>
                  </a:lnTo>
                  <a:lnTo>
                    <a:pt x="190973" y="305918"/>
                  </a:lnTo>
                  <a:lnTo>
                    <a:pt x="196238" y="305074"/>
                  </a:lnTo>
                  <a:lnTo>
                    <a:pt x="201473" y="304063"/>
                  </a:lnTo>
                  <a:lnTo>
                    <a:pt x="206674" y="302885"/>
                  </a:lnTo>
                  <a:lnTo>
                    <a:pt x="211834" y="301543"/>
                  </a:lnTo>
                  <a:lnTo>
                    <a:pt x="216949" y="300036"/>
                  </a:lnTo>
                  <a:lnTo>
                    <a:pt x="222013" y="298367"/>
                  </a:lnTo>
                  <a:lnTo>
                    <a:pt x="167160" y="140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28472" y="2126963"/>
              <a:ext cx="167162" cy="325079"/>
            </a:xfrm>
            <a:custGeom>
              <a:avLst/>
              <a:pathLst>
                <a:path w="167162" h="325079">
                  <a:moveTo>
                    <a:pt x="54852" y="325079"/>
                  </a:moveTo>
                  <a:lnTo>
                    <a:pt x="59861" y="323249"/>
                  </a:lnTo>
                  <a:lnTo>
                    <a:pt x="64809" y="321260"/>
                  </a:lnTo>
                  <a:lnTo>
                    <a:pt x="69691" y="319115"/>
                  </a:lnTo>
                  <a:lnTo>
                    <a:pt x="74502" y="316814"/>
                  </a:lnTo>
                  <a:lnTo>
                    <a:pt x="79237" y="314362"/>
                  </a:lnTo>
                  <a:lnTo>
                    <a:pt x="83892" y="311760"/>
                  </a:lnTo>
                  <a:lnTo>
                    <a:pt x="88461" y="309010"/>
                  </a:lnTo>
                  <a:lnTo>
                    <a:pt x="92940" y="306117"/>
                  </a:lnTo>
                  <a:lnTo>
                    <a:pt x="97324" y="303082"/>
                  </a:lnTo>
                  <a:lnTo>
                    <a:pt x="101610" y="299908"/>
                  </a:lnTo>
                  <a:lnTo>
                    <a:pt x="105792" y="296600"/>
                  </a:lnTo>
                  <a:lnTo>
                    <a:pt x="109867" y="293160"/>
                  </a:lnTo>
                  <a:lnTo>
                    <a:pt x="113829" y="289591"/>
                  </a:lnTo>
                  <a:lnTo>
                    <a:pt x="117676" y="285898"/>
                  </a:lnTo>
                  <a:lnTo>
                    <a:pt x="121403" y="282085"/>
                  </a:lnTo>
                  <a:lnTo>
                    <a:pt x="125007" y="278154"/>
                  </a:lnTo>
                  <a:lnTo>
                    <a:pt x="128483" y="274110"/>
                  </a:lnTo>
                  <a:lnTo>
                    <a:pt x="131829" y="269958"/>
                  </a:lnTo>
                  <a:lnTo>
                    <a:pt x="135040" y="265701"/>
                  </a:lnTo>
                  <a:lnTo>
                    <a:pt x="138114" y="261344"/>
                  </a:lnTo>
                  <a:lnTo>
                    <a:pt x="141048" y="256891"/>
                  </a:lnTo>
                  <a:lnTo>
                    <a:pt x="143838" y="252346"/>
                  </a:lnTo>
                  <a:lnTo>
                    <a:pt x="146481" y="247715"/>
                  </a:lnTo>
                  <a:lnTo>
                    <a:pt x="148976" y="243002"/>
                  </a:lnTo>
                  <a:lnTo>
                    <a:pt x="151319" y="238212"/>
                  </a:lnTo>
                  <a:lnTo>
                    <a:pt x="153508" y="233349"/>
                  </a:lnTo>
                  <a:lnTo>
                    <a:pt x="155541" y="228419"/>
                  </a:lnTo>
                  <a:lnTo>
                    <a:pt x="157415" y="223427"/>
                  </a:lnTo>
                  <a:lnTo>
                    <a:pt x="159130" y="218378"/>
                  </a:lnTo>
                  <a:lnTo>
                    <a:pt x="160682" y="213276"/>
                  </a:lnTo>
                  <a:lnTo>
                    <a:pt x="162071" y="208127"/>
                  </a:lnTo>
                  <a:lnTo>
                    <a:pt x="163295" y="202937"/>
                  </a:lnTo>
                  <a:lnTo>
                    <a:pt x="164353" y="197711"/>
                  </a:lnTo>
                  <a:lnTo>
                    <a:pt x="165243" y="192453"/>
                  </a:lnTo>
                  <a:lnTo>
                    <a:pt x="165966" y="187170"/>
                  </a:lnTo>
                  <a:lnTo>
                    <a:pt x="166519" y="181866"/>
                  </a:lnTo>
                  <a:lnTo>
                    <a:pt x="166904" y="176547"/>
                  </a:lnTo>
                  <a:lnTo>
                    <a:pt x="167118" y="171219"/>
                  </a:lnTo>
                  <a:lnTo>
                    <a:pt x="167162" y="165887"/>
                  </a:lnTo>
                  <a:lnTo>
                    <a:pt x="167036" y="160556"/>
                  </a:lnTo>
                  <a:lnTo>
                    <a:pt x="166740" y="155231"/>
                  </a:lnTo>
                  <a:lnTo>
                    <a:pt x="166275" y="149919"/>
                  </a:lnTo>
                  <a:lnTo>
                    <a:pt x="165640" y="144624"/>
                  </a:lnTo>
                  <a:lnTo>
                    <a:pt x="164837" y="139353"/>
                  </a:lnTo>
                  <a:lnTo>
                    <a:pt x="163866" y="134109"/>
                  </a:lnTo>
                  <a:lnTo>
                    <a:pt x="162728" y="128900"/>
                  </a:lnTo>
                  <a:lnTo>
                    <a:pt x="161425" y="123729"/>
                  </a:lnTo>
                  <a:lnTo>
                    <a:pt x="159957" y="118602"/>
                  </a:lnTo>
                  <a:lnTo>
                    <a:pt x="158327" y="113525"/>
                  </a:lnTo>
                  <a:lnTo>
                    <a:pt x="156535" y="108502"/>
                  </a:lnTo>
                  <a:lnTo>
                    <a:pt x="154584" y="103539"/>
                  </a:lnTo>
                  <a:lnTo>
                    <a:pt x="152476" y="98641"/>
                  </a:lnTo>
                  <a:lnTo>
                    <a:pt x="150213" y="93813"/>
                  </a:lnTo>
                  <a:lnTo>
                    <a:pt x="147797" y="89059"/>
                  </a:lnTo>
                  <a:lnTo>
                    <a:pt x="145231" y="84385"/>
                  </a:lnTo>
                  <a:lnTo>
                    <a:pt x="142516" y="79795"/>
                  </a:lnTo>
                  <a:lnTo>
                    <a:pt x="139657" y="75294"/>
                  </a:lnTo>
                  <a:lnTo>
                    <a:pt x="136656" y="70886"/>
                  </a:lnTo>
                  <a:lnTo>
                    <a:pt x="133515" y="66576"/>
                  </a:lnTo>
                  <a:lnTo>
                    <a:pt x="130239" y="62369"/>
                  </a:lnTo>
                  <a:lnTo>
                    <a:pt x="126830" y="58268"/>
                  </a:lnTo>
                  <a:lnTo>
                    <a:pt x="123292" y="54278"/>
                  </a:lnTo>
                  <a:lnTo>
                    <a:pt x="119629" y="50403"/>
                  </a:lnTo>
                  <a:lnTo>
                    <a:pt x="115844" y="46647"/>
                  </a:lnTo>
                  <a:lnTo>
                    <a:pt x="111941" y="43013"/>
                  </a:lnTo>
                  <a:lnTo>
                    <a:pt x="107924" y="39506"/>
                  </a:lnTo>
                  <a:lnTo>
                    <a:pt x="103797" y="36129"/>
                  </a:lnTo>
                  <a:lnTo>
                    <a:pt x="99565" y="32885"/>
                  </a:lnTo>
                  <a:lnTo>
                    <a:pt x="95231" y="29777"/>
                  </a:lnTo>
                  <a:lnTo>
                    <a:pt x="90801" y="26810"/>
                  </a:lnTo>
                  <a:lnTo>
                    <a:pt x="86278" y="23985"/>
                  </a:lnTo>
                  <a:lnTo>
                    <a:pt x="81667" y="21306"/>
                  </a:lnTo>
                  <a:lnTo>
                    <a:pt x="76973" y="18776"/>
                  </a:lnTo>
                  <a:lnTo>
                    <a:pt x="72201" y="16396"/>
                  </a:lnTo>
                  <a:lnTo>
                    <a:pt x="67355" y="14170"/>
                  </a:lnTo>
                  <a:lnTo>
                    <a:pt x="62441" y="12099"/>
                  </a:lnTo>
                  <a:lnTo>
                    <a:pt x="57463" y="10187"/>
                  </a:lnTo>
                  <a:lnTo>
                    <a:pt x="52427" y="8434"/>
                  </a:lnTo>
                  <a:lnTo>
                    <a:pt x="47338" y="6842"/>
                  </a:lnTo>
                  <a:lnTo>
                    <a:pt x="42200" y="5414"/>
                  </a:lnTo>
                  <a:lnTo>
                    <a:pt x="37019" y="4150"/>
                  </a:lnTo>
                  <a:lnTo>
                    <a:pt x="31801" y="3052"/>
                  </a:lnTo>
                  <a:lnTo>
                    <a:pt x="26550" y="2121"/>
                  </a:lnTo>
                  <a:lnTo>
                    <a:pt x="21273" y="1359"/>
                  </a:lnTo>
                  <a:lnTo>
                    <a:pt x="15973" y="764"/>
                  </a:lnTo>
                  <a:lnTo>
                    <a:pt x="10658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2590" y="1681503"/>
              <a:ext cx="50644" cy="167167"/>
            </a:xfrm>
            <a:custGeom>
              <a:avLst/>
              <a:pathLst>
                <a:path w="50644" h="167167">
                  <a:moveTo>
                    <a:pt x="50644" y="0"/>
                  </a:moveTo>
                  <a:lnTo>
                    <a:pt x="44214" y="123"/>
                  </a:lnTo>
                  <a:lnTo>
                    <a:pt x="37793" y="494"/>
                  </a:lnTo>
                  <a:lnTo>
                    <a:pt x="31392" y="1112"/>
                  </a:lnTo>
                  <a:lnTo>
                    <a:pt x="25019" y="1975"/>
                  </a:lnTo>
                  <a:lnTo>
                    <a:pt x="18684" y="3083"/>
                  </a:lnTo>
                  <a:lnTo>
                    <a:pt x="12396" y="4434"/>
                  </a:lnTo>
                  <a:lnTo>
                    <a:pt x="6165" y="6025"/>
                  </a:lnTo>
                  <a:lnTo>
                    <a:pt x="0" y="7856"/>
                  </a:lnTo>
                  <a:lnTo>
                    <a:pt x="5064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372590" y="1689359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256068" y="1689359"/>
              <a:ext cx="334332" cy="326460"/>
            </a:xfrm>
            <a:custGeom>
              <a:avLst/>
              <a:pathLst>
                <a:path w="334332" h="326460">
                  <a:moveTo>
                    <a:pt x="116522" y="0"/>
                  </a:moveTo>
                  <a:lnTo>
                    <a:pt x="111506" y="1682"/>
                  </a:lnTo>
                  <a:lnTo>
                    <a:pt x="106545" y="3523"/>
                  </a:lnTo>
                  <a:lnTo>
                    <a:pt x="101645" y="5519"/>
                  </a:lnTo>
                  <a:lnTo>
                    <a:pt x="96810" y="7670"/>
                  </a:lnTo>
                  <a:lnTo>
                    <a:pt x="92047" y="9972"/>
                  </a:lnTo>
                  <a:lnTo>
                    <a:pt x="87358" y="12425"/>
                  </a:lnTo>
                  <a:lnTo>
                    <a:pt x="82749" y="15024"/>
                  </a:lnTo>
                  <a:lnTo>
                    <a:pt x="78225" y="17768"/>
                  </a:lnTo>
                  <a:lnTo>
                    <a:pt x="73790" y="20653"/>
                  </a:lnTo>
                  <a:lnTo>
                    <a:pt x="69449" y="23678"/>
                  </a:lnTo>
                  <a:lnTo>
                    <a:pt x="65205" y="26839"/>
                  </a:lnTo>
                  <a:lnTo>
                    <a:pt x="61064" y="30132"/>
                  </a:lnTo>
                  <a:lnTo>
                    <a:pt x="57029" y="33554"/>
                  </a:lnTo>
                  <a:lnTo>
                    <a:pt x="53104" y="37103"/>
                  </a:lnTo>
                  <a:lnTo>
                    <a:pt x="49293" y="40774"/>
                  </a:lnTo>
                  <a:lnTo>
                    <a:pt x="45601" y="44564"/>
                  </a:lnTo>
                  <a:lnTo>
                    <a:pt x="42030" y="48469"/>
                  </a:lnTo>
                  <a:lnTo>
                    <a:pt x="38585" y="52484"/>
                  </a:lnTo>
                  <a:lnTo>
                    <a:pt x="35269" y="56607"/>
                  </a:lnTo>
                  <a:lnTo>
                    <a:pt x="32085" y="60833"/>
                  </a:lnTo>
                  <a:lnTo>
                    <a:pt x="29036" y="65157"/>
                  </a:lnTo>
                  <a:lnTo>
                    <a:pt x="26125" y="69576"/>
                  </a:lnTo>
                  <a:lnTo>
                    <a:pt x="23356" y="74085"/>
                  </a:lnTo>
                  <a:lnTo>
                    <a:pt x="20731" y="78679"/>
                  </a:lnTo>
                  <a:lnTo>
                    <a:pt x="18252" y="83353"/>
                  </a:lnTo>
                  <a:lnTo>
                    <a:pt x="15923" y="88104"/>
                  </a:lnTo>
                  <a:lnTo>
                    <a:pt x="13745" y="92926"/>
                  </a:lnTo>
                  <a:lnTo>
                    <a:pt x="11721" y="97815"/>
                  </a:lnTo>
                  <a:lnTo>
                    <a:pt x="9853" y="102765"/>
                  </a:lnTo>
                  <a:lnTo>
                    <a:pt x="8142" y="107772"/>
                  </a:lnTo>
                  <a:lnTo>
                    <a:pt x="6590" y="112831"/>
                  </a:lnTo>
                  <a:lnTo>
                    <a:pt x="5200" y="117936"/>
                  </a:lnTo>
                  <a:lnTo>
                    <a:pt x="3972" y="123083"/>
                  </a:lnTo>
                  <a:lnTo>
                    <a:pt x="2907" y="128266"/>
                  </a:lnTo>
                  <a:lnTo>
                    <a:pt x="2006" y="133480"/>
                  </a:lnTo>
                  <a:lnTo>
                    <a:pt x="1272" y="138720"/>
                  </a:lnTo>
                  <a:lnTo>
                    <a:pt x="703" y="143980"/>
                  </a:lnTo>
                  <a:lnTo>
                    <a:pt x="301" y="149256"/>
                  </a:lnTo>
                  <a:lnTo>
                    <a:pt x="67" y="154542"/>
                  </a:lnTo>
                  <a:lnTo>
                    <a:pt x="0" y="159833"/>
                  </a:lnTo>
                  <a:lnTo>
                    <a:pt x="100" y="165123"/>
                  </a:lnTo>
                  <a:lnTo>
                    <a:pt x="367" y="170407"/>
                  </a:lnTo>
                  <a:lnTo>
                    <a:pt x="802" y="175681"/>
                  </a:lnTo>
                  <a:lnTo>
                    <a:pt x="1404" y="180937"/>
                  </a:lnTo>
                  <a:lnTo>
                    <a:pt x="2171" y="186173"/>
                  </a:lnTo>
                  <a:lnTo>
                    <a:pt x="3104" y="191381"/>
                  </a:lnTo>
                  <a:lnTo>
                    <a:pt x="4201" y="196557"/>
                  </a:lnTo>
                  <a:lnTo>
                    <a:pt x="5461" y="201696"/>
                  </a:lnTo>
                  <a:lnTo>
                    <a:pt x="6884" y="206792"/>
                  </a:lnTo>
                  <a:lnTo>
                    <a:pt x="8467" y="211841"/>
                  </a:lnTo>
                  <a:lnTo>
                    <a:pt x="10209" y="216837"/>
                  </a:lnTo>
                  <a:lnTo>
                    <a:pt x="12108" y="221776"/>
                  </a:lnTo>
                  <a:lnTo>
                    <a:pt x="14162" y="226652"/>
                  </a:lnTo>
                  <a:lnTo>
                    <a:pt x="16370" y="231460"/>
                  </a:lnTo>
                  <a:lnTo>
                    <a:pt x="18729" y="236197"/>
                  </a:lnTo>
                  <a:lnTo>
                    <a:pt x="21237" y="240856"/>
                  </a:lnTo>
                  <a:lnTo>
                    <a:pt x="23891" y="245433"/>
                  </a:lnTo>
                  <a:lnTo>
                    <a:pt x="26688" y="249925"/>
                  </a:lnTo>
                  <a:lnTo>
                    <a:pt x="29626" y="254325"/>
                  </a:lnTo>
                  <a:lnTo>
                    <a:pt x="32702" y="258630"/>
                  </a:lnTo>
                  <a:lnTo>
                    <a:pt x="35913" y="262836"/>
                  </a:lnTo>
                  <a:lnTo>
                    <a:pt x="39255" y="266938"/>
                  </a:lnTo>
                  <a:lnTo>
                    <a:pt x="42725" y="270932"/>
                  </a:lnTo>
                  <a:lnTo>
                    <a:pt x="46320" y="274815"/>
                  </a:lnTo>
                  <a:lnTo>
                    <a:pt x="50036" y="278581"/>
                  </a:lnTo>
                  <a:lnTo>
                    <a:pt x="53869" y="282229"/>
                  </a:lnTo>
                  <a:lnTo>
                    <a:pt x="57816" y="285753"/>
                  </a:lnTo>
                  <a:lnTo>
                    <a:pt x="61872" y="289150"/>
                  </a:lnTo>
                  <a:lnTo>
                    <a:pt x="66034" y="292417"/>
                  </a:lnTo>
                  <a:lnTo>
                    <a:pt x="70297" y="295551"/>
                  </a:lnTo>
                  <a:lnTo>
                    <a:pt x="74658" y="298549"/>
                  </a:lnTo>
                  <a:lnTo>
                    <a:pt x="79111" y="301407"/>
                  </a:lnTo>
                  <a:lnTo>
                    <a:pt x="83652" y="304122"/>
                  </a:lnTo>
                  <a:lnTo>
                    <a:pt x="88277" y="306693"/>
                  </a:lnTo>
                  <a:lnTo>
                    <a:pt x="92980" y="309116"/>
                  </a:lnTo>
                  <a:lnTo>
                    <a:pt x="97759" y="311388"/>
                  </a:lnTo>
                  <a:lnTo>
                    <a:pt x="102606" y="313509"/>
                  </a:lnTo>
                  <a:lnTo>
                    <a:pt x="107519" y="315475"/>
                  </a:lnTo>
                  <a:lnTo>
                    <a:pt x="112491" y="317284"/>
                  </a:lnTo>
                  <a:lnTo>
                    <a:pt x="117518" y="318935"/>
                  </a:lnTo>
                  <a:lnTo>
                    <a:pt x="122594" y="320427"/>
                  </a:lnTo>
                  <a:lnTo>
                    <a:pt x="127716" y="321757"/>
                  </a:lnTo>
                  <a:lnTo>
                    <a:pt x="132876" y="322924"/>
                  </a:lnTo>
                  <a:lnTo>
                    <a:pt x="138072" y="323927"/>
                  </a:lnTo>
                  <a:lnTo>
                    <a:pt x="143296" y="324765"/>
                  </a:lnTo>
                  <a:lnTo>
                    <a:pt x="148544" y="325438"/>
                  </a:lnTo>
                  <a:lnTo>
                    <a:pt x="153811" y="325944"/>
                  </a:lnTo>
                  <a:lnTo>
                    <a:pt x="159091" y="326283"/>
                  </a:lnTo>
                  <a:lnTo>
                    <a:pt x="164380" y="326455"/>
                  </a:lnTo>
                  <a:lnTo>
                    <a:pt x="169671" y="326460"/>
                  </a:lnTo>
                  <a:lnTo>
                    <a:pt x="174959" y="326297"/>
                  </a:lnTo>
                  <a:lnTo>
                    <a:pt x="180240" y="325966"/>
                  </a:lnTo>
                  <a:lnTo>
                    <a:pt x="185508" y="325469"/>
                  </a:lnTo>
                  <a:lnTo>
                    <a:pt x="190757" y="324805"/>
                  </a:lnTo>
                  <a:lnTo>
                    <a:pt x="195983" y="323976"/>
                  </a:lnTo>
                  <a:lnTo>
                    <a:pt x="201180" y="322981"/>
                  </a:lnTo>
                  <a:lnTo>
                    <a:pt x="206343" y="321823"/>
                  </a:lnTo>
                  <a:lnTo>
                    <a:pt x="211466" y="320502"/>
                  </a:lnTo>
                  <a:lnTo>
                    <a:pt x="216545" y="319019"/>
                  </a:lnTo>
                  <a:lnTo>
                    <a:pt x="221575" y="317376"/>
                  </a:lnTo>
                  <a:lnTo>
                    <a:pt x="226550" y="315575"/>
                  </a:lnTo>
                  <a:lnTo>
                    <a:pt x="231466" y="313617"/>
                  </a:lnTo>
                  <a:lnTo>
                    <a:pt x="236317" y="311505"/>
                  </a:lnTo>
                  <a:lnTo>
                    <a:pt x="241099" y="309240"/>
                  </a:lnTo>
                  <a:lnTo>
                    <a:pt x="245807" y="306825"/>
                  </a:lnTo>
                  <a:lnTo>
                    <a:pt x="250436" y="304263"/>
                  </a:lnTo>
                  <a:lnTo>
                    <a:pt x="254982" y="301555"/>
                  </a:lnTo>
                  <a:lnTo>
                    <a:pt x="259440" y="298704"/>
                  </a:lnTo>
                  <a:lnTo>
                    <a:pt x="263805" y="295714"/>
                  </a:lnTo>
                  <a:lnTo>
                    <a:pt x="268074" y="292588"/>
                  </a:lnTo>
                  <a:lnTo>
                    <a:pt x="272241" y="289327"/>
                  </a:lnTo>
                  <a:lnTo>
                    <a:pt x="276303" y="285937"/>
                  </a:lnTo>
                  <a:lnTo>
                    <a:pt x="280256" y="282419"/>
                  </a:lnTo>
                  <a:lnTo>
                    <a:pt x="284095" y="278779"/>
                  </a:lnTo>
                  <a:lnTo>
                    <a:pt x="287818" y="275018"/>
                  </a:lnTo>
                  <a:lnTo>
                    <a:pt x="291419" y="271142"/>
                  </a:lnTo>
                  <a:lnTo>
                    <a:pt x="294896" y="267154"/>
                  </a:lnTo>
                  <a:lnTo>
                    <a:pt x="298245" y="263057"/>
                  </a:lnTo>
                  <a:lnTo>
                    <a:pt x="301463" y="258857"/>
                  </a:lnTo>
                  <a:lnTo>
                    <a:pt x="304546" y="254557"/>
                  </a:lnTo>
                  <a:lnTo>
                    <a:pt x="307491" y="250161"/>
                  </a:lnTo>
                  <a:lnTo>
                    <a:pt x="310296" y="245675"/>
                  </a:lnTo>
                  <a:lnTo>
                    <a:pt x="312958" y="241102"/>
                  </a:lnTo>
                  <a:lnTo>
                    <a:pt x="315473" y="236447"/>
                  </a:lnTo>
                  <a:lnTo>
                    <a:pt x="317840" y="231715"/>
                  </a:lnTo>
                  <a:lnTo>
                    <a:pt x="320056" y="226910"/>
                  </a:lnTo>
                  <a:lnTo>
                    <a:pt x="322119" y="222037"/>
                  </a:lnTo>
                  <a:lnTo>
                    <a:pt x="324026" y="217102"/>
                  </a:lnTo>
                  <a:lnTo>
                    <a:pt x="325777" y="212109"/>
                  </a:lnTo>
                  <a:lnTo>
                    <a:pt x="327368" y="207062"/>
                  </a:lnTo>
                  <a:lnTo>
                    <a:pt x="328799" y="201969"/>
                  </a:lnTo>
                  <a:lnTo>
                    <a:pt x="330068" y="196832"/>
                  </a:lnTo>
                  <a:lnTo>
                    <a:pt x="331174" y="191657"/>
                  </a:lnTo>
                  <a:lnTo>
                    <a:pt x="332116" y="186451"/>
                  </a:lnTo>
                  <a:lnTo>
                    <a:pt x="332892" y="181217"/>
                  </a:lnTo>
                  <a:lnTo>
                    <a:pt x="333502" y="175961"/>
                  </a:lnTo>
                  <a:lnTo>
                    <a:pt x="333946" y="170688"/>
                  </a:lnTo>
                  <a:lnTo>
                    <a:pt x="334222" y="165405"/>
                  </a:lnTo>
                  <a:lnTo>
                    <a:pt x="334332" y="160115"/>
                  </a:lnTo>
                  <a:lnTo>
                    <a:pt x="334273" y="154824"/>
                  </a:lnTo>
                  <a:lnTo>
                    <a:pt x="334048" y="149537"/>
                  </a:lnTo>
                  <a:lnTo>
                    <a:pt x="333655" y="144261"/>
                  </a:lnTo>
                  <a:lnTo>
                    <a:pt x="333095" y="138999"/>
                  </a:lnTo>
                  <a:lnTo>
                    <a:pt x="332369" y="133758"/>
                  </a:lnTo>
                  <a:lnTo>
                    <a:pt x="331478" y="128543"/>
                  </a:lnTo>
                  <a:lnTo>
                    <a:pt x="330422" y="123358"/>
                  </a:lnTo>
                  <a:lnTo>
                    <a:pt x="329202" y="118209"/>
                  </a:lnTo>
                  <a:lnTo>
                    <a:pt x="327820" y="113102"/>
                  </a:lnTo>
                  <a:lnTo>
                    <a:pt x="326277" y="108041"/>
                  </a:lnTo>
                  <a:lnTo>
                    <a:pt x="324575" y="103031"/>
                  </a:lnTo>
                  <a:lnTo>
                    <a:pt x="322715" y="98077"/>
                  </a:lnTo>
                  <a:lnTo>
                    <a:pt x="320699" y="93185"/>
                  </a:lnTo>
                  <a:lnTo>
                    <a:pt x="318529" y="88359"/>
                  </a:lnTo>
                  <a:lnTo>
                    <a:pt x="316208" y="83605"/>
                  </a:lnTo>
                  <a:lnTo>
                    <a:pt x="313737" y="78926"/>
                  </a:lnTo>
                  <a:lnTo>
                    <a:pt x="311120" y="74327"/>
                  </a:lnTo>
                  <a:lnTo>
                    <a:pt x="308358" y="69814"/>
                  </a:lnTo>
                  <a:lnTo>
                    <a:pt x="305455" y="65390"/>
                  </a:lnTo>
                  <a:lnTo>
                    <a:pt x="302414" y="61061"/>
                  </a:lnTo>
                  <a:lnTo>
                    <a:pt x="299236" y="56830"/>
                  </a:lnTo>
                  <a:lnTo>
                    <a:pt x="295927" y="52701"/>
                  </a:lnTo>
                  <a:lnTo>
                    <a:pt x="292488" y="48680"/>
                  </a:lnTo>
                  <a:lnTo>
                    <a:pt x="288924" y="44769"/>
                  </a:lnTo>
                  <a:lnTo>
                    <a:pt x="285238" y="40973"/>
                  </a:lnTo>
                  <a:lnTo>
                    <a:pt x="281434" y="37295"/>
                  </a:lnTo>
                  <a:lnTo>
                    <a:pt x="277515" y="33740"/>
                  </a:lnTo>
                  <a:lnTo>
                    <a:pt x="273486" y="30311"/>
                  </a:lnTo>
                  <a:lnTo>
                    <a:pt x="269350" y="27011"/>
                  </a:lnTo>
                  <a:lnTo>
                    <a:pt x="265112" y="23843"/>
                  </a:lnTo>
                  <a:lnTo>
                    <a:pt x="260776" y="20811"/>
                  </a:lnTo>
                  <a:lnTo>
                    <a:pt x="167166" y="159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423235" y="1681503"/>
              <a:ext cx="93609" cy="167167"/>
            </a:xfrm>
            <a:custGeom>
              <a:avLst/>
              <a:pathLst>
                <a:path w="93609" h="167167">
                  <a:moveTo>
                    <a:pt x="93609" y="28667"/>
                  </a:moveTo>
                  <a:lnTo>
                    <a:pt x="88711" y="25480"/>
                  </a:lnTo>
                  <a:lnTo>
                    <a:pt x="83704" y="22465"/>
                  </a:lnTo>
                  <a:lnTo>
                    <a:pt x="78595" y="19628"/>
                  </a:lnTo>
                  <a:lnTo>
                    <a:pt x="73389" y="16971"/>
                  </a:lnTo>
                  <a:lnTo>
                    <a:pt x="68094" y="14497"/>
                  </a:lnTo>
                  <a:lnTo>
                    <a:pt x="62716" y="12210"/>
                  </a:lnTo>
                  <a:lnTo>
                    <a:pt x="57261" y="10113"/>
                  </a:lnTo>
                  <a:lnTo>
                    <a:pt x="51736" y="8207"/>
                  </a:lnTo>
                  <a:lnTo>
                    <a:pt x="46148" y="6496"/>
                  </a:lnTo>
                  <a:lnTo>
                    <a:pt x="40504" y="4981"/>
                  </a:lnTo>
                  <a:lnTo>
                    <a:pt x="34810" y="3664"/>
                  </a:lnTo>
                  <a:lnTo>
                    <a:pt x="29074" y="2547"/>
                  </a:lnTo>
                  <a:lnTo>
                    <a:pt x="23301" y="1632"/>
                  </a:lnTo>
                  <a:lnTo>
                    <a:pt x="17501" y="918"/>
                  </a:lnTo>
                  <a:lnTo>
                    <a:pt x="11679" y="408"/>
                  </a:lnTo>
                  <a:lnTo>
                    <a:pt x="584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853884" y="1322571"/>
              <a:ext cx="334319" cy="334331"/>
            </a:xfrm>
            <a:custGeom>
              <a:avLst/>
              <a:pathLst>
                <a:path w="334319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4" y="335"/>
                  </a:lnTo>
                  <a:lnTo>
                    <a:pt x="151297" y="753"/>
                  </a:lnTo>
                  <a:lnTo>
                    <a:pt x="146037" y="1339"/>
                  </a:lnTo>
                  <a:lnTo>
                    <a:pt x="140797" y="2090"/>
                  </a:lnTo>
                  <a:lnTo>
                    <a:pt x="135584" y="3008"/>
                  </a:lnTo>
                  <a:lnTo>
                    <a:pt x="130403" y="4089"/>
                  </a:lnTo>
                  <a:lnTo>
                    <a:pt x="125258" y="5335"/>
                  </a:lnTo>
                  <a:lnTo>
                    <a:pt x="120155" y="6742"/>
                  </a:lnTo>
                  <a:lnTo>
                    <a:pt x="115100" y="8311"/>
                  </a:lnTo>
                  <a:lnTo>
                    <a:pt x="110096" y="10038"/>
                  </a:lnTo>
                  <a:lnTo>
                    <a:pt x="105150" y="11924"/>
                  </a:lnTo>
                  <a:lnTo>
                    <a:pt x="100266" y="13964"/>
                  </a:lnTo>
                  <a:lnTo>
                    <a:pt x="95449" y="16159"/>
                  </a:lnTo>
                  <a:lnTo>
                    <a:pt x="90704" y="18505"/>
                  </a:lnTo>
                  <a:lnTo>
                    <a:pt x="86036" y="21000"/>
                  </a:lnTo>
                  <a:lnTo>
                    <a:pt x="81449" y="23641"/>
                  </a:lnTo>
                  <a:lnTo>
                    <a:pt x="76948" y="26427"/>
                  </a:lnTo>
                  <a:lnTo>
                    <a:pt x="72537" y="29353"/>
                  </a:lnTo>
                  <a:lnTo>
                    <a:pt x="68221" y="32418"/>
                  </a:lnTo>
                  <a:lnTo>
                    <a:pt x="64005" y="35618"/>
                  </a:lnTo>
                  <a:lnTo>
                    <a:pt x="59892" y="38949"/>
                  </a:lnTo>
                  <a:lnTo>
                    <a:pt x="55886" y="42409"/>
                  </a:lnTo>
                  <a:lnTo>
                    <a:pt x="51992" y="45995"/>
                  </a:lnTo>
                  <a:lnTo>
                    <a:pt x="48213" y="49702"/>
                  </a:lnTo>
                  <a:lnTo>
                    <a:pt x="44554" y="53526"/>
                  </a:lnTo>
                  <a:lnTo>
                    <a:pt x="41018" y="57465"/>
                  </a:lnTo>
                  <a:lnTo>
                    <a:pt x="37608" y="61513"/>
                  </a:lnTo>
                  <a:lnTo>
                    <a:pt x="34328" y="65668"/>
                  </a:lnTo>
                  <a:lnTo>
                    <a:pt x="31181" y="69924"/>
                  </a:lnTo>
                  <a:lnTo>
                    <a:pt x="28170" y="74277"/>
                  </a:lnTo>
                  <a:lnTo>
                    <a:pt x="25299" y="78724"/>
                  </a:lnTo>
                  <a:lnTo>
                    <a:pt x="22570" y="83260"/>
                  </a:lnTo>
                  <a:lnTo>
                    <a:pt x="19986" y="87879"/>
                  </a:lnTo>
                  <a:lnTo>
                    <a:pt x="17549" y="92579"/>
                  </a:lnTo>
                  <a:lnTo>
                    <a:pt x="15263" y="97352"/>
                  </a:lnTo>
                  <a:lnTo>
                    <a:pt x="13129" y="102196"/>
                  </a:lnTo>
                  <a:lnTo>
                    <a:pt x="11149" y="107105"/>
                  </a:lnTo>
                  <a:lnTo>
                    <a:pt x="9326" y="112075"/>
                  </a:lnTo>
                  <a:lnTo>
                    <a:pt x="7660" y="117099"/>
                  </a:lnTo>
                  <a:lnTo>
                    <a:pt x="6155" y="122174"/>
                  </a:lnTo>
                  <a:lnTo>
                    <a:pt x="4811" y="127294"/>
                  </a:lnTo>
                  <a:lnTo>
                    <a:pt x="3630" y="132453"/>
                  </a:lnTo>
                  <a:lnTo>
                    <a:pt x="2613" y="137648"/>
                  </a:lnTo>
                  <a:lnTo>
                    <a:pt x="1761" y="142872"/>
                  </a:lnTo>
                  <a:lnTo>
                    <a:pt x="1075" y="148121"/>
                  </a:lnTo>
                  <a:lnTo>
                    <a:pt x="555" y="153388"/>
                  </a:lnTo>
                  <a:lnTo>
                    <a:pt x="203" y="158670"/>
                  </a:lnTo>
                  <a:lnTo>
                    <a:pt x="17" y="163960"/>
                  </a:lnTo>
                  <a:lnTo>
                    <a:pt x="0" y="169253"/>
                  </a:lnTo>
                  <a:lnTo>
                    <a:pt x="149" y="174544"/>
                  </a:lnTo>
                  <a:lnTo>
                    <a:pt x="467" y="179828"/>
                  </a:lnTo>
                  <a:lnTo>
                    <a:pt x="951" y="185099"/>
                  </a:lnTo>
                  <a:lnTo>
                    <a:pt x="1602" y="190352"/>
                  </a:lnTo>
                  <a:lnTo>
                    <a:pt x="2419" y="195582"/>
                  </a:lnTo>
                  <a:lnTo>
                    <a:pt x="3401" y="200783"/>
                  </a:lnTo>
                  <a:lnTo>
                    <a:pt x="4548" y="205951"/>
                  </a:lnTo>
                  <a:lnTo>
                    <a:pt x="5857" y="211079"/>
                  </a:lnTo>
                  <a:lnTo>
                    <a:pt x="7328" y="216164"/>
                  </a:lnTo>
                  <a:lnTo>
                    <a:pt x="8960" y="221200"/>
                  </a:lnTo>
                  <a:lnTo>
                    <a:pt x="10750" y="226181"/>
                  </a:lnTo>
                  <a:lnTo>
                    <a:pt x="12696" y="231103"/>
                  </a:lnTo>
                  <a:lnTo>
                    <a:pt x="14798" y="235961"/>
                  </a:lnTo>
                  <a:lnTo>
                    <a:pt x="17053" y="240750"/>
                  </a:lnTo>
                  <a:lnTo>
                    <a:pt x="19457" y="245466"/>
                  </a:lnTo>
                  <a:lnTo>
                    <a:pt x="22010" y="250103"/>
                  </a:lnTo>
                  <a:lnTo>
                    <a:pt x="24709" y="254656"/>
                  </a:lnTo>
                  <a:lnTo>
                    <a:pt x="27550" y="259122"/>
                  </a:lnTo>
                  <a:lnTo>
                    <a:pt x="30532" y="263496"/>
                  </a:lnTo>
                  <a:lnTo>
                    <a:pt x="33650" y="267773"/>
                  </a:lnTo>
                  <a:lnTo>
                    <a:pt x="36902" y="271950"/>
                  </a:lnTo>
                  <a:lnTo>
                    <a:pt x="40285" y="276021"/>
                  </a:lnTo>
                  <a:lnTo>
                    <a:pt x="43795" y="279983"/>
                  </a:lnTo>
                  <a:lnTo>
                    <a:pt x="47428" y="283832"/>
                  </a:lnTo>
                  <a:lnTo>
                    <a:pt x="51182" y="287564"/>
                  </a:lnTo>
                  <a:lnTo>
                    <a:pt x="55052" y="291175"/>
                  </a:lnTo>
                  <a:lnTo>
                    <a:pt x="59034" y="294662"/>
                  </a:lnTo>
                  <a:lnTo>
                    <a:pt x="63125" y="298022"/>
                  </a:lnTo>
                  <a:lnTo>
                    <a:pt x="67320" y="301250"/>
                  </a:lnTo>
                  <a:lnTo>
                    <a:pt x="71615" y="304343"/>
                  </a:lnTo>
                  <a:lnTo>
                    <a:pt x="76006" y="307299"/>
                  </a:lnTo>
                  <a:lnTo>
                    <a:pt x="80488" y="310115"/>
                  </a:lnTo>
                  <a:lnTo>
                    <a:pt x="85058" y="312787"/>
                  </a:lnTo>
                  <a:lnTo>
                    <a:pt x="89709" y="315313"/>
                  </a:lnTo>
                  <a:lnTo>
                    <a:pt x="94438" y="317691"/>
                  </a:lnTo>
                  <a:lnTo>
                    <a:pt x="99240" y="319917"/>
                  </a:lnTo>
                  <a:lnTo>
                    <a:pt x="104111" y="321991"/>
                  </a:lnTo>
                  <a:lnTo>
                    <a:pt x="109044" y="323909"/>
                  </a:lnTo>
                  <a:lnTo>
                    <a:pt x="114036" y="325671"/>
                  </a:lnTo>
                  <a:lnTo>
                    <a:pt x="119080" y="327273"/>
                  </a:lnTo>
                  <a:lnTo>
                    <a:pt x="124174" y="328715"/>
                  </a:lnTo>
                  <a:lnTo>
                    <a:pt x="129310" y="329994"/>
                  </a:lnTo>
                  <a:lnTo>
                    <a:pt x="134484" y="331111"/>
                  </a:lnTo>
                  <a:lnTo>
                    <a:pt x="139691" y="332063"/>
                  </a:lnTo>
                  <a:lnTo>
                    <a:pt x="144925" y="332850"/>
                  </a:lnTo>
                  <a:lnTo>
                    <a:pt x="150182" y="333471"/>
                  </a:lnTo>
                  <a:lnTo>
                    <a:pt x="155456" y="333925"/>
                  </a:lnTo>
                  <a:lnTo>
                    <a:pt x="160741" y="334211"/>
                  </a:lnTo>
                  <a:lnTo>
                    <a:pt x="166033" y="334331"/>
                  </a:lnTo>
                  <a:lnTo>
                    <a:pt x="171326" y="334282"/>
                  </a:lnTo>
                  <a:lnTo>
                    <a:pt x="176615" y="334066"/>
                  </a:lnTo>
                  <a:lnTo>
                    <a:pt x="181894" y="333683"/>
                  </a:lnTo>
                  <a:lnTo>
                    <a:pt x="187159" y="333133"/>
                  </a:lnTo>
                  <a:lnTo>
                    <a:pt x="192403" y="332417"/>
                  </a:lnTo>
                  <a:lnTo>
                    <a:pt x="197622" y="331534"/>
                  </a:lnTo>
                  <a:lnTo>
                    <a:pt x="202811" y="330487"/>
                  </a:lnTo>
                  <a:lnTo>
                    <a:pt x="207964" y="329277"/>
                  </a:lnTo>
                  <a:lnTo>
                    <a:pt x="213076" y="327903"/>
                  </a:lnTo>
                  <a:lnTo>
                    <a:pt x="218142" y="326369"/>
                  </a:lnTo>
                  <a:lnTo>
                    <a:pt x="223156" y="324675"/>
                  </a:lnTo>
                  <a:lnTo>
                    <a:pt x="228115" y="322823"/>
                  </a:lnTo>
                  <a:lnTo>
                    <a:pt x="233013" y="320815"/>
                  </a:lnTo>
                  <a:lnTo>
                    <a:pt x="237844" y="318652"/>
                  </a:lnTo>
                  <a:lnTo>
                    <a:pt x="242605" y="316338"/>
                  </a:lnTo>
                  <a:lnTo>
                    <a:pt x="247290" y="313875"/>
                  </a:lnTo>
                  <a:lnTo>
                    <a:pt x="251894" y="311264"/>
                  </a:lnTo>
                  <a:lnTo>
                    <a:pt x="256414" y="308509"/>
                  </a:lnTo>
                  <a:lnTo>
                    <a:pt x="260844" y="305612"/>
                  </a:lnTo>
                  <a:lnTo>
                    <a:pt x="265180" y="302577"/>
                  </a:lnTo>
                  <a:lnTo>
                    <a:pt x="269418" y="299405"/>
                  </a:lnTo>
                  <a:lnTo>
                    <a:pt x="273554" y="296101"/>
                  </a:lnTo>
                  <a:lnTo>
                    <a:pt x="277583" y="292668"/>
                  </a:lnTo>
                  <a:lnTo>
                    <a:pt x="281501" y="289109"/>
                  </a:lnTo>
                  <a:lnTo>
                    <a:pt x="285304" y="285427"/>
                  </a:lnTo>
                  <a:lnTo>
                    <a:pt x="288989" y="281627"/>
                  </a:lnTo>
                  <a:lnTo>
                    <a:pt x="292552" y="277713"/>
                  </a:lnTo>
                  <a:lnTo>
                    <a:pt x="295989" y="273687"/>
                  </a:lnTo>
                  <a:lnTo>
                    <a:pt x="299297" y="269555"/>
                  </a:lnTo>
                  <a:lnTo>
                    <a:pt x="302472" y="265320"/>
                  </a:lnTo>
                  <a:lnTo>
                    <a:pt x="305512" y="260986"/>
                  </a:lnTo>
                  <a:lnTo>
                    <a:pt x="308413" y="256559"/>
                  </a:lnTo>
                  <a:lnTo>
                    <a:pt x="311172" y="252042"/>
                  </a:lnTo>
                  <a:lnTo>
                    <a:pt x="313787" y="247440"/>
                  </a:lnTo>
                  <a:lnTo>
                    <a:pt x="316255" y="242757"/>
                  </a:lnTo>
                  <a:lnTo>
                    <a:pt x="318573" y="237998"/>
                  </a:lnTo>
                  <a:lnTo>
                    <a:pt x="320740" y="233169"/>
                  </a:lnTo>
                  <a:lnTo>
                    <a:pt x="322753" y="228273"/>
                  </a:lnTo>
                  <a:lnTo>
                    <a:pt x="324609" y="223316"/>
                  </a:lnTo>
                  <a:lnTo>
                    <a:pt x="326308" y="218303"/>
                  </a:lnTo>
                  <a:lnTo>
                    <a:pt x="327847" y="213239"/>
                  </a:lnTo>
                  <a:lnTo>
                    <a:pt x="329225" y="208128"/>
                  </a:lnTo>
                  <a:lnTo>
                    <a:pt x="330441" y="202976"/>
                  </a:lnTo>
                  <a:lnTo>
                    <a:pt x="331493" y="197789"/>
                  </a:lnTo>
                  <a:lnTo>
                    <a:pt x="332380" y="192570"/>
                  </a:lnTo>
                  <a:lnTo>
                    <a:pt x="333101" y="187326"/>
                  </a:lnTo>
                  <a:lnTo>
                    <a:pt x="333656" y="182062"/>
                  </a:lnTo>
                  <a:lnTo>
                    <a:pt x="334045" y="176783"/>
                  </a:lnTo>
                  <a:lnTo>
                    <a:pt x="334265" y="171495"/>
                  </a:lnTo>
                  <a:lnTo>
                    <a:pt x="334319" y="166202"/>
                  </a:lnTo>
                  <a:lnTo>
                    <a:pt x="334204" y="160910"/>
                  </a:lnTo>
                  <a:lnTo>
                    <a:pt x="333922" y="155624"/>
                  </a:lnTo>
                  <a:lnTo>
                    <a:pt x="333473" y="150350"/>
                  </a:lnTo>
                  <a:lnTo>
                    <a:pt x="332858" y="145093"/>
                  </a:lnTo>
                  <a:lnTo>
                    <a:pt x="332076" y="139858"/>
                  </a:lnTo>
                  <a:lnTo>
                    <a:pt x="331128" y="134650"/>
                  </a:lnTo>
                  <a:lnTo>
                    <a:pt x="330017" y="129475"/>
                  </a:lnTo>
                  <a:lnTo>
                    <a:pt x="328742" y="124337"/>
                  </a:lnTo>
                  <a:lnTo>
                    <a:pt x="327305" y="119243"/>
                  </a:lnTo>
                  <a:lnTo>
                    <a:pt x="325707" y="114196"/>
                  </a:lnTo>
                  <a:lnTo>
                    <a:pt x="323950" y="109203"/>
                  </a:lnTo>
                  <a:lnTo>
                    <a:pt x="322037" y="104268"/>
                  </a:lnTo>
                  <a:lnTo>
                    <a:pt x="319968" y="99396"/>
                  </a:lnTo>
                  <a:lnTo>
                    <a:pt x="317745" y="94592"/>
                  </a:lnTo>
                  <a:lnTo>
                    <a:pt x="315372" y="89860"/>
                  </a:lnTo>
                  <a:lnTo>
                    <a:pt x="312850" y="85207"/>
                  </a:lnTo>
                  <a:lnTo>
                    <a:pt x="310182" y="80635"/>
                  </a:lnTo>
                  <a:lnTo>
                    <a:pt x="307371" y="76150"/>
                  </a:lnTo>
                  <a:lnTo>
                    <a:pt x="304419" y="71756"/>
                  </a:lnTo>
                  <a:lnTo>
                    <a:pt x="301330" y="67458"/>
                  </a:lnTo>
                  <a:lnTo>
                    <a:pt x="298106" y="63260"/>
                  </a:lnTo>
                  <a:lnTo>
                    <a:pt x="294750" y="59166"/>
                  </a:lnTo>
                  <a:lnTo>
                    <a:pt x="291267" y="55181"/>
                  </a:lnTo>
                  <a:lnTo>
                    <a:pt x="287659" y="51307"/>
                  </a:lnTo>
                  <a:lnTo>
                    <a:pt x="283931" y="47550"/>
                  </a:lnTo>
                  <a:lnTo>
                    <a:pt x="280085" y="43913"/>
                  </a:lnTo>
                  <a:lnTo>
                    <a:pt x="276126" y="40399"/>
                  </a:lnTo>
                  <a:lnTo>
                    <a:pt x="272058" y="37013"/>
                  </a:lnTo>
                  <a:lnTo>
                    <a:pt x="267885" y="33757"/>
                  </a:lnTo>
                  <a:lnTo>
                    <a:pt x="263610" y="30635"/>
                  </a:lnTo>
                  <a:lnTo>
                    <a:pt x="259239" y="27649"/>
                  </a:lnTo>
                  <a:lnTo>
                    <a:pt x="254776" y="24804"/>
                  </a:lnTo>
                  <a:lnTo>
                    <a:pt x="250225" y="2210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021039" y="1344673"/>
              <a:ext cx="83071" cy="145066"/>
            </a:xfrm>
            <a:custGeom>
              <a:avLst/>
              <a:pathLst>
                <a:path w="83071" h="145066">
                  <a:moveTo>
                    <a:pt x="83071" y="0"/>
                  </a:moveTo>
                  <a:lnTo>
                    <a:pt x="0" y="1450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021039" y="1322571"/>
              <a:ext cx="83071" cy="167167"/>
            </a:xfrm>
            <a:custGeom>
              <a:avLst/>
              <a:pathLst>
                <a:path w="83071" h="167167">
                  <a:moveTo>
                    <a:pt x="83071" y="22101"/>
                  </a:moveTo>
                  <a:lnTo>
                    <a:pt x="77992" y="19309"/>
                  </a:lnTo>
                  <a:lnTo>
                    <a:pt x="72820" y="16694"/>
                  </a:lnTo>
                  <a:lnTo>
                    <a:pt x="67560" y="14260"/>
                  </a:lnTo>
                  <a:lnTo>
                    <a:pt x="62219" y="12010"/>
                  </a:lnTo>
                  <a:lnTo>
                    <a:pt x="56803" y="9947"/>
                  </a:lnTo>
                  <a:lnTo>
                    <a:pt x="51319" y="8072"/>
                  </a:lnTo>
                  <a:lnTo>
                    <a:pt x="45774" y="6389"/>
                  </a:lnTo>
                  <a:lnTo>
                    <a:pt x="40173" y="4899"/>
                  </a:lnTo>
                  <a:lnTo>
                    <a:pt x="34524" y="3603"/>
                  </a:lnTo>
                  <a:lnTo>
                    <a:pt x="28834" y="2505"/>
                  </a:lnTo>
                  <a:lnTo>
                    <a:pt x="23109" y="1604"/>
                  </a:lnTo>
                  <a:lnTo>
                    <a:pt x="17356" y="903"/>
                  </a:lnTo>
                  <a:lnTo>
                    <a:pt x="11582" y="401"/>
                  </a:lnTo>
                  <a:lnTo>
                    <a:pt x="5794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3" y="1348"/>
                  </a:lnTo>
                  <a:lnTo>
                    <a:pt x="140706" y="2104"/>
                  </a:lnTo>
                  <a:lnTo>
                    <a:pt x="135476" y="3028"/>
                  </a:lnTo>
                  <a:lnTo>
                    <a:pt x="130278" y="4117"/>
                  </a:lnTo>
                  <a:lnTo>
                    <a:pt x="125117" y="5370"/>
                  </a:lnTo>
                  <a:lnTo>
                    <a:pt x="119998" y="6787"/>
                  </a:lnTo>
                  <a:lnTo>
                    <a:pt x="114927" y="8366"/>
                  </a:lnTo>
                  <a:lnTo>
                    <a:pt x="109909" y="10105"/>
                  </a:lnTo>
                  <a:lnTo>
                    <a:pt x="104949" y="12003"/>
                  </a:lnTo>
                  <a:lnTo>
                    <a:pt x="100051" y="14057"/>
                  </a:lnTo>
                  <a:lnTo>
                    <a:pt x="95221" y="16266"/>
                  </a:lnTo>
                  <a:lnTo>
                    <a:pt x="90464" y="18627"/>
                  </a:lnTo>
                  <a:lnTo>
                    <a:pt x="85784" y="21138"/>
                  </a:lnTo>
                  <a:lnTo>
                    <a:pt x="81186" y="23797"/>
                  </a:lnTo>
                  <a:lnTo>
                    <a:pt x="76675" y="26600"/>
                  </a:lnTo>
                  <a:lnTo>
                    <a:pt x="72255" y="29545"/>
                  </a:lnTo>
                  <a:lnTo>
                    <a:pt x="67931" y="32629"/>
                  </a:lnTo>
                  <a:lnTo>
                    <a:pt x="63708" y="35849"/>
                  </a:lnTo>
                  <a:lnTo>
                    <a:pt x="59588" y="39201"/>
                  </a:lnTo>
                  <a:lnTo>
                    <a:pt x="55578" y="42682"/>
                  </a:lnTo>
                  <a:lnTo>
                    <a:pt x="51679" y="46289"/>
                  </a:lnTo>
                  <a:lnTo>
                    <a:pt x="47898" y="50019"/>
                  </a:lnTo>
                  <a:lnTo>
                    <a:pt x="44237" y="53866"/>
                  </a:lnTo>
                  <a:lnTo>
                    <a:pt x="40699" y="57828"/>
                  </a:lnTo>
                  <a:lnTo>
                    <a:pt x="37290" y="61900"/>
                  </a:lnTo>
                  <a:lnTo>
                    <a:pt x="34012" y="66078"/>
                  </a:lnTo>
                  <a:lnTo>
                    <a:pt x="30867" y="70359"/>
                  </a:lnTo>
                  <a:lnTo>
                    <a:pt x="27861" y="74737"/>
                  </a:lnTo>
                  <a:lnTo>
                    <a:pt x="24995" y="79208"/>
                  </a:lnTo>
                  <a:lnTo>
                    <a:pt x="22273" y="83768"/>
                  </a:lnTo>
                  <a:lnTo>
                    <a:pt x="19696" y="88413"/>
                  </a:lnTo>
                  <a:lnTo>
                    <a:pt x="17269" y="93137"/>
                  </a:lnTo>
                  <a:lnTo>
                    <a:pt x="14993" y="97935"/>
                  </a:lnTo>
                  <a:lnTo>
                    <a:pt x="12871" y="102804"/>
                  </a:lnTo>
                  <a:lnTo>
                    <a:pt x="10904" y="107737"/>
                  </a:lnTo>
                  <a:lnTo>
                    <a:pt x="9095" y="112731"/>
                  </a:lnTo>
                  <a:lnTo>
                    <a:pt x="7445" y="117779"/>
                  </a:lnTo>
                  <a:lnTo>
                    <a:pt x="5957" y="122877"/>
                  </a:lnTo>
                  <a:lnTo>
                    <a:pt x="4631" y="128020"/>
                  </a:lnTo>
                  <a:lnTo>
                    <a:pt x="3470" y="133203"/>
                  </a:lnTo>
                  <a:lnTo>
                    <a:pt x="2474" y="138419"/>
                  </a:lnTo>
                  <a:lnTo>
                    <a:pt x="1643" y="143665"/>
                  </a:lnTo>
                  <a:lnTo>
                    <a:pt x="980" y="148934"/>
                  </a:lnTo>
                  <a:lnTo>
                    <a:pt x="485" y="154222"/>
                  </a:lnTo>
                  <a:lnTo>
                    <a:pt x="158" y="159523"/>
                  </a:lnTo>
                  <a:lnTo>
                    <a:pt x="0" y="164832"/>
                  </a:lnTo>
                  <a:lnTo>
                    <a:pt x="10" y="170143"/>
                  </a:lnTo>
                  <a:lnTo>
                    <a:pt x="189" y="175451"/>
                  </a:lnTo>
                  <a:lnTo>
                    <a:pt x="536" y="180751"/>
                  </a:lnTo>
                  <a:lnTo>
                    <a:pt x="1052" y="186036"/>
                  </a:lnTo>
                  <a:lnTo>
                    <a:pt x="1735" y="191303"/>
                  </a:lnTo>
                  <a:lnTo>
                    <a:pt x="2585" y="196546"/>
                  </a:lnTo>
                  <a:lnTo>
                    <a:pt x="3601" y="201759"/>
                  </a:lnTo>
                  <a:lnTo>
                    <a:pt x="4783" y="206937"/>
                  </a:lnTo>
                  <a:lnTo>
                    <a:pt x="6128" y="212075"/>
                  </a:lnTo>
                  <a:lnTo>
                    <a:pt x="7636" y="217167"/>
                  </a:lnTo>
                  <a:lnTo>
                    <a:pt x="9305" y="222209"/>
                  </a:lnTo>
                  <a:lnTo>
                    <a:pt x="11133" y="227195"/>
                  </a:lnTo>
                  <a:lnTo>
                    <a:pt x="13119" y="232121"/>
                  </a:lnTo>
                  <a:lnTo>
                    <a:pt x="15260" y="236982"/>
                  </a:lnTo>
                  <a:lnTo>
                    <a:pt x="17554" y="241771"/>
                  </a:lnTo>
                  <a:lnTo>
                    <a:pt x="20000" y="246486"/>
                  </a:lnTo>
                  <a:lnTo>
                    <a:pt x="22594" y="251120"/>
                  </a:lnTo>
                  <a:lnTo>
                    <a:pt x="25333" y="255670"/>
                  </a:lnTo>
                  <a:lnTo>
                    <a:pt x="28216" y="260131"/>
                  </a:lnTo>
                  <a:lnTo>
                    <a:pt x="31240" y="264497"/>
                  </a:lnTo>
                  <a:lnTo>
                    <a:pt x="34400" y="268765"/>
                  </a:lnTo>
                  <a:lnTo>
                    <a:pt x="37695" y="272931"/>
                  </a:lnTo>
                  <a:lnTo>
                    <a:pt x="41120" y="276990"/>
                  </a:lnTo>
                  <a:lnTo>
                    <a:pt x="44672" y="280938"/>
                  </a:lnTo>
                  <a:lnTo>
                    <a:pt x="48348" y="284772"/>
                  </a:lnTo>
                  <a:lnTo>
                    <a:pt x="52144" y="288486"/>
                  </a:lnTo>
                  <a:lnTo>
                    <a:pt x="56056" y="292078"/>
                  </a:lnTo>
                  <a:lnTo>
                    <a:pt x="60080" y="295545"/>
                  </a:lnTo>
                  <a:lnTo>
                    <a:pt x="64212" y="298881"/>
                  </a:lnTo>
                  <a:lnTo>
                    <a:pt x="68448" y="302085"/>
                  </a:lnTo>
                  <a:lnTo>
                    <a:pt x="72784" y="305152"/>
                  </a:lnTo>
                  <a:lnTo>
                    <a:pt x="77215" y="308080"/>
                  </a:lnTo>
                  <a:lnTo>
                    <a:pt x="81736" y="310866"/>
                  </a:lnTo>
                  <a:lnTo>
                    <a:pt x="86344" y="313507"/>
                  </a:lnTo>
                  <a:lnTo>
                    <a:pt x="91034" y="316000"/>
                  </a:lnTo>
                  <a:lnTo>
                    <a:pt x="95800" y="318343"/>
                  </a:lnTo>
                  <a:lnTo>
                    <a:pt x="100639" y="320533"/>
                  </a:lnTo>
                  <a:lnTo>
                    <a:pt x="105544" y="322568"/>
                  </a:lnTo>
                  <a:lnTo>
                    <a:pt x="110512" y="324447"/>
                  </a:lnTo>
                  <a:lnTo>
                    <a:pt x="115537" y="326167"/>
                  </a:lnTo>
                  <a:lnTo>
                    <a:pt x="120614" y="327726"/>
                  </a:lnTo>
                  <a:lnTo>
                    <a:pt x="125737" y="329123"/>
                  </a:lnTo>
                  <a:lnTo>
                    <a:pt x="130903" y="330357"/>
                  </a:lnTo>
                  <a:lnTo>
                    <a:pt x="136105" y="331426"/>
                  </a:lnTo>
                  <a:lnTo>
                    <a:pt x="141339" y="332330"/>
                  </a:lnTo>
                  <a:lnTo>
                    <a:pt x="146599" y="333066"/>
                  </a:lnTo>
                  <a:lnTo>
                    <a:pt x="151879" y="333635"/>
                  </a:lnTo>
                  <a:lnTo>
                    <a:pt x="157175" y="334036"/>
                  </a:lnTo>
                  <a:lnTo>
                    <a:pt x="162481" y="334269"/>
                  </a:lnTo>
                  <a:lnTo>
                    <a:pt x="167792" y="334333"/>
                  </a:lnTo>
                  <a:lnTo>
                    <a:pt x="173102" y="334228"/>
                  </a:lnTo>
                  <a:lnTo>
                    <a:pt x="178406" y="333955"/>
                  </a:lnTo>
                  <a:lnTo>
                    <a:pt x="183698" y="333513"/>
                  </a:lnTo>
                  <a:lnTo>
                    <a:pt x="188974" y="332904"/>
                  </a:lnTo>
                  <a:lnTo>
                    <a:pt x="194228" y="332127"/>
                  </a:lnTo>
                  <a:lnTo>
                    <a:pt x="199455" y="331183"/>
                  </a:lnTo>
                  <a:lnTo>
                    <a:pt x="204649" y="330074"/>
                  </a:lnTo>
                  <a:lnTo>
                    <a:pt x="209805" y="328801"/>
                  </a:lnTo>
                  <a:lnTo>
                    <a:pt x="214918" y="327365"/>
                  </a:lnTo>
                  <a:lnTo>
                    <a:pt x="219983" y="325766"/>
                  </a:lnTo>
                  <a:lnTo>
                    <a:pt x="224994" y="324008"/>
                  </a:lnTo>
                  <a:lnTo>
                    <a:pt x="229947" y="322091"/>
                  </a:lnTo>
                  <a:lnTo>
                    <a:pt x="234837" y="320018"/>
                  </a:lnTo>
                  <a:lnTo>
                    <a:pt x="239658" y="317791"/>
                  </a:lnTo>
                  <a:lnTo>
                    <a:pt x="244407" y="315412"/>
                  </a:lnTo>
                  <a:lnTo>
                    <a:pt x="249077" y="312883"/>
                  </a:lnTo>
                  <a:lnTo>
                    <a:pt x="253664" y="310207"/>
                  </a:lnTo>
                  <a:lnTo>
                    <a:pt x="258165" y="307386"/>
                  </a:lnTo>
                  <a:lnTo>
                    <a:pt x="262573" y="304424"/>
                  </a:lnTo>
                  <a:lnTo>
                    <a:pt x="266885" y="301324"/>
                  </a:lnTo>
                  <a:lnTo>
                    <a:pt x="271096" y="298088"/>
                  </a:lnTo>
                  <a:lnTo>
                    <a:pt x="275203" y="294720"/>
                  </a:lnTo>
                  <a:lnTo>
                    <a:pt x="279200" y="291223"/>
                  </a:lnTo>
                  <a:lnTo>
                    <a:pt x="283084" y="287601"/>
                  </a:lnTo>
                  <a:lnTo>
                    <a:pt x="286852" y="283857"/>
                  </a:lnTo>
                  <a:lnTo>
                    <a:pt x="290498" y="279996"/>
                  </a:lnTo>
                  <a:lnTo>
                    <a:pt x="294020" y="276020"/>
                  </a:lnTo>
                  <a:lnTo>
                    <a:pt x="297414" y="271935"/>
                  </a:lnTo>
                  <a:lnTo>
                    <a:pt x="300676" y="267744"/>
                  </a:lnTo>
                  <a:lnTo>
                    <a:pt x="303804" y="263452"/>
                  </a:lnTo>
                  <a:lnTo>
                    <a:pt x="306794" y="259062"/>
                  </a:lnTo>
                  <a:lnTo>
                    <a:pt x="309642" y="254580"/>
                  </a:lnTo>
                  <a:lnTo>
                    <a:pt x="312347" y="250009"/>
                  </a:lnTo>
                  <a:lnTo>
                    <a:pt x="314906" y="245355"/>
                  </a:lnTo>
                  <a:lnTo>
                    <a:pt x="317315" y="240622"/>
                  </a:lnTo>
                  <a:lnTo>
                    <a:pt x="319573" y="235815"/>
                  </a:lnTo>
                  <a:lnTo>
                    <a:pt x="321676" y="230938"/>
                  </a:lnTo>
                  <a:lnTo>
                    <a:pt x="323624" y="225997"/>
                  </a:lnTo>
                  <a:lnTo>
                    <a:pt x="325414" y="220997"/>
                  </a:lnTo>
                  <a:lnTo>
                    <a:pt x="327044" y="215942"/>
                  </a:lnTo>
                  <a:lnTo>
                    <a:pt x="328513" y="210838"/>
                  </a:lnTo>
                  <a:lnTo>
                    <a:pt x="329819" y="205690"/>
                  </a:lnTo>
                  <a:lnTo>
                    <a:pt x="330960" y="200503"/>
                  </a:lnTo>
                  <a:lnTo>
                    <a:pt x="331937" y="195283"/>
                  </a:lnTo>
                  <a:lnTo>
                    <a:pt x="332747" y="190034"/>
                  </a:lnTo>
                  <a:lnTo>
                    <a:pt x="333390" y="184762"/>
                  </a:lnTo>
                  <a:lnTo>
                    <a:pt x="333865" y="179472"/>
                  </a:lnTo>
                  <a:lnTo>
                    <a:pt x="334171" y="174170"/>
                  </a:lnTo>
                  <a:lnTo>
                    <a:pt x="334309" y="168861"/>
                  </a:lnTo>
                  <a:lnTo>
                    <a:pt x="334279" y="163550"/>
                  </a:lnTo>
                  <a:lnTo>
                    <a:pt x="334080" y="158243"/>
                  </a:lnTo>
                  <a:lnTo>
                    <a:pt x="333712" y="152945"/>
                  </a:lnTo>
                  <a:lnTo>
                    <a:pt x="333176" y="147661"/>
                  </a:lnTo>
                  <a:lnTo>
                    <a:pt x="332473" y="142396"/>
                  </a:lnTo>
                  <a:lnTo>
                    <a:pt x="331602" y="137157"/>
                  </a:lnTo>
                  <a:lnTo>
                    <a:pt x="330566" y="131948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545258" y="1202977"/>
              <a:ext cx="163415" cy="35218"/>
            </a:xfrm>
            <a:custGeom>
              <a:avLst/>
              <a:pathLst>
                <a:path w="163415" h="35218">
                  <a:moveTo>
                    <a:pt x="163415" y="0"/>
                  </a:moveTo>
                  <a:lnTo>
                    <a:pt x="0" y="35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545258" y="1071028"/>
              <a:ext cx="163415" cy="167167"/>
            </a:xfrm>
            <a:custGeom>
              <a:avLst/>
              <a:pathLst>
                <a:path w="163415" h="167167">
                  <a:moveTo>
                    <a:pt x="163415" y="131948"/>
                  </a:moveTo>
                  <a:lnTo>
                    <a:pt x="162190" y="126682"/>
                  </a:lnTo>
                  <a:lnTo>
                    <a:pt x="160796" y="121458"/>
                  </a:lnTo>
                  <a:lnTo>
                    <a:pt x="159234" y="116281"/>
                  </a:lnTo>
                  <a:lnTo>
                    <a:pt x="157505" y="111158"/>
                  </a:lnTo>
                  <a:lnTo>
                    <a:pt x="155611" y="106094"/>
                  </a:lnTo>
                  <a:lnTo>
                    <a:pt x="153555" y="101093"/>
                  </a:lnTo>
                  <a:lnTo>
                    <a:pt x="151338" y="96162"/>
                  </a:lnTo>
                  <a:lnTo>
                    <a:pt x="148962" y="91305"/>
                  </a:lnTo>
                  <a:lnTo>
                    <a:pt x="146431" y="86527"/>
                  </a:lnTo>
                  <a:lnTo>
                    <a:pt x="143746" y="81833"/>
                  </a:lnTo>
                  <a:lnTo>
                    <a:pt x="140911" y="77229"/>
                  </a:lnTo>
                  <a:lnTo>
                    <a:pt x="137929" y="72719"/>
                  </a:lnTo>
                  <a:lnTo>
                    <a:pt x="134802" y="68308"/>
                  </a:lnTo>
                  <a:lnTo>
                    <a:pt x="131535" y="64000"/>
                  </a:lnTo>
                  <a:lnTo>
                    <a:pt x="128130" y="59800"/>
                  </a:lnTo>
                  <a:lnTo>
                    <a:pt x="124590" y="55713"/>
                  </a:lnTo>
                  <a:lnTo>
                    <a:pt x="120921" y="51742"/>
                  </a:lnTo>
                  <a:lnTo>
                    <a:pt x="117125" y="47891"/>
                  </a:lnTo>
                  <a:lnTo>
                    <a:pt x="113206" y="44166"/>
                  </a:lnTo>
                  <a:lnTo>
                    <a:pt x="109169" y="40569"/>
                  </a:lnTo>
                  <a:lnTo>
                    <a:pt x="105017" y="37105"/>
                  </a:lnTo>
                  <a:lnTo>
                    <a:pt x="100756" y="33776"/>
                  </a:lnTo>
                  <a:lnTo>
                    <a:pt x="96390" y="30588"/>
                  </a:lnTo>
                  <a:lnTo>
                    <a:pt x="91922" y="27542"/>
                  </a:lnTo>
                  <a:lnTo>
                    <a:pt x="87359" y="24642"/>
                  </a:lnTo>
                  <a:lnTo>
                    <a:pt x="82704" y="21891"/>
                  </a:lnTo>
                  <a:lnTo>
                    <a:pt x="77962" y="19293"/>
                  </a:lnTo>
                  <a:lnTo>
                    <a:pt x="73139" y="16849"/>
                  </a:lnTo>
                  <a:lnTo>
                    <a:pt x="68240" y="14562"/>
                  </a:lnTo>
                  <a:lnTo>
                    <a:pt x="63269" y="12435"/>
                  </a:lnTo>
                  <a:lnTo>
                    <a:pt x="58231" y="10470"/>
                  </a:lnTo>
                  <a:lnTo>
                    <a:pt x="53133" y="8669"/>
                  </a:lnTo>
                  <a:lnTo>
                    <a:pt x="47980" y="7033"/>
                  </a:lnTo>
                  <a:lnTo>
                    <a:pt x="42776" y="5565"/>
                  </a:lnTo>
                  <a:lnTo>
                    <a:pt x="37527" y="4266"/>
                  </a:lnTo>
                  <a:lnTo>
                    <a:pt x="32239" y="3138"/>
                  </a:lnTo>
                  <a:lnTo>
                    <a:pt x="26918" y="2181"/>
                  </a:lnTo>
                  <a:lnTo>
                    <a:pt x="21568" y="1397"/>
                  </a:lnTo>
                  <a:lnTo>
                    <a:pt x="16196" y="786"/>
                  </a:lnTo>
                  <a:lnTo>
                    <a:pt x="10806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34391" y="941493"/>
              <a:ext cx="89152" cy="167167"/>
            </a:xfrm>
            <a:custGeom>
              <a:avLst/>
              <a:pathLst>
                <a:path w="89152" h="167167">
                  <a:moveTo>
                    <a:pt x="89152" y="0"/>
                  </a:moveTo>
                  <a:lnTo>
                    <a:pt x="83277" y="103"/>
                  </a:lnTo>
                  <a:lnTo>
                    <a:pt x="77408" y="413"/>
                  </a:lnTo>
                  <a:lnTo>
                    <a:pt x="71554" y="928"/>
                  </a:lnTo>
                  <a:lnTo>
                    <a:pt x="65721" y="1650"/>
                  </a:lnTo>
                  <a:lnTo>
                    <a:pt x="59918" y="2576"/>
                  </a:lnTo>
                  <a:lnTo>
                    <a:pt x="54151" y="3705"/>
                  </a:lnTo>
                  <a:lnTo>
                    <a:pt x="48427" y="5036"/>
                  </a:lnTo>
                  <a:lnTo>
                    <a:pt x="42753" y="6568"/>
                  </a:lnTo>
                  <a:lnTo>
                    <a:pt x="37136" y="8298"/>
                  </a:lnTo>
                  <a:lnTo>
                    <a:pt x="31584" y="10225"/>
                  </a:lnTo>
                  <a:lnTo>
                    <a:pt x="26103" y="12345"/>
                  </a:lnTo>
                  <a:lnTo>
                    <a:pt x="20700" y="14657"/>
                  </a:lnTo>
                  <a:lnTo>
                    <a:pt x="15382" y="17157"/>
                  </a:lnTo>
                  <a:lnTo>
                    <a:pt x="10155" y="19843"/>
                  </a:lnTo>
                  <a:lnTo>
                    <a:pt x="5025" y="22711"/>
                  </a:lnTo>
                  <a:lnTo>
                    <a:pt x="0" y="25757"/>
                  </a:lnTo>
                  <a:lnTo>
                    <a:pt x="89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934391" y="967251"/>
              <a:ext cx="89152" cy="141409"/>
            </a:xfrm>
            <a:custGeom>
              <a:avLst/>
              <a:pathLst>
                <a:path w="89152" h="141409">
                  <a:moveTo>
                    <a:pt x="0" y="0"/>
                  </a:moveTo>
                  <a:lnTo>
                    <a:pt x="89152" y="141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856382" y="967251"/>
              <a:ext cx="334317" cy="308574"/>
            </a:xfrm>
            <a:custGeom>
              <a:avLst/>
              <a:pathLst>
                <a:path w="334317" h="308574">
                  <a:moveTo>
                    <a:pt x="78008" y="0"/>
                  </a:moveTo>
                  <a:lnTo>
                    <a:pt x="73562" y="2903"/>
                  </a:lnTo>
                  <a:lnTo>
                    <a:pt x="69209" y="5945"/>
                  </a:lnTo>
                  <a:lnTo>
                    <a:pt x="64956" y="9125"/>
                  </a:lnTo>
                  <a:lnTo>
                    <a:pt x="60806" y="12438"/>
                  </a:lnTo>
                  <a:lnTo>
                    <a:pt x="56763" y="15881"/>
                  </a:lnTo>
                  <a:lnTo>
                    <a:pt x="52832" y="19451"/>
                  </a:lnTo>
                  <a:lnTo>
                    <a:pt x="49016" y="23144"/>
                  </a:lnTo>
                  <a:lnTo>
                    <a:pt x="45319" y="26957"/>
                  </a:lnTo>
                  <a:lnTo>
                    <a:pt x="41745" y="30884"/>
                  </a:lnTo>
                  <a:lnTo>
                    <a:pt x="38298" y="34924"/>
                  </a:lnTo>
                  <a:lnTo>
                    <a:pt x="34980" y="39071"/>
                  </a:lnTo>
                  <a:lnTo>
                    <a:pt x="31797" y="43321"/>
                  </a:lnTo>
                  <a:lnTo>
                    <a:pt x="28749" y="47670"/>
                  </a:lnTo>
                  <a:lnTo>
                    <a:pt x="25842" y="52113"/>
                  </a:lnTo>
                  <a:lnTo>
                    <a:pt x="23077" y="56647"/>
                  </a:lnTo>
                  <a:lnTo>
                    <a:pt x="20457" y="61266"/>
                  </a:lnTo>
                  <a:lnTo>
                    <a:pt x="17986" y="65967"/>
                  </a:lnTo>
                  <a:lnTo>
                    <a:pt x="15665" y="70743"/>
                  </a:lnTo>
                  <a:lnTo>
                    <a:pt x="13496" y="75591"/>
                  </a:lnTo>
                  <a:lnTo>
                    <a:pt x="11483" y="80505"/>
                  </a:lnTo>
                  <a:lnTo>
                    <a:pt x="9627" y="85480"/>
                  </a:lnTo>
                  <a:lnTo>
                    <a:pt x="7930" y="90512"/>
                  </a:lnTo>
                  <a:lnTo>
                    <a:pt x="6394" y="95595"/>
                  </a:lnTo>
                  <a:lnTo>
                    <a:pt x="5020" y="100725"/>
                  </a:lnTo>
                  <a:lnTo>
                    <a:pt x="3810" y="105896"/>
                  </a:lnTo>
                  <a:lnTo>
                    <a:pt x="2764" y="111102"/>
                  </a:lnTo>
                  <a:lnTo>
                    <a:pt x="1884" y="116339"/>
                  </a:lnTo>
                  <a:lnTo>
                    <a:pt x="1171" y="121601"/>
                  </a:lnTo>
                  <a:lnTo>
                    <a:pt x="626" y="126884"/>
                  </a:lnTo>
                  <a:lnTo>
                    <a:pt x="249" y="132181"/>
                  </a:lnTo>
                  <a:lnTo>
                    <a:pt x="40" y="137487"/>
                  </a:lnTo>
                  <a:lnTo>
                    <a:pt x="0" y="142797"/>
                  </a:lnTo>
                  <a:lnTo>
                    <a:pt x="128" y="148106"/>
                  </a:lnTo>
                  <a:lnTo>
                    <a:pt x="425" y="153408"/>
                  </a:lnTo>
                  <a:lnTo>
                    <a:pt x="890" y="158698"/>
                  </a:lnTo>
                  <a:lnTo>
                    <a:pt x="1523" y="163971"/>
                  </a:lnTo>
                  <a:lnTo>
                    <a:pt x="2323" y="169220"/>
                  </a:lnTo>
                  <a:lnTo>
                    <a:pt x="3290" y="174442"/>
                  </a:lnTo>
                  <a:lnTo>
                    <a:pt x="4422" y="179630"/>
                  </a:lnTo>
                  <a:lnTo>
                    <a:pt x="5718" y="184780"/>
                  </a:lnTo>
                  <a:lnTo>
                    <a:pt x="7177" y="189886"/>
                  </a:lnTo>
                  <a:lnTo>
                    <a:pt x="8798" y="194943"/>
                  </a:lnTo>
                  <a:lnTo>
                    <a:pt x="10578" y="199946"/>
                  </a:lnTo>
                  <a:lnTo>
                    <a:pt x="12516" y="204890"/>
                  </a:lnTo>
                  <a:lnTo>
                    <a:pt x="14611" y="209770"/>
                  </a:lnTo>
                  <a:lnTo>
                    <a:pt x="16859" y="214581"/>
                  </a:lnTo>
                  <a:lnTo>
                    <a:pt x="19259" y="219318"/>
                  </a:lnTo>
                  <a:lnTo>
                    <a:pt x="21808" y="223977"/>
                  </a:lnTo>
                  <a:lnTo>
                    <a:pt x="24504" y="228552"/>
                  </a:lnTo>
                  <a:lnTo>
                    <a:pt x="27344" y="233039"/>
                  </a:lnTo>
                  <a:lnTo>
                    <a:pt x="30325" y="237434"/>
                  </a:lnTo>
                  <a:lnTo>
                    <a:pt x="33444" y="241732"/>
                  </a:lnTo>
                  <a:lnTo>
                    <a:pt x="36698" y="245929"/>
                  </a:lnTo>
                  <a:lnTo>
                    <a:pt x="40084" y="250020"/>
                  </a:lnTo>
                  <a:lnTo>
                    <a:pt x="43598" y="254001"/>
                  </a:lnTo>
                  <a:lnTo>
                    <a:pt x="47236" y="257869"/>
                  </a:lnTo>
                  <a:lnTo>
                    <a:pt x="50996" y="261620"/>
                  </a:lnTo>
                  <a:lnTo>
                    <a:pt x="54873" y="265249"/>
                  </a:lnTo>
                  <a:lnTo>
                    <a:pt x="58863" y="268753"/>
                  </a:lnTo>
                  <a:lnTo>
                    <a:pt x="62962" y="272129"/>
                  </a:lnTo>
                  <a:lnTo>
                    <a:pt x="67167" y="275372"/>
                  </a:lnTo>
                  <a:lnTo>
                    <a:pt x="71472" y="278481"/>
                  </a:lnTo>
                  <a:lnTo>
                    <a:pt x="75874" y="281451"/>
                  </a:lnTo>
                  <a:lnTo>
                    <a:pt x="80369" y="284280"/>
                  </a:lnTo>
                  <a:lnTo>
                    <a:pt x="84950" y="286965"/>
                  </a:lnTo>
                  <a:lnTo>
                    <a:pt x="89615" y="289502"/>
                  </a:lnTo>
                  <a:lnTo>
                    <a:pt x="94358" y="291891"/>
                  </a:lnTo>
                  <a:lnTo>
                    <a:pt x="99175" y="294127"/>
                  </a:lnTo>
                  <a:lnTo>
                    <a:pt x="104060" y="296210"/>
                  </a:lnTo>
                  <a:lnTo>
                    <a:pt x="109008" y="298136"/>
                  </a:lnTo>
                  <a:lnTo>
                    <a:pt x="114016" y="299904"/>
                  </a:lnTo>
                  <a:lnTo>
                    <a:pt x="119077" y="301512"/>
                  </a:lnTo>
                  <a:lnTo>
                    <a:pt x="124187" y="302958"/>
                  </a:lnTo>
                  <a:lnTo>
                    <a:pt x="129340" y="304242"/>
                  </a:lnTo>
                  <a:lnTo>
                    <a:pt x="134531" y="305361"/>
                  </a:lnTo>
                  <a:lnTo>
                    <a:pt x="139755" y="306315"/>
                  </a:lnTo>
                  <a:lnTo>
                    <a:pt x="145006" y="307102"/>
                  </a:lnTo>
                  <a:lnTo>
                    <a:pt x="150281" y="307722"/>
                  </a:lnTo>
                  <a:lnTo>
                    <a:pt x="155572" y="308174"/>
                  </a:lnTo>
                  <a:lnTo>
                    <a:pt x="160874" y="308458"/>
                  </a:lnTo>
                  <a:lnTo>
                    <a:pt x="166184" y="308574"/>
                  </a:lnTo>
                  <a:lnTo>
                    <a:pt x="171494" y="308520"/>
                  </a:lnTo>
                  <a:lnTo>
                    <a:pt x="176799" y="308299"/>
                  </a:lnTo>
                  <a:lnTo>
                    <a:pt x="182095" y="307908"/>
                  </a:lnTo>
                  <a:lnTo>
                    <a:pt x="187376" y="307350"/>
                  </a:lnTo>
                  <a:lnTo>
                    <a:pt x="192637" y="306624"/>
                  </a:lnTo>
                  <a:lnTo>
                    <a:pt x="197872" y="305731"/>
                  </a:lnTo>
                  <a:lnTo>
                    <a:pt x="203076" y="304673"/>
                  </a:lnTo>
                  <a:lnTo>
                    <a:pt x="208243" y="303450"/>
                  </a:lnTo>
                  <a:lnTo>
                    <a:pt x="213369" y="302063"/>
                  </a:lnTo>
                  <a:lnTo>
                    <a:pt x="218449" y="300515"/>
                  </a:lnTo>
                  <a:lnTo>
                    <a:pt x="223477" y="298805"/>
                  </a:lnTo>
                  <a:lnTo>
                    <a:pt x="228448" y="296937"/>
                  </a:lnTo>
                  <a:lnTo>
                    <a:pt x="233357" y="294912"/>
                  </a:lnTo>
                  <a:lnTo>
                    <a:pt x="238199" y="292732"/>
                  </a:lnTo>
                  <a:lnTo>
                    <a:pt x="242970" y="290399"/>
                  </a:lnTo>
                  <a:lnTo>
                    <a:pt x="247664" y="287916"/>
                  </a:lnTo>
                  <a:lnTo>
                    <a:pt x="252277" y="285285"/>
                  </a:lnTo>
                  <a:lnTo>
                    <a:pt x="256804" y="282509"/>
                  </a:lnTo>
                  <a:lnTo>
                    <a:pt x="261240" y="279591"/>
                  </a:lnTo>
                  <a:lnTo>
                    <a:pt x="265582" y="276533"/>
                  </a:lnTo>
                  <a:lnTo>
                    <a:pt x="269824" y="273338"/>
                  </a:lnTo>
                  <a:lnTo>
                    <a:pt x="273963" y="270011"/>
                  </a:lnTo>
                  <a:lnTo>
                    <a:pt x="277994" y="266554"/>
                  </a:lnTo>
                  <a:lnTo>
                    <a:pt x="281913" y="262970"/>
                  </a:lnTo>
                  <a:lnTo>
                    <a:pt x="285716" y="259264"/>
                  </a:lnTo>
                  <a:lnTo>
                    <a:pt x="289399" y="255439"/>
                  </a:lnTo>
                  <a:lnTo>
                    <a:pt x="292960" y="251499"/>
                  </a:lnTo>
                  <a:lnTo>
                    <a:pt x="296393" y="247447"/>
                  </a:lnTo>
                  <a:lnTo>
                    <a:pt x="299696" y="243289"/>
                  </a:lnTo>
                  <a:lnTo>
                    <a:pt x="302865" y="239028"/>
                  </a:lnTo>
                  <a:lnTo>
                    <a:pt x="305897" y="234668"/>
                  </a:lnTo>
                  <a:lnTo>
                    <a:pt x="308789" y="230215"/>
                  </a:lnTo>
                  <a:lnTo>
                    <a:pt x="311539" y="225671"/>
                  </a:lnTo>
                  <a:lnTo>
                    <a:pt x="314142" y="221043"/>
                  </a:lnTo>
                  <a:lnTo>
                    <a:pt x="316597" y="216334"/>
                  </a:lnTo>
                  <a:lnTo>
                    <a:pt x="318902" y="211550"/>
                  </a:lnTo>
                  <a:lnTo>
                    <a:pt x="321053" y="206695"/>
                  </a:lnTo>
                  <a:lnTo>
                    <a:pt x="323049" y="201774"/>
                  </a:lnTo>
                  <a:lnTo>
                    <a:pt x="324888" y="196792"/>
                  </a:lnTo>
                  <a:lnTo>
                    <a:pt x="326567" y="191754"/>
                  </a:lnTo>
                  <a:lnTo>
                    <a:pt x="328086" y="186666"/>
                  </a:lnTo>
                  <a:lnTo>
                    <a:pt x="329442" y="181531"/>
                  </a:lnTo>
                  <a:lnTo>
                    <a:pt x="330635" y="176357"/>
                  </a:lnTo>
                  <a:lnTo>
                    <a:pt x="331662" y="171146"/>
                  </a:lnTo>
                  <a:lnTo>
                    <a:pt x="332524" y="165906"/>
                  </a:lnTo>
                  <a:lnTo>
                    <a:pt x="333219" y="160642"/>
                  </a:lnTo>
                  <a:lnTo>
                    <a:pt x="333746" y="155357"/>
                  </a:lnTo>
                  <a:lnTo>
                    <a:pt x="334105" y="150059"/>
                  </a:lnTo>
                  <a:lnTo>
                    <a:pt x="334295" y="144752"/>
                  </a:lnTo>
                  <a:lnTo>
                    <a:pt x="334317" y="139442"/>
                  </a:lnTo>
                  <a:lnTo>
                    <a:pt x="334170" y="134134"/>
                  </a:lnTo>
                  <a:lnTo>
                    <a:pt x="333855" y="128833"/>
                  </a:lnTo>
                  <a:lnTo>
                    <a:pt x="333371" y="123544"/>
                  </a:lnTo>
                  <a:lnTo>
                    <a:pt x="332720" y="118274"/>
                  </a:lnTo>
                  <a:lnTo>
                    <a:pt x="331902" y="113027"/>
                  </a:lnTo>
                  <a:lnTo>
                    <a:pt x="330917" y="107809"/>
                  </a:lnTo>
                  <a:lnTo>
                    <a:pt x="329767" y="102624"/>
                  </a:lnTo>
                  <a:lnTo>
                    <a:pt x="328453" y="97479"/>
                  </a:lnTo>
                  <a:lnTo>
                    <a:pt x="326976" y="92378"/>
                  </a:lnTo>
                  <a:lnTo>
                    <a:pt x="325338" y="87327"/>
                  </a:lnTo>
                  <a:lnTo>
                    <a:pt x="323541" y="82330"/>
                  </a:lnTo>
                  <a:lnTo>
                    <a:pt x="321585" y="77392"/>
                  </a:lnTo>
                  <a:lnTo>
                    <a:pt x="319474" y="72520"/>
                  </a:lnTo>
                  <a:lnTo>
                    <a:pt x="317209" y="67717"/>
                  </a:lnTo>
                  <a:lnTo>
                    <a:pt x="314793" y="62988"/>
                  </a:lnTo>
                  <a:lnTo>
                    <a:pt x="312227" y="58338"/>
                  </a:lnTo>
                  <a:lnTo>
                    <a:pt x="167161" y="141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023544" y="941493"/>
              <a:ext cx="145066" cy="167167"/>
            </a:xfrm>
            <a:custGeom>
              <a:avLst/>
              <a:pathLst>
                <a:path w="145066" h="167167">
                  <a:moveTo>
                    <a:pt x="145066" y="84096"/>
                  </a:moveTo>
                  <a:lnTo>
                    <a:pt x="142260" y="79378"/>
                  </a:lnTo>
                  <a:lnTo>
                    <a:pt x="139301" y="74755"/>
                  </a:lnTo>
                  <a:lnTo>
                    <a:pt x="136192" y="70232"/>
                  </a:lnTo>
                  <a:lnTo>
                    <a:pt x="132937" y="65813"/>
                  </a:lnTo>
                  <a:lnTo>
                    <a:pt x="129538" y="61503"/>
                  </a:lnTo>
                  <a:lnTo>
                    <a:pt x="125999" y="57308"/>
                  </a:lnTo>
                  <a:lnTo>
                    <a:pt x="122324" y="53230"/>
                  </a:lnTo>
                  <a:lnTo>
                    <a:pt x="118518" y="49276"/>
                  </a:lnTo>
                  <a:lnTo>
                    <a:pt x="114584" y="45448"/>
                  </a:lnTo>
                  <a:lnTo>
                    <a:pt x="110526" y="41752"/>
                  </a:lnTo>
                  <a:lnTo>
                    <a:pt x="106349" y="38191"/>
                  </a:lnTo>
                  <a:lnTo>
                    <a:pt x="102058" y="34769"/>
                  </a:lnTo>
                  <a:lnTo>
                    <a:pt x="97656" y="31490"/>
                  </a:lnTo>
                  <a:lnTo>
                    <a:pt x="93149" y="28357"/>
                  </a:lnTo>
                  <a:lnTo>
                    <a:pt x="88542" y="25374"/>
                  </a:lnTo>
                  <a:lnTo>
                    <a:pt x="83839" y="22544"/>
                  </a:lnTo>
                  <a:lnTo>
                    <a:pt x="79046" y="19869"/>
                  </a:lnTo>
                  <a:lnTo>
                    <a:pt x="74168" y="17354"/>
                  </a:lnTo>
                  <a:lnTo>
                    <a:pt x="69209" y="14999"/>
                  </a:lnTo>
                  <a:lnTo>
                    <a:pt x="64177" y="12809"/>
                  </a:lnTo>
                  <a:lnTo>
                    <a:pt x="59074" y="10786"/>
                  </a:lnTo>
                  <a:lnTo>
                    <a:pt x="53909" y="8931"/>
                  </a:lnTo>
                  <a:lnTo>
                    <a:pt x="48685" y="7246"/>
                  </a:lnTo>
                  <a:lnTo>
                    <a:pt x="43408" y="5734"/>
                  </a:lnTo>
                  <a:lnTo>
                    <a:pt x="38085" y="4396"/>
                  </a:lnTo>
                  <a:lnTo>
                    <a:pt x="32721" y="3233"/>
                  </a:lnTo>
                  <a:lnTo>
                    <a:pt x="27321" y="2247"/>
                  </a:lnTo>
                  <a:lnTo>
                    <a:pt x="21893" y="1439"/>
                  </a:lnTo>
                  <a:lnTo>
                    <a:pt x="16440" y="810"/>
                  </a:lnTo>
                  <a:lnTo>
                    <a:pt x="10970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4823" y="941493"/>
              <a:ext cx="91392" cy="167167"/>
            </a:xfrm>
            <a:custGeom>
              <a:avLst/>
              <a:pathLst>
                <a:path w="91392" h="167167">
                  <a:moveTo>
                    <a:pt x="91392" y="0"/>
                  </a:moveTo>
                  <a:lnTo>
                    <a:pt x="85705" y="96"/>
                  </a:lnTo>
                  <a:lnTo>
                    <a:pt x="80025" y="386"/>
                  </a:lnTo>
                  <a:lnTo>
                    <a:pt x="74358" y="870"/>
                  </a:lnTo>
                  <a:lnTo>
                    <a:pt x="68711" y="1545"/>
                  </a:lnTo>
                  <a:lnTo>
                    <a:pt x="63089" y="2413"/>
                  </a:lnTo>
                  <a:lnTo>
                    <a:pt x="57501" y="3471"/>
                  </a:lnTo>
                  <a:lnTo>
                    <a:pt x="51952" y="4719"/>
                  </a:lnTo>
                  <a:lnTo>
                    <a:pt x="46448" y="6155"/>
                  </a:lnTo>
                  <a:lnTo>
                    <a:pt x="40997" y="7777"/>
                  </a:lnTo>
                  <a:lnTo>
                    <a:pt x="35604" y="9583"/>
                  </a:lnTo>
                  <a:lnTo>
                    <a:pt x="30275" y="11572"/>
                  </a:lnTo>
                  <a:lnTo>
                    <a:pt x="25017" y="13742"/>
                  </a:lnTo>
                  <a:lnTo>
                    <a:pt x="19836" y="16088"/>
                  </a:lnTo>
                  <a:lnTo>
                    <a:pt x="14738" y="18610"/>
                  </a:lnTo>
                  <a:lnTo>
                    <a:pt x="9729" y="21304"/>
                  </a:lnTo>
                  <a:lnTo>
                    <a:pt x="4814" y="24166"/>
                  </a:lnTo>
                  <a:lnTo>
                    <a:pt x="0" y="27194"/>
                  </a:lnTo>
                  <a:lnTo>
                    <a:pt x="913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94823" y="968688"/>
              <a:ext cx="91392" cy="139972"/>
            </a:xfrm>
            <a:custGeom>
              <a:avLst/>
              <a:pathLst>
                <a:path w="91392" h="139972">
                  <a:moveTo>
                    <a:pt x="0" y="0"/>
                  </a:moveTo>
                  <a:lnTo>
                    <a:pt x="91392" y="1399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319056" y="968688"/>
              <a:ext cx="167159" cy="204763"/>
            </a:xfrm>
            <a:custGeom>
              <a:avLst/>
              <a:pathLst>
                <a:path w="167159" h="204763">
                  <a:moveTo>
                    <a:pt x="75766" y="0"/>
                  </a:moveTo>
                  <a:lnTo>
                    <a:pt x="71288" y="3027"/>
                  </a:lnTo>
                  <a:lnTo>
                    <a:pt x="66911" y="6198"/>
                  </a:lnTo>
                  <a:lnTo>
                    <a:pt x="62639" y="9509"/>
                  </a:lnTo>
                  <a:lnTo>
                    <a:pt x="58476" y="12956"/>
                  </a:lnTo>
                  <a:lnTo>
                    <a:pt x="54427" y="16536"/>
                  </a:lnTo>
                  <a:lnTo>
                    <a:pt x="50495" y="20245"/>
                  </a:lnTo>
                  <a:lnTo>
                    <a:pt x="46685" y="24079"/>
                  </a:lnTo>
                  <a:lnTo>
                    <a:pt x="43002" y="28034"/>
                  </a:lnTo>
                  <a:lnTo>
                    <a:pt x="39448" y="32107"/>
                  </a:lnTo>
                  <a:lnTo>
                    <a:pt x="36027" y="36292"/>
                  </a:lnTo>
                  <a:lnTo>
                    <a:pt x="32744" y="40585"/>
                  </a:lnTo>
                  <a:lnTo>
                    <a:pt x="29601" y="44983"/>
                  </a:lnTo>
                  <a:lnTo>
                    <a:pt x="26602" y="49479"/>
                  </a:lnTo>
                  <a:lnTo>
                    <a:pt x="23750" y="54071"/>
                  </a:lnTo>
                  <a:lnTo>
                    <a:pt x="21048" y="58752"/>
                  </a:lnTo>
                  <a:lnTo>
                    <a:pt x="18499" y="63518"/>
                  </a:lnTo>
                  <a:lnTo>
                    <a:pt x="16105" y="68364"/>
                  </a:lnTo>
                  <a:lnTo>
                    <a:pt x="13869" y="73284"/>
                  </a:lnTo>
                  <a:lnTo>
                    <a:pt x="11793" y="78275"/>
                  </a:lnTo>
                  <a:lnTo>
                    <a:pt x="9880" y="83330"/>
                  </a:lnTo>
                  <a:lnTo>
                    <a:pt x="8131" y="88444"/>
                  </a:lnTo>
                  <a:lnTo>
                    <a:pt x="6548" y="93612"/>
                  </a:lnTo>
                  <a:lnTo>
                    <a:pt x="5133" y="98829"/>
                  </a:lnTo>
                  <a:lnTo>
                    <a:pt x="3888" y="104088"/>
                  </a:lnTo>
                  <a:lnTo>
                    <a:pt x="2813" y="109385"/>
                  </a:lnTo>
                  <a:lnTo>
                    <a:pt x="1910" y="114714"/>
                  </a:lnTo>
                  <a:lnTo>
                    <a:pt x="1180" y="120070"/>
                  </a:lnTo>
                  <a:lnTo>
                    <a:pt x="623" y="125446"/>
                  </a:lnTo>
                  <a:lnTo>
                    <a:pt x="241" y="130837"/>
                  </a:lnTo>
                  <a:lnTo>
                    <a:pt x="33" y="136238"/>
                  </a:lnTo>
                  <a:lnTo>
                    <a:pt x="0" y="141643"/>
                  </a:lnTo>
                  <a:lnTo>
                    <a:pt x="141" y="147046"/>
                  </a:lnTo>
                  <a:lnTo>
                    <a:pt x="457" y="152442"/>
                  </a:lnTo>
                  <a:lnTo>
                    <a:pt x="947" y="157825"/>
                  </a:lnTo>
                  <a:lnTo>
                    <a:pt x="1611" y="163189"/>
                  </a:lnTo>
                  <a:lnTo>
                    <a:pt x="2448" y="168528"/>
                  </a:lnTo>
                  <a:lnTo>
                    <a:pt x="3458" y="173838"/>
                  </a:lnTo>
                  <a:lnTo>
                    <a:pt x="4638" y="179113"/>
                  </a:lnTo>
                  <a:lnTo>
                    <a:pt x="5988" y="184346"/>
                  </a:lnTo>
                  <a:lnTo>
                    <a:pt x="7507" y="189534"/>
                  </a:lnTo>
                  <a:lnTo>
                    <a:pt x="9193" y="194669"/>
                  </a:lnTo>
                  <a:lnTo>
                    <a:pt x="11044" y="199747"/>
                  </a:lnTo>
                  <a:lnTo>
                    <a:pt x="13058" y="204763"/>
                  </a:lnTo>
                  <a:lnTo>
                    <a:pt x="167159" y="1399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332114" y="941493"/>
              <a:ext cx="321248" cy="334334"/>
            </a:xfrm>
            <a:custGeom>
              <a:avLst/>
              <a:pathLst>
                <a:path w="321248" h="334334">
                  <a:moveTo>
                    <a:pt x="0" y="231958"/>
                  </a:moveTo>
                  <a:lnTo>
                    <a:pt x="2132" y="236813"/>
                  </a:lnTo>
                  <a:lnTo>
                    <a:pt x="4418" y="241598"/>
                  </a:lnTo>
                  <a:lnTo>
                    <a:pt x="6854" y="246308"/>
                  </a:lnTo>
                  <a:lnTo>
                    <a:pt x="9438" y="250939"/>
                  </a:lnTo>
                  <a:lnTo>
                    <a:pt x="12168" y="255485"/>
                  </a:lnTo>
                  <a:lnTo>
                    <a:pt x="15041" y="259943"/>
                  </a:lnTo>
                  <a:lnTo>
                    <a:pt x="18053" y="264307"/>
                  </a:lnTo>
                  <a:lnTo>
                    <a:pt x="21203" y="268573"/>
                  </a:lnTo>
                  <a:lnTo>
                    <a:pt x="24486" y="272737"/>
                  </a:lnTo>
                  <a:lnTo>
                    <a:pt x="27900" y="276795"/>
                  </a:lnTo>
                  <a:lnTo>
                    <a:pt x="31440" y="280743"/>
                  </a:lnTo>
                  <a:lnTo>
                    <a:pt x="35105" y="284576"/>
                  </a:lnTo>
                  <a:lnTo>
                    <a:pt x="38888" y="288291"/>
                  </a:lnTo>
                  <a:lnTo>
                    <a:pt x="42788" y="291885"/>
                  </a:lnTo>
                  <a:lnTo>
                    <a:pt x="46800" y="295353"/>
                  </a:lnTo>
                  <a:lnTo>
                    <a:pt x="50920" y="298692"/>
                  </a:lnTo>
                  <a:lnTo>
                    <a:pt x="55143" y="301898"/>
                  </a:lnTo>
                  <a:lnTo>
                    <a:pt x="59467" y="304969"/>
                  </a:lnTo>
                  <a:lnTo>
                    <a:pt x="63885" y="307901"/>
                  </a:lnTo>
                  <a:lnTo>
                    <a:pt x="68394" y="310692"/>
                  </a:lnTo>
                  <a:lnTo>
                    <a:pt x="72990" y="313338"/>
                  </a:lnTo>
                  <a:lnTo>
                    <a:pt x="77667" y="315837"/>
                  </a:lnTo>
                  <a:lnTo>
                    <a:pt x="82421" y="318187"/>
                  </a:lnTo>
                  <a:lnTo>
                    <a:pt x="87247" y="320384"/>
                  </a:lnTo>
                  <a:lnTo>
                    <a:pt x="92140" y="322428"/>
                  </a:lnTo>
                  <a:lnTo>
                    <a:pt x="97096" y="324315"/>
                  </a:lnTo>
                  <a:lnTo>
                    <a:pt x="102109" y="326044"/>
                  </a:lnTo>
                  <a:lnTo>
                    <a:pt x="107175" y="327613"/>
                  </a:lnTo>
                  <a:lnTo>
                    <a:pt x="112287" y="329021"/>
                  </a:lnTo>
                  <a:lnTo>
                    <a:pt x="117442" y="330265"/>
                  </a:lnTo>
                  <a:lnTo>
                    <a:pt x="122634" y="331346"/>
                  </a:lnTo>
                  <a:lnTo>
                    <a:pt x="127857" y="332262"/>
                  </a:lnTo>
                  <a:lnTo>
                    <a:pt x="133107" y="333011"/>
                  </a:lnTo>
                  <a:lnTo>
                    <a:pt x="138377" y="333593"/>
                  </a:lnTo>
                  <a:lnTo>
                    <a:pt x="143664" y="334008"/>
                  </a:lnTo>
                  <a:lnTo>
                    <a:pt x="148961" y="334255"/>
                  </a:lnTo>
                  <a:lnTo>
                    <a:pt x="154263" y="334334"/>
                  </a:lnTo>
                  <a:lnTo>
                    <a:pt x="159566" y="334245"/>
                  </a:lnTo>
                  <a:lnTo>
                    <a:pt x="164862" y="333988"/>
                  </a:lnTo>
                  <a:lnTo>
                    <a:pt x="170148" y="333562"/>
                  </a:lnTo>
                  <a:lnTo>
                    <a:pt x="175418" y="332970"/>
                  </a:lnTo>
                  <a:lnTo>
                    <a:pt x="180666" y="332210"/>
                  </a:lnTo>
                  <a:lnTo>
                    <a:pt x="185887" y="331284"/>
                  </a:lnTo>
                  <a:lnTo>
                    <a:pt x="191077" y="330194"/>
                  </a:lnTo>
                  <a:lnTo>
                    <a:pt x="196229" y="328939"/>
                  </a:lnTo>
                  <a:lnTo>
                    <a:pt x="201339" y="327521"/>
                  </a:lnTo>
                  <a:lnTo>
                    <a:pt x="206402" y="325942"/>
                  </a:lnTo>
                  <a:lnTo>
                    <a:pt x="211411" y="324203"/>
                  </a:lnTo>
                  <a:lnTo>
                    <a:pt x="216363" y="322307"/>
                  </a:lnTo>
                  <a:lnTo>
                    <a:pt x="221253" y="320254"/>
                  </a:lnTo>
                  <a:lnTo>
                    <a:pt x="226075" y="318047"/>
                  </a:lnTo>
                  <a:lnTo>
                    <a:pt x="230824" y="315688"/>
                  </a:lnTo>
                  <a:lnTo>
                    <a:pt x="235496" y="313180"/>
                  </a:lnTo>
                  <a:lnTo>
                    <a:pt x="240086" y="310524"/>
                  </a:lnTo>
                  <a:lnTo>
                    <a:pt x="244590" y="307725"/>
                  </a:lnTo>
                  <a:lnTo>
                    <a:pt x="249003" y="304784"/>
                  </a:lnTo>
                  <a:lnTo>
                    <a:pt x="253320" y="301705"/>
                  </a:lnTo>
                  <a:lnTo>
                    <a:pt x="257537" y="298490"/>
                  </a:lnTo>
                  <a:lnTo>
                    <a:pt x="261651" y="295143"/>
                  </a:lnTo>
                  <a:lnTo>
                    <a:pt x="265656" y="291667"/>
                  </a:lnTo>
                  <a:lnTo>
                    <a:pt x="269549" y="288066"/>
                  </a:lnTo>
                  <a:lnTo>
                    <a:pt x="273325" y="284344"/>
                  </a:lnTo>
                  <a:lnTo>
                    <a:pt x="276982" y="280503"/>
                  </a:lnTo>
                  <a:lnTo>
                    <a:pt x="280515" y="276549"/>
                  </a:lnTo>
                  <a:lnTo>
                    <a:pt x="283921" y="272484"/>
                  </a:lnTo>
                  <a:lnTo>
                    <a:pt x="287196" y="268313"/>
                  </a:lnTo>
                  <a:lnTo>
                    <a:pt x="290337" y="264041"/>
                  </a:lnTo>
                  <a:lnTo>
                    <a:pt x="293341" y="259671"/>
                  </a:lnTo>
                  <a:lnTo>
                    <a:pt x="296205" y="255208"/>
                  </a:lnTo>
                  <a:lnTo>
                    <a:pt x="298926" y="250656"/>
                  </a:lnTo>
                  <a:lnTo>
                    <a:pt x="301501" y="246021"/>
                  </a:lnTo>
                  <a:lnTo>
                    <a:pt x="303928" y="241306"/>
                  </a:lnTo>
                  <a:lnTo>
                    <a:pt x="306204" y="236516"/>
                  </a:lnTo>
                  <a:lnTo>
                    <a:pt x="308327" y="231657"/>
                  </a:lnTo>
                  <a:lnTo>
                    <a:pt x="310295" y="226733"/>
                  </a:lnTo>
                  <a:lnTo>
                    <a:pt x="312106" y="221749"/>
                  </a:lnTo>
                  <a:lnTo>
                    <a:pt x="313758" y="216710"/>
                  </a:lnTo>
                  <a:lnTo>
                    <a:pt x="315249" y="211621"/>
                  </a:lnTo>
                  <a:lnTo>
                    <a:pt x="316578" y="206487"/>
                  </a:lnTo>
                  <a:lnTo>
                    <a:pt x="317743" y="201314"/>
                  </a:lnTo>
                  <a:lnTo>
                    <a:pt x="318744" y="196106"/>
                  </a:lnTo>
                  <a:lnTo>
                    <a:pt x="319579" y="190869"/>
                  </a:lnTo>
                  <a:lnTo>
                    <a:pt x="320248" y="185609"/>
                  </a:lnTo>
                  <a:lnTo>
                    <a:pt x="320749" y="180330"/>
                  </a:lnTo>
                  <a:lnTo>
                    <a:pt x="321082" y="175037"/>
                  </a:lnTo>
                  <a:lnTo>
                    <a:pt x="321248" y="169737"/>
                  </a:lnTo>
                  <a:lnTo>
                    <a:pt x="321246" y="164434"/>
                  </a:lnTo>
                  <a:lnTo>
                    <a:pt x="321075" y="159134"/>
                  </a:lnTo>
                  <a:lnTo>
                    <a:pt x="320736" y="153842"/>
                  </a:lnTo>
                  <a:lnTo>
                    <a:pt x="320229" y="148563"/>
                  </a:lnTo>
                  <a:lnTo>
                    <a:pt x="319556" y="143303"/>
                  </a:lnTo>
                  <a:lnTo>
                    <a:pt x="318716" y="138067"/>
                  </a:lnTo>
                  <a:lnTo>
                    <a:pt x="317710" y="132861"/>
                  </a:lnTo>
                  <a:lnTo>
                    <a:pt x="316539" y="127688"/>
                  </a:lnTo>
                  <a:lnTo>
                    <a:pt x="315205" y="122556"/>
                  </a:lnTo>
                  <a:lnTo>
                    <a:pt x="313709" y="117469"/>
                  </a:lnTo>
                  <a:lnTo>
                    <a:pt x="312053" y="112431"/>
                  </a:lnTo>
                  <a:lnTo>
                    <a:pt x="310237" y="107449"/>
                  </a:lnTo>
                  <a:lnTo>
                    <a:pt x="308264" y="102526"/>
                  </a:lnTo>
                  <a:lnTo>
                    <a:pt x="306137" y="97669"/>
                  </a:lnTo>
                  <a:lnTo>
                    <a:pt x="303856" y="92882"/>
                  </a:lnTo>
                  <a:lnTo>
                    <a:pt x="301424" y="88169"/>
                  </a:lnTo>
                  <a:lnTo>
                    <a:pt x="298844" y="83536"/>
                  </a:lnTo>
                  <a:lnTo>
                    <a:pt x="296119" y="78987"/>
                  </a:lnTo>
                  <a:lnTo>
                    <a:pt x="293251" y="74527"/>
                  </a:lnTo>
                  <a:lnTo>
                    <a:pt x="290242" y="70160"/>
                  </a:lnTo>
                  <a:lnTo>
                    <a:pt x="287097" y="65891"/>
                  </a:lnTo>
                  <a:lnTo>
                    <a:pt x="283818" y="61723"/>
                  </a:lnTo>
                  <a:lnTo>
                    <a:pt x="280408" y="57662"/>
                  </a:lnTo>
                  <a:lnTo>
                    <a:pt x="276871" y="53711"/>
                  </a:lnTo>
                  <a:lnTo>
                    <a:pt x="273211" y="49874"/>
                  </a:lnTo>
                  <a:lnTo>
                    <a:pt x="269431" y="46155"/>
                  </a:lnTo>
                  <a:lnTo>
                    <a:pt x="265534" y="42558"/>
                  </a:lnTo>
                  <a:lnTo>
                    <a:pt x="261526" y="39086"/>
                  </a:lnTo>
                  <a:lnTo>
                    <a:pt x="257409" y="35743"/>
                  </a:lnTo>
                  <a:lnTo>
                    <a:pt x="253189" y="32532"/>
                  </a:lnTo>
                  <a:lnTo>
                    <a:pt x="248869" y="29457"/>
                  </a:lnTo>
                  <a:lnTo>
                    <a:pt x="244453" y="26521"/>
                  </a:lnTo>
                  <a:lnTo>
                    <a:pt x="239947" y="23726"/>
                  </a:lnTo>
                  <a:lnTo>
                    <a:pt x="235354" y="21075"/>
                  </a:lnTo>
                  <a:lnTo>
                    <a:pt x="230679" y="18571"/>
                  </a:lnTo>
                  <a:lnTo>
                    <a:pt x="225927" y="16217"/>
                  </a:lnTo>
                  <a:lnTo>
                    <a:pt x="221103" y="14015"/>
                  </a:lnTo>
                  <a:lnTo>
                    <a:pt x="216212" y="11967"/>
                  </a:lnTo>
                  <a:lnTo>
                    <a:pt x="211258" y="10075"/>
                  </a:lnTo>
                  <a:lnTo>
                    <a:pt x="206247" y="8341"/>
                  </a:lnTo>
                  <a:lnTo>
                    <a:pt x="201183" y="6767"/>
                  </a:lnTo>
                  <a:lnTo>
                    <a:pt x="196071" y="5354"/>
                  </a:lnTo>
                  <a:lnTo>
                    <a:pt x="190918" y="4104"/>
                  </a:lnTo>
                  <a:lnTo>
                    <a:pt x="185727" y="3019"/>
                  </a:lnTo>
                  <a:lnTo>
                    <a:pt x="180505" y="2098"/>
                  </a:lnTo>
                  <a:lnTo>
                    <a:pt x="175256" y="1344"/>
                  </a:lnTo>
                  <a:lnTo>
                    <a:pt x="169986" y="756"/>
                  </a:lnTo>
                  <a:lnTo>
                    <a:pt x="164700" y="336"/>
                  </a:lnTo>
                  <a:lnTo>
                    <a:pt x="159403" y="84"/>
                  </a:lnTo>
                  <a:lnTo>
                    <a:pt x="154100" y="0"/>
                  </a:lnTo>
                  <a:lnTo>
                    <a:pt x="1541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797334" y="1071028"/>
              <a:ext cx="213566" cy="334331"/>
            </a:xfrm>
            <a:custGeom>
              <a:avLst/>
              <a:pathLst>
                <a:path w="213566" h="334331">
                  <a:moveTo>
                    <a:pt x="167166" y="0"/>
                  </a:moveTo>
                  <a:lnTo>
                    <a:pt x="161819" y="85"/>
                  </a:lnTo>
                  <a:lnTo>
                    <a:pt x="156478" y="342"/>
                  </a:lnTo>
                  <a:lnTo>
                    <a:pt x="151148" y="769"/>
                  </a:lnTo>
                  <a:lnTo>
                    <a:pt x="145834" y="1366"/>
                  </a:lnTo>
                  <a:lnTo>
                    <a:pt x="140542" y="2133"/>
                  </a:lnTo>
                  <a:lnTo>
                    <a:pt x="135277" y="3069"/>
                  </a:lnTo>
                  <a:lnTo>
                    <a:pt x="130045" y="4173"/>
                  </a:lnTo>
                  <a:lnTo>
                    <a:pt x="124851" y="5444"/>
                  </a:lnTo>
                  <a:lnTo>
                    <a:pt x="119700" y="6880"/>
                  </a:lnTo>
                  <a:lnTo>
                    <a:pt x="114598" y="8480"/>
                  </a:lnTo>
                  <a:lnTo>
                    <a:pt x="109549" y="10243"/>
                  </a:lnTo>
                  <a:lnTo>
                    <a:pt x="104560" y="12166"/>
                  </a:lnTo>
                  <a:lnTo>
                    <a:pt x="99634" y="14247"/>
                  </a:lnTo>
                  <a:lnTo>
                    <a:pt x="94778" y="16485"/>
                  </a:lnTo>
                  <a:lnTo>
                    <a:pt x="89995" y="18878"/>
                  </a:lnTo>
                  <a:lnTo>
                    <a:pt x="85292" y="21422"/>
                  </a:lnTo>
                  <a:lnTo>
                    <a:pt x="80673" y="24115"/>
                  </a:lnTo>
                  <a:lnTo>
                    <a:pt x="76141" y="26955"/>
                  </a:lnTo>
                  <a:lnTo>
                    <a:pt x="71703" y="29938"/>
                  </a:lnTo>
                  <a:lnTo>
                    <a:pt x="67363" y="33061"/>
                  </a:lnTo>
                  <a:lnTo>
                    <a:pt x="63125" y="36322"/>
                  </a:lnTo>
                  <a:lnTo>
                    <a:pt x="58993" y="39716"/>
                  </a:lnTo>
                  <a:lnTo>
                    <a:pt x="54972" y="43241"/>
                  </a:lnTo>
                  <a:lnTo>
                    <a:pt x="51066" y="46893"/>
                  </a:lnTo>
                  <a:lnTo>
                    <a:pt x="47279" y="50668"/>
                  </a:lnTo>
                  <a:lnTo>
                    <a:pt x="43614" y="54562"/>
                  </a:lnTo>
                  <a:lnTo>
                    <a:pt x="40076" y="58571"/>
                  </a:lnTo>
                  <a:lnTo>
                    <a:pt x="36667" y="62692"/>
                  </a:lnTo>
                  <a:lnTo>
                    <a:pt x="33393" y="66919"/>
                  </a:lnTo>
                  <a:lnTo>
                    <a:pt x="30255" y="71249"/>
                  </a:lnTo>
                  <a:lnTo>
                    <a:pt x="27257" y="75677"/>
                  </a:lnTo>
                  <a:lnTo>
                    <a:pt x="24402" y="80199"/>
                  </a:lnTo>
                  <a:lnTo>
                    <a:pt x="21694" y="84809"/>
                  </a:lnTo>
                  <a:lnTo>
                    <a:pt x="19134" y="89504"/>
                  </a:lnTo>
                  <a:lnTo>
                    <a:pt x="16726" y="94278"/>
                  </a:lnTo>
                  <a:lnTo>
                    <a:pt x="14472" y="99127"/>
                  </a:lnTo>
                  <a:lnTo>
                    <a:pt x="12374" y="104046"/>
                  </a:lnTo>
                  <a:lnTo>
                    <a:pt x="10434" y="109029"/>
                  </a:lnTo>
                  <a:lnTo>
                    <a:pt x="8655" y="114072"/>
                  </a:lnTo>
                  <a:lnTo>
                    <a:pt x="7038" y="119169"/>
                  </a:lnTo>
                  <a:lnTo>
                    <a:pt x="5584" y="124315"/>
                  </a:lnTo>
                  <a:lnTo>
                    <a:pt x="4296" y="129505"/>
                  </a:lnTo>
                  <a:lnTo>
                    <a:pt x="3175" y="134733"/>
                  </a:lnTo>
                  <a:lnTo>
                    <a:pt x="2222" y="139995"/>
                  </a:lnTo>
                  <a:lnTo>
                    <a:pt x="1437" y="145284"/>
                  </a:lnTo>
                  <a:lnTo>
                    <a:pt x="822" y="150596"/>
                  </a:lnTo>
                  <a:lnTo>
                    <a:pt x="377" y="155925"/>
                  </a:lnTo>
                  <a:lnTo>
                    <a:pt x="103" y="161265"/>
                  </a:lnTo>
                  <a:lnTo>
                    <a:pt x="0" y="166611"/>
                  </a:lnTo>
                  <a:lnTo>
                    <a:pt x="67" y="171958"/>
                  </a:lnTo>
                  <a:lnTo>
                    <a:pt x="306" y="177300"/>
                  </a:lnTo>
                  <a:lnTo>
                    <a:pt x="715" y="182632"/>
                  </a:lnTo>
                  <a:lnTo>
                    <a:pt x="1295" y="187948"/>
                  </a:lnTo>
                  <a:lnTo>
                    <a:pt x="2045" y="193242"/>
                  </a:lnTo>
                  <a:lnTo>
                    <a:pt x="2963" y="198510"/>
                  </a:lnTo>
                  <a:lnTo>
                    <a:pt x="4050" y="203746"/>
                  </a:lnTo>
                  <a:lnTo>
                    <a:pt x="5303" y="208944"/>
                  </a:lnTo>
                  <a:lnTo>
                    <a:pt x="6722" y="214100"/>
                  </a:lnTo>
                  <a:lnTo>
                    <a:pt x="8305" y="219208"/>
                  </a:lnTo>
                  <a:lnTo>
                    <a:pt x="10051" y="224262"/>
                  </a:lnTo>
                  <a:lnTo>
                    <a:pt x="11958" y="229258"/>
                  </a:lnTo>
                  <a:lnTo>
                    <a:pt x="14023" y="234190"/>
                  </a:lnTo>
                  <a:lnTo>
                    <a:pt x="16245" y="239054"/>
                  </a:lnTo>
                  <a:lnTo>
                    <a:pt x="18621" y="243844"/>
                  </a:lnTo>
                  <a:lnTo>
                    <a:pt x="21150" y="248556"/>
                  </a:lnTo>
                  <a:lnTo>
                    <a:pt x="23828" y="253185"/>
                  </a:lnTo>
                  <a:lnTo>
                    <a:pt x="26652" y="257725"/>
                  </a:lnTo>
                  <a:lnTo>
                    <a:pt x="29620" y="262173"/>
                  </a:lnTo>
                  <a:lnTo>
                    <a:pt x="32729" y="266524"/>
                  </a:lnTo>
                  <a:lnTo>
                    <a:pt x="35976" y="270773"/>
                  </a:lnTo>
                  <a:lnTo>
                    <a:pt x="39357" y="274915"/>
                  </a:lnTo>
                  <a:lnTo>
                    <a:pt x="42868" y="278948"/>
                  </a:lnTo>
                  <a:lnTo>
                    <a:pt x="46507" y="282867"/>
                  </a:lnTo>
                  <a:lnTo>
                    <a:pt x="50269" y="286666"/>
                  </a:lnTo>
                  <a:lnTo>
                    <a:pt x="54151" y="290344"/>
                  </a:lnTo>
                  <a:lnTo>
                    <a:pt x="58149" y="293896"/>
                  </a:lnTo>
                  <a:lnTo>
                    <a:pt x="62258" y="297318"/>
                  </a:lnTo>
                  <a:lnTo>
                    <a:pt x="66474" y="300606"/>
                  </a:lnTo>
                  <a:lnTo>
                    <a:pt x="70794" y="303759"/>
                  </a:lnTo>
                  <a:lnTo>
                    <a:pt x="75212" y="306771"/>
                  </a:lnTo>
                  <a:lnTo>
                    <a:pt x="79724" y="309641"/>
                  </a:lnTo>
                  <a:lnTo>
                    <a:pt x="84325" y="312365"/>
                  </a:lnTo>
                  <a:lnTo>
                    <a:pt x="89012" y="314940"/>
                  </a:lnTo>
                  <a:lnTo>
                    <a:pt x="93778" y="317364"/>
                  </a:lnTo>
                  <a:lnTo>
                    <a:pt x="98619" y="319634"/>
                  </a:lnTo>
                  <a:lnTo>
                    <a:pt x="103531" y="321749"/>
                  </a:lnTo>
                  <a:lnTo>
                    <a:pt x="108508" y="323705"/>
                  </a:lnTo>
                  <a:lnTo>
                    <a:pt x="113544" y="325501"/>
                  </a:lnTo>
                  <a:lnTo>
                    <a:pt x="118636" y="327135"/>
                  </a:lnTo>
                  <a:lnTo>
                    <a:pt x="123777" y="328605"/>
                  </a:lnTo>
                  <a:lnTo>
                    <a:pt x="128963" y="329910"/>
                  </a:lnTo>
                  <a:lnTo>
                    <a:pt x="134187" y="331049"/>
                  </a:lnTo>
                  <a:lnTo>
                    <a:pt x="139446" y="332020"/>
                  </a:lnTo>
                  <a:lnTo>
                    <a:pt x="144733" y="332822"/>
                  </a:lnTo>
                  <a:lnTo>
                    <a:pt x="150042" y="333455"/>
                  </a:lnTo>
                  <a:lnTo>
                    <a:pt x="155370" y="333918"/>
                  </a:lnTo>
                  <a:lnTo>
                    <a:pt x="160709" y="334210"/>
                  </a:lnTo>
                  <a:lnTo>
                    <a:pt x="166055" y="334331"/>
                  </a:lnTo>
                  <a:lnTo>
                    <a:pt x="171402" y="334281"/>
                  </a:lnTo>
                  <a:lnTo>
                    <a:pt x="176745" y="334060"/>
                  </a:lnTo>
                  <a:lnTo>
                    <a:pt x="182078" y="333668"/>
                  </a:lnTo>
                  <a:lnTo>
                    <a:pt x="187396" y="333106"/>
                  </a:lnTo>
                  <a:lnTo>
                    <a:pt x="192693" y="332374"/>
                  </a:lnTo>
                  <a:lnTo>
                    <a:pt x="197963" y="331473"/>
                  </a:lnTo>
                  <a:lnTo>
                    <a:pt x="203203" y="330404"/>
                  </a:lnTo>
                  <a:lnTo>
                    <a:pt x="208405" y="329168"/>
                  </a:lnTo>
                  <a:lnTo>
                    <a:pt x="213566" y="32776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64501" y="1238196"/>
              <a:ext cx="46399" cy="160598"/>
            </a:xfrm>
            <a:custGeom>
              <a:avLst/>
              <a:pathLst>
                <a:path w="46399" h="160598">
                  <a:moveTo>
                    <a:pt x="46399" y="1605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964501" y="1075984"/>
              <a:ext cx="167152" cy="322810"/>
            </a:xfrm>
            <a:custGeom>
              <a:avLst/>
              <a:pathLst>
                <a:path w="167152" h="322810">
                  <a:moveTo>
                    <a:pt x="46399" y="322810"/>
                  </a:moveTo>
                  <a:lnTo>
                    <a:pt x="51499" y="321248"/>
                  </a:lnTo>
                  <a:lnTo>
                    <a:pt x="56546" y="319524"/>
                  </a:lnTo>
                  <a:lnTo>
                    <a:pt x="61535" y="317640"/>
                  </a:lnTo>
                  <a:lnTo>
                    <a:pt x="66462" y="315598"/>
                  </a:lnTo>
                  <a:lnTo>
                    <a:pt x="71321" y="313400"/>
                  </a:lnTo>
                  <a:lnTo>
                    <a:pt x="76108" y="311048"/>
                  </a:lnTo>
                  <a:lnTo>
                    <a:pt x="80817" y="308544"/>
                  </a:lnTo>
                  <a:lnTo>
                    <a:pt x="85444" y="305892"/>
                  </a:lnTo>
                  <a:lnTo>
                    <a:pt x="89984" y="303093"/>
                  </a:lnTo>
                  <a:lnTo>
                    <a:pt x="94432" y="300151"/>
                  </a:lnTo>
                  <a:lnTo>
                    <a:pt x="98784" y="297068"/>
                  </a:lnTo>
                  <a:lnTo>
                    <a:pt x="103036" y="293849"/>
                  </a:lnTo>
                  <a:lnTo>
                    <a:pt x="107183" y="290495"/>
                  </a:lnTo>
                  <a:lnTo>
                    <a:pt x="111220" y="287010"/>
                  </a:lnTo>
                  <a:lnTo>
                    <a:pt x="115145" y="283399"/>
                  </a:lnTo>
                  <a:lnTo>
                    <a:pt x="118952" y="279664"/>
                  </a:lnTo>
                  <a:lnTo>
                    <a:pt x="122638" y="275810"/>
                  </a:lnTo>
                  <a:lnTo>
                    <a:pt x="126200" y="271840"/>
                  </a:lnTo>
                  <a:lnTo>
                    <a:pt x="129632" y="267758"/>
                  </a:lnTo>
                  <a:lnTo>
                    <a:pt x="132933" y="263569"/>
                  </a:lnTo>
                  <a:lnTo>
                    <a:pt x="136099" y="259277"/>
                  </a:lnTo>
                  <a:lnTo>
                    <a:pt x="139126" y="254886"/>
                  </a:lnTo>
                  <a:lnTo>
                    <a:pt x="142012" y="250401"/>
                  </a:lnTo>
                  <a:lnTo>
                    <a:pt x="144753" y="245826"/>
                  </a:lnTo>
                  <a:lnTo>
                    <a:pt x="147346" y="241166"/>
                  </a:lnTo>
                  <a:lnTo>
                    <a:pt x="149790" y="236425"/>
                  </a:lnTo>
                  <a:lnTo>
                    <a:pt x="152081" y="231609"/>
                  </a:lnTo>
                  <a:lnTo>
                    <a:pt x="154218" y="226722"/>
                  </a:lnTo>
                  <a:lnTo>
                    <a:pt x="156197" y="221770"/>
                  </a:lnTo>
                  <a:lnTo>
                    <a:pt x="158017" y="216757"/>
                  </a:lnTo>
                  <a:lnTo>
                    <a:pt x="159677" y="211689"/>
                  </a:lnTo>
                  <a:lnTo>
                    <a:pt x="161174" y="206570"/>
                  </a:lnTo>
                  <a:lnTo>
                    <a:pt x="162507" y="201406"/>
                  </a:lnTo>
                  <a:lnTo>
                    <a:pt x="163675" y="196202"/>
                  </a:lnTo>
                  <a:lnTo>
                    <a:pt x="164676" y="190963"/>
                  </a:lnTo>
                  <a:lnTo>
                    <a:pt x="165509" y="185696"/>
                  </a:lnTo>
                  <a:lnTo>
                    <a:pt x="166174" y="180404"/>
                  </a:lnTo>
                  <a:lnTo>
                    <a:pt x="166670" y="175094"/>
                  </a:lnTo>
                  <a:lnTo>
                    <a:pt x="166996" y="169770"/>
                  </a:lnTo>
                  <a:lnTo>
                    <a:pt x="167152" y="164439"/>
                  </a:lnTo>
                  <a:lnTo>
                    <a:pt x="167138" y="159106"/>
                  </a:lnTo>
                  <a:lnTo>
                    <a:pt x="166954" y="153776"/>
                  </a:lnTo>
                  <a:lnTo>
                    <a:pt x="166600" y="148455"/>
                  </a:lnTo>
                  <a:lnTo>
                    <a:pt x="166076" y="143147"/>
                  </a:lnTo>
                  <a:lnTo>
                    <a:pt x="165384" y="137859"/>
                  </a:lnTo>
                  <a:lnTo>
                    <a:pt x="164523" y="132596"/>
                  </a:lnTo>
                  <a:lnTo>
                    <a:pt x="163494" y="127362"/>
                  </a:lnTo>
                  <a:lnTo>
                    <a:pt x="162299" y="122165"/>
                  </a:lnTo>
                  <a:lnTo>
                    <a:pt x="160939" y="117008"/>
                  </a:lnTo>
                  <a:lnTo>
                    <a:pt x="159415" y="111897"/>
                  </a:lnTo>
                  <a:lnTo>
                    <a:pt x="157729" y="106837"/>
                  </a:lnTo>
                  <a:lnTo>
                    <a:pt x="155883" y="101834"/>
                  </a:lnTo>
                  <a:lnTo>
                    <a:pt x="153877" y="96892"/>
                  </a:lnTo>
                  <a:lnTo>
                    <a:pt x="151715" y="92016"/>
                  </a:lnTo>
                  <a:lnTo>
                    <a:pt x="149399" y="87212"/>
                  </a:lnTo>
                  <a:lnTo>
                    <a:pt x="146930" y="82485"/>
                  </a:lnTo>
                  <a:lnTo>
                    <a:pt x="144312" y="77838"/>
                  </a:lnTo>
                  <a:lnTo>
                    <a:pt x="141548" y="73278"/>
                  </a:lnTo>
                  <a:lnTo>
                    <a:pt x="138639" y="68808"/>
                  </a:lnTo>
                  <a:lnTo>
                    <a:pt x="135588" y="64433"/>
                  </a:lnTo>
                  <a:lnTo>
                    <a:pt x="132400" y="60157"/>
                  </a:lnTo>
                  <a:lnTo>
                    <a:pt x="129077" y="55985"/>
                  </a:lnTo>
                  <a:lnTo>
                    <a:pt x="125623" y="51922"/>
                  </a:lnTo>
                  <a:lnTo>
                    <a:pt x="122041" y="47971"/>
                  </a:lnTo>
                  <a:lnTo>
                    <a:pt x="118335" y="44136"/>
                  </a:lnTo>
                  <a:lnTo>
                    <a:pt x="114508" y="40421"/>
                  </a:lnTo>
                  <a:lnTo>
                    <a:pt x="110565" y="36830"/>
                  </a:lnTo>
                  <a:lnTo>
                    <a:pt x="106509" y="33367"/>
                  </a:lnTo>
                  <a:lnTo>
                    <a:pt x="102344" y="30035"/>
                  </a:lnTo>
                  <a:lnTo>
                    <a:pt x="98076" y="26837"/>
                  </a:lnTo>
                  <a:lnTo>
                    <a:pt x="93708" y="23778"/>
                  </a:lnTo>
                  <a:lnTo>
                    <a:pt x="89244" y="20859"/>
                  </a:lnTo>
                  <a:lnTo>
                    <a:pt x="84689" y="18084"/>
                  </a:lnTo>
                  <a:lnTo>
                    <a:pt x="80049" y="15456"/>
                  </a:lnTo>
                  <a:lnTo>
                    <a:pt x="75327" y="12977"/>
                  </a:lnTo>
                  <a:lnTo>
                    <a:pt x="70528" y="10650"/>
                  </a:lnTo>
                  <a:lnTo>
                    <a:pt x="65657" y="8477"/>
                  </a:lnTo>
                  <a:lnTo>
                    <a:pt x="60720" y="6461"/>
                  </a:lnTo>
                  <a:lnTo>
                    <a:pt x="55720" y="4603"/>
                  </a:lnTo>
                  <a:lnTo>
                    <a:pt x="50664" y="2906"/>
                  </a:lnTo>
                  <a:lnTo>
                    <a:pt x="45557" y="1371"/>
                  </a:lnTo>
                  <a:lnTo>
                    <a:pt x="40403" y="0"/>
                  </a:lnTo>
                  <a:lnTo>
                    <a:pt x="0" y="1622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964501" y="1071028"/>
              <a:ext cx="40403" cy="167167"/>
            </a:xfrm>
            <a:custGeom>
              <a:avLst/>
              <a:pathLst>
                <a:path w="40403" h="167167">
                  <a:moveTo>
                    <a:pt x="40403" y="4956"/>
                  </a:moveTo>
                  <a:lnTo>
                    <a:pt x="33772" y="3446"/>
                  </a:lnTo>
                  <a:lnTo>
                    <a:pt x="27084" y="2208"/>
                  </a:lnTo>
                  <a:lnTo>
                    <a:pt x="20353" y="1243"/>
                  </a:lnTo>
                  <a:lnTo>
                    <a:pt x="13587" y="553"/>
                  </a:lnTo>
                  <a:lnTo>
                    <a:pt x="6799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8103" y="1322571"/>
              <a:ext cx="130617" cy="167167"/>
            </a:xfrm>
            <a:custGeom>
              <a:avLst/>
              <a:pathLst>
                <a:path w="130617" h="167167">
                  <a:moveTo>
                    <a:pt x="130617" y="0"/>
                  </a:moveTo>
                  <a:lnTo>
                    <a:pt x="125066" y="92"/>
                  </a:lnTo>
                  <a:lnTo>
                    <a:pt x="119520" y="368"/>
                  </a:lnTo>
                  <a:lnTo>
                    <a:pt x="113987" y="829"/>
                  </a:lnTo>
                  <a:lnTo>
                    <a:pt x="108472" y="1473"/>
                  </a:lnTo>
                  <a:lnTo>
                    <a:pt x="102981" y="2300"/>
                  </a:lnTo>
                  <a:lnTo>
                    <a:pt x="97521" y="3308"/>
                  </a:lnTo>
                  <a:lnTo>
                    <a:pt x="92098" y="4498"/>
                  </a:lnTo>
                  <a:lnTo>
                    <a:pt x="86717" y="5867"/>
                  </a:lnTo>
                  <a:lnTo>
                    <a:pt x="81384" y="7414"/>
                  </a:lnTo>
                  <a:lnTo>
                    <a:pt x="76106" y="9137"/>
                  </a:lnTo>
                  <a:lnTo>
                    <a:pt x="70888" y="11034"/>
                  </a:lnTo>
                  <a:lnTo>
                    <a:pt x="65735" y="13104"/>
                  </a:lnTo>
                  <a:lnTo>
                    <a:pt x="60655" y="15344"/>
                  </a:lnTo>
                  <a:lnTo>
                    <a:pt x="55651" y="17751"/>
                  </a:lnTo>
                  <a:lnTo>
                    <a:pt x="50731" y="20323"/>
                  </a:lnTo>
                  <a:lnTo>
                    <a:pt x="45898" y="23057"/>
                  </a:lnTo>
                  <a:lnTo>
                    <a:pt x="41159" y="25950"/>
                  </a:lnTo>
                  <a:lnTo>
                    <a:pt x="36518" y="28999"/>
                  </a:lnTo>
                  <a:lnTo>
                    <a:pt x="31982" y="32200"/>
                  </a:lnTo>
                  <a:lnTo>
                    <a:pt x="27554" y="35551"/>
                  </a:lnTo>
                  <a:lnTo>
                    <a:pt x="23240" y="39046"/>
                  </a:lnTo>
                  <a:lnTo>
                    <a:pt x="19044" y="42683"/>
                  </a:lnTo>
                  <a:lnTo>
                    <a:pt x="14971" y="46457"/>
                  </a:lnTo>
                  <a:lnTo>
                    <a:pt x="11026" y="50364"/>
                  </a:lnTo>
                  <a:lnTo>
                    <a:pt x="7213" y="54400"/>
                  </a:lnTo>
                  <a:lnTo>
                    <a:pt x="3536" y="58560"/>
                  </a:lnTo>
                  <a:lnTo>
                    <a:pt x="0" y="62841"/>
                  </a:lnTo>
                  <a:lnTo>
                    <a:pt x="13061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358103" y="1385412"/>
              <a:ext cx="130617" cy="104326"/>
            </a:xfrm>
            <a:custGeom>
              <a:avLst/>
              <a:pathLst>
                <a:path w="130617" h="104326">
                  <a:moveTo>
                    <a:pt x="0" y="0"/>
                  </a:moveTo>
                  <a:lnTo>
                    <a:pt x="130617" y="1043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321559" y="1368439"/>
              <a:ext cx="334316" cy="288464"/>
            </a:xfrm>
            <a:custGeom>
              <a:avLst/>
              <a:pathLst>
                <a:path w="334316" h="288464">
                  <a:moveTo>
                    <a:pt x="36543" y="16973"/>
                  </a:moveTo>
                  <a:lnTo>
                    <a:pt x="33303" y="21165"/>
                  </a:lnTo>
                  <a:lnTo>
                    <a:pt x="30197" y="25457"/>
                  </a:lnTo>
                  <a:lnTo>
                    <a:pt x="27228" y="29845"/>
                  </a:lnTo>
                  <a:lnTo>
                    <a:pt x="24401" y="34326"/>
                  </a:lnTo>
                  <a:lnTo>
                    <a:pt x="21716" y="38893"/>
                  </a:lnTo>
                  <a:lnTo>
                    <a:pt x="19178" y="43544"/>
                  </a:lnTo>
                  <a:lnTo>
                    <a:pt x="16788" y="48273"/>
                  </a:lnTo>
                  <a:lnTo>
                    <a:pt x="14549" y="53074"/>
                  </a:lnTo>
                  <a:lnTo>
                    <a:pt x="12464" y="57945"/>
                  </a:lnTo>
                  <a:lnTo>
                    <a:pt x="10534" y="62879"/>
                  </a:lnTo>
                  <a:lnTo>
                    <a:pt x="8761" y="67872"/>
                  </a:lnTo>
                  <a:lnTo>
                    <a:pt x="7148" y="72918"/>
                  </a:lnTo>
                  <a:lnTo>
                    <a:pt x="5695" y="78013"/>
                  </a:lnTo>
                  <a:lnTo>
                    <a:pt x="4404" y="83152"/>
                  </a:lnTo>
                  <a:lnTo>
                    <a:pt x="3277" y="88329"/>
                  </a:lnTo>
                  <a:lnTo>
                    <a:pt x="2315" y="93539"/>
                  </a:lnTo>
                  <a:lnTo>
                    <a:pt x="1518" y="98777"/>
                  </a:lnTo>
                  <a:lnTo>
                    <a:pt x="887" y="104037"/>
                  </a:lnTo>
                  <a:lnTo>
                    <a:pt x="424" y="109315"/>
                  </a:lnTo>
                  <a:lnTo>
                    <a:pt x="128" y="114605"/>
                  </a:lnTo>
                  <a:lnTo>
                    <a:pt x="0" y="119902"/>
                  </a:lnTo>
                  <a:lnTo>
                    <a:pt x="39" y="125200"/>
                  </a:lnTo>
                  <a:lnTo>
                    <a:pt x="247" y="130494"/>
                  </a:lnTo>
                  <a:lnTo>
                    <a:pt x="622" y="135779"/>
                  </a:lnTo>
                  <a:lnTo>
                    <a:pt x="1164" y="141049"/>
                  </a:lnTo>
                  <a:lnTo>
                    <a:pt x="1874" y="146299"/>
                  </a:lnTo>
                  <a:lnTo>
                    <a:pt x="2749" y="151525"/>
                  </a:lnTo>
                  <a:lnTo>
                    <a:pt x="3789" y="156720"/>
                  </a:lnTo>
                  <a:lnTo>
                    <a:pt x="4994" y="161879"/>
                  </a:lnTo>
                  <a:lnTo>
                    <a:pt x="6361" y="166998"/>
                  </a:lnTo>
                  <a:lnTo>
                    <a:pt x="7890" y="172071"/>
                  </a:lnTo>
                  <a:lnTo>
                    <a:pt x="9579" y="177092"/>
                  </a:lnTo>
                  <a:lnTo>
                    <a:pt x="11426" y="182058"/>
                  </a:lnTo>
                  <a:lnTo>
                    <a:pt x="13430" y="186963"/>
                  </a:lnTo>
                  <a:lnTo>
                    <a:pt x="15588" y="191802"/>
                  </a:lnTo>
                  <a:lnTo>
                    <a:pt x="17898" y="196569"/>
                  </a:lnTo>
                  <a:lnTo>
                    <a:pt x="20359" y="201262"/>
                  </a:lnTo>
                  <a:lnTo>
                    <a:pt x="22966" y="205874"/>
                  </a:lnTo>
                  <a:lnTo>
                    <a:pt x="25719" y="210401"/>
                  </a:lnTo>
                  <a:lnTo>
                    <a:pt x="28614" y="214838"/>
                  </a:lnTo>
                  <a:lnTo>
                    <a:pt x="31647" y="219182"/>
                  </a:lnTo>
                  <a:lnTo>
                    <a:pt x="34817" y="223427"/>
                  </a:lnTo>
                  <a:lnTo>
                    <a:pt x="38120" y="227570"/>
                  </a:lnTo>
                  <a:lnTo>
                    <a:pt x="41553" y="231606"/>
                  </a:lnTo>
                  <a:lnTo>
                    <a:pt x="45111" y="235531"/>
                  </a:lnTo>
                  <a:lnTo>
                    <a:pt x="48793" y="239341"/>
                  </a:lnTo>
                  <a:lnTo>
                    <a:pt x="52593" y="243033"/>
                  </a:lnTo>
                  <a:lnTo>
                    <a:pt x="56508" y="246602"/>
                  </a:lnTo>
                  <a:lnTo>
                    <a:pt x="60535" y="250046"/>
                  </a:lnTo>
                  <a:lnTo>
                    <a:pt x="64668" y="253360"/>
                  </a:lnTo>
                  <a:lnTo>
                    <a:pt x="68905" y="256542"/>
                  </a:lnTo>
                  <a:lnTo>
                    <a:pt x="73240" y="259588"/>
                  </a:lnTo>
                  <a:lnTo>
                    <a:pt x="77669" y="262495"/>
                  </a:lnTo>
                  <a:lnTo>
                    <a:pt x="82189" y="265260"/>
                  </a:lnTo>
                  <a:lnTo>
                    <a:pt x="86793" y="267880"/>
                  </a:lnTo>
                  <a:lnTo>
                    <a:pt x="91479" y="270353"/>
                  </a:lnTo>
                  <a:lnTo>
                    <a:pt x="96240" y="272677"/>
                  </a:lnTo>
                  <a:lnTo>
                    <a:pt x="101073" y="274848"/>
                  </a:lnTo>
                  <a:lnTo>
                    <a:pt x="105972" y="276865"/>
                  </a:lnTo>
                  <a:lnTo>
                    <a:pt x="110933" y="278726"/>
                  </a:lnTo>
                  <a:lnTo>
                    <a:pt x="115950" y="280429"/>
                  </a:lnTo>
                  <a:lnTo>
                    <a:pt x="121018" y="281972"/>
                  </a:lnTo>
                  <a:lnTo>
                    <a:pt x="126133" y="283354"/>
                  </a:lnTo>
                  <a:lnTo>
                    <a:pt x="131289" y="284572"/>
                  </a:lnTo>
                  <a:lnTo>
                    <a:pt x="136481" y="285627"/>
                  </a:lnTo>
                  <a:lnTo>
                    <a:pt x="141704" y="286517"/>
                  </a:lnTo>
                  <a:lnTo>
                    <a:pt x="146953" y="287241"/>
                  </a:lnTo>
                  <a:lnTo>
                    <a:pt x="152222" y="287798"/>
                  </a:lnTo>
                  <a:lnTo>
                    <a:pt x="157505" y="288188"/>
                  </a:lnTo>
                  <a:lnTo>
                    <a:pt x="162799" y="288410"/>
                  </a:lnTo>
                  <a:lnTo>
                    <a:pt x="168097" y="288464"/>
                  </a:lnTo>
                  <a:lnTo>
                    <a:pt x="173394" y="288350"/>
                  </a:lnTo>
                  <a:lnTo>
                    <a:pt x="178684" y="288069"/>
                  </a:lnTo>
                  <a:lnTo>
                    <a:pt x="183964" y="287620"/>
                  </a:lnTo>
                  <a:lnTo>
                    <a:pt x="189226" y="287004"/>
                  </a:lnTo>
                  <a:lnTo>
                    <a:pt x="194466" y="286222"/>
                  </a:lnTo>
                  <a:lnTo>
                    <a:pt x="199678" y="285273"/>
                  </a:lnTo>
                  <a:lnTo>
                    <a:pt x="204858" y="284161"/>
                  </a:lnTo>
                  <a:lnTo>
                    <a:pt x="210001" y="282884"/>
                  </a:lnTo>
                  <a:lnTo>
                    <a:pt x="215100" y="281446"/>
                  </a:lnTo>
                  <a:lnTo>
                    <a:pt x="220151" y="279846"/>
                  </a:lnTo>
                  <a:lnTo>
                    <a:pt x="225148" y="278087"/>
                  </a:lnTo>
                  <a:lnTo>
                    <a:pt x="230088" y="276171"/>
                  </a:lnTo>
                  <a:lnTo>
                    <a:pt x="234964" y="274099"/>
                  </a:lnTo>
                  <a:lnTo>
                    <a:pt x="239772" y="271873"/>
                  </a:lnTo>
                  <a:lnTo>
                    <a:pt x="244507" y="269497"/>
                  </a:lnTo>
                  <a:lnTo>
                    <a:pt x="249165" y="266971"/>
                  </a:lnTo>
                  <a:lnTo>
                    <a:pt x="253740" y="264299"/>
                  </a:lnTo>
                  <a:lnTo>
                    <a:pt x="258228" y="261484"/>
                  </a:lnTo>
                  <a:lnTo>
                    <a:pt x="262625" y="258528"/>
                  </a:lnTo>
                  <a:lnTo>
                    <a:pt x="266926" y="255433"/>
                  </a:lnTo>
                  <a:lnTo>
                    <a:pt x="271126" y="252205"/>
                  </a:lnTo>
                  <a:lnTo>
                    <a:pt x="275222" y="248844"/>
                  </a:lnTo>
                  <a:lnTo>
                    <a:pt x="279210" y="245356"/>
                  </a:lnTo>
                  <a:lnTo>
                    <a:pt x="283085" y="241743"/>
                  </a:lnTo>
                  <a:lnTo>
                    <a:pt x="286844" y="238009"/>
                  </a:lnTo>
                  <a:lnTo>
                    <a:pt x="290482" y="234157"/>
                  </a:lnTo>
                  <a:lnTo>
                    <a:pt x="293996" y="230193"/>
                  </a:lnTo>
                  <a:lnTo>
                    <a:pt x="297384" y="226118"/>
                  </a:lnTo>
                  <a:lnTo>
                    <a:pt x="300640" y="221939"/>
                  </a:lnTo>
                  <a:lnTo>
                    <a:pt x="303762" y="217659"/>
                  </a:lnTo>
                  <a:lnTo>
                    <a:pt x="306747" y="213281"/>
                  </a:lnTo>
                  <a:lnTo>
                    <a:pt x="309592" y="208812"/>
                  </a:lnTo>
                  <a:lnTo>
                    <a:pt x="312294" y="204254"/>
                  </a:lnTo>
                  <a:lnTo>
                    <a:pt x="314849" y="199613"/>
                  </a:lnTo>
                  <a:lnTo>
                    <a:pt x="317257" y="194894"/>
                  </a:lnTo>
                  <a:lnTo>
                    <a:pt x="319514" y="190100"/>
                  </a:lnTo>
                  <a:lnTo>
                    <a:pt x="321618" y="185238"/>
                  </a:lnTo>
                  <a:lnTo>
                    <a:pt x="323566" y="180311"/>
                  </a:lnTo>
                  <a:lnTo>
                    <a:pt x="325358" y="175325"/>
                  </a:lnTo>
                  <a:lnTo>
                    <a:pt x="326990" y="170284"/>
                  </a:lnTo>
                  <a:lnTo>
                    <a:pt x="328462" y="165195"/>
                  </a:lnTo>
                  <a:lnTo>
                    <a:pt x="329772" y="160061"/>
                  </a:lnTo>
                  <a:lnTo>
                    <a:pt x="330919" y="154889"/>
                  </a:lnTo>
                  <a:lnTo>
                    <a:pt x="331901" y="149682"/>
                  </a:lnTo>
                  <a:lnTo>
                    <a:pt x="332718" y="144448"/>
                  </a:lnTo>
                  <a:lnTo>
                    <a:pt x="333368" y="139189"/>
                  </a:lnTo>
                  <a:lnTo>
                    <a:pt x="333852" y="133913"/>
                  </a:lnTo>
                  <a:lnTo>
                    <a:pt x="334168" y="128625"/>
                  </a:lnTo>
                  <a:lnTo>
                    <a:pt x="334316" y="123329"/>
                  </a:lnTo>
                  <a:lnTo>
                    <a:pt x="334297" y="118030"/>
                  </a:lnTo>
                  <a:lnTo>
                    <a:pt x="334109" y="112736"/>
                  </a:lnTo>
                  <a:lnTo>
                    <a:pt x="333754" y="107449"/>
                  </a:lnTo>
                  <a:lnTo>
                    <a:pt x="333231" y="102177"/>
                  </a:lnTo>
                  <a:lnTo>
                    <a:pt x="332542" y="96924"/>
                  </a:lnTo>
                  <a:lnTo>
                    <a:pt x="331686" y="91695"/>
                  </a:lnTo>
                  <a:lnTo>
                    <a:pt x="330666" y="86496"/>
                  </a:lnTo>
                  <a:lnTo>
                    <a:pt x="329481" y="81332"/>
                  </a:lnTo>
                  <a:lnTo>
                    <a:pt x="328133" y="76209"/>
                  </a:lnTo>
                  <a:lnTo>
                    <a:pt x="326623" y="71130"/>
                  </a:lnTo>
                  <a:lnTo>
                    <a:pt x="324953" y="66102"/>
                  </a:lnTo>
                  <a:lnTo>
                    <a:pt x="323124" y="61129"/>
                  </a:lnTo>
                  <a:lnTo>
                    <a:pt x="321139" y="56217"/>
                  </a:lnTo>
                  <a:lnTo>
                    <a:pt x="319000" y="51370"/>
                  </a:lnTo>
                  <a:lnTo>
                    <a:pt x="316707" y="46594"/>
                  </a:lnTo>
                  <a:lnTo>
                    <a:pt x="314265" y="41892"/>
                  </a:lnTo>
                  <a:lnTo>
                    <a:pt x="311674" y="37270"/>
                  </a:lnTo>
                  <a:lnTo>
                    <a:pt x="308939" y="32733"/>
                  </a:lnTo>
                  <a:lnTo>
                    <a:pt x="306061" y="28285"/>
                  </a:lnTo>
                  <a:lnTo>
                    <a:pt x="303044" y="23930"/>
                  </a:lnTo>
                  <a:lnTo>
                    <a:pt x="299890" y="19672"/>
                  </a:lnTo>
                  <a:lnTo>
                    <a:pt x="296603" y="15517"/>
                  </a:lnTo>
                  <a:lnTo>
                    <a:pt x="293186" y="11468"/>
                  </a:lnTo>
                  <a:lnTo>
                    <a:pt x="289642" y="7530"/>
                  </a:lnTo>
                  <a:lnTo>
                    <a:pt x="285975" y="3706"/>
                  </a:lnTo>
                  <a:lnTo>
                    <a:pt x="282189" y="0"/>
                  </a:lnTo>
                  <a:lnTo>
                    <a:pt x="167161" y="1212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488720" y="1322571"/>
              <a:ext cx="115027" cy="167167"/>
            </a:xfrm>
            <a:custGeom>
              <a:avLst/>
              <a:pathLst>
                <a:path w="115027" h="167167">
                  <a:moveTo>
                    <a:pt x="115027" y="45867"/>
                  </a:moveTo>
                  <a:lnTo>
                    <a:pt x="110963" y="42139"/>
                  </a:lnTo>
                  <a:lnTo>
                    <a:pt x="106778" y="38546"/>
                  </a:lnTo>
                  <a:lnTo>
                    <a:pt x="102477" y="35094"/>
                  </a:lnTo>
                  <a:lnTo>
                    <a:pt x="98064" y="31785"/>
                  </a:lnTo>
                  <a:lnTo>
                    <a:pt x="93545" y="28624"/>
                  </a:lnTo>
                  <a:lnTo>
                    <a:pt x="88924" y="25613"/>
                  </a:lnTo>
                  <a:lnTo>
                    <a:pt x="84206" y="22757"/>
                  </a:lnTo>
                  <a:lnTo>
                    <a:pt x="79396" y="20058"/>
                  </a:lnTo>
                  <a:lnTo>
                    <a:pt x="74500" y="17519"/>
                  </a:lnTo>
                  <a:lnTo>
                    <a:pt x="69523" y="15143"/>
                  </a:lnTo>
                  <a:lnTo>
                    <a:pt x="64470" y="12932"/>
                  </a:lnTo>
                  <a:lnTo>
                    <a:pt x="59347" y="10889"/>
                  </a:lnTo>
                  <a:lnTo>
                    <a:pt x="54160" y="9016"/>
                  </a:lnTo>
                  <a:lnTo>
                    <a:pt x="48913" y="7316"/>
                  </a:lnTo>
                  <a:lnTo>
                    <a:pt x="43613" y="5789"/>
                  </a:lnTo>
                  <a:lnTo>
                    <a:pt x="38266" y="4438"/>
                  </a:lnTo>
                  <a:lnTo>
                    <a:pt x="32877" y="3264"/>
                  </a:lnTo>
                  <a:lnTo>
                    <a:pt x="27452" y="2269"/>
                  </a:lnTo>
                  <a:lnTo>
                    <a:pt x="21998" y="1453"/>
                  </a:lnTo>
                  <a:lnTo>
                    <a:pt x="16519" y="818"/>
                  </a:lnTo>
                  <a:lnTo>
                    <a:pt x="11023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2181" y="1681503"/>
              <a:ext cx="94343" cy="167167"/>
            </a:xfrm>
            <a:custGeom>
              <a:avLst/>
              <a:pathLst>
                <a:path w="94343" h="167167">
                  <a:moveTo>
                    <a:pt x="94343" y="0"/>
                  </a:moveTo>
                  <a:lnTo>
                    <a:pt x="88775" y="92"/>
                  </a:lnTo>
                  <a:lnTo>
                    <a:pt x="83213" y="370"/>
                  </a:lnTo>
                  <a:lnTo>
                    <a:pt x="77663" y="834"/>
                  </a:lnTo>
                  <a:lnTo>
                    <a:pt x="72132" y="1482"/>
                  </a:lnTo>
                  <a:lnTo>
                    <a:pt x="66626" y="2313"/>
                  </a:lnTo>
                  <a:lnTo>
                    <a:pt x="61150" y="3328"/>
                  </a:lnTo>
                  <a:lnTo>
                    <a:pt x="55711" y="4524"/>
                  </a:lnTo>
                  <a:lnTo>
                    <a:pt x="50315" y="5901"/>
                  </a:lnTo>
                  <a:lnTo>
                    <a:pt x="44968" y="7457"/>
                  </a:lnTo>
                  <a:lnTo>
                    <a:pt x="39676" y="9191"/>
                  </a:lnTo>
                  <a:lnTo>
                    <a:pt x="34444" y="11099"/>
                  </a:lnTo>
                  <a:lnTo>
                    <a:pt x="29279" y="13181"/>
                  </a:lnTo>
                  <a:lnTo>
                    <a:pt x="24186" y="15433"/>
                  </a:lnTo>
                  <a:lnTo>
                    <a:pt x="19171" y="17854"/>
                  </a:lnTo>
                  <a:lnTo>
                    <a:pt x="14240" y="20441"/>
                  </a:lnTo>
                  <a:lnTo>
                    <a:pt x="9397" y="23191"/>
                  </a:lnTo>
                  <a:lnTo>
                    <a:pt x="4648" y="26100"/>
                  </a:lnTo>
                  <a:lnTo>
                    <a:pt x="0" y="29166"/>
                  </a:lnTo>
                  <a:lnTo>
                    <a:pt x="943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992181" y="171066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72809" y="29166"/>
                  </a:moveTo>
                  <a:lnTo>
                    <a:pt x="68476" y="32230"/>
                  </a:lnTo>
                  <a:lnTo>
                    <a:pt x="64242" y="35431"/>
                  </a:lnTo>
                  <a:lnTo>
                    <a:pt x="60112" y="38764"/>
                  </a:lnTo>
                  <a:lnTo>
                    <a:pt x="56089" y="42227"/>
                  </a:lnTo>
                  <a:lnTo>
                    <a:pt x="52179" y="45816"/>
                  </a:lnTo>
                  <a:lnTo>
                    <a:pt x="48384" y="49527"/>
                  </a:lnTo>
                  <a:lnTo>
                    <a:pt x="44710" y="53357"/>
                  </a:lnTo>
                  <a:lnTo>
                    <a:pt x="41158" y="57301"/>
                  </a:lnTo>
                  <a:lnTo>
                    <a:pt x="37734" y="61357"/>
                  </a:lnTo>
                  <a:lnTo>
                    <a:pt x="34440" y="65519"/>
                  </a:lnTo>
                  <a:lnTo>
                    <a:pt x="31280" y="69783"/>
                  </a:lnTo>
                  <a:lnTo>
                    <a:pt x="28257" y="74145"/>
                  </a:lnTo>
                  <a:lnTo>
                    <a:pt x="25374" y="78602"/>
                  </a:lnTo>
                  <a:lnTo>
                    <a:pt x="22634" y="83147"/>
                  </a:lnTo>
                  <a:lnTo>
                    <a:pt x="20039" y="87778"/>
                  </a:lnTo>
                  <a:lnTo>
                    <a:pt x="17593" y="92488"/>
                  </a:lnTo>
                  <a:lnTo>
                    <a:pt x="15298" y="97273"/>
                  </a:lnTo>
                  <a:lnTo>
                    <a:pt x="13155" y="102129"/>
                  </a:lnTo>
                  <a:lnTo>
                    <a:pt x="11168" y="107051"/>
                  </a:lnTo>
                  <a:lnTo>
                    <a:pt x="9339" y="112033"/>
                  </a:lnTo>
                  <a:lnTo>
                    <a:pt x="7668" y="117071"/>
                  </a:lnTo>
                  <a:lnTo>
                    <a:pt x="6158" y="122159"/>
                  </a:lnTo>
                  <a:lnTo>
                    <a:pt x="4810" y="127293"/>
                  </a:lnTo>
                  <a:lnTo>
                    <a:pt x="3626" y="132467"/>
                  </a:lnTo>
                  <a:lnTo>
                    <a:pt x="2607" y="137676"/>
                  </a:lnTo>
                  <a:lnTo>
                    <a:pt x="1754" y="142914"/>
                  </a:lnTo>
                  <a:lnTo>
                    <a:pt x="1067" y="148177"/>
                  </a:lnTo>
                  <a:lnTo>
                    <a:pt x="548" y="153459"/>
                  </a:lnTo>
                  <a:lnTo>
                    <a:pt x="197" y="158755"/>
                  </a:lnTo>
                  <a:lnTo>
                    <a:pt x="14" y="164060"/>
                  </a:lnTo>
                  <a:lnTo>
                    <a:pt x="0" y="169367"/>
                  </a:lnTo>
                  <a:lnTo>
                    <a:pt x="154" y="174673"/>
                  </a:lnTo>
                  <a:lnTo>
                    <a:pt x="476" y="179970"/>
                  </a:lnTo>
                  <a:lnTo>
                    <a:pt x="967" y="185255"/>
                  </a:lnTo>
                  <a:lnTo>
                    <a:pt x="1625" y="190522"/>
                  </a:lnTo>
                  <a:lnTo>
                    <a:pt x="2449" y="195765"/>
                  </a:lnTo>
                  <a:lnTo>
                    <a:pt x="3440" y="200979"/>
                  </a:lnTo>
                  <a:lnTo>
                    <a:pt x="4596" y="206160"/>
                  </a:lnTo>
                  <a:lnTo>
                    <a:pt x="5916" y="211300"/>
                  </a:lnTo>
                  <a:lnTo>
                    <a:pt x="7398" y="216397"/>
                  </a:lnTo>
                  <a:lnTo>
                    <a:pt x="9042" y="221444"/>
                  </a:lnTo>
                  <a:lnTo>
                    <a:pt x="10845" y="226436"/>
                  </a:lnTo>
                  <a:lnTo>
                    <a:pt x="12805" y="231368"/>
                  </a:lnTo>
                  <a:lnTo>
                    <a:pt x="14921" y="236236"/>
                  </a:lnTo>
                  <a:lnTo>
                    <a:pt x="17190" y="241034"/>
                  </a:lnTo>
                  <a:lnTo>
                    <a:pt x="19611" y="245757"/>
                  </a:lnTo>
                  <a:lnTo>
                    <a:pt x="22180" y="250401"/>
                  </a:lnTo>
                  <a:lnTo>
                    <a:pt x="24896" y="254962"/>
                  </a:lnTo>
                  <a:lnTo>
                    <a:pt x="27754" y="259434"/>
                  </a:lnTo>
                  <a:lnTo>
                    <a:pt x="30754" y="263812"/>
                  </a:lnTo>
                  <a:lnTo>
                    <a:pt x="33891" y="268094"/>
                  </a:lnTo>
                  <a:lnTo>
                    <a:pt x="37162" y="272274"/>
                  </a:lnTo>
                  <a:lnTo>
                    <a:pt x="40564" y="276347"/>
                  </a:lnTo>
                  <a:lnTo>
                    <a:pt x="44094" y="280311"/>
                  </a:lnTo>
                  <a:lnTo>
                    <a:pt x="47748" y="284161"/>
                  </a:lnTo>
                  <a:lnTo>
                    <a:pt x="51522" y="287892"/>
                  </a:lnTo>
                  <a:lnTo>
                    <a:pt x="55413" y="291502"/>
                  </a:lnTo>
                  <a:lnTo>
                    <a:pt x="59417" y="294987"/>
                  </a:lnTo>
                  <a:lnTo>
                    <a:pt x="63529" y="298343"/>
                  </a:lnTo>
                  <a:lnTo>
                    <a:pt x="67745" y="301566"/>
                  </a:lnTo>
                  <a:lnTo>
                    <a:pt x="72062" y="304654"/>
                  </a:lnTo>
                  <a:lnTo>
                    <a:pt x="76475" y="307604"/>
                  </a:lnTo>
                  <a:lnTo>
                    <a:pt x="80979" y="310412"/>
                  </a:lnTo>
                  <a:lnTo>
                    <a:pt x="85570" y="313075"/>
                  </a:lnTo>
                  <a:lnTo>
                    <a:pt x="90243" y="315591"/>
                  </a:lnTo>
                  <a:lnTo>
                    <a:pt x="94993" y="317958"/>
                  </a:lnTo>
                  <a:lnTo>
                    <a:pt x="99817" y="320173"/>
                  </a:lnTo>
                  <a:lnTo>
                    <a:pt x="104708" y="322234"/>
                  </a:lnTo>
                  <a:lnTo>
                    <a:pt x="109662" y="324138"/>
                  </a:lnTo>
                  <a:lnTo>
                    <a:pt x="114674" y="325884"/>
                  </a:lnTo>
                  <a:lnTo>
                    <a:pt x="119740" y="327470"/>
                  </a:lnTo>
                  <a:lnTo>
                    <a:pt x="124853" y="328894"/>
                  </a:lnTo>
                  <a:lnTo>
                    <a:pt x="130008" y="330155"/>
                  </a:lnTo>
                  <a:lnTo>
                    <a:pt x="135201" y="331252"/>
                  </a:lnTo>
                  <a:lnTo>
                    <a:pt x="140426" y="332184"/>
                  </a:lnTo>
                  <a:lnTo>
                    <a:pt x="145678" y="332949"/>
                  </a:lnTo>
                  <a:lnTo>
                    <a:pt x="150952" y="333548"/>
                  </a:lnTo>
                  <a:lnTo>
                    <a:pt x="156242" y="333978"/>
                  </a:lnTo>
                  <a:lnTo>
                    <a:pt x="161543" y="334240"/>
                  </a:lnTo>
                  <a:lnTo>
                    <a:pt x="166850" y="334334"/>
                  </a:lnTo>
                  <a:lnTo>
                    <a:pt x="172157" y="334259"/>
                  </a:lnTo>
                  <a:lnTo>
                    <a:pt x="177459" y="334016"/>
                  </a:lnTo>
                  <a:lnTo>
                    <a:pt x="182751" y="333605"/>
                  </a:lnTo>
                  <a:lnTo>
                    <a:pt x="188027" y="333026"/>
                  </a:lnTo>
                  <a:lnTo>
                    <a:pt x="193282" y="332280"/>
                  </a:lnTo>
                  <a:lnTo>
                    <a:pt x="198510" y="331367"/>
                  </a:lnTo>
                  <a:lnTo>
                    <a:pt x="203707" y="330289"/>
                  </a:lnTo>
                  <a:lnTo>
                    <a:pt x="208867" y="329046"/>
                  </a:lnTo>
                  <a:lnTo>
                    <a:pt x="213985" y="327640"/>
                  </a:lnTo>
                  <a:lnTo>
                    <a:pt x="219056" y="326072"/>
                  </a:lnTo>
                  <a:lnTo>
                    <a:pt x="224075" y="324345"/>
                  </a:lnTo>
                  <a:lnTo>
                    <a:pt x="229036" y="322458"/>
                  </a:lnTo>
                  <a:lnTo>
                    <a:pt x="233934" y="320416"/>
                  </a:lnTo>
                  <a:lnTo>
                    <a:pt x="238766" y="318218"/>
                  </a:lnTo>
                  <a:lnTo>
                    <a:pt x="243525" y="315869"/>
                  </a:lnTo>
                  <a:lnTo>
                    <a:pt x="248207" y="313369"/>
                  </a:lnTo>
                  <a:lnTo>
                    <a:pt x="252808" y="310722"/>
                  </a:lnTo>
                  <a:lnTo>
                    <a:pt x="257322" y="307931"/>
                  </a:lnTo>
                  <a:lnTo>
                    <a:pt x="261745" y="304997"/>
                  </a:lnTo>
                  <a:lnTo>
                    <a:pt x="266073" y="301925"/>
                  </a:lnTo>
                  <a:lnTo>
                    <a:pt x="270301" y="298717"/>
                  </a:lnTo>
                  <a:lnTo>
                    <a:pt x="274425" y="295376"/>
                  </a:lnTo>
                  <a:lnTo>
                    <a:pt x="278441" y="291906"/>
                  </a:lnTo>
                  <a:lnTo>
                    <a:pt x="282345" y="288310"/>
                  </a:lnTo>
                  <a:lnTo>
                    <a:pt x="286133" y="284592"/>
                  </a:lnTo>
                  <a:lnTo>
                    <a:pt x="289801" y="280755"/>
                  </a:lnTo>
                  <a:lnTo>
                    <a:pt x="293345" y="276804"/>
                  </a:lnTo>
                  <a:lnTo>
                    <a:pt x="296762" y="272743"/>
                  </a:lnTo>
                  <a:lnTo>
                    <a:pt x="300048" y="268575"/>
                  </a:lnTo>
                  <a:lnTo>
                    <a:pt x="303201" y="264305"/>
                  </a:lnTo>
                  <a:lnTo>
                    <a:pt x="306216" y="259937"/>
                  </a:lnTo>
                  <a:lnTo>
                    <a:pt x="309091" y="255476"/>
                  </a:lnTo>
                  <a:lnTo>
                    <a:pt x="311823" y="250925"/>
                  </a:lnTo>
                  <a:lnTo>
                    <a:pt x="314409" y="246290"/>
                  </a:lnTo>
                  <a:lnTo>
                    <a:pt x="316847" y="241575"/>
                  </a:lnTo>
                  <a:lnTo>
                    <a:pt x="319133" y="236786"/>
                  </a:lnTo>
                  <a:lnTo>
                    <a:pt x="321267" y="231926"/>
                  </a:lnTo>
                  <a:lnTo>
                    <a:pt x="323245" y="227001"/>
                  </a:lnTo>
                  <a:lnTo>
                    <a:pt x="325066" y="222015"/>
                  </a:lnTo>
                  <a:lnTo>
                    <a:pt x="326727" y="216974"/>
                  </a:lnTo>
                  <a:lnTo>
                    <a:pt x="328228" y="211883"/>
                  </a:lnTo>
                  <a:lnTo>
                    <a:pt x="329567" y="206747"/>
                  </a:lnTo>
                  <a:lnTo>
                    <a:pt x="330741" y="201571"/>
                  </a:lnTo>
                  <a:lnTo>
                    <a:pt x="331751" y="196361"/>
                  </a:lnTo>
                  <a:lnTo>
                    <a:pt x="332595" y="191121"/>
                  </a:lnTo>
                  <a:lnTo>
                    <a:pt x="333272" y="185856"/>
                  </a:lnTo>
                  <a:lnTo>
                    <a:pt x="333781" y="180573"/>
                  </a:lnTo>
                  <a:lnTo>
                    <a:pt x="334123" y="175277"/>
                  </a:lnTo>
                  <a:lnTo>
                    <a:pt x="334296" y="169972"/>
                  </a:lnTo>
                  <a:lnTo>
                    <a:pt x="334301" y="164664"/>
                  </a:lnTo>
                  <a:lnTo>
                    <a:pt x="334137" y="159359"/>
                  </a:lnTo>
                  <a:lnTo>
                    <a:pt x="333805" y="154062"/>
                  </a:lnTo>
                  <a:lnTo>
                    <a:pt x="333305" y="148778"/>
                  </a:lnTo>
                  <a:lnTo>
                    <a:pt x="332638" y="143513"/>
                  </a:lnTo>
                  <a:lnTo>
                    <a:pt x="331804" y="138271"/>
                  </a:lnTo>
                  <a:lnTo>
                    <a:pt x="330803" y="133058"/>
                  </a:lnTo>
                  <a:lnTo>
                    <a:pt x="329638" y="127880"/>
                  </a:lnTo>
                  <a:lnTo>
                    <a:pt x="328309" y="122742"/>
                  </a:lnTo>
                  <a:lnTo>
                    <a:pt x="326817" y="117648"/>
                  </a:lnTo>
                  <a:lnTo>
                    <a:pt x="325165" y="112604"/>
                  </a:lnTo>
                  <a:lnTo>
                    <a:pt x="323353" y="107616"/>
                  </a:lnTo>
                  <a:lnTo>
                    <a:pt x="321384" y="102687"/>
                  </a:lnTo>
                  <a:lnTo>
                    <a:pt x="319259" y="97823"/>
                  </a:lnTo>
                  <a:lnTo>
                    <a:pt x="316981" y="93029"/>
                  </a:lnTo>
                  <a:lnTo>
                    <a:pt x="314552" y="88310"/>
                  </a:lnTo>
                  <a:lnTo>
                    <a:pt x="311974" y="83671"/>
                  </a:lnTo>
                  <a:lnTo>
                    <a:pt x="309250" y="79115"/>
                  </a:lnTo>
                  <a:lnTo>
                    <a:pt x="306383" y="74648"/>
                  </a:lnTo>
                  <a:lnTo>
                    <a:pt x="303376" y="70275"/>
                  </a:lnTo>
                  <a:lnTo>
                    <a:pt x="300232" y="65999"/>
                  </a:lnTo>
                  <a:lnTo>
                    <a:pt x="296953" y="61825"/>
                  </a:lnTo>
                  <a:lnTo>
                    <a:pt x="293543" y="57758"/>
                  </a:lnTo>
                  <a:lnTo>
                    <a:pt x="290006" y="53801"/>
                  </a:lnTo>
                  <a:lnTo>
                    <a:pt x="286345" y="49958"/>
                  </a:lnTo>
                  <a:lnTo>
                    <a:pt x="282564" y="46233"/>
                  </a:lnTo>
                  <a:lnTo>
                    <a:pt x="278667" y="42630"/>
                  </a:lnTo>
                  <a:lnTo>
                    <a:pt x="274657" y="39152"/>
                  </a:lnTo>
                  <a:lnTo>
                    <a:pt x="270539" y="35804"/>
                  </a:lnTo>
                  <a:lnTo>
                    <a:pt x="266317" y="32588"/>
                  </a:lnTo>
                  <a:lnTo>
                    <a:pt x="261994" y="29508"/>
                  </a:lnTo>
                  <a:lnTo>
                    <a:pt x="257576" y="26566"/>
                  </a:lnTo>
                  <a:lnTo>
                    <a:pt x="253067" y="23767"/>
                  </a:lnTo>
                  <a:lnTo>
                    <a:pt x="248471" y="21112"/>
                  </a:lnTo>
                  <a:lnTo>
                    <a:pt x="243794" y="18604"/>
                  </a:lnTo>
                  <a:lnTo>
                    <a:pt x="239039" y="16245"/>
                  </a:lnTo>
                  <a:lnTo>
                    <a:pt x="234211" y="14039"/>
                  </a:lnTo>
                  <a:lnTo>
                    <a:pt x="229316" y="11988"/>
                  </a:lnTo>
                  <a:lnTo>
                    <a:pt x="224359" y="10092"/>
                  </a:lnTo>
                  <a:lnTo>
                    <a:pt x="219343" y="8356"/>
                  </a:lnTo>
                  <a:lnTo>
                    <a:pt x="214275" y="6779"/>
                  </a:lnTo>
                  <a:lnTo>
                    <a:pt x="209160" y="5364"/>
                  </a:lnTo>
                  <a:lnTo>
                    <a:pt x="204002" y="4112"/>
                  </a:lnTo>
                  <a:lnTo>
                    <a:pt x="198807" y="3024"/>
                  </a:lnTo>
                  <a:lnTo>
                    <a:pt x="193580" y="2102"/>
                  </a:lnTo>
                  <a:lnTo>
                    <a:pt x="188327" y="1346"/>
                  </a:lnTo>
                  <a:lnTo>
                    <a:pt x="183052" y="757"/>
                  </a:lnTo>
                  <a:lnTo>
                    <a:pt x="177761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4979" y="2126963"/>
              <a:ext cx="116308" cy="167167"/>
            </a:xfrm>
            <a:custGeom>
              <a:avLst/>
              <a:pathLst>
                <a:path w="116308" h="167167">
                  <a:moveTo>
                    <a:pt x="116308" y="0"/>
                  </a:moveTo>
                  <a:lnTo>
                    <a:pt x="110716" y="93"/>
                  </a:lnTo>
                  <a:lnTo>
                    <a:pt x="105131" y="374"/>
                  </a:lnTo>
                  <a:lnTo>
                    <a:pt x="99558" y="841"/>
                  </a:lnTo>
                  <a:lnTo>
                    <a:pt x="94004" y="1494"/>
                  </a:lnTo>
                  <a:lnTo>
                    <a:pt x="88475" y="2333"/>
                  </a:lnTo>
                  <a:lnTo>
                    <a:pt x="82977" y="3356"/>
                  </a:lnTo>
                  <a:lnTo>
                    <a:pt x="77516" y="4563"/>
                  </a:lnTo>
                  <a:lnTo>
                    <a:pt x="72099" y="5951"/>
                  </a:lnTo>
                  <a:lnTo>
                    <a:pt x="66731" y="7520"/>
                  </a:lnTo>
                  <a:lnTo>
                    <a:pt x="61419" y="9268"/>
                  </a:lnTo>
                  <a:lnTo>
                    <a:pt x="56168" y="11192"/>
                  </a:lnTo>
                  <a:lnTo>
                    <a:pt x="50984" y="13291"/>
                  </a:lnTo>
                  <a:lnTo>
                    <a:pt x="45874" y="15562"/>
                  </a:lnTo>
                  <a:lnTo>
                    <a:pt x="40842" y="18003"/>
                  </a:lnTo>
                  <a:lnTo>
                    <a:pt x="35895" y="20611"/>
                  </a:lnTo>
                  <a:lnTo>
                    <a:pt x="31038" y="23383"/>
                  </a:lnTo>
                  <a:lnTo>
                    <a:pt x="26276" y="26315"/>
                  </a:lnTo>
                  <a:lnTo>
                    <a:pt x="21615" y="29406"/>
                  </a:lnTo>
                  <a:lnTo>
                    <a:pt x="17060" y="32650"/>
                  </a:lnTo>
                  <a:lnTo>
                    <a:pt x="12616" y="36045"/>
                  </a:lnTo>
                  <a:lnTo>
                    <a:pt x="8288" y="39587"/>
                  </a:lnTo>
                  <a:lnTo>
                    <a:pt x="4081" y="43272"/>
                  </a:lnTo>
                  <a:lnTo>
                    <a:pt x="0" y="47095"/>
                  </a:lnTo>
                  <a:lnTo>
                    <a:pt x="11630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664979" y="2174059"/>
              <a:ext cx="116308" cy="120072"/>
            </a:xfrm>
            <a:custGeom>
              <a:avLst/>
              <a:pathLst>
                <a:path w="116308" h="120072">
                  <a:moveTo>
                    <a:pt x="0" y="0"/>
                  </a:moveTo>
                  <a:lnTo>
                    <a:pt x="116308" y="120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614130" y="2130351"/>
              <a:ext cx="334317" cy="330947"/>
            </a:xfrm>
            <a:custGeom>
              <a:avLst/>
              <a:pathLst>
                <a:path w="334317" h="330947">
                  <a:moveTo>
                    <a:pt x="50849" y="43707"/>
                  </a:moveTo>
                  <a:lnTo>
                    <a:pt x="47111" y="47444"/>
                  </a:lnTo>
                  <a:lnTo>
                    <a:pt x="43493" y="51298"/>
                  </a:lnTo>
                  <a:lnTo>
                    <a:pt x="39999" y="55264"/>
                  </a:lnTo>
                  <a:lnTo>
                    <a:pt x="36632" y="59338"/>
                  </a:lnTo>
                  <a:lnTo>
                    <a:pt x="33395" y="63516"/>
                  </a:lnTo>
                  <a:lnTo>
                    <a:pt x="30292" y="67795"/>
                  </a:lnTo>
                  <a:lnTo>
                    <a:pt x="27326" y="72170"/>
                  </a:lnTo>
                  <a:lnTo>
                    <a:pt x="24500" y="76637"/>
                  </a:lnTo>
                  <a:lnTo>
                    <a:pt x="21816" y="81190"/>
                  </a:lnTo>
                  <a:lnTo>
                    <a:pt x="19278" y="85826"/>
                  </a:lnTo>
                  <a:lnTo>
                    <a:pt x="16888" y="90540"/>
                  </a:lnTo>
                  <a:lnTo>
                    <a:pt x="14647" y="95327"/>
                  </a:lnTo>
                  <a:lnTo>
                    <a:pt x="12559" y="100183"/>
                  </a:lnTo>
                  <a:lnTo>
                    <a:pt x="10626" y="105102"/>
                  </a:lnTo>
                  <a:lnTo>
                    <a:pt x="8849" y="110080"/>
                  </a:lnTo>
                  <a:lnTo>
                    <a:pt x="7231" y="115112"/>
                  </a:lnTo>
                  <a:lnTo>
                    <a:pt x="5772" y="120192"/>
                  </a:lnTo>
                  <a:lnTo>
                    <a:pt x="4475" y="125316"/>
                  </a:lnTo>
                  <a:lnTo>
                    <a:pt x="3340" y="130478"/>
                  </a:lnTo>
                  <a:lnTo>
                    <a:pt x="2369" y="135674"/>
                  </a:lnTo>
                  <a:lnTo>
                    <a:pt x="1563" y="140897"/>
                  </a:lnTo>
                  <a:lnTo>
                    <a:pt x="923" y="146144"/>
                  </a:lnTo>
                  <a:lnTo>
                    <a:pt x="448" y="151408"/>
                  </a:lnTo>
                  <a:lnTo>
                    <a:pt x="140" y="156685"/>
                  </a:lnTo>
                  <a:lnTo>
                    <a:pt x="0" y="161968"/>
                  </a:lnTo>
                  <a:lnTo>
                    <a:pt x="26" y="167254"/>
                  </a:lnTo>
                  <a:lnTo>
                    <a:pt x="219" y="172536"/>
                  </a:lnTo>
                  <a:lnTo>
                    <a:pt x="579" y="177809"/>
                  </a:lnTo>
                  <a:lnTo>
                    <a:pt x="1106" y="183068"/>
                  </a:lnTo>
                  <a:lnTo>
                    <a:pt x="1799" y="188308"/>
                  </a:lnTo>
                  <a:lnTo>
                    <a:pt x="2657" y="193523"/>
                  </a:lnTo>
                  <a:lnTo>
                    <a:pt x="3680" y="198709"/>
                  </a:lnTo>
                  <a:lnTo>
                    <a:pt x="4866" y="203860"/>
                  </a:lnTo>
                  <a:lnTo>
                    <a:pt x="6214" y="208970"/>
                  </a:lnTo>
                  <a:lnTo>
                    <a:pt x="7723" y="214036"/>
                  </a:lnTo>
                  <a:lnTo>
                    <a:pt x="9392" y="219051"/>
                  </a:lnTo>
                  <a:lnTo>
                    <a:pt x="11218" y="224011"/>
                  </a:lnTo>
                  <a:lnTo>
                    <a:pt x="13200" y="228911"/>
                  </a:lnTo>
                  <a:lnTo>
                    <a:pt x="15336" y="233746"/>
                  </a:lnTo>
                  <a:lnTo>
                    <a:pt x="17624" y="238510"/>
                  </a:lnTo>
                  <a:lnTo>
                    <a:pt x="20061" y="243200"/>
                  </a:lnTo>
                  <a:lnTo>
                    <a:pt x="22645" y="247811"/>
                  </a:lnTo>
                  <a:lnTo>
                    <a:pt x="25374" y="252338"/>
                  </a:lnTo>
                  <a:lnTo>
                    <a:pt x="28245" y="256776"/>
                  </a:lnTo>
                  <a:lnTo>
                    <a:pt x="31254" y="261121"/>
                  </a:lnTo>
                  <a:lnTo>
                    <a:pt x="34399" y="265369"/>
                  </a:lnTo>
                  <a:lnTo>
                    <a:pt x="37677" y="269515"/>
                  </a:lnTo>
                  <a:lnTo>
                    <a:pt x="41085" y="273555"/>
                  </a:lnTo>
                  <a:lnTo>
                    <a:pt x="44618" y="277486"/>
                  </a:lnTo>
                  <a:lnTo>
                    <a:pt x="48274" y="281303"/>
                  </a:lnTo>
                  <a:lnTo>
                    <a:pt x="52049" y="285003"/>
                  </a:lnTo>
                  <a:lnTo>
                    <a:pt x="55939" y="288581"/>
                  </a:lnTo>
                  <a:lnTo>
                    <a:pt x="59940" y="292035"/>
                  </a:lnTo>
                  <a:lnTo>
                    <a:pt x="64048" y="295360"/>
                  </a:lnTo>
                  <a:lnTo>
                    <a:pt x="68260" y="298554"/>
                  </a:lnTo>
                  <a:lnTo>
                    <a:pt x="72570" y="301614"/>
                  </a:lnTo>
                  <a:lnTo>
                    <a:pt x="76975" y="304535"/>
                  </a:lnTo>
                  <a:lnTo>
                    <a:pt x="81470" y="307316"/>
                  </a:lnTo>
                  <a:lnTo>
                    <a:pt x="86050" y="309953"/>
                  </a:lnTo>
                  <a:lnTo>
                    <a:pt x="90712" y="312444"/>
                  </a:lnTo>
                  <a:lnTo>
                    <a:pt x="95450" y="314786"/>
                  </a:lnTo>
                  <a:lnTo>
                    <a:pt x="100260" y="316978"/>
                  </a:lnTo>
                  <a:lnTo>
                    <a:pt x="105136" y="319016"/>
                  </a:lnTo>
                  <a:lnTo>
                    <a:pt x="110075" y="320899"/>
                  </a:lnTo>
                  <a:lnTo>
                    <a:pt x="115071" y="322625"/>
                  </a:lnTo>
                  <a:lnTo>
                    <a:pt x="120119" y="324193"/>
                  </a:lnTo>
                  <a:lnTo>
                    <a:pt x="125213" y="325599"/>
                  </a:lnTo>
                  <a:lnTo>
                    <a:pt x="130350" y="326845"/>
                  </a:lnTo>
                  <a:lnTo>
                    <a:pt x="135524" y="327927"/>
                  </a:lnTo>
                  <a:lnTo>
                    <a:pt x="140729" y="328845"/>
                  </a:lnTo>
                  <a:lnTo>
                    <a:pt x="145961" y="329598"/>
                  </a:lnTo>
                  <a:lnTo>
                    <a:pt x="151213" y="330185"/>
                  </a:lnTo>
                  <a:lnTo>
                    <a:pt x="156482" y="330606"/>
                  </a:lnTo>
                  <a:lnTo>
                    <a:pt x="161761" y="330860"/>
                  </a:lnTo>
                  <a:lnTo>
                    <a:pt x="167046" y="330947"/>
                  </a:lnTo>
                  <a:lnTo>
                    <a:pt x="172331" y="330867"/>
                  </a:lnTo>
                  <a:lnTo>
                    <a:pt x="177611" y="330620"/>
                  </a:lnTo>
                  <a:lnTo>
                    <a:pt x="182880" y="330206"/>
                  </a:lnTo>
                  <a:lnTo>
                    <a:pt x="188134" y="329626"/>
                  </a:lnTo>
                  <a:lnTo>
                    <a:pt x="193366" y="328880"/>
                  </a:lnTo>
                  <a:lnTo>
                    <a:pt x="198573" y="327968"/>
                  </a:lnTo>
                  <a:lnTo>
                    <a:pt x="203748" y="326893"/>
                  </a:lnTo>
                  <a:lnTo>
                    <a:pt x="208886" y="325655"/>
                  </a:lnTo>
                  <a:lnTo>
                    <a:pt x="213983" y="324255"/>
                  </a:lnTo>
                  <a:lnTo>
                    <a:pt x="219033" y="322694"/>
                  </a:lnTo>
                  <a:lnTo>
                    <a:pt x="224031" y="320975"/>
                  </a:lnTo>
                  <a:lnTo>
                    <a:pt x="228972" y="319098"/>
                  </a:lnTo>
                  <a:lnTo>
                    <a:pt x="233851" y="317066"/>
                  </a:lnTo>
                  <a:lnTo>
                    <a:pt x="238664" y="314881"/>
                  </a:lnTo>
                  <a:lnTo>
                    <a:pt x="243405" y="312545"/>
                  </a:lnTo>
                  <a:lnTo>
                    <a:pt x="248070" y="310060"/>
                  </a:lnTo>
                  <a:lnTo>
                    <a:pt x="252654" y="307429"/>
                  </a:lnTo>
                  <a:lnTo>
                    <a:pt x="257153" y="304654"/>
                  </a:lnTo>
                  <a:lnTo>
                    <a:pt x="261561" y="301739"/>
                  </a:lnTo>
                  <a:lnTo>
                    <a:pt x="265876" y="298685"/>
                  </a:lnTo>
                  <a:lnTo>
                    <a:pt x="270091" y="295497"/>
                  </a:lnTo>
                  <a:lnTo>
                    <a:pt x="274204" y="292177"/>
                  </a:lnTo>
                  <a:lnTo>
                    <a:pt x="278210" y="288729"/>
                  </a:lnTo>
                  <a:lnTo>
                    <a:pt x="282104" y="285155"/>
                  </a:lnTo>
                  <a:lnTo>
                    <a:pt x="285884" y="281461"/>
                  </a:lnTo>
                  <a:lnTo>
                    <a:pt x="289545" y="277649"/>
                  </a:lnTo>
                  <a:lnTo>
                    <a:pt x="293084" y="273722"/>
                  </a:lnTo>
                  <a:lnTo>
                    <a:pt x="296496" y="269686"/>
                  </a:lnTo>
                  <a:lnTo>
                    <a:pt x="299780" y="265545"/>
                  </a:lnTo>
                  <a:lnTo>
                    <a:pt x="302931" y="261301"/>
                  </a:lnTo>
                  <a:lnTo>
                    <a:pt x="305946" y="256960"/>
                  </a:lnTo>
                  <a:lnTo>
                    <a:pt x="308823" y="252526"/>
                  </a:lnTo>
                  <a:lnTo>
                    <a:pt x="311557" y="248003"/>
                  </a:lnTo>
                  <a:lnTo>
                    <a:pt x="314148" y="243395"/>
                  </a:lnTo>
                  <a:lnTo>
                    <a:pt x="316591" y="238709"/>
                  </a:lnTo>
                  <a:lnTo>
                    <a:pt x="318885" y="233947"/>
                  </a:lnTo>
                  <a:lnTo>
                    <a:pt x="321028" y="229115"/>
                  </a:lnTo>
                  <a:lnTo>
                    <a:pt x="323016" y="224218"/>
                  </a:lnTo>
                  <a:lnTo>
                    <a:pt x="324849" y="219260"/>
                  </a:lnTo>
                  <a:lnTo>
                    <a:pt x="326524" y="214247"/>
                  </a:lnTo>
                  <a:lnTo>
                    <a:pt x="328040" y="209184"/>
                  </a:lnTo>
                  <a:lnTo>
                    <a:pt x="329395" y="204075"/>
                  </a:lnTo>
                  <a:lnTo>
                    <a:pt x="330588" y="198926"/>
                  </a:lnTo>
                  <a:lnTo>
                    <a:pt x="331618" y="193742"/>
                  </a:lnTo>
                  <a:lnTo>
                    <a:pt x="332483" y="188527"/>
                  </a:lnTo>
                  <a:lnTo>
                    <a:pt x="333182" y="183288"/>
                  </a:lnTo>
                  <a:lnTo>
                    <a:pt x="333716" y="178030"/>
                  </a:lnTo>
                  <a:lnTo>
                    <a:pt x="334083" y="172757"/>
                  </a:lnTo>
                  <a:lnTo>
                    <a:pt x="334284" y="167476"/>
                  </a:lnTo>
                  <a:lnTo>
                    <a:pt x="334317" y="162190"/>
                  </a:lnTo>
                  <a:lnTo>
                    <a:pt x="334183" y="156906"/>
                  </a:lnTo>
                  <a:lnTo>
                    <a:pt x="333882" y="151629"/>
                  </a:lnTo>
                  <a:lnTo>
                    <a:pt x="333415" y="146365"/>
                  </a:lnTo>
                  <a:lnTo>
                    <a:pt x="332781" y="141117"/>
                  </a:lnTo>
                  <a:lnTo>
                    <a:pt x="331982" y="135892"/>
                  </a:lnTo>
                  <a:lnTo>
                    <a:pt x="331018" y="130696"/>
                  </a:lnTo>
                  <a:lnTo>
                    <a:pt x="329890" y="125532"/>
                  </a:lnTo>
                  <a:lnTo>
                    <a:pt x="328600" y="120406"/>
                  </a:lnTo>
                  <a:lnTo>
                    <a:pt x="327148" y="115324"/>
                  </a:lnTo>
                  <a:lnTo>
                    <a:pt x="325536" y="110290"/>
                  </a:lnTo>
                  <a:lnTo>
                    <a:pt x="323766" y="105310"/>
                  </a:lnTo>
                  <a:lnTo>
                    <a:pt x="321839" y="100388"/>
                  </a:lnTo>
                  <a:lnTo>
                    <a:pt x="319758" y="95530"/>
                  </a:lnTo>
                  <a:lnTo>
                    <a:pt x="317524" y="90740"/>
                  </a:lnTo>
                  <a:lnTo>
                    <a:pt x="315140" y="86022"/>
                  </a:lnTo>
                  <a:lnTo>
                    <a:pt x="312607" y="81383"/>
                  </a:lnTo>
                  <a:lnTo>
                    <a:pt x="309930" y="76826"/>
                  </a:lnTo>
                  <a:lnTo>
                    <a:pt x="307109" y="72356"/>
                  </a:lnTo>
                  <a:lnTo>
                    <a:pt x="304149" y="67977"/>
                  </a:lnTo>
                  <a:lnTo>
                    <a:pt x="301052" y="63694"/>
                  </a:lnTo>
                  <a:lnTo>
                    <a:pt x="297821" y="59511"/>
                  </a:lnTo>
                  <a:lnTo>
                    <a:pt x="294459" y="55432"/>
                  </a:lnTo>
                  <a:lnTo>
                    <a:pt x="290970" y="51462"/>
                  </a:lnTo>
                  <a:lnTo>
                    <a:pt x="287358" y="47604"/>
                  </a:lnTo>
                  <a:lnTo>
                    <a:pt x="283625" y="43862"/>
                  </a:lnTo>
                  <a:lnTo>
                    <a:pt x="279776" y="40240"/>
                  </a:lnTo>
                  <a:lnTo>
                    <a:pt x="275814" y="36741"/>
                  </a:lnTo>
                  <a:lnTo>
                    <a:pt x="271743" y="33370"/>
                  </a:lnTo>
                  <a:lnTo>
                    <a:pt x="267568" y="30128"/>
                  </a:lnTo>
                  <a:lnTo>
                    <a:pt x="263293" y="27021"/>
                  </a:lnTo>
                  <a:lnTo>
                    <a:pt x="258921" y="24050"/>
                  </a:lnTo>
                  <a:lnTo>
                    <a:pt x="254458" y="21219"/>
                  </a:lnTo>
                  <a:lnTo>
                    <a:pt x="249907" y="18530"/>
                  </a:lnTo>
                  <a:lnTo>
                    <a:pt x="245274" y="15987"/>
                  </a:lnTo>
                  <a:lnTo>
                    <a:pt x="240563" y="13591"/>
                  </a:lnTo>
                  <a:lnTo>
                    <a:pt x="235778" y="11345"/>
                  </a:lnTo>
                  <a:lnTo>
                    <a:pt x="230924" y="9252"/>
                  </a:lnTo>
                  <a:lnTo>
                    <a:pt x="226007" y="7313"/>
                  </a:lnTo>
                  <a:lnTo>
                    <a:pt x="221031" y="5531"/>
                  </a:lnTo>
                  <a:lnTo>
                    <a:pt x="216002" y="3907"/>
                  </a:lnTo>
                  <a:lnTo>
                    <a:pt x="210923" y="2443"/>
                  </a:lnTo>
                  <a:lnTo>
                    <a:pt x="205801" y="1140"/>
                  </a:lnTo>
                  <a:lnTo>
                    <a:pt x="200639" y="0"/>
                  </a:lnTo>
                  <a:lnTo>
                    <a:pt x="167157" y="163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781287" y="2126963"/>
              <a:ext cx="33482" cy="167167"/>
            </a:xfrm>
            <a:custGeom>
              <a:avLst/>
              <a:pathLst>
                <a:path w="33482" h="167167">
                  <a:moveTo>
                    <a:pt x="33482" y="3387"/>
                  </a:moveTo>
                  <a:lnTo>
                    <a:pt x="26851" y="2170"/>
                  </a:lnTo>
                  <a:lnTo>
                    <a:pt x="20176" y="1222"/>
                  </a:lnTo>
                  <a:lnTo>
                    <a:pt x="13469" y="543"/>
                  </a:lnTo>
                  <a:lnTo>
                    <a:pt x="6740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423601" y="2633064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3" y="757"/>
                  </a:lnTo>
                  <a:lnTo>
                    <a:pt x="145980" y="1345"/>
                  </a:lnTo>
                  <a:lnTo>
                    <a:pt x="140729" y="2100"/>
                  </a:lnTo>
                  <a:lnTo>
                    <a:pt x="135504" y="3022"/>
                  </a:lnTo>
                  <a:lnTo>
                    <a:pt x="130311" y="4109"/>
                  </a:lnTo>
                  <a:lnTo>
                    <a:pt x="125155" y="5360"/>
                  </a:lnTo>
                  <a:lnTo>
                    <a:pt x="120041" y="6774"/>
                  </a:lnTo>
                  <a:lnTo>
                    <a:pt x="114975" y="8349"/>
                  </a:lnTo>
                  <a:lnTo>
                    <a:pt x="109961" y="10085"/>
                  </a:lnTo>
                  <a:lnTo>
                    <a:pt x="105005" y="11979"/>
                  </a:lnTo>
                  <a:lnTo>
                    <a:pt x="100111" y="14029"/>
                  </a:lnTo>
                  <a:lnTo>
                    <a:pt x="95285" y="16234"/>
                  </a:lnTo>
                  <a:lnTo>
                    <a:pt x="90532" y="18590"/>
                  </a:lnTo>
                  <a:lnTo>
                    <a:pt x="85855" y="21096"/>
                  </a:lnTo>
                  <a:lnTo>
                    <a:pt x="81261" y="23749"/>
                  </a:lnTo>
                  <a:lnTo>
                    <a:pt x="76753" y="26547"/>
                  </a:lnTo>
                  <a:lnTo>
                    <a:pt x="72336" y="29487"/>
                  </a:lnTo>
                  <a:lnTo>
                    <a:pt x="68014" y="32565"/>
                  </a:lnTo>
                  <a:lnTo>
                    <a:pt x="63793" y="35778"/>
                  </a:lnTo>
                  <a:lnTo>
                    <a:pt x="59675" y="39124"/>
                  </a:lnTo>
                  <a:lnTo>
                    <a:pt x="55666" y="42600"/>
                  </a:lnTo>
                  <a:lnTo>
                    <a:pt x="51769" y="46200"/>
                  </a:lnTo>
                  <a:lnTo>
                    <a:pt x="47989" y="49922"/>
                  </a:lnTo>
                  <a:lnTo>
                    <a:pt x="44328" y="53763"/>
                  </a:lnTo>
                  <a:lnTo>
                    <a:pt x="40791" y="57718"/>
                  </a:lnTo>
                  <a:lnTo>
                    <a:pt x="37381" y="61782"/>
                  </a:lnTo>
                  <a:lnTo>
                    <a:pt x="34102" y="65954"/>
                  </a:lnTo>
                  <a:lnTo>
                    <a:pt x="30957" y="70227"/>
                  </a:lnTo>
                  <a:lnTo>
                    <a:pt x="27950" y="74597"/>
                  </a:lnTo>
                  <a:lnTo>
                    <a:pt x="25082" y="79061"/>
                  </a:lnTo>
                  <a:lnTo>
                    <a:pt x="22358" y="83614"/>
                  </a:lnTo>
                  <a:lnTo>
                    <a:pt x="19779" y="88251"/>
                  </a:lnTo>
                  <a:lnTo>
                    <a:pt x="17349" y="92967"/>
                  </a:lnTo>
                  <a:lnTo>
                    <a:pt x="15070" y="97758"/>
                  </a:lnTo>
                  <a:lnTo>
                    <a:pt x="12944" y="102619"/>
                  </a:lnTo>
                  <a:lnTo>
                    <a:pt x="10973" y="107545"/>
                  </a:lnTo>
                  <a:lnTo>
                    <a:pt x="9160" y="112532"/>
                  </a:lnTo>
                  <a:lnTo>
                    <a:pt x="7505" y="117573"/>
                  </a:lnTo>
                  <a:lnTo>
                    <a:pt x="6012" y="122664"/>
                  </a:lnTo>
                  <a:lnTo>
                    <a:pt x="4681" y="127800"/>
                  </a:lnTo>
                  <a:lnTo>
                    <a:pt x="3513" y="132975"/>
                  </a:lnTo>
                  <a:lnTo>
                    <a:pt x="2511" y="138185"/>
                  </a:lnTo>
                  <a:lnTo>
                    <a:pt x="1674" y="143425"/>
                  </a:lnTo>
                  <a:lnTo>
                    <a:pt x="1004" y="148688"/>
                  </a:lnTo>
                  <a:lnTo>
                    <a:pt x="501" y="153969"/>
                  </a:lnTo>
                  <a:lnTo>
                    <a:pt x="166" y="159264"/>
                  </a:lnTo>
                  <a:lnTo>
                    <a:pt x="0" y="164567"/>
                  </a:lnTo>
                  <a:lnTo>
                    <a:pt x="1" y="169873"/>
                  </a:lnTo>
                  <a:lnTo>
                    <a:pt x="171" y="175176"/>
                  </a:lnTo>
                  <a:lnTo>
                    <a:pt x="510" y="180471"/>
                  </a:lnTo>
                  <a:lnTo>
                    <a:pt x="1016" y="185752"/>
                  </a:lnTo>
                  <a:lnTo>
                    <a:pt x="1689" y="191015"/>
                  </a:lnTo>
                  <a:lnTo>
                    <a:pt x="2529" y="196254"/>
                  </a:lnTo>
                  <a:lnTo>
                    <a:pt x="3535" y="201463"/>
                  </a:lnTo>
                  <a:lnTo>
                    <a:pt x="4706" y="206638"/>
                  </a:lnTo>
                  <a:lnTo>
                    <a:pt x="6040" y="211773"/>
                  </a:lnTo>
                  <a:lnTo>
                    <a:pt x="7537" y="216863"/>
                  </a:lnTo>
                  <a:lnTo>
                    <a:pt x="9195" y="221903"/>
                  </a:lnTo>
                  <a:lnTo>
                    <a:pt x="11011" y="226888"/>
                  </a:lnTo>
                  <a:lnTo>
                    <a:pt x="12985" y="231813"/>
                  </a:lnTo>
                  <a:lnTo>
                    <a:pt x="15114" y="236673"/>
                  </a:lnTo>
                  <a:lnTo>
                    <a:pt x="17396" y="241462"/>
                  </a:lnTo>
                  <a:lnTo>
                    <a:pt x="19830" y="246177"/>
                  </a:lnTo>
                  <a:lnTo>
                    <a:pt x="22411" y="250812"/>
                  </a:lnTo>
                  <a:lnTo>
                    <a:pt x="25138" y="255363"/>
                  </a:lnTo>
                  <a:lnTo>
                    <a:pt x="28009" y="259825"/>
                  </a:lnTo>
                  <a:lnTo>
                    <a:pt x="31019" y="264194"/>
                  </a:lnTo>
                  <a:lnTo>
                    <a:pt x="34167" y="268465"/>
                  </a:lnTo>
                  <a:lnTo>
                    <a:pt x="37449" y="272634"/>
                  </a:lnTo>
                  <a:lnTo>
                    <a:pt x="40861" y="276697"/>
                  </a:lnTo>
                  <a:lnTo>
                    <a:pt x="44400" y="280649"/>
                  </a:lnTo>
                  <a:lnTo>
                    <a:pt x="48063" y="284488"/>
                  </a:lnTo>
                  <a:lnTo>
                    <a:pt x="51846" y="288207"/>
                  </a:lnTo>
                  <a:lnTo>
                    <a:pt x="55746" y="291805"/>
                  </a:lnTo>
                  <a:lnTo>
                    <a:pt x="59757" y="295278"/>
                  </a:lnTo>
                  <a:lnTo>
                    <a:pt x="63877" y="298621"/>
                  </a:lnTo>
                  <a:lnTo>
                    <a:pt x="68100" y="301832"/>
                  </a:lnTo>
                  <a:lnTo>
                    <a:pt x="72424" y="304908"/>
                  </a:lnTo>
                  <a:lnTo>
                    <a:pt x="76843" y="307844"/>
                  </a:lnTo>
                  <a:lnTo>
                    <a:pt x="81352" y="310639"/>
                  </a:lnTo>
                  <a:lnTo>
                    <a:pt x="85949" y="313290"/>
                  </a:lnTo>
                  <a:lnTo>
                    <a:pt x="90627" y="315793"/>
                  </a:lnTo>
                  <a:lnTo>
                    <a:pt x="95382" y="318146"/>
                  </a:lnTo>
                  <a:lnTo>
                    <a:pt x="100209" y="320348"/>
                  </a:lnTo>
                  <a:lnTo>
                    <a:pt x="105104" y="322395"/>
                  </a:lnTo>
                  <a:lnTo>
                    <a:pt x="110061" y="324285"/>
                  </a:lnTo>
                  <a:lnTo>
                    <a:pt x="115076" y="326018"/>
                  </a:lnTo>
                  <a:lnTo>
                    <a:pt x="120143" y="327590"/>
                  </a:lnTo>
                  <a:lnTo>
                    <a:pt x="125258" y="329001"/>
                  </a:lnTo>
                  <a:lnTo>
                    <a:pt x="130415" y="330249"/>
                  </a:lnTo>
                  <a:lnTo>
                    <a:pt x="135608" y="331332"/>
                  </a:lnTo>
                  <a:lnTo>
                    <a:pt x="140834" y="332251"/>
                  </a:lnTo>
                  <a:lnTo>
                    <a:pt x="146086" y="333002"/>
                  </a:lnTo>
                  <a:lnTo>
                    <a:pt x="151359" y="333587"/>
                  </a:lnTo>
                  <a:lnTo>
                    <a:pt x="156649" y="334004"/>
                  </a:lnTo>
                  <a:lnTo>
                    <a:pt x="161948" y="334254"/>
                  </a:lnTo>
                  <a:lnTo>
                    <a:pt x="167253" y="334334"/>
                  </a:lnTo>
                  <a:lnTo>
                    <a:pt x="172558" y="334247"/>
                  </a:lnTo>
                  <a:lnTo>
                    <a:pt x="177858" y="333991"/>
                  </a:lnTo>
                  <a:lnTo>
                    <a:pt x="183146" y="333567"/>
                  </a:lnTo>
                  <a:lnTo>
                    <a:pt x="188419" y="332975"/>
                  </a:lnTo>
                  <a:lnTo>
                    <a:pt x="193670" y="332217"/>
                  </a:lnTo>
                  <a:lnTo>
                    <a:pt x="198894" y="331292"/>
                  </a:lnTo>
                  <a:lnTo>
                    <a:pt x="204087" y="330202"/>
                  </a:lnTo>
                  <a:lnTo>
                    <a:pt x="209242" y="328947"/>
                  </a:lnTo>
                  <a:lnTo>
                    <a:pt x="214355" y="327530"/>
                  </a:lnTo>
                  <a:lnTo>
                    <a:pt x="219420" y="325951"/>
                  </a:lnTo>
                  <a:lnTo>
                    <a:pt x="224433" y="324212"/>
                  </a:lnTo>
                  <a:lnTo>
                    <a:pt x="229388" y="322315"/>
                  </a:lnTo>
                  <a:lnTo>
                    <a:pt x="234280" y="320262"/>
                  </a:lnTo>
                  <a:lnTo>
                    <a:pt x="239104" y="318054"/>
                  </a:lnTo>
                  <a:lnTo>
                    <a:pt x="243856" y="315695"/>
                  </a:lnTo>
                  <a:lnTo>
                    <a:pt x="248531" y="313186"/>
                  </a:lnTo>
                  <a:lnTo>
                    <a:pt x="253124" y="310530"/>
                  </a:lnTo>
                  <a:lnTo>
                    <a:pt x="257630" y="307729"/>
                  </a:lnTo>
                  <a:lnTo>
                    <a:pt x="262045" y="304787"/>
                  </a:lnTo>
                  <a:lnTo>
                    <a:pt x="266365" y="301706"/>
                  </a:lnTo>
                  <a:lnTo>
                    <a:pt x="270584" y="298489"/>
                  </a:lnTo>
                  <a:lnTo>
                    <a:pt x="274700" y="295141"/>
                  </a:lnTo>
                  <a:lnTo>
                    <a:pt x="278707" y="291663"/>
                  </a:lnTo>
                  <a:lnTo>
                    <a:pt x="282601" y="288060"/>
                  </a:lnTo>
                  <a:lnTo>
                    <a:pt x="286380" y="284335"/>
                  </a:lnTo>
                  <a:lnTo>
                    <a:pt x="290038" y="280493"/>
                  </a:lnTo>
                  <a:lnTo>
                    <a:pt x="293572" y="276536"/>
                  </a:lnTo>
                  <a:lnTo>
                    <a:pt x="296979" y="272469"/>
                  </a:lnTo>
                  <a:lnTo>
                    <a:pt x="300256" y="268295"/>
                  </a:lnTo>
                  <a:lnTo>
                    <a:pt x="303398" y="264020"/>
                  </a:lnTo>
                  <a:lnTo>
                    <a:pt x="306403" y="259648"/>
                  </a:lnTo>
                  <a:lnTo>
                    <a:pt x="309268" y="255182"/>
                  </a:lnTo>
                  <a:lnTo>
                    <a:pt x="311989" y="250627"/>
                  </a:lnTo>
                  <a:lnTo>
                    <a:pt x="314565" y="245989"/>
                  </a:lnTo>
                  <a:lnTo>
                    <a:pt x="316992" y="241271"/>
                  </a:lnTo>
                  <a:lnTo>
                    <a:pt x="319268" y="236478"/>
                  </a:lnTo>
                  <a:lnTo>
                    <a:pt x="321391" y="231616"/>
                  </a:lnTo>
                  <a:lnTo>
                    <a:pt x="323358" y="226689"/>
                  </a:lnTo>
                  <a:lnTo>
                    <a:pt x="325169" y="221702"/>
                  </a:lnTo>
                  <a:lnTo>
                    <a:pt x="326820" y="216659"/>
                  </a:lnTo>
                  <a:lnTo>
                    <a:pt x="328310" y="211567"/>
                  </a:lnTo>
                  <a:lnTo>
                    <a:pt x="329638" y="206430"/>
                  </a:lnTo>
                  <a:lnTo>
                    <a:pt x="330802" y="201254"/>
                  </a:lnTo>
                  <a:lnTo>
                    <a:pt x="331801" y="196044"/>
                  </a:lnTo>
                  <a:lnTo>
                    <a:pt x="332635" y="190804"/>
                  </a:lnTo>
                  <a:lnTo>
                    <a:pt x="333301" y="185540"/>
                  </a:lnTo>
                  <a:lnTo>
                    <a:pt x="333801" y="180258"/>
                  </a:lnTo>
                  <a:lnTo>
                    <a:pt x="334132" y="174963"/>
                  </a:lnTo>
                  <a:lnTo>
                    <a:pt x="334296" y="169660"/>
                  </a:lnTo>
                  <a:lnTo>
                    <a:pt x="334291" y="164354"/>
                  </a:lnTo>
                  <a:lnTo>
                    <a:pt x="334117" y="159051"/>
                  </a:lnTo>
                  <a:lnTo>
                    <a:pt x="333775" y="153757"/>
                  </a:lnTo>
                  <a:lnTo>
                    <a:pt x="333266" y="148476"/>
                  </a:lnTo>
                  <a:lnTo>
                    <a:pt x="332589" y="143213"/>
                  </a:lnTo>
                  <a:lnTo>
                    <a:pt x="331746" y="137975"/>
                  </a:lnTo>
                  <a:lnTo>
                    <a:pt x="330736" y="132766"/>
                  </a:lnTo>
                  <a:lnTo>
                    <a:pt x="329562" y="127592"/>
                  </a:lnTo>
                  <a:lnTo>
                    <a:pt x="328225" y="122458"/>
                  </a:lnTo>
                  <a:lnTo>
                    <a:pt x="326725" y="11736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750433"/>
              <a:ext cx="159577" cy="49797"/>
            </a:xfrm>
            <a:custGeom>
              <a:avLst/>
              <a:pathLst>
                <a:path w="159577" h="49797">
                  <a:moveTo>
                    <a:pt x="159577" y="0"/>
                  </a:moveTo>
                  <a:lnTo>
                    <a:pt x="0" y="497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2647181"/>
              <a:ext cx="159577" cy="153049"/>
            </a:xfrm>
            <a:custGeom>
              <a:avLst/>
              <a:pathLst>
                <a:path w="159577" h="153049">
                  <a:moveTo>
                    <a:pt x="159577" y="103251"/>
                  </a:moveTo>
                  <a:lnTo>
                    <a:pt x="157855" y="98035"/>
                  </a:lnTo>
                  <a:lnTo>
                    <a:pt x="155962" y="92879"/>
                  </a:lnTo>
                  <a:lnTo>
                    <a:pt x="153901" y="87787"/>
                  </a:lnTo>
                  <a:lnTo>
                    <a:pt x="151674" y="82766"/>
                  </a:lnTo>
                  <a:lnTo>
                    <a:pt x="149283" y="77821"/>
                  </a:lnTo>
                  <a:lnTo>
                    <a:pt x="146731" y="72956"/>
                  </a:lnTo>
                  <a:lnTo>
                    <a:pt x="144020" y="68179"/>
                  </a:lnTo>
                  <a:lnTo>
                    <a:pt x="141154" y="63493"/>
                  </a:lnTo>
                  <a:lnTo>
                    <a:pt x="138135" y="58903"/>
                  </a:lnTo>
                  <a:lnTo>
                    <a:pt x="134968" y="54416"/>
                  </a:lnTo>
                  <a:lnTo>
                    <a:pt x="131654" y="50035"/>
                  </a:lnTo>
                  <a:lnTo>
                    <a:pt x="128198" y="45765"/>
                  </a:lnTo>
                  <a:lnTo>
                    <a:pt x="124604" y="41611"/>
                  </a:lnTo>
                  <a:lnTo>
                    <a:pt x="120876" y="37577"/>
                  </a:lnTo>
                  <a:lnTo>
                    <a:pt x="117017" y="33668"/>
                  </a:lnTo>
                  <a:lnTo>
                    <a:pt x="113031" y="29888"/>
                  </a:lnTo>
                  <a:lnTo>
                    <a:pt x="108924" y="26241"/>
                  </a:lnTo>
                  <a:lnTo>
                    <a:pt x="104699" y="22730"/>
                  </a:lnTo>
                  <a:lnTo>
                    <a:pt x="100360" y="19361"/>
                  </a:lnTo>
                  <a:lnTo>
                    <a:pt x="95914" y="16136"/>
                  </a:lnTo>
                  <a:lnTo>
                    <a:pt x="91364" y="13058"/>
                  </a:lnTo>
                  <a:lnTo>
                    <a:pt x="86715" y="10132"/>
                  </a:lnTo>
                  <a:lnTo>
                    <a:pt x="81973" y="7360"/>
                  </a:lnTo>
                  <a:lnTo>
                    <a:pt x="77142" y="4746"/>
                  </a:lnTo>
                  <a:lnTo>
                    <a:pt x="72228" y="2291"/>
                  </a:lnTo>
                  <a:lnTo>
                    <a:pt x="67235" y="0"/>
                  </a:lnTo>
                  <a:lnTo>
                    <a:pt x="0" y="153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2633064"/>
              <a:ext cx="67235" cy="167167"/>
            </a:xfrm>
            <a:custGeom>
              <a:avLst/>
              <a:pathLst>
                <a:path w="67235" h="167167">
                  <a:moveTo>
                    <a:pt x="67235" y="14117"/>
                  </a:move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358829" y="3170392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3" y="2094"/>
                  </a:lnTo>
                  <a:lnTo>
                    <a:pt x="135556" y="3012"/>
                  </a:lnTo>
                  <a:lnTo>
                    <a:pt x="130370" y="4096"/>
                  </a:lnTo>
                  <a:lnTo>
                    <a:pt x="125222" y="5343"/>
                  </a:lnTo>
                  <a:lnTo>
                    <a:pt x="120115" y="6753"/>
                  </a:lnTo>
                  <a:lnTo>
                    <a:pt x="115056" y="8324"/>
                  </a:lnTo>
                  <a:lnTo>
                    <a:pt x="110049" y="10055"/>
                  </a:lnTo>
                  <a:lnTo>
                    <a:pt x="105099" y="11943"/>
                  </a:lnTo>
                  <a:lnTo>
                    <a:pt x="100212" y="13987"/>
                  </a:lnTo>
                  <a:lnTo>
                    <a:pt x="95392" y="16185"/>
                  </a:lnTo>
                  <a:lnTo>
                    <a:pt x="90644" y="18535"/>
                  </a:lnTo>
                  <a:lnTo>
                    <a:pt x="85973" y="21033"/>
                  </a:lnTo>
                  <a:lnTo>
                    <a:pt x="81383" y="23679"/>
                  </a:lnTo>
                  <a:lnTo>
                    <a:pt x="76880" y="26469"/>
                  </a:lnTo>
                  <a:lnTo>
                    <a:pt x="72467" y="29400"/>
                  </a:lnTo>
                  <a:lnTo>
                    <a:pt x="68149" y="32469"/>
                  </a:lnTo>
                  <a:lnTo>
                    <a:pt x="63931" y="35674"/>
                  </a:lnTo>
                  <a:lnTo>
                    <a:pt x="59816" y="39010"/>
                  </a:lnTo>
                  <a:lnTo>
                    <a:pt x="55809" y="42476"/>
                  </a:lnTo>
                  <a:lnTo>
                    <a:pt x="51914" y="46066"/>
                  </a:lnTo>
                  <a:lnTo>
                    <a:pt x="48135" y="49779"/>
                  </a:lnTo>
                  <a:lnTo>
                    <a:pt x="44475" y="53609"/>
                  </a:lnTo>
                  <a:lnTo>
                    <a:pt x="40938" y="57553"/>
                  </a:lnTo>
                  <a:lnTo>
                    <a:pt x="37528" y="61607"/>
                  </a:lnTo>
                  <a:lnTo>
                    <a:pt x="34249" y="65767"/>
                  </a:lnTo>
                  <a:lnTo>
                    <a:pt x="31102" y="70029"/>
                  </a:lnTo>
                  <a:lnTo>
                    <a:pt x="28093" y="74389"/>
                  </a:lnTo>
                  <a:lnTo>
                    <a:pt x="25223" y="78842"/>
                  </a:lnTo>
                  <a:lnTo>
                    <a:pt x="22495" y="83383"/>
                  </a:lnTo>
                  <a:lnTo>
                    <a:pt x="19913" y="88009"/>
                  </a:lnTo>
                  <a:lnTo>
                    <a:pt x="17479" y="92714"/>
                  </a:lnTo>
                  <a:lnTo>
                    <a:pt x="15195" y="97494"/>
                  </a:lnTo>
                  <a:lnTo>
                    <a:pt x="13064" y="102344"/>
                  </a:lnTo>
                  <a:lnTo>
                    <a:pt x="11087" y="107259"/>
                  </a:lnTo>
                  <a:lnTo>
                    <a:pt x="9267" y="112234"/>
                  </a:lnTo>
                  <a:lnTo>
                    <a:pt x="7606" y="117264"/>
                  </a:lnTo>
                  <a:lnTo>
                    <a:pt x="6105" y="122345"/>
                  </a:lnTo>
                  <a:lnTo>
                    <a:pt x="4765" y="127470"/>
                  </a:lnTo>
                  <a:lnTo>
                    <a:pt x="3589" y="132635"/>
                  </a:lnTo>
                  <a:lnTo>
                    <a:pt x="2577" y="137835"/>
                  </a:lnTo>
                  <a:lnTo>
                    <a:pt x="1730" y="143065"/>
                  </a:lnTo>
                  <a:lnTo>
                    <a:pt x="1050" y="148319"/>
                  </a:lnTo>
                  <a:lnTo>
                    <a:pt x="536" y="153591"/>
                  </a:lnTo>
                  <a:lnTo>
                    <a:pt x="189" y="158877"/>
                  </a:lnTo>
                  <a:lnTo>
                    <a:pt x="10" y="164172"/>
                  </a:lnTo>
                  <a:lnTo>
                    <a:pt x="0" y="169469"/>
                  </a:lnTo>
                  <a:lnTo>
                    <a:pt x="156" y="174765"/>
                  </a:lnTo>
                  <a:lnTo>
                    <a:pt x="481" y="180052"/>
                  </a:lnTo>
                  <a:lnTo>
                    <a:pt x="973" y="185327"/>
                  </a:lnTo>
                  <a:lnTo>
                    <a:pt x="1632" y="190583"/>
                  </a:lnTo>
                  <a:lnTo>
                    <a:pt x="2457" y="195816"/>
                  </a:lnTo>
                  <a:lnTo>
                    <a:pt x="3447" y="201020"/>
                  </a:lnTo>
                  <a:lnTo>
                    <a:pt x="4602" y="206190"/>
                  </a:lnTo>
                  <a:lnTo>
                    <a:pt x="5920" y="211321"/>
                  </a:lnTo>
                  <a:lnTo>
                    <a:pt x="7400" y="216408"/>
                  </a:lnTo>
                  <a:lnTo>
                    <a:pt x="9041" y="221445"/>
                  </a:lnTo>
                  <a:lnTo>
                    <a:pt x="10840" y="226428"/>
                  </a:lnTo>
                  <a:lnTo>
                    <a:pt x="12796" y="231351"/>
                  </a:lnTo>
                  <a:lnTo>
                    <a:pt x="14908" y="236210"/>
                  </a:lnTo>
                  <a:lnTo>
                    <a:pt x="17172" y="240999"/>
                  </a:lnTo>
                  <a:lnTo>
                    <a:pt x="19587" y="245714"/>
                  </a:lnTo>
                  <a:lnTo>
                    <a:pt x="22149" y="250350"/>
                  </a:lnTo>
                  <a:lnTo>
                    <a:pt x="24858" y="254903"/>
                  </a:lnTo>
                  <a:lnTo>
                    <a:pt x="27710" y="259368"/>
                  </a:lnTo>
                  <a:lnTo>
                    <a:pt x="30701" y="263740"/>
                  </a:lnTo>
                  <a:lnTo>
                    <a:pt x="33830" y="268015"/>
                  </a:lnTo>
                  <a:lnTo>
                    <a:pt x="37092" y="272189"/>
                  </a:lnTo>
                  <a:lnTo>
                    <a:pt x="40485" y="276257"/>
                  </a:lnTo>
                  <a:lnTo>
                    <a:pt x="44005" y="280216"/>
                  </a:lnTo>
                  <a:lnTo>
                    <a:pt x="47649" y="284061"/>
                  </a:lnTo>
                  <a:lnTo>
                    <a:pt x="51413" y="287789"/>
                  </a:lnTo>
                  <a:lnTo>
                    <a:pt x="55293" y="291396"/>
                  </a:lnTo>
                  <a:lnTo>
                    <a:pt x="59286" y="294878"/>
                  </a:lnTo>
                  <a:lnTo>
                    <a:pt x="63387" y="298231"/>
                  </a:lnTo>
                  <a:lnTo>
                    <a:pt x="67592" y="301453"/>
                  </a:lnTo>
                  <a:lnTo>
                    <a:pt x="71897" y="304541"/>
                  </a:lnTo>
                  <a:lnTo>
                    <a:pt x="76297" y="307490"/>
                  </a:lnTo>
                  <a:lnTo>
                    <a:pt x="80789" y="310298"/>
                  </a:lnTo>
                  <a:lnTo>
                    <a:pt x="85368" y="312963"/>
                  </a:lnTo>
                  <a:lnTo>
                    <a:pt x="90029" y="315481"/>
                  </a:lnTo>
                  <a:lnTo>
                    <a:pt x="94767" y="317850"/>
                  </a:lnTo>
                  <a:lnTo>
                    <a:pt x="99578" y="320068"/>
                  </a:lnTo>
                  <a:lnTo>
                    <a:pt x="104456" y="322133"/>
                  </a:lnTo>
                  <a:lnTo>
                    <a:pt x="109398" y="324041"/>
                  </a:lnTo>
                  <a:lnTo>
                    <a:pt x="114398" y="325792"/>
                  </a:lnTo>
                  <a:lnTo>
                    <a:pt x="119451" y="327384"/>
                  </a:lnTo>
                  <a:lnTo>
                    <a:pt x="124551" y="328815"/>
                  </a:lnTo>
                  <a:lnTo>
                    <a:pt x="129695" y="330084"/>
                  </a:lnTo>
                  <a:lnTo>
                    <a:pt x="134876" y="331189"/>
                  </a:lnTo>
                  <a:lnTo>
                    <a:pt x="140089" y="332129"/>
                  </a:lnTo>
                  <a:lnTo>
                    <a:pt x="145330" y="332904"/>
                  </a:lnTo>
                  <a:lnTo>
                    <a:pt x="150592" y="333512"/>
                  </a:lnTo>
                  <a:lnTo>
                    <a:pt x="155871" y="333953"/>
                  </a:lnTo>
                  <a:lnTo>
                    <a:pt x="161162" y="334227"/>
                  </a:lnTo>
                  <a:lnTo>
                    <a:pt x="166458" y="334333"/>
                  </a:lnTo>
                  <a:lnTo>
                    <a:pt x="171756" y="334271"/>
                  </a:lnTo>
                  <a:lnTo>
                    <a:pt x="177048" y="334041"/>
                  </a:lnTo>
                  <a:lnTo>
                    <a:pt x="182331" y="333644"/>
                  </a:lnTo>
                  <a:lnTo>
                    <a:pt x="187598" y="333079"/>
                  </a:lnTo>
                  <a:lnTo>
                    <a:pt x="192845" y="332348"/>
                  </a:lnTo>
                  <a:lnTo>
                    <a:pt x="198066" y="331451"/>
                  </a:lnTo>
                  <a:lnTo>
                    <a:pt x="203256" y="330389"/>
                  </a:lnTo>
                  <a:lnTo>
                    <a:pt x="208410" y="329163"/>
                  </a:lnTo>
                  <a:lnTo>
                    <a:pt x="213522" y="327774"/>
                  </a:lnTo>
                  <a:lnTo>
                    <a:pt x="218588" y="326224"/>
                  </a:lnTo>
                  <a:lnTo>
                    <a:pt x="223602" y="324515"/>
                  </a:lnTo>
                  <a:lnTo>
                    <a:pt x="228559" y="322647"/>
                  </a:lnTo>
                  <a:lnTo>
                    <a:pt x="233455" y="320623"/>
                  </a:lnTo>
                  <a:lnTo>
                    <a:pt x="238284" y="318445"/>
                  </a:lnTo>
                  <a:lnTo>
                    <a:pt x="243042" y="316115"/>
                  </a:lnTo>
                  <a:lnTo>
                    <a:pt x="247723" y="313636"/>
                  </a:lnTo>
                  <a:lnTo>
                    <a:pt x="252324" y="311009"/>
                  </a:lnTo>
                  <a:lnTo>
                    <a:pt x="256839" y="308238"/>
                  </a:lnTo>
                  <a:lnTo>
                    <a:pt x="261264" y="305325"/>
                  </a:lnTo>
                  <a:lnTo>
                    <a:pt x="265594" y="302274"/>
                  </a:lnTo>
                  <a:lnTo>
                    <a:pt x="269826" y="299087"/>
                  </a:lnTo>
                  <a:lnTo>
                    <a:pt x="273954" y="295767"/>
                  </a:lnTo>
                  <a:lnTo>
                    <a:pt x="277975" y="292318"/>
                  </a:lnTo>
                  <a:lnTo>
                    <a:pt x="281885" y="288744"/>
                  </a:lnTo>
                  <a:lnTo>
                    <a:pt x="285680" y="285048"/>
                  </a:lnTo>
                  <a:lnTo>
                    <a:pt x="289356" y="281233"/>
                  </a:lnTo>
                  <a:lnTo>
                    <a:pt x="292909" y="277303"/>
                  </a:lnTo>
                  <a:lnTo>
                    <a:pt x="296335" y="273263"/>
                  </a:lnTo>
                  <a:lnTo>
                    <a:pt x="299632" y="269116"/>
                  </a:lnTo>
                  <a:lnTo>
                    <a:pt x="302796" y="264867"/>
                  </a:lnTo>
                  <a:lnTo>
                    <a:pt x="305824" y="260520"/>
                  </a:lnTo>
                  <a:lnTo>
                    <a:pt x="308712" y="256079"/>
                  </a:lnTo>
                  <a:lnTo>
                    <a:pt x="311458" y="251549"/>
                  </a:lnTo>
                  <a:lnTo>
                    <a:pt x="314060" y="246934"/>
                  </a:lnTo>
                  <a:lnTo>
                    <a:pt x="316513" y="242239"/>
                  </a:lnTo>
                  <a:lnTo>
                    <a:pt x="318817" y="237469"/>
                  </a:lnTo>
                  <a:lnTo>
                    <a:pt x="320969" y="232628"/>
                  </a:lnTo>
                  <a:lnTo>
                    <a:pt x="322965" y="227721"/>
                  </a:lnTo>
                  <a:lnTo>
                    <a:pt x="324806" y="222754"/>
                  </a:lnTo>
                  <a:lnTo>
                    <a:pt x="326488" y="217730"/>
                  </a:lnTo>
                  <a:lnTo>
                    <a:pt x="328010" y="212656"/>
                  </a:lnTo>
                  <a:lnTo>
                    <a:pt x="329371" y="207536"/>
                  </a:lnTo>
                  <a:lnTo>
                    <a:pt x="330569" y="202376"/>
                  </a:lnTo>
                  <a:lnTo>
                    <a:pt x="331602" y="197180"/>
                  </a:lnTo>
                  <a:lnTo>
                    <a:pt x="332471" y="191954"/>
                  </a:lnTo>
                  <a:lnTo>
                    <a:pt x="333173" y="186704"/>
                  </a:lnTo>
                  <a:lnTo>
                    <a:pt x="333709" y="181433"/>
                  </a:lnTo>
                  <a:lnTo>
                    <a:pt x="334077" y="176148"/>
                  </a:lnTo>
                  <a:lnTo>
                    <a:pt x="334278" y="170855"/>
                  </a:lnTo>
                  <a:lnTo>
                    <a:pt x="334311" y="165557"/>
                  </a:lnTo>
                  <a:lnTo>
                    <a:pt x="334176" y="160261"/>
                  </a:lnTo>
                  <a:lnTo>
                    <a:pt x="333873" y="154972"/>
                  </a:lnTo>
                  <a:lnTo>
                    <a:pt x="333403" y="149696"/>
                  </a:lnTo>
                  <a:lnTo>
                    <a:pt x="332766" y="144437"/>
                  </a:lnTo>
                  <a:lnTo>
                    <a:pt x="331963" y="139200"/>
                  </a:lnTo>
                  <a:lnTo>
                    <a:pt x="330994" y="133992"/>
                  </a:lnTo>
                  <a:lnTo>
                    <a:pt x="329860" y="128817"/>
                  </a:lnTo>
                  <a:lnTo>
                    <a:pt x="328563" y="123681"/>
                  </a:lnTo>
                  <a:lnTo>
                    <a:pt x="327104" y="118588"/>
                  </a:lnTo>
                  <a:lnTo>
                    <a:pt x="325485" y="113544"/>
                  </a:lnTo>
                  <a:lnTo>
                    <a:pt x="323706" y="108554"/>
                  </a:lnTo>
                  <a:lnTo>
                    <a:pt x="321770" y="103623"/>
                  </a:lnTo>
                  <a:lnTo>
                    <a:pt x="319679" y="98756"/>
                  </a:lnTo>
                  <a:lnTo>
                    <a:pt x="317435" y="93957"/>
                  </a:lnTo>
                  <a:lnTo>
                    <a:pt x="315040" y="89232"/>
                  </a:lnTo>
                  <a:lnTo>
                    <a:pt x="312496" y="84585"/>
                  </a:lnTo>
                  <a:lnTo>
                    <a:pt x="309806" y="80021"/>
                  </a:lnTo>
                  <a:lnTo>
                    <a:pt x="306974" y="75545"/>
                  </a:lnTo>
                  <a:lnTo>
                    <a:pt x="304000" y="71160"/>
                  </a:lnTo>
                  <a:lnTo>
                    <a:pt x="300889" y="66872"/>
                  </a:lnTo>
                  <a:lnTo>
                    <a:pt x="297644" y="62685"/>
                  </a:lnTo>
                  <a:lnTo>
                    <a:pt x="294268" y="58603"/>
                  </a:lnTo>
                  <a:lnTo>
                    <a:pt x="290764" y="54629"/>
                  </a:lnTo>
                  <a:lnTo>
                    <a:pt x="287136" y="50769"/>
                  </a:lnTo>
                  <a:lnTo>
                    <a:pt x="283388" y="47026"/>
                  </a:lnTo>
                  <a:lnTo>
                    <a:pt x="279523" y="43403"/>
                  </a:lnTo>
                  <a:lnTo>
                    <a:pt x="275545" y="39904"/>
                  </a:lnTo>
                  <a:lnTo>
                    <a:pt x="271458" y="36534"/>
                  </a:lnTo>
                  <a:lnTo>
                    <a:pt x="267266" y="3329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203687"/>
              <a:ext cx="100115" cy="133872"/>
            </a:xfrm>
            <a:custGeom>
              <a:avLst/>
              <a:pathLst>
                <a:path w="100115" h="133872">
                  <a:moveTo>
                    <a:pt x="100115" y="0"/>
                  </a:moveTo>
                  <a:lnTo>
                    <a:pt x="0" y="1338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25980" y="3196150"/>
              <a:ext cx="100115" cy="141409"/>
            </a:xfrm>
            <a:custGeom>
              <a:avLst/>
              <a:pathLst>
                <a:path w="100115" h="141409">
                  <a:moveTo>
                    <a:pt x="100115" y="7536"/>
                  </a:moveTo>
                  <a:lnTo>
                    <a:pt x="89152" y="0"/>
                  </a:lnTo>
                  <a:lnTo>
                    <a:pt x="0" y="141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25980" y="3170392"/>
              <a:ext cx="89152" cy="167167"/>
            </a:xfrm>
            <a:custGeom>
              <a:avLst/>
              <a:pathLst>
                <a:path w="89152" h="167167">
                  <a:moveTo>
                    <a:pt x="89152" y="25757"/>
                  </a:moveTo>
                  <a:lnTo>
                    <a:pt x="84127" y="22711"/>
                  </a:lnTo>
                  <a:lnTo>
                    <a:pt x="78997" y="19843"/>
                  </a:lnTo>
                  <a:lnTo>
                    <a:pt x="73770" y="17157"/>
                  </a:lnTo>
                  <a:lnTo>
                    <a:pt x="68452" y="14657"/>
                  </a:lnTo>
                  <a:lnTo>
                    <a:pt x="63049" y="12345"/>
                  </a:lnTo>
                  <a:lnTo>
                    <a:pt x="57568" y="10225"/>
                  </a:lnTo>
                  <a:lnTo>
                    <a:pt x="52016" y="8298"/>
                  </a:lnTo>
                  <a:lnTo>
                    <a:pt x="46399" y="6568"/>
                  </a:lnTo>
                  <a:lnTo>
                    <a:pt x="40725" y="5036"/>
                  </a:lnTo>
                  <a:lnTo>
                    <a:pt x="35001" y="3705"/>
                  </a:lnTo>
                  <a:lnTo>
                    <a:pt x="29234" y="2576"/>
                  </a:lnTo>
                  <a:lnTo>
                    <a:pt x="23431" y="1650"/>
                  </a:lnTo>
                  <a:lnTo>
                    <a:pt x="17598" y="928"/>
                  </a:lnTo>
                  <a:lnTo>
                    <a:pt x="11744" y="413"/>
                  </a:lnTo>
                  <a:lnTo>
                    <a:pt x="5875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423587" y="3707720"/>
              <a:ext cx="334326" cy="334318"/>
            </a:xfrm>
            <a:custGeom>
              <a:avLst/>
              <a:pathLst>
                <a:path w="334326" h="334318">
                  <a:moveTo>
                    <a:pt x="167160" y="0"/>
                  </a:moveTo>
                  <a:lnTo>
                    <a:pt x="161880" y="83"/>
                  </a:lnTo>
                  <a:lnTo>
                    <a:pt x="156605" y="333"/>
                  </a:lnTo>
                  <a:lnTo>
                    <a:pt x="151341" y="750"/>
                  </a:lnTo>
                  <a:lnTo>
                    <a:pt x="146092" y="1332"/>
                  </a:lnTo>
                  <a:lnTo>
                    <a:pt x="140865" y="2081"/>
                  </a:lnTo>
                  <a:lnTo>
                    <a:pt x="135663" y="2994"/>
                  </a:lnTo>
                  <a:lnTo>
                    <a:pt x="130493" y="4070"/>
                  </a:lnTo>
                  <a:lnTo>
                    <a:pt x="125360" y="5310"/>
                  </a:lnTo>
                  <a:lnTo>
                    <a:pt x="120268" y="6711"/>
                  </a:lnTo>
                  <a:lnTo>
                    <a:pt x="115224" y="8272"/>
                  </a:lnTo>
                  <a:lnTo>
                    <a:pt x="110231" y="9992"/>
                  </a:lnTo>
                  <a:lnTo>
                    <a:pt x="105294" y="11869"/>
                  </a:lnTo>
                  <a:lnTo>
                    <a:pt x="100420" y="13900"/>
                  </a:lnTo>
                  <a:lnTo>
                    <a:pt x="95612" y="16085"/>
                  </a:lnTo>
                  <a:lnTo>
                    <a:pt x="90876" y="18420"/>
                  </a:lnTo>
                  <a:lnTo>
                    <a:pt x="86215" y="20904"/>
                  </a:lnTo>
                  <a:lnTo>
                    <a:pt x="81636" y="23534"/>
                  </a:lnTo>
                  <a:lnTo>
                    <a:pt x="77142" y="26307"/>
                  </a:lnTo>
                  <a:lnTo>
                    <a:pt x="72737" y="29221"/>
                  </a:lnTo>
                  <a:lnTo>
                    <a:pt x="68427" y="32272"/>
                  </a:lnTo>
                  <a:lnTo>
                    <a:pt x="64215" y="35458"/>
                  </a:lnTo>
                  <a:lnTo>
                    <a:pt x="60107" y="38775"/>
                  </a:lnTo>
                  <a:lnTo>
                    <a:pt x="56105" y="42221"/>
                  </a:lnTo>
                  <a:lnTo>
                    <a:pt x="52213" y="45791"/>
                  </a:lnTo>
                  <a:lnTo>
                    <a:pt x="48437" y="49482"/>
                  </a:lnTo>
                  <a:lnTo>
                    <a:pt x="44779" y="53291"/>
                  </a:lnTo>
                  <a:lnTo>
                    <a:pt x="41243" y="57214"/>
                  </a:lnTo>
                  <a:lnTo>
                    <a:pt x="37833" y="61246"/>
                  </a:lnTo>
                  <a:lnTo>
                    <a:pt x="34552" y="65384"/>
                  </a:lnTo>
                  <a:lnTo>
                    <a:pt x="31403" y="69623"/>
                  </a:lnTo>
                  <a:lnTo>
                    <a:pt x="28390" y="73960"/>
                  </a:lnTo>
                  <a:lnTo>
                    <a:pt x="25515" y="78390"/>
                  </a:lnTo>
                  <a:lnTo>
                    <a:pt x="22781" y="82908"/>
                  </a:lnTo>
                  <a:lnTo>
                    <a:pt x="20192" y="87510"/>
                  </a:lnTo>
                  <a:lnTo>
                    <a:pt x="17749" y="92192"/>
                  </a:lnTo>
                  <a:lnTo>
                    <a:pt x="15455" y="96949"/>
                  </a:lnTo>
                  <a:lnTo>
                    <a:pt x="13313" y="101776"/>
                  </a:lnTo>
                  <a:lnTo>
                    <a:pt x="11325" y="106668"/>
                  </a:lnTo>
                  <a:lnTo>
                    <a:pt x="9491" y="111621"/>
                  </a:lnTo>
                  <a:lnTo>
                    <a:pt x="7816" y="116629"/>
                  </a:lnTo>
                  <a:lnTo>
                    <a:pt x="6299" y="121687"/>
                  </a:lnTo>
                  <a:lnTo>
                    <a:pt x="4942" y="126791"/>
                  </a:lnTo>
                  <a:lnTo>
                    <a:pt x="3748" y="131935"/>
                  </a:lnTo>
                  <a:lnTo>
                    <a:pt x="2717" y="137114"/>
                  </a:lnTo>
                  <a:lnTo>
                    <a:pt x="1849" y="142323"/>
                  </a:lnTo>
                  <a:lnTo>
                    <a:pt x="1147" y="147557"/>
                  </a:lnTo>
                  <a:lnTo>
                    <a:pt x="611" y="152811"/>
                  </a:lnTo>
                  <a:lnTo>
                    <a:pt x="240" y="158078"/>
                  </a:lnTo>
                  <a:lnTo>
                    <a:pt x="37" y="163355"/>
                  </a:lnTo>
                  <a:lnTo>
                    <a:pt x="0" y="168636"/>
                  </a:lnTo>
                  <a:lnTo>
                    <a:pt x="129" y="173915"/>
                  </a:lnTo>
                  <a:lnTo>
                    <a:pt x="426" y="179188"/>
                  </a:lnTo>
                  <a:lnTo>
                    <a:pt x="889" y="184449"/>
                  </a:lnTo>
                  <a:lnTo>
                    <a:pt x="1518" y="189692"/>
                  </a:lnTo>
                  <a:lnTo>
                    <a:pt x="2312" y="194913"/>
                  </a:lnTo>
                  <a:lnTo>
                    <a:pt x="3270" y="200106"/>
                  </a:lnTo>
                  <a:lnTo>
                    <a:pt x="4393" y="205266"/>
                  </a:lnTo>
                  <a:lnTo>
                    <a:pt x="5677" y="210388"/>
                  </a:lnTo>
                  <a:lnTo>
                    <a:pt x="7123" y="215468"/>
                  </a:lnTo>
                  <a:lnTo>
                    <a:pt x="8728" y="220498"/>
                  </a:lnTo>
                  <a:lnTo>
                    <a:pt x="10492" y="225476"/>
                  </a:lnTo>
                  <a:lnTo>
                    <a:pt x="12412" y="230396"/>
                  </a:lnTo>
                  <a:lnTo>
                    <a:pt x="14486" y="235252"/>
                  </a:lnTo>
                  <a:lnTo>
                    <a:pt x="16713" y="240041"/>
                  </a:lnTo>
                  <a:lnTo>
                    <a:pt x="19090" y="244756"/>
                  </a:lnTo>
                  <a:lnTo>
                    <a:pt x="21615" y="249395"/>
                  </a:lnTo>
                  <a:lnTo>
                    <a:pt x="24285" y="253951"/>
                  </a:lnTo>
                  <a:lnTo>
                    <a:pt x="27097" y="258420"/>
                  </a:lnTo>
                  <a:lnTo>
                    <a:pt x="30049" y="262799"/>
                  </a:lnTo>
                  <a:lnTo>
                    <a:pt x="33138" y="267082"/>
                  </a:lnTo>
                  <a:lnTo>
                    <a:pt x="36361" y="271266"/>
                  </a:lnTo>
                  <a:lnTo>
                    <a:pt x="39715" y="275345"/>
                  </a:lnTo>
                  <a:lnTo>
                    <a:pt x="43195" y="279317"/>
                  </a:lnTo>
                  <a:lnTo>
                    <a:pt x="46800" y="283176"/>
                  </a:lnTo>
                  <a:lnTo>
                    <a:pt x="50524" y="286920"/>
                  </a:lnTo>
                  <a:lnTo>
                    <a:pt x="54365" y="290545"/>
                  </a:lnTo>
                  <a:lnTo>
                    <a:pt x="58318" y="294046"/>
                  </a:lnTo>
                  <a:lnTo>
                    <a:pt x="62380" y="297421"/>
                  </a:lnTo>
                  <a:lnTo>
                    <a:pt x="66547" y="300665"/>
                  </a:lnTo>
                  <a:lnTo>
                    <a:pt x="70813" y="303777"/>
                  </a:lnTo>
                  <a:lnTo>
                    <a:pt x="75177" y="306752"/>
                  </a:lnTo>
                  <a:lnTo>
                    <a:pt x="79631" y="309588"/>
                  </a:lnTo>
                  <a:lnTo>
                    <a:pt x="84174" y="312281"/>
                  </a:lnTo>
                  <a:lnTo>
                    <a:pt x="88799" y="314830"/>
                  </a:lnTo>
                  <a:lnTo>
                    <a:pt x="93502" y="317232"/>
                  </a:lnTo>
                  <a:lnTo>
                    <a:pt x="98279" y="319483"/>
                  </a:lnTo>
                  <a:lnTo>
                    <a:pt x="103124" y="321583"/>
                  </a:lnTo>
                  <a:lnTo>
                    <a:pt x="108034" y="323529"/>
                  </a:lnTo>
                  <a:lnTo>
                    <a:pt x="113002" y="325318"/>
                  </a:lnTo>
                  <a:lnTo>
                    <a:pt x="118025" y="326950"/>
                  </a:lnTo>
                  <a:lnTo>
                    <a:pt x="123096" y="328422"/>
                  </a:lnTo>
                  <a:lnTo>
                    <a:pt x="128212" y="329734"/>
                  </a:lnTo>
                  <a:lnTo>
                    <a:pt x="133366" y="330883"/>
                  </a:lnTo>
                  <a:lnTo>
                    <a:pt x="138554" y="331869"/>
                  </a:lnTo>
                  <a:lnTo>
                    <a:pt x="143771" y="332690"/>
                  </a:lnTo>
                  <a:lnTo>
                    <a:pt x="149010" y="333346"/>
                  </a:lnTo>
                  <a:lnTo>
                    <a:pt x="154269" y="333837"/>
                  </a:lnTo>
                  <a:lnTo>
                    <a:pt x="159539" y="334161"/>
                  </a:lnTo>
                  <a:lnTo>
                    <a:pt x="164818" y="334318"/>
                  </a:lnTo>
                  <a:lnTo>
                    <a:pt x="170099" y="334309"/>
                  </a:lnTo>
                  <a:lnTo>
                    <a:pt x="175377" y="334132"/>
                  </a:lnTo>
                  <a:lnTo>
                    <a:pt x="180647" y="333790"/>
                  </a:lnTo>
                  <a:lnTo>
                    <a:pt x="185903" y="333280"/>
                  </a:lnTo>
                  <a:lnTo>
                    <a:pt x="191140" y="332605"/>
                  </a:lnTo>
                  <a:lnTo>
                    <a:pt x="196354" y="331766"/>
                  </a:lnTo>
                  <a:lnTo>
                    <a:pt x="201539" y="330761"/>
                  </a:lnTo>
                  <a:lnTo>
                    <a:pt x="206689" y="329594"/>
                  </a:lnTo>
                  <a:lnTo>
                    <a:pt x="211800" y="328264"/>
                  </a:lnTo>
                  <a:lnTo>
                    <a:pt x="216866" y="326774"/>
                  </a:lnTo>
                  <a:lnTo>
                    <a:pt x="221882" y="325124"/>
                  </a:lnTo>
                  <a:lnTo>
                    <a:pt x="226844" y="323317"/>
                  </a:lnTo>
                  <a:lnTo>
                    <a:pt x="231747" y="321354"/>
                  </a:lnTo>
                  <a:lnTo>
                    <a:pt x="236585" y="319237"/>
                  </a:lnTo>
                  <a:lnTo>
                    <a:pt x="241354" y="316968"/>
                  </a:lnTo>
                  <a:lnTo>
                    <a:pt x="246048" y="314550"/>
                  </a:lnTo>
                  <a:lnTo>
                    <a:pt x="250664" y="311984"/>
                  </a:lnTo>
                  <a:lnTo>
                    <a:pt x="255197" y="309275"/>
                  </a:lnTo>
                  <a:lnTo>
                    <a:pt x="259642" y="306423"/>
                  </a:lnTo>
                  <a:lnTo>
                    <a:pt x="263994" y="303432"/>
                  </a:lnTo>
                  <a:lnTo>
                    <a:pt x="268250" y="300306"/>
                  </a:lnTo>
                  <a:lnTo>
                    <a:pt x="272405" y="297046"/>
                  </a:lnTo>
                  <a:lnTo>
                    <a:pt x="276455" y="293657"/>
                  </a:lnTo>
                  <a:lnTo>
                    <a:pt x="280395" y="290142"/>
                  </a:lnTo>
                  <a:lnTo>
                    <a:pt x="284223" y="286504"/>
                  </a:lnTo>
                  <a:lnTo>
                    <a:pt x="287934" y="282746"/>
                  </a:lnTo>
                  <a:lnTo>
                    <a:pt x="291525" y="278874"/>
                  </a:lnTo>
                  <a:lnTo>
                    <a:pt x="294991" y="274890"/>
                  </a:lnTo>
                  <a:lnTo>
                    <a:pt x="298330" y="270799"/>
                  </a:lnTo>
                  <a:lnTo>
                    <a:pt x="301538" y="266604"/>
                  </a:lnTo>
                  <a:lnTo>
                    <a:pt x="304612" y="262310"/>
                  </a:lnTo>
                  <a:lnTo>
                    <a:pt x="307548" y="257920"/>
                  </a:lnTo>
                  <a:lnTo>
                    <a:pt x="310345" y="253441"/>
                  </a:lnTo>
                  <a:lnTo>
                    <a:pt x="312999" y="248875"/>
                  </a:lnTo>
                  <a:lnTo>
                    <a:pt x="315507" y="244228"/>
                  </a:lnTo>
                  <a:lnTo>
                    <a:pt x="317867" y="239504"/>
                  </a:lnTo>
                  <a:lnTo>
                    <a:pt x="320076" y="234707"/>
                  </a:lnTo>
                  <a:lnTo>
                    <a:pt x="322133" y="229844"/>
                  </a:lnTo>
                  <a:lnTo>
                    <a:pt x="324036" y="224917"/>
                  </a:lnTo>
                  <a:lnTo>
                    <a:pt x="325782" y="219933"/>
                  </a:lnTo>
                  <a:lnTo>
                    <a:pt x="327369" y="214897"/>
                  </a:lnTo>
                  <a:lnTo>
                    <a:pt x="328797" y="209812"/>
                  </a:lnTo>
                  <a:lnTo>
                    <a:pt x="330063" y="204686"/>
                  </a:lnTo>
                  <a:lnTo>
                    <a:pt x="331167" y="199521"/>
                  </a:lnTo>
                  <a:lnTo>
                    <a:pt x="332107" y="194325"/>
                  </a:lnTo>
                  <a:lnTo>
                    <a:pt x="332883" y="189101"/>
                  </a:lnTo>
                  <a:lnTo>
                    <a:pt x="333493" y="183856"/>
                  </a:lnTo>
                  <a:lnTo>
                    <a:pt x="333937" y="178593"/>
                  </a:lnTo>
                  <a:lnTo>
                    <a:pt x="334215" y="173320"/>
                  </a:lnTo>
                  <a:lnTo>
                    <a:pt x="334326" y="168040"/>
                  </a:lnTo>
                  <a:lnTo>
                    <a:pt x="334270" y="162760"/>
                  </a:lnTo>
                  <a:lnTo>
                    <a:pt x="334047" y="157483"/>
                  </a:lnTo>
                  <a:lnTo>
                    <a:pt x="333658" y="152217"/>
                  </a:lnTo>
                  <a:lnTo>
                    <a:pt x="333103" y="146965"/>
                  </a:lnTo>
                  <a:lnTo>
                    <a:pt x="332382" y="141734"/>
                  </a:lnTo>
                  <a:lnTo>
                    <a:pt x="331496" y="136528"/>
                  </a:lnTo>
                  <a:lnTo>
                    <a:pt x="330446" y="131352"/>
                  </a:lnTo>
                  <a:lnTo>
                    <a:pt x="329234" y="126213"/>
                  </a:lnTo>
                  <a:lnTo>
                    <a:pt x="327859" y="121114"/>
                  </a:lnTo>
                  <a:lnTo>
                    <a:pt x="326324" y="116061"/>
                  </a:lnTo>
                  <a:lnTo>
                    <a:pt x="324631" y="111059"/>
                  </a:lnTo>
                  <a:lnTo>
                    <a:pt x="322780" y="106113"/>
                  </a:lnTo>
                  <a:lnTo>
                    <a:pt x="320774" y="101228"/>
                  </a:lnTo>
                  <a:lnTo>
                    <a:pt x="318614" y="96409"/>
                  </a:lnTo>
                  <a:lnTo>
                    <a:pt x="316304" y="91660"/>
                  </a:lnTo>
                  <a:lnTo>
                    <a:pt x="313844" y="86987"/>
                  </a:lnTo>
                  <a:lnTo>
                    <a:pt x="311238" y="82394"/>
                  </a:lnTo>
                  <a:lnTo>
                    <a:pt x="308489" y="77885"/>
                  </a:lnTo>
                  <a:lnTo>
                    <a:pt x="305598" y="73466"/>
                  </a:lnTo>
                  <a:lnTo>
                    <a:pt x="302569" y="69140"/>
                  </a:lnTo>
                  <a:lnTo>
                    <a:pt x="299406" y="64911"/>
                  </a:lnTo>
                  <a:lnTo>
                    <a:pt x="296110" y="60785"/>
                  </a:lnTo>
                  <a:lnTo>
                    <a:pt x="292685" y="56765"/>
                  </a:lnTo>
                  <a:lnTo>
                    <a:pt x="289135" y="52855"/>
                  </a:lnTo>
                  <a:lnTo>
                    <a:pt x="285464" y="49060"/>
                  </a:lnTo>
                  <a:lnTo>
                    <a:pt x="281674" y="45382"/>
                  </a:lnTo>
                  <a:lnTo>
                    <a:pt x="277770" y="41826"/>
                  </a:lnTo>
                  <a:lnTo>
                    <a:pt x="273756" y="38394"/>
                  </a:lnTo>
                  <a:lnTo>
                    <a:pt x="269635" y="35092"/>
                  </a:lnTo>
                  <a:lnTo>
                    <a:pt x="265412" y="31921"/>
                  </a:lnTo>
                  <a:lnTo>
                    <a:pt x="261091" y="28885"/>
                  </a:lnTo>
                  <a:lnTo>
                    <a:pt x="256677" y="25987"/>
                  </a:lnTo>
                  <a:lnTo>
                    <a:pt x="252173" y="23230"/>
                  </a:lnTo>
                  <a:lnTo>
                    <a:pt x="247584" y="20616"/>
                  </a:lnTo>
                  <a:lnTo>
                    <a:pt x="242915" y="18149"/>
                  </a:lnTo>
                  <a:lnTo>
                    <a:pt x="238170" y="15831"/>
                  </a:lnTo>
                  <a:lnTo>
                    <a:pt x="233354" y="13663"/>
                  </a:lnTo>
                  <a:lnTo>
                    <a:pt x="228473" y="11649"/>
                  </a:lnTo>
                  <a:lnTo>
                    <a:pt x="223530" y="9790"/>
                  </a:lnTo>
                  <a:lnTo>
                    <a:pt x="218531" y="8088"/>
                  </a:lnTo>
                  <a:lnTo>
                    <a:pt x="213480" y="6545"/>
                  </a:lnTo>
                  <a:lnTo>
                    <a:pt x="208384" y="5162"/>
                  </a:lnTo>
                  <a:lnTo>
                    <a:pt x="203246" y="394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37116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3707720"/>
              <a:ext cx="36085" cy="167167"/>
            </a:xfrm>
            <a:custGeom>
              <a:avLst/>
              <a:pathLst>
                <a:path w="36085" h="167167">
                  <a:moveTo>
                    <a:pt x="36085" y="3941"/>
                  </a:moveTo>
                  <a:lnTo>
                    <a:pt x="28950" y="2525"/>
                  </a:lnTo>
                  <a:lnTo>
                    <a:pt x="21761" y="1422"/>
                  </a:lnTo>
                  <a:lnTo>
                    <a:pt x="14530" y="632"/>
                  </a:lnTo>
                  <a:lnTo>
                    <a:pt x="7272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14126" y="4213821"/>
              <a:ext cx="334326" cy="334318"/>
            </a:xfrm>
            <a:custGeom>
              <a:avLst/>
              <a:pathLst>
                <a:path w="334326" h="334318">
                  <a:moveTo>
                    <a:pt x="167160" y="0"/>
                  </a:moveTo>
                  <a:lnTo>
                    <a:pt x="161880" y="83"/>
                  </a:lnTo>
                  <a:lnTo>
                    <a:pt x="156605" y="333"/>
                  </a:lnTo>
                  <a:lnTo>
                    <a:pt x="151341" y="750"/>
                  </a:lnTo>
                  <a:lnTo>
                    <a:pt x="146092" y="1332"/>
                  </a:lnTo>
                  <a:lnTo>
                    <a:pt x="140865" y="2081"/>
                  </a:lnTo>
                  <a:lnTo>
                    <a:pt x="135663" y="2994"/>
                  </a:lnTo>
                  <a:lnTo>
                    <a:pt x="130493" y="4070"/>
                  </a:lnTo>
                  <a:lnTo>
                    <a:pt x="125360" y="5310"/>
                  </a:lnTo>
                  <a:lnTo>
                    <a:pt x="120268" y="6711"/>
                  </a:lnTo>
                  <a:lnTo>
                    <a:pt x="115224" y="8272"/>
                  </a:lnTo>
                  <a:lnTo>
                    <a:pt x="110231" y="9992"/>
                  </a:lnTo>
                  <a:lnTo>
                    <a:pt x="105294" y="11869"/>
                  </a:lnTo>
                  <a:lnTo>
                    <a:pt x="100420" y="13900"/>
                  </a:lnTo>
                  <a:lnTo>
                    <a:pt x="95612" y="16085"/>
                  </a:lnTo>
                  <a:lnTo>
                    <a:pt x="90876" y="18420"/>
                  </a:lnTo>
                  <a:lnTo>
                    <a:pt x="86215" y="20904"/>
                  </a:lnTo>
                  <a:lnTo>
                    <a:pt x="81636" y="23534"/>
                  </a:lnTo>
                  <a:lnTo>
                    <a:pt x="77142" y="26307"/>
                  </a:lnTo>
                  <a:lnTo>
                    <a:pt x="72737" y="29221"/>
                  </a:lnTo>
                  <a:lnTo>
                    <a:pt x="68427" y="32272"/>
                  </a:lnTo>
                  <a:lnTo>
                    <a:pt x="64215" y="35458"/>
                  </a:lnTo>
                  <a:lnTo>
                    <a:pt x="60107" y="38775"/>
                  </a:lnTo>
                  <a:lnTo>
                    <a:pt x="56105" y="42221"/>
                  </a:lnTo>
                  <a:lnTo>
                    <a:pt x="52213" y="45791"/>
                  </a:lnTo>
                  <a:lnTo>
                    <a:pt x="48437" y="49482"/>
                  </a:lnTo>
                  <a:lnTo>
                    <a:pt x="44779" y="53291"/>
                  </a:lnTo>
                  <a:lnTo>
                    <a:pt x="41243" y="57214"/>
                  </a:lnTo>
                  <a:lnTo>
                    <a:pt x="37833" y="61246"/>
                  </a:lnTo>
                  <a:lnTo>
                    <a:pt x="34552" y="65384"/>
                  </a:lnTo>
                  <a:lnTo>
                    <a:pt x="31403" y="69623"/>
                  </a:lnTo>
                  <a:lnTo>
                    <a:pt x="28390" y="73960"/>
                  </a:lnTo>
                  <a:lnTo>
                    <a:pt x="25515" y="78390"/>
                  </a:lnTo>
                  <a:lnTo>
                    <a:pt x="22781" y="82908"/>
                  </a:lnTo>
                  <a:lnTo>
                    <a:pt x="20192" y="87510"/>
                  </a:lnTo>
                  <a:lnTo>
                    <a:pt x="17749" y="92192"/>
                  </a:lnTo>
                  <a:lnTo>
                    <a:pt x="15455" y="96949"/>
                  </a:lnTo>
                  <a:lnTo>
                    <a:pt x="13313" y="101776"/>
                  </a:lnTo>
                  <a:lnTo>
                    <a:pt x="11325" y="106668"/>
                  </a:lnTo>
                  <a:lnTo>
                    <a:pt x="9491" y="111621"/>
                  </a:lnTo>
                  <a:lnTo>
                    <a:pt x="7816" y="116629"/>
                  </a:lnTo>
                  <a:lnTo>
                    <a:pt x="6299" y="121687"/>
                  </a:lnTo>
                  <a:lnTo>
                    <a:pt x="4942" y="126791"/>
                  </a:lnTo>
                  <a:lnTo>
                    <a:pt x="3748" y="131935"/>
                  </a:lnTo>
                  <a:lnTo>
                    <a:pt x="2717" y="137114"/>
                  </a:lnTo>
                  <a:lnTo>
                    <a:pt x="1849" y="142323"/>
                  </a:lnTo>
                  <a:lnTo>
                    <a:pt x="1147" y="147557"/>
                  </a:lnTo>
                  <a:lnTo>
                    <a:pt x="611" y="152811"/>
                  </a:lnTo>
                  <a:lnTo>
                    <a:pt x="240" y="158078"/>
                  </a:lnTo>
                  <a:lnTo>
                    <a:pt x="37" y="163355"/>
                  </a:lnTo>
                  <a:lnTo>
                    <a:pt x="0" y="168636"/>
                  </a:lnTo>
                  <a:lnTo>
                    <a:pt x="129" y="173915"/>
                  </a:lnTo>
                  <a:lnTo>
                    <a:pt x="426" y="179188"/>
                  </a:lnTo>
                  <a:lnTo>
                    <a:pt x="889" y="184449"/>
                  </a:lnTo>
                  <a:lnTo>
                    <a:pt x="1518" y="189692"/>
                  </a:lnTo>
                  <a:lnTo>
                    <a:pt x="2312" y="194913"/>
                  </a:lnTo>
                  <a:lnTo>
                    <a:pt x="3270" y="200106"/>
                  </a:lnTo>
                  <a:lnTo>
                    <a:pt x="4393" y="205266"/>
                  </a:lnTo>
                  <a:lnTo>
                    <a:pt x="5677" y="210388"/>
                  </a:lnTo>
                  <a:lnTo>
                    <a:pt x="7123" y="215468"/>
                  </a:lnTo>
                  <a:lnTo>
                    <a:pt x="8728" y="220498"/>
                  </a:lnTo>
                  <a:lnTo>
                    <a:pt x="10492" y="225476"/>
                  </a:lnTo>
                  <a:lnTo>
                    <a:pt x="12412" y="230396"/>
                  </a:lnTo>
                  <a:lnTo>
                    <a:pt x="14486" y="235252"/>
                  </a:lnTo>
                  <a:lnTo>
                    <a:pt x="16713" y="240041"/>
                  </a:lnTo>
                  <a:lnTo>
                    <a:pt x="19090" y="244756"/>
                  </a:lnTo>
                  <a:lnTo>
                    <a:pt x="21615" y="249395"/>
                  </a:lnTo>
                  <a:lnTo>
                    <a:pt x="24285" y="253951"/>
                  </a:lnTo>
                  <a:lnTo>
                    <a:pt x="27097" y="258420"/>
                  </a:lnTo>
                  <a:lnTo>
                    <a:pt x="30049" y="262799"/>
                  </a:lnTo>
                  <a:lnTo>
                    <a:pt x="33138" y="267082"/>
                  </a:lnTo>
                  <a:lnTo>
                    <a:pt x="36361" y="271266"/>
                  </a:lnTo>
                  <a:lnTo>
                    <a:pt x="39715" y="275345"/>
                  </a:lnTo>
                  <a:lnTo>
                    <a:pt x="43195" y="279317"/>
                  </a:lnTo>
                  <a:lnTo>
                    <a:pt x="46800" y="283176"/>
                  </a:lnTo>
                  <a:lnTo>
                    <a:pt x="50524" y="286920"/>
                  </a:lnTo>
                  <a:lnTo>
                    <a:pt x="54365" y="290545"/>
                  </a:lnTo>
                  <a:lnTo>
                    <a:pt x="58318" y="294046"/>
                  </a:lnTo>
                  <a:lnTo>
                    <a:pt x="62380" y="297421"/>
                  </a:lnTo>
                  <a:lnTo>
                    <a:pt x="66547" y="300665"/>
                  </a:lnTo>
                  <a:lnTo>
                    <a:pt x="70813" y="303777"/>
                  </a:lnTo>
                  <a:lnTo>
                    <a:pt x="75177" y="306752"/>
                  </a:lnTo>
                  <a:lnTo>
                    <a:pt x="79631" y="309588"/>
                  </a:lnTo>
                  <a:lnTo>
                    <a:pt x="84174" y="312281"/>
                  </a:lnTo>
                  <a:lnTo>
                    <a:pt x="88799" y="314830"/>
                  </a:lnTo>
                  <a:lnTo>
                    <a:pt x="93502" y="317232"/>
                  </a:lnTo>
                  <a:lnTo>
                    <a:pt x="98279" y="319483"/>
                  </a:lnTo>
                  <a:lnTo>
                    <a:pt x="103124" y="321583"/>
                  </a:lnTo>
                  <a:lnTo>
                    <a:pt x="108034" y="323529"/>
                  </a:lnTo>
                  <a:lnTo>
                    <a:pt x="113002" y="325318"/>
                  </a:lnTo>
                  <a:lnTo>
                    <a:pt x="118025" y="326950"/>
                  </a:lnTo>
                  <a:lnTo>
                    <a:pt x="123096" y="328422"/>
                  </a:lnTo>
                  <a:lnTo>
                    <a:pt x="128212" y="329734"/>
                  </a:lnTo>
                  <a:lnTo>
                    <a:pt x="133366" y="330883"/>
                  </a:lnTo>
                  <a:lnTo>
                    <a:pt x="138554" y="331869"/>
                  </a:lnTo>
                  <a:lnTo>
                    <a:pt x="143771" y="332690"/>
                  </a:lnTo>
                  <a:lnTo>
                    <a:pt x="149010" y="333346"/>
                  </a:lnTo>
                  <a:lnTo>
                    <a:pt x="154269" y="333837"/>
                  </a:lnTo>
                  <a:lnTo>
                    <a:pt x="159539" y="334161"/>
                  </a:lnTo>
                  <a:lnTo>
                    <a:pt x="164818" y="334318"/>
                  </a:lnTo>
                  <a:lnTo>
                    <a:pt x="170099" y="334309"/>
                  </a:lnTo>
                  <a:lnTo>
                    <a:pt x="175377" y="334132"/>
                  </a:lnTo>
                  <a:lnTo>
                    <a:pt x="180647" y="333790"/>
                  </a:lnTo>
                  <a:lnTo>
                    <a:pt x="185903" y="333280"/>
                  </a:lnTo>
                  <a:lnTo>
                    <a:pt x="191140" y="332605"/>
                  </a:lnTo>
                  <a:lnTo>
                    <a:pt x="196354" y="331766"/>
                  </a:lnTo>
                  <a:lnTo>
                    <a:pt x="201539" y="330761"/>
                  </a:lnTo>
                  <a:lnTo>
                    <a:pt x="206689" y="329594"/>
                  </a:lnTo>
                  <a:lnTo>
                    <a:pt x="211800" y="328264"/>
                  </a:lnTo>
                  <a:lnTo>
                    <a:pt x="216866" y="326774"/>
                  </a:lnTo>
                  <a:lnTo>
                    <a:pt x="221882" y="325124"/>
                  </a:lnTo>
                  <a:lnTo>
                    <a:pt x="226844" y="323317"/>
                  </a:lnTo>
                  <a:lnTo>
                    <a:pt x="231747" y="321354"/>
                  </a:lnTo>
                  <a:lnTo>
                    <a:pt x="236585" y="319237"/>
                  </a:lnTo>
                  <a:lnTo>
                    <a:pt x="241354" y="316968"/>
                  </a:lnTo>
                  <a:lnTo>
                    <a:pt x="246048" y="314550"/>
                  </a:lnTo>
                  <a:lnTo>
                    <a:pt x="250664" y="311984"/>
                  </a:lnTo>
                  <a:lnTo>
                    <a:pt x="255197" y="309275"/>
                  </a:lnTo>
                  <a:lnTo>
                    <a:pt x="259642" y="306423"/>
                  </a:lnTo>
                  <a:lnTo>
                    <a:pt x="263994" y="303432"/>
                  </a:lnTo>
                  <a:lnTo>
                    <a:pt x="268250" y="300306"/>
                  </a:lnTo>
                  <a:lnTo>
                    <a:pt x="272405" y="297046"/>
                  </a:lnTo>
                  <a:lnTo>
                    <a:pt x="276455" y="293657"/>
                  </a:lnTo>
                  <a:lnTo>
                    <a:pt x="280395" y="290142"/>
                  </a:lnTo>
                  <a:lnTo>
                    <a:pt x="284223" y="286504"/>
                  </a:lnTo>
                  <a:lnTo>
                    <a:pt x="287934" y="282746"/>
                  </a:lnTo>
                  <a:lnTo>
                    <a:pt x="291525" y="278874"/>
                  </a:lnTo>
                  <a:lnTo>
                    <a:pt x="294991" y="274890"/>
                  </a:lnTo>
                  <a:lnTo>
                    <a:pt x="298330" y="270799"/>
                  </a:lnTo>
                  <a:lnTo>
                    <a:pt x="301538" y="266604"/>
                  </a:lnTo>
                  <a:lnTo>
                    <a:pt x="304612" y="262310"/>
                  </a:lnTo>
                  <a:lnTo>
                    <a:pt x="307548" y="257920"/>
                  </a:lnTo>
                  <a:lnTo>
                    <a:pt x="310345" y="253441"/>
                  </a:lnTo>
                  <a:lnTo>
                    <a:pt x="312999" y="248875"/>
                  </a:lnTo>
                  <a:lnTo>
                    <a:pt x="315507" y="244228"/>
                  </a:lnTo>
                  <a:lnTo>
                    <a:pt x="317867" y="239504"/>
                  </a:lnTo>
                  <a:lnTo>
                    <a:pt x="320076" y="234707"/>
                  </a:lnTo>
                  <a:lnTo>
                    <a:pt x="322133" y="229844"/>
                  </a:lnTo>
                  <a:lnTo>
                    <a:pt x="324036" y="224917"/>
                  </a:lnTo>
                  <a:lnTo>
                    <a:pt x="325782" y="219933"/>
                  </a:lnTo>
                  <a:lnTo>
                    <a:pt x="327369" y="214897"/>
                  </a:lnTo>
                  <a:lnTo>
                    <a:pt x="328797" y="209812"/>
                  </a:lnTo>
                  <a:lnTo>
                    <a:pt x="330063" y="204686"/>
                  </a:lnTo>
                  <a:lnTo>
                    <a:pt x="331167" y="199521"/>
                  </a:lnTo>
                  <a:lnTo>
                    <a:pt x="332107" y="194325"/>
                  </a:lnTo>
                  <a:lnTo>
                    <a:pt x="332883" y="189101"/>
                  </a:lnTo>
                  <a:lnTo>
                    <a:pt x="333493" y="183856"/>
                  </a:lnTo>
                  <a:lnTo>
                    <a:pt x="333937" y="178593"/>
                  </a:lnTo>
                  <a:lnTo>
                    <a:pt x="334215" y="173320"/>
                  </a:lnTo>
                  <a:lnTo>
                    <a:pt x="334326" y="168040"/>
                  </a:lnTo>
                  <a:lnTo>
                    <a:pt x="334270" y="162760"/>
                  </a:lnTo>
                  <a:lnTo>
                    <a:pt x="334047" y="157483"/>
                  </a:lnTo>
                  <a:lnTo>
                    <a:pt x="333658" y="152217"/>
                  </a:lnTo>
                  <a:lnTo>
                    <a:pt x="333103" y="146965"/>
                  </a:lnTo>
                  <a:lnTo>
                    <a:pt x="332382" y="141734"/>
                  </a:lnTo>
                  <a:lnTo>
                    <a:pt x="331496" y="136528"/>
                  </a:lnTo>
                  <a:lnTo>
                    <a:pt x="330446" y="131352"/>
                  </a:lnTo>
                  <a:lnTo>
                    <a:pt x="329234" y="126213"/>
                  </a:lnTo>
                  <a:lnTo>
                    <a:pt x="327859" y="121114"/>
                  </a:lnTo>
                  <a:lnTo>
                    <a:pt x="326324" y="116061"/>
                  </a:lnTo>
                  <a:lnTo>
                    <a:pt x="324631" y="111059"/>
                  </a:lnTo>
                  <a:lnTo>
                    <a:pt x="322780" y="106113"/>
                  </a:lnTo>
                  <a:lnTo>
                    <a:pt x="320774" y="101228"/>
                  </a:lnTo>
                  <a:lnTo>
                    <a:pt x="318614" y="96409"/>
                  </a:lnTo>
                  <a:lnTo>
                    <a:pt x="316304" y="91660"/>
                  </a:lnTo>
                  <a:lnTo>
                    <a:pt x="313844" y="86987"/>
                  </a:lnTo>
                  <a:lnTo>
                    <a:pt x="311238" y="82394"/>
                  </a:lnTo>
                  <a:lnTo>
                    <a:pt x="308489" y="77885"/>
                  </a:lnTo>
                  <a:lnTo>
                    <a:pt x="305598" y="73466"/>
                  </a:lnTo>
                  <a:lnTo>
                    <a:pt x="302569" y="69140"/>
                  </a:lnTo>
                  <a:lnTo>
                    <a:pt x="299406" y="64911"/>
                  </a:lnTo>
                  <a:lnTo>
                    <a:pt x="296110" y="60785"/>
                  </a:lnTo>
                  <a:lnTo>
                    <a:pt x="292685" y="56765"/>
                  </a:lnTo>
                  <a:lnTo>
                    <a:pt x="289135" y="52855"/>
                  </a:lnTo>
                  <a:lnTo>
                    <a:pt x="285464" y="49060"/>
                  </a:lnTo>
                  <a:lnTo>
                    <a:pt x="281674" y="45382"/>
                  </a:lnTo>
                  <a:lnTo>
                    <a:pt x="277770" y="41826"/>
                  </a:lnTo>
                  <a:lnTo>
                    <a:pt x="273756" y="38394"/>
                  </a:lnTo>
                  <a:lnTo>
                    <a:pt x="269635" y="35092"/>
                  </a:lnTo>
                  <a:lnTo>
                    <a:pt x="265412" y="31921"/>
                  </a:lnTo>
                  <a:lnTo>
                    <a:pt x="261091" y="28885"/>
                  </a:lnTo>
                  <a:lnTo>
                    <a:pt x="256677" y="25987"/>
                  </a:lnTo>
                  <a:lnTo>
                    <a:pt x="252173" y="23230"/>
                  </a:lnTo>
                  <a:lnTo>
                    <a:pt x="247584" y="20616"/>
                  </a:lnTo>
                  <a:lnTo>
                    <a:pt x="242915" y="18149"/>
                  </a:lnTo>
                  <a:lnTo>
                    <a:pt x="238170" y="15831"/>
                  </a:lnTo>
                  <a:lnTo>
                    <a:pt x="233354" y="13663"/>
                  </a:lnTo>
                  <a:lnTo>
                    <a:pt x="228473" y="11649"/>
                  </a:lnTo>
                  <a:lnTo>
                    <a:pt x="223530" y="9790"/>
                  </a:lnTo>
                  <a:lnTo>
                    <a:pt x="218531" y="8088"/>
                  </a:lnTo>
                  <a:lnTo>
                    <a:pt x="213480" y="6545"/>
                  </a:lnTo>
                  <a:lnTo>
                    <a:pt x="208384" y="5162"/>
                  </a:lnTo>
                  <a:lnTo>
                    <a:pt x="203246" y="394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781287" y="4217762"/>
              <a:ext cx="36085" cy="163226"/>
            </a:xfrm>
            <a:custGeom>
              <a:avLst/>
              <a:pathLst>
                <a:path w="36085" h="163226">
                  <a:moveTo>
                    <a:pt x="36085" y="0"/>
                  </a:moveTo>
                  <a:lnTo>
                    <a:pt x="0" y="163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781287" y="4213821"/>
              <a:ext cx="36085" cy="167167"/>
            </a:xfrm>
            <a:custGeom>
              <a:avLst/>
              <a:pathLst>
                <a:path w="36085" h="167167">
                  <a:moveTo>
                    <a:pt x="36085" y="3941"/>
                  </a:moveTo>
                  <a:lnTo>
                    <a:pt x="28950" y="2525"/>
                  </a:lnTo>
                  <a:lnTo>
                    <a:pt x="21761" y="1422"/>
                  </a:lnTo>
                  <a:lnTo>
                    <a:pt x="14530" y="632"/>
                  </a:lnTo>
                  <a:lnTo>
                    <a:pt x="7272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68" y="4659281"/>
              <a:ext cx="167155" cy="218656"/>
            </a:xfrm>
            <a:custGeom>
              <a:avLst/>
              <a:pathLst>
                <a:path w="167155" h="218656">
                  <a:moveTo>
                    <a:pt x="167155" y="0"/>
                  </a:moveTo>
                  <a:lnTo>
                    <a:pt x="161727" y="88"/>
                  </a:lnTo>
                  <a:lnTo>
                    <a:pt x="156304" y="352"/>
                  </a:lnTo>
                  <a:lnTo>
                    <a:pt x="150892" y="793"/>
                  </a:lnTo>
                  <a:lnTo>
                    <a:pt x="145498" y="1408"/>
                  </a:lnTo>
                  <a:lnTo>
                    <a:pt x="140126" y="2199"/>
                  </a:lnTo>
                  <a:lnTo>
                    <a:pt x="134783" y="3164"/>
                  </a:lnTo>
                  <a:lnTo>
                    <a:pt x="129474" y="4302"/>
                  </a:lnTo>
                  <a:lnTo>
                    <a:pt x="124205" y="5611"/>
                  </a:lnTo>
                  <a:lnTo>
                    <a:pt x="118981" y="7092"/>
                  </a:lnTo>
                  <a:lnTo>
                    <a:pt x="113808" y="8740"/>
                  </a:lnTo>
                  <a:lnTo>
                    <a:pt x="108691" y="10556"/>
                  </a:lnTo>
                  <a:lnTo>
                    <a:pt x="103636" y="12538"/>
                  </a:lnTo>
                  <a:lnTo>
                    <a:pt x="98648" y="14682"/>
                  </a:lnTo>
                  <a:lnTo>
                    <a:pt x="93732" y="16987"/>
                  </a:lnTo>
                  <a:lnTo>
                    <a:pt x="88893" y="19451"/>
                  </a:lnTo>
                  <a:lnTo>
                    <a:pt x="84138" y="22070"/>
                  </a:lnTo>
                  <a:lnTo>
                    <a:pt x="79469" y="24843"/>
                  </a:lnTo>
                  <a:lnTo>
                    <a:pt x="74894" y="27766"/>
                  </a:lnTo>
                  <a:lnTo>
                    <a:pt x="70415" y="30836"/>
                  </a:lnTo>
                  <a:lnTo>
                    <a:pt x="66039" y="34049"/>
                  </a:lnTo>
                  <a:lnTo>
                    <a:pt x="61769" y="37403"/>
                  </a:lnTo>
                  <a:lnTo>
                    <a:pt x="57611" y="40894"/>
                  </a:lnTo>
                  <a:lnTo>
                    <a:pt x="53568" y="44518"/>
                  </a:lnTo>
                  <a:lnTo>
                    <a:pt x="49644" y="48272"/>
                  </a:lnTo>
                  <a:lnTo>
                    <a:pt x="45845" y="52150"/>
                  </a:lnTo>
                  <a:lnTo>
                    <a:pt x="42174" y="56151"/>
                  </a:lnTo>
                  <a:lnTo>
                    <a:pt x="38635" y="60268"/>
                  </a:lnTo>
                  <a:lnTo>
                    <a:pt x="35231" y="64498"/>
                  </a:lnTo>
                  <a:lnTo>
                    <a:pt x="31966" y="68837"/>
                  </a:lnTo>
                  <a:lnTo>
                    <a:pt x="28844" y="73279"/>
                  </a:lnTo>
                  <a:lnTo>
                    <a:pt x="25868" y="77820"/>
                  </a:lnTo>
                  <a:lnTo>
                    <a:pt x="23041" y="82455"/>
                  </a:lnTo>
                  <a:lnTo>
                    <a:pt x="20366" y="87180"/>
                  </a:lnTo>
                  <a:lnTo>
                    <a:pt x="17846" y="91989"/>
                  </a:lnTo>
                  <a:lnTo>
                    <a:pt x="15483" y="96878"/>
                  </a:lnTo>
                  <a:lnTo>
                    <a:pt x="13281" y="101841"/>
                  </a:lnTo>
                  <a:lnTo>
                    <a:pt x="11240" y="106872"/>
                  </a:lnTo>
                  <a:lnTo>
                    <a:pt x="9365" y="111967"/>
                  </a:lnTo>
                  <a:lnTo>
                    <a:pt x="7655" y="117121"/>
                  </a:lnTo>
                  <a:lnTo>
                    <a:pt x="6114" y="122327"/>
                  </a:lnTo>
                  <a:lnTo>
                    <a:pt x="4743" y="127581"/>
                  </a:lnTo>
                  <a:lnTo>
                    <a:pt x="3543" y="132876"/>
                  </a:lnTo>
                  <a:lnTo>
                    <a:pt x="2516" y="138207"/>
                  </a:lnTo>
                  <a:lnTo>
                    <a:pt x="1662" y="143569"/>
                  </a:lnTo>
                  <a:lnTo>
                    <a:pt x="983" y="148956"/>
                  </a:lnTo>
                  <a:lnTo>
                    <a:pt x="479" y="154362"/>
                  </a:lnTo>
                  <a:lnTo>
                    <a:pt x="151" y="159782"/>
                  </a:lnTo>
                  <a:lnTo>
                    <a:pt x="0" y="165209"/>
                  </a:lnTo>
                  <a:lnTo>
                    <a:pt x="24" y="170639"/>
                  </a:lnTo>
                  <a:lnTo>
                    <a:pt x="225" y="176064"/>
                  </a:lnTo>
                  <a:lnTo>
                    <a:pt x="602" y="181481"/>
                  </a:lnTo>
                  <a:lnTo>
                    <a:pt x="1155" y="186882"/>
                  </a:lnTo>
                  <a:lnTo>
                    <a:pt x="1883" y="192263"/>
                  </a:lnTo>
                  <a:lnTo>
                    <a:pt x="2785" y="197617"/>
                  </a:lnTo>
                  <a:lnTo>
                    <a:pt x="3860" y="202939"/>
                  </a:lnTo>
                  <a:lnTo>
                    <a:pt x="5108" y="208223"/>
                  </a:lnTo>
                  <a:lnTo>
                    <a:pt x="6527" y="213464"/>
                  </a:lnTo>
                  <a:lnTo>
                    <a:pt x="8115" y="21865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927484" y="4826449"/>
              <a:ext cx="159040" cy="51488"/>
            </a:xfrm>
            <a:custGeom>
              <a:avLst/>
              <a:pathLst>
                <a:path w="159040" h="51488">
                  <a:moveTo>
                    <a:pt x="0" y="51488"/>
                  </a:moveTo>
                  <a:lnTo>
                    <a:pt x="1590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927484" y="4826449"/>
              <a:ext cx="159040" cy="70469"/>
            </a:xfrm>
            <a:custGeom>
              <a:avLst/>
              <a:pathLst>
                <a:path w="159040" h="70469">
                  <a:moveTo>
                    <a:pt x="0" y="51488"/>
                  </a:moveTo>
                  <a:lnTo>
                    <a:pt x="3436" y="61092"/>
                  </a:lnTo>
                  <a:lnTo>
                    <a:pt x="7452" y="70469"/>
                  </a:lnTo>
                  <a:lnTo>
                    <a:pt x="15904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934936" y="4659281"/>
              <a:ext cx="318740" cy="334332"/>
            </a:xfrm>
            <a:custGeom>
              <a:avLst/>
              <a:pathLst>
                <a:path w="318740" h="334332">
                  <a:moveTo>
                    <a:pt x="0" y="237636"/>
                  </a:moveTo>
                  <a:lnTo>
                    <a:pt x="2308" y="242403"/>
                  </a:lnTo>
                  <a:lnTo>
                    <a:pt x="4766" y="247094"/>
                  </a:lnTo>
                  <a:lnTo>
                    <a:pt x="7372" y="251705"/>
                  </a:lnTo>
                  <a:lnTo>
                    <a:pt x="10122" y="256231"/>
                  </a:lnTo>
                  <a:lnTo>
                    <a:pt x="13014" y="260668"/>
                  </a:lnTo>
                  <a:lnTo>
                    <a:pt x="16046" y="265010"/>
                  </a:lnTo>
                  <a:lnTo>
                    <a:pt x="19213" y="269255"/>
                  </a:lnTo>
                  <a:lnTo>
                    <a:pt x="22514" y="273397"/>
                  </a:lnTo>
                  <a:lnTo>
                    <a:pt x="25944" y="277433"/>
                  </a:lnTo>
                  <a:lnTo>
                    <a:pt x="29500" y="281357"/>
                  </a:lnTo>
                  <a:lnTo>
                    <a:pt x="33178" y="285168"/>
                  </a:lnTo>
                  <a:lnTo>
                    <a:pt x="36976" y="288859"/>
                  </a:lnTo>
                  <a:lnTo>
                    <a:pt x="40888" y="292429"/>
                  </a:lnTo>
                  <a:lnTo>
                    <a:pt x="44912" y="295873"/>
                  </a:lnTo>
                  <a:lnTo>
                    <a:pt x="49043" y="299187"/>
                  </a:lnTo>
                  <a:lnTo>
                    <a:pt x="53276" y="302370"/>
                  </a:lnTo>
                  <a:lnTo>
                    <a:pt x="57608" y="305416"/>
                  </a:lnTo>
                  <a:lnTo>
                    <a:pt x="62035" y="308324"/>
                  </a:lnTo>
                  <a:lnTo>
                    <a:pt x="66552" y="311090"/>
                  </a:lnTo>
                  <a:lnTo>
                    <a:pt x="71153" y="313711"/>
                  </a:lnTo>
                  <a:lnTo>
                    <a:pt x="75836" y="316186"/>
                  </a:lnTo>
                  <a:lnTo>
                    <a:pt x="80595" y="318511"/>
                  </a:lnTo>
                  <a:lnTo>
                    <a:pt x="85424" y="320684"/>
                  </a:lnTo>
                  <a:lnTo>
                    <a:pt x="90321" y="322702"/>
                  </a:lnTo>
                  <a:lnTo>
                    <a:pt x="95279" y="324565"/>
                  </a:lnTo>
                  <a:lnTo>
                    <a:pt x="100293" y="326270"/>
                  </a:lnTo>
                  <a:lnTo>
                    <a:pt x="105359" y="327815"/>
                  </a:lnTo>
                  <a:lnTo>
                    <a:pt x="110471" y="329199"/>
                  </a:lnTo>
                  <a:lnTo>
                    <a:pt x="115624" y="330420"/>
                  </a:lnTo>
                  <a:lnTo>
                    <a:pt x="120814" y="331477"/>
                  </a:lnTo>
                  <a:lnTo>
                    <a:pt x="126034" y="332370"/>
                  </a:lnTo>
                  <a:lnTo>
                    <a:pt x="131281" y="333096"/>
                  </a:lnTo>
                  <a:lnTo>
                    <a:pt x="136547" y="333656"/>
                  </a:lnTo>
                  <a:lnTo>
                    <a:pt x="141829" y="334049"/>
                  </a:lnTo>
                  <a:lnTo>
                    <a:pt x="147120" y="334275"/>
                  </a:lnTo>
                  <a:lnTo>
                    <a:pt x="152416" y="334332"/>
                  </a:lnTo>
                  <a:lnTo>
                    <a:pt x="157711" y="334222"/>
                  </a:lnTo>
                  <a:lnTo>
                    <a:pt x="163000" y="333944"/>
                  </a:lnTo>
                  <a:lnTo>
                    <a:pt x="168277" y="333499"/>
                  </a:lnTo>
                  <a:lnTo>
                    <a:pt x="173538" y="332887"/>
                  </a:lnTo>
                  <a:lnTo>
                    <a:pt x="178777" y="332109"/>
                  </a:lnTo>
                  <a:lnTo>
                    <a:pt x="183988" y="331164"/>
                  </a:lnTo>
                  <a:lnTo>
                    <a:pt x="189167" y="330056"/>
                  </a:lnTo>
                  <a:lnTo>
                    <a:pt x="194308" y="328784"/>
                  </a:lnTo>
                  <a:lnTo>
                    <a:pt x="199406" y="327349"/>
                  </a:lnTo>
                  <a:lnTo>
                    <a:pt x="204456" y="325754"/>
                  </a:lnTo>
                  <a:lnTo>
                    <a:pt x="209454" y="324000"/>
                  </a:lnTo>
                  <a:lnTo>
                    <a:pt x="214393" y="322088"/>
                  </a:lnTo>
                  <a:lnTo>
                    <a:pt x="219269" y="320021"/>
                  </a:lnTo>
                  <a:lnTo>
                    <a:pt x="224077" y="317800"/>
                  </a:lnTo>
                  <a:lnTo>
                    <a:pt x="228812" y="315428"/>
                  </a:lnTo>
                  <a:lnTo>
                    <a:pt x="233470" y="312907"/>
                  </a:lnTo>
                  <a:lnTo>
                    <a:pt x="238046" y="310240"/>
                  </a:lnTo>
                  <a:lnTo>
                    <a:pt x="242535" y="307430"/>
                  </a:lnTo>
                  <a:lnTo>
                    <a:pt x="246932" y="304478"/>
                  </a:lnTo>
                  <a:lnTo>
                    <a:pt x="251234" y="301389"/>
                  </a:lnTo>
                  <a:lnTo>
                    <a:pt x="255436" y="298165"/>
                  </a:lnTo>
                  <a:lnTo>
                    <a:pt x="259534" y="294810"/>
                  </a:lnTo>
                  <a:lnTo>
                    <a:pt x="263523" y="291326"/>
                  </a:lnTo>
                  <a:lnTo>
                    <a:pt x="267400" y="287718"/>
                  </a:lnTo>
                  <a:lnTo>
                    <a:pt x="271160" y="283989"/>
                  </a:lnTo>
                  <a:lnTo>
                    <a:pt x="274801" y="280142"/>
                  </a:lnTo>
                  <a:lnTo>
                    <a:pt x="278318" y="276183"/>
                  </a:lnTo>
                  <a:lnTo>
                    <a:pt x="281708" y="272113"/>
                  </a:lnTo>
                  <a:lnTo>
                    <a:pt x="284967" y="267939"/>
                  </a:lnTo>
                  <a:lnTo>
                    <a:pt x="288092" y="263663"/>
                  </a:lnTo>
                  <a:lnTo>
                    <a:pt x="291081" y="259290"/>
                  </a:lnTo>
                  <a:lnTo>
                    <a:pt x="293929" y="254825"/>
                  </a:lnTo>
                  <a:lnTo>
                    <a:pt x="296634" y="250272"/>
                  </a:lnTo>
                  <a:lnTo>
                    <a:pt x="299194" y="245636"/>
                  </a:lnTo>
                  <a:lnTo>
                    <a:pt x="301606" y="240920"/>
                  </a:lnTo>
                  <a:lnTo>
                    <a:pt x="303867" y="236131"/>
                  </a:lnTo>
                  <a:lnTo>
                    <a:pt x="305975" y="231273"/>
                  </a:lnTo>
                  <a:lnTo>
                    <a:pt x="307928" y="226350"/>
                  </a:lnTo>
                  <a:lnTo>
                    <a:pt x="309725" y="221368"/>
                  </a:lnTo>
                  <a:lnTo>
                    <a:pt x="311362" y="216331"/>
                  </a:lnTo>
                  <a:lnTo>
                    <a:pt x="312839" y="211245"/>
                  </a:lnTo>
                  <a:lnTo>
                    <a:pt x="314155" y="206115"/>
                  </a:lnTo>
                  <a:lnTo>
                    <a:pt x="315307" y="200945"/>
                  </a:lnTo>
                  <a:lnTo>
                    <a:pt x="316295" y="195742"/>
                  </a:lnTo>
                  <a:lnTo>
                    <a:pt x="317117" y="190510"/>
                  </a:lnTo>
                  <a:lnTo>
                    <a:pt x="317774" y="185255"/>
                  </a:lnTo>
                  <a:lnTo>
                    <a:pt x="318263" y="179981"/>
                  </a:lnTo>
                  <a:lnTo>
                    <a:pt x="318586" y="174695"/>
                  </a:lnTo>
                  <a:lnTo>
                    <a:pt x="318740" y="169401"/>
                  </a:lnTo>
                  <a:lnTo>
                    <a:pt x="318727" y="164105"/>
                  </a:lnTo>
                  <a:lnTo>
                    <a:pt x="318546" y="158812"/>
                  </a:lnTo>
                  <a:lnTo>
                    <a:pt x="318198" y="153527"/>
                  </a:lnTo>
                  <a:lnTo>
                    <a:pt x="317682" y="148256"/>
                  </a:lnTo>
                  <a:lnTo>
                    <a:pt x="317000" y="143004"/>
                  </a:lnTo>
                  <a:lnTo>
                    <a:pt x="316151" y="137776"/>
                  </a:lnTo>
                  <a:lnTo>
                    <a:pt x="315138" y="132578"/>
                  </a:lnTo>
                  <a:lnTo>
                    <a:pt x="313960" y="127414"/>
                  </a:lnTo>
                  <a:lnTo>
                    <a:pt x="312619" y="122291"/>
                  </a:lnTo>
                  <a:lnTo>
                    <a:pt x="311117" y="117212"/>
                  </a:lnTo>
                  <a:lnTo>
                    <a:pt x="309454" y="112184"/>
                  </a:lnTo>
                  <a:lnTo>
                    <a:pt x="307633" y="107210"/>
                  </a:lnTo>
                  <a:lnTo>
                    <a:pt x="305656" y="102297"/>
                  </a:lnTo>
                  <a:lnTo>
                    <a:pt x="303523" y="97449"/>
                  </a:lnTo>
                  <a:lnTo>
                    <a:pt x="301239" y="92671"/>
                  </a:lnTo>
                  <a:lnTo>
                    <a:pt x="298804" y="87968"/>
                  </a:lnTo>
                  <a:lnTo>
                    <a:pt x="296221" y="83344"/>
                  </a:lnTo>
                  <a:lnTo>
                    <a:pt x="293493" y="78805"/>
                  </a:lnTo>
                  <a:lnTo>
                    <a:pt x="290623" y="74354"/>
                  </a:lnTo>
                  <a:lnTo>
                    <a:pt x="287613" y="69996"/>
                  </a:lnTo>
                  <a:lnTo>
                    <a:pt x="284466" y="65736"/>
                  </a:lnTo>
                  <a:lnTo>
                    <a:pt x="281186" y="61577"/>
                  </a:lnTo>
                  <a:lnTo>
                    <a:pt x="277777" y="57525"/>
                  </a:lnTo>
                  <a:lnTo>
                    <a:pt x="274240" y="53583"/>
                  </a:lnTo>
                  <a:lnTo>
                    <a:pt x="270580" y="49754"/>
                  </a:lnTo>
                  <a:lnTo>
                    <a:pt x="266801" y="46044"/>
                  </a:lnTo>
                  <a:lnTo>
                    <a:pt x="262906" y="42455"/>
                  </a:lnTo>
                  <a:lnTo>
                    <a:pt x="258900" y="38991"/>
                  </a:lnTo>
                  <a:lnTo>
                    <a:pt x="254786" y="35656"/>
                  </a:lnTo>
                  <a:lnTo>
                    <a:pt x="250568" y="32453"/>
                  </a:lnTo>
                  <a:lnTo>
                    <a:pt x="246251" y="29385"/>
                  </a:lnTo>
                  <a:lnTo>
                    <a:pt x="241839" y="26455"/>
                  </a:lnTo>
                  <a:lnTo>
                    <a:pt x="237336" y="23667"/>
                  </a:lnTo>
                  <a:lnTo>
                    <a:pt x="232747" y="21023"/>
                  </a:lnTo>
                  <a:lnTo>
                    <a:pt x="228077" y="18525"/>
                  </a:lnTo>
                  <a:lnTo>
                    <a:pt x="223330" y="16177"/>
                  </a:lnTo>
                  <a:lnTo>
                    <a:pt x="218511" y="13980"/>
                  </a:lnTo>
                  <a:lnTo>
                    <a:pt x="213625" y="11937"/>
                  </a:lnTo>
                  <a:lnTo>
                    <a:pt x="208676" y="10049"/>
                  </a:lnTo>
                  <a:lnTo>
                    <a:pt x="203670" y="8320"/>
                  </a:lnTo>
                  <a:lnTo>
                    <a:pt x="198612" y="6750"/>
                  </a:lnTo>
                  <a:lnTo>
                    <a:pt x="193507" y="5341"/>
                  </a:lnTo>
                  <a:lnTo>
                    <a:pt x="188360" y="4094"/>
                  </a:lnTo>
                  <a:lnTo>
                    <a:pt x="183175" y="3011"/>
                  </a:lnTo>
                  <a:lnTo>
                    <a:pt x="177959" y="2093"/>
                  </a:lnTo>
                  <a:lnTo>
                    <a:pt x="172717" y="1340"/>
                  </a:lnTo>
                  <a:lnTo>
                    <a:pt x="167453" y="754"/>
                  </a:lnTo>
                  <a:lnTo>
                    <a:pt x="162174" y="335"/>
                  </a:lnTo>
                  <a:lnTo>
                    <a:pt x="156883" y="83"/>
                  </a:lnTo>
                  <a:lnTo>
                    <a:pt x="151588" y="0"/>
                  </a:lnTo>
                  <a:lnTo>
                    <a:pt x="1515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6059" y="5018213"/>
              <a:ext cx="2661" cy="167167"/>
            </a:xfrm>
            <a:custGeom>
              <a:avLst/>
              <a:pathLst>
                <a:path w="2661" h="167167">
                  <a:moveTo>
                    <a:pt x="2661" y="0"/>
                  </a:moveTo>
                  <a:lnTo>
                    <a:pt x="0" y="21"/>
                  </a:lnTo>
                  <a:lnTo>
                    <a:pt x="26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486059" y="5018234"/>
              <a:ext cx="2661" cy="167146"/>
            </a:xfrm>
            <a:custGeom>
              <a:avLst/>
              <a:pathLst>
                <a:path w="2661" h="167146">
                  <a:moveTo>
                    <a:pt x="0" y="0"/>
                  </a:moveTo>
                  <a:lnTo>
                    <a:pt x="2661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321555" y="5018234"/>
              <a:ext cx="334318" cy="334309"/>
            </a:xfrm>
            <a:custGeom>
              <a:avLst/>
              <a:pathLst>
                <a:path w="334318" h="334309">
                  <a:moveTo>
                    <a:pt x="164504" y="0"/>
                  </a:moveTo>
                  <a:lnTo>
                    <a:pt x="159217" y="167"/>
                  </a:lnTo>
                  <a:lnTo>
                    <a:pt x="153939" y="502"/>
                  </a:lnTo>
                  <a:lnTo>
                    <a:pt x="148673" y="1004"/>
                  </a:lnTo>
                  <a:lnTo>
                    <a:pt x="143426" y="1673"/>
                  </a:lnTo>
                  <a:lnTo>
                    <a:pt x="138203" y="2506"/>
                  </a:lnTo>
                  <a:lnTo>
                    <a:pt x="133008" y="3505"/>
                  </a:lnTo>
                  <a:lnTo>
                    <a:pt x="127848" y="4668"/>
                  </a:lnTo>
                  <a:lnTo>
                    <a:pt x="122727" y="5993"/>
                  </a:lnTo>
                  <a:lnTo>
                    <a:pt x="117651" y="7480"/>
                  </a:lnTo>
                  <a:lnTo>
                    <a:pt x="112625" y="9126"/>
                  </a:lnTo>
                  <a:lnTo>
                    <a:pt x="107652" y="10931"/>
                  </a:lnTo>
                  <a:lnTo>
                    <a:pt x="102740" y="12892"/>
                  </a:lnTo>
                  <a:lnTo>
                    <a:pt x="97892" y="15007"/>
                  </a:lnTo>
                  <a:lnTo>
                    <a:pt x="93113" y="17275"/>
                  </a:lnTo>
                  <a:lnTo>
                    <a:pt x="88409" y="19693"/>
                  </a:lnTo>
                  <a:lnTo>
                    <a:pt x="83783" y="22258"/>
                  </a:lnTo>
                  <a:lnTo>
                    <a:pt x="79241" y="24969"/>
                  </a:lnTo>
                  <a:lnTo>
                    <a:pt x="74787" y="27822"/>
                  </a:lnTo>
                  <a:lnTo>
                    <a:pt x="70425" y="30814"/>
                  </a:lnTo>
                  <a:lnTo>
                    <a:pt x="66161" y="33943"/>
                  </a:lnTo>
                  <a:lnTo>
                    <a:pt x="61997" y="37205"/>
                  </a:lnTo>
                  <a:lnTo>
                    <a:pt x="57939" y="40597"/>
                  </a:lnTo>
                  <a:lnTo>
                    <a:pt x="53990" y="44116"/>
                  </a:lnTo>
                  <a:lnTo>
                    <a:pt x="50154" y="47759"/>
                  </a:lnTo>
                  <a:lnTo>
                    <a:pt x="46435" y="51520"/>
                  </a:lnTo>
                  <a:lnTo>
                    <a:pt x="42838" y="55398"/>
                  </a:lnTo>
                  <a:lnTo>
                    <a:pt x="39364" y="59387"/>
                  </a:lnTo>
                  <a:lnTo>
                    <a:pt x="36019" y="63485"/>
                  </a:lnTo>
                  <a:lnTo>
                    <a:pt x="32805" y="67686"/>
                  </a:lnTo>
                  <a:lnTo>
                    <a:pt x="29726" y="71986"/>
                  </a:lnTo>
                  <a:lnTo>
                    <a:pt x="26784" y="76382"/>
                  </a:lnTo>
                  <a:lnTo>
                    <a:pt x="23983" y="80869"/>
                  </a:lnTo>
                  <a:lnTo>
                    <a:pt x="21325" y="85442"/>
                  </a:lnTo>
                  <a:lnTo>
                    <a:pt x="18813" y="90097"/>
                  </a:lnTo>
                  <a:lnTo>
                    <a:pt x="16450" y="94829"/>
                  </a:lnTo>
                  <a:lnTo>
                    <a:pt x="14237" y="99633"/>
                  </a:lnTo>
                  <a:lnTo>
                    <a:pt x="12178" y="104506"/>
                  </a:lnTo>
                  <a:lnTo>
                    <a:pt x="10274" y="109440"/>
                  </a:lnTo>
                  <a:lnTo>
                    <a:pt x="8526" y="114433"/>
                  </a:lnTo>
                  <a:lnTo>
                    <a:pt x="6938" y="119478"/>
                  </a:lnTo>
                  <a:lnTo>
                    <a:pt x="5510" y="124571"/>
                  </a:lnTo>
                  <a:lnTo>
                    <a:pt x="4244" y="129707"/>
                  </a:lnTo>
                  <a:lnTo>
                    <a:pt x="3141" y="134880"/>
                  </a:lnTo>
                  <a:lnTo>
                    <a:pt x="2203" y="140086"/>
                  </a:lnTo>
                  <a:lnTo>
                    <a:pt x="1429" y="145318"/>
                  </a:lnTo>
                  <a:lnTo>
                    <a:pt x="821" y="150573"/>
                  </a:lnTo>
                  <a:lnTo>
                    <a:pt x="380" y="155844"/>
                  </a:lnTo>
                  <a:lnTo>
                    <a:pt x="106" y="161126"/>
                  </a:lnTo>
                  <a:lnTo>
                    <a:pt x="0" y="166414"/>
                  </a:lnTo>
                  <a:lnTo>
                    <a:pt x="60" y="171703"/>
                  </a:lnTo>
                  <a:lnTo>
                    <a:pt x="288" y="176988"/>
                  </a:lnTo>
                  <a:lnTo>
                    <a:pt x="683" y="182263"/>
                  </a:lnTo>
                  <a:lnTo>
                    <a:pt x="1244" y="187522"/>
                  </a:lnTo>
                  <a:lnTo>
                    <a:pt x="1972" y="192761"/>
                  </a:lnTo>
                  <a:lnTo>
                    <a:pt x="2865" y="197975"/>
                  </a:lnTo>
                  <a:lnTo>
                    <a:pt x="3923" y="203157"/>
                  </a:lnTo>
                  <a:lnTo>
                    <a:pt x="5144" y="208304"/>
                  </a:lnTo>
                  <a:lnTo>
                    <a:pt x="6527" y="213409"/>
                  </a:lnTo>
                  <a:lnTo>
                    <a:pt x="8071" y="218468"/>
                  </a:lnTo>
                  <a:lnTo>
                    <a:pt x="9775" y="223476"/>
                  </a:lnTo>
                  <a:lnTo>
                    <a:pt x="11636" y="228427"/>
                  </a:lnTo>
                  <a:lnTo>
                    <a:pt x="13652" y="233317"/>
                  </a:lnTo>
                  <a:lnTo>
                    <a:pt x="15823" y="238141"/>
                  </a:lnTo>
                  <a:lnTo>
                    <a:pt x="18144" y="242894"/>
                  </a:lnTo>
                  <a:lnTo>
                    <a:pt x="20616" y="247570"/>
                  </a:lnTo>
                  <a:lnTo>
                    <a:pt x="23233" y="252166"/>
                  </a:lnTo>
                  <a:lnTo>
                    <a:pt x="25995" y="256678"/>
                  </a:lnTo>
                  <a:lnTo>
                    <a:pt x="28898" y="261099"/>
                  </a:lnTo>
                  <a:lnTo>
                    <a:pt x="31940" y="265426"/>
                  </a:lnTo>
                  <a:lnTo>
                    <a:pt x="35117" y="269655"/>
                  </a:lnTo>
                  <a:lnTo>
                    <a:pt x="38426" y="273782"/>
                  </a:lnTo>
                  <a:lnTo>
                    <a:pt x="41865" y="277801"/>
                  </a:lnTo>
                  <a:lnTo>
                    <a:pt x="45428" y="281710"/>
                  </a:lnTo>
                  <a:lnTo>
                    <a:pt x="49114" y="285504"/>
                  </a:lnTo>
                  <a:lnTo>
                    <a:pt x="52917" y="289180"/>
                  </a:lnTo>
                  <a:lnTo>
                    <a:pt x="56835" y="292733"/>
                  </a:lnTo>
                  <a:lnTo>
                    <a:pt x="60864" y="296161"/>
                  </a:lnTo>
                  <a:lnTo>
                    <a:pt x="64999" y="299460"/>
                  </a:lnTo>
                  <a:lnTo>
                    <a:pt x="69236" y="302626"/>
                  </a:lnTo>
                  <a:lnTo>
                    <a:pt x="73571" y="305656"/>
                  </a:lnTo>
                  <a:lnTo>
                    <a:pt x="78000" y="308548"/>
                  </a:lnTo>
                  <a:lnTo>
                    <a:pt x="82519" y="311298"/>
                  </a:lnTo>
                  <a:lnTo>
                    <a:pt x="87122" y="313904"/>
                  </a:lnTo>
                  <a:lnTo>
                    <a:pt x="91805" y="316363"/>
                  </a:lnTo>
                  <a:lnTo>
                    <a:pt x="96563" y="318672"/>
                  </a:lnTo>
                  <a:lnTo>
                    <a:pt x="101393" y="320830"/>
                  </a:lnTo>
                  <a:lnTo>
                    <a:pt x="106288" y="322834"/>
                  </a:lnTo>
                  <a:lnTo>
                    <a:pt x="111244" y="324682"/>
                  </a:lnTo>
                  <a:lnTo>
                    <a:pt x="116256" y="326373"/>
                  </a:lnTo>
                  <a:lnTo>
                    <a:pt x="121319" y="327904"/>
                  </a:lnTo>
                  <a:lnTo>
                    <a:pt x="126428" y="329274"/>
                  </a:lnTo>
                  <a:lnTo>
                    <a:pt x="131578" y="330481"/>
                  </a:lnTo>
                  <a:lnTo>
                    <a:pt x="136763" y="331525"/>
                  </a:lnTo>
                  <a:lnTo>
                    <a:pt x="141979" y="332405"/>
                  </a:lnTo>
                  <a:lnTo>
                    <a:pt x="147220" y="333119"/>
                  </a:lnTo>
                  <a:lnTo>
                    <a:pt x="152481" y="333667"/>
                  </a:lnTo>
                  <a:lnTo>
                    <a:pt x="157757" y="334048"/>
                  </a:lnTo>
                  <a:lnTo>
                    <a:pt x="163042" y="334262"/>
                  </a:lnTo>
                  <a:lnTo>
                    <a:pt x="168331" y="334309"/>
                  </a:lnTo>
                  <a:lnTo>
                    <a:pt x="173619" y="334189"/>
                  </a:lnTo>
                  <a:lnTo>
                    <a:pt x="178901" y="333901"/>
                  </a:lnTo>
                  <a:lnTo>
                    <a:pt x="184170" y="333446"/>
                  </a:lnTo>
                  <a:lnTo>
                    <a:pt x="189423" y="332825"/>
                  </a:lnTo>
                  <a:lnTo>
                    <a:pt x="194654" y="332038"/>
                  </a:lnTo>
                  <a:lnTo>
                    <a:pt x="199857" y="331085"/>
                  </a:lnTo>
                  <a:lnTo>
                    <a:pt x="205027" y="329969"/>
                  </a:lnTo>
                  <a:lnTo>
                    <a:pt x="210159" y="328690"/>
                  </a:lnTo>
                  <a:lnTo>
                    <a:pt x="215249" y="327249"/>
                  </a:lnTo>
                  <a:lnTo>
                    <a:pt x="220290" y="325647"/>
                  </a:lnTo>
                  <a:lnTo>
                    <a:pt x="225278" y="323887"/>
                  </a:lnTo>
                  <a:lnTo>
                    <a:pt x="230208" y="321970"/>
                  </a:lnTo>
                  <a:lnTo>
                    <a:pt x="235075" y="319898"/>
                  </a:lnTo>
                  <a:lnTo>
                    <a:pt x="239873" y="317673"/>
                  </a:lnTo>
                  <a:lnTo>
                    <a:pt x="244599" y="315298"/>
                  </a:lnTo>
                  <a:lnTo>
                    <a:pt x="249248" y="312774"/>
                  </a:lnTo>
                  <a:lnTo>
                    <a:pt x="253814" y="310104"/>
                  </a:lnTo>
                  <a:lnTo>
                    <a:pt x="258293" y="307291"/>
                  </a:lnTo>
                  <a:lnTo>
                    <a:pt x="262682" y="304338"/>
                  </a:lnTo>
                  <a:lnTo>
                    <a:pt x="266974" y="301247"/>
                  </a:lnTo>
                  <a:lnTo>
                    <a:pt x="271167" y="298022"/>
                  </a:lnTo>
                  <a:lnTo>
                    <a:pt x="275255" y="294666"/>
                  </a:lnTo>
                  <a:lnTo>
                    <a:pt x="279236" y="291183"/>
                  </a:lnTo>
                  <a:lnTo>
                    <a:pt x="283104" y="287575"/>
                  </a:lnTo>
                  <a:lnTo>
                    <a:pt x="286856" y="283847"/>
                  </a:lnTo>
                  <a:lnTo>
                    <a:pt x="290488" y="280002"/>
                  </a:lnTo>
                  <a:lnTo>
                    <a:pt x="293997" y="276043"/>
                  </a:lnTo>
                  <a:lnTo>
                    <a:pt x="297379" y="271976"/>
                  </a:lnTo>
                  <a:lnTo>
                    <a:pt x="300630" y="267804"/>
                  </a:lnTo>
                  <a:lnTo>
                    <a:pt x="303748" y="263531"/>
                  </a:lnTo>
                  <a:lnTo>
                    <a:pt x="306729" y="259162"/>
                  </a:lnTo>
                  <a:lnTo>
                    <a:pt x="309570" y="254700"/>
                  </a:lnTo>
                  <a:lnTo>
                    <a:pt x="312269" y="250151"/>
                  </a:lnTo>
                  <a:lnTo>
                    <a:pt x="314822" y="245519"/>
                  </a:lnTo>
                  <a:lnTo>
                    <a:pt x="317228" y="240808"/>
                  </a:lnTo>
                  <a:lnTo>
                    <a:pt x="319483" y="236024"/>
                  </a:lnTo>
                  <a:lnTo>
                    <a:pt x="321586" y="231170"/>
                  </a:lnTo>
                  <a:lnTo>
                    <a:pt x="323535" y="226253"/>
                  </a:lnTo>
                  <a:lnTo>
                    <a:pt x="325326" y="221276"/>
                  </a:lnTo>
                  <a:lnTo>
                    <a:pt x="326960" y="216245"/>
                  </a:lnTo>
                  <a:lnTo>
                    <a:pt x="328433" y="211165"/>
                  </a:lnTo>
                  <a:lnTo>
                    <a:pt x="329745" y="206041"/>
                  </a:lnTo>
                  <a:lnTo>
                    <a:pt x="330894" y="200878"/>
                  </a:lnTo>
                  <a:lnTo>
                    <a:pt x="331879" y="195681"/>
                  </a:lnTo>
                  <a:lnTo>
                    <a:pt x="332700" y="190455"/>
                  </a:lnTo>
                  <a:lnTo>
                    <a:pt x="333354" y="185207"/>
                  </a:lnTo>
                  <a:lnTo>
                    <a:pt x="333842" y="179940"/>
                  </a:lnTo>
                  <a:lnTo>
                    <a:pt x="334164" y="174660"/>
                  </a:lnTo>
                  <a:lnTo>
                    <a:pt x="334318" y="169373"/>
                  </a:lnTo>
                  <a:lnTo>
                    <a:pt x="334305" y="164083"/>
                  </a:lnTo>
                  <a:lnTo>
                    <a:pt x="334124" y="158797"/>
                  </a:lnTo>
                  <a:lnTo>
                    <a:pt x="333776" y="153519"/>
                  </a:lnTo>
                  <a:lnTo>
                    <a:pt x="333262" y="148255"/>
                  </a:lnTo>
                  <a:lnTo>
                    <a:pt x="332581" y="143009"/>
                  </a:lnTo>
                  <a:lnTo>
                    <a:pt x="331735" y="137788"/>
                  </a:lnTo>
                  <a:lnTo>
                    <a:pt x="330724" y="132596"/>
                  </a:lnTo>
                  <a:lnTo>
                    <a:pt x="329549" y="127439"/>
                  </a:lnTo>
                  <a:lnTo>
                    <a:pt x="328211" y="122321"/>
                  </a:lnTo>
                  <a:lnTo>
                    <a:pt x="326712" y="117249"/>
                  </a:lnTo>
                  <a:lnTo>
                    <a:pt x="325054" y="112226"/>
                  </a:lnTo>
                  <a:lnTo>
                    <a:pt x="323237" y="107258"/>
                  </a:lnTo>
                  <a:lnTo>
                    <a:pt x="321264" y="102351"/>
                  </a:lnTo>
                  <a:lnTo>
                    <a:pt x="319137" y="97508"/>
                  </a:lnTo>
                  <a:lnTo>
                    <a:pt x="316858" y="92734"/>
                  </a:lnTo>
                  <a:lnTo>
                    <a:pt x="314429" y="88036"/>
                  </a:lnTo>
                  <a:lnTo>
                    <a:pt x="311852" y="83416"/>
                  </a:lnTo>
                  <a:lnTo>
                    <a:pt x="309131" y="78881"/>
                  </a:lnTo>
                  <a:lnTo>
                    <a:pt x="306267" y="74433"/>
                  </a:lnTo>
                  <a:lnTo>
                    <a:pt x="303265" y="70079"/>
                  </a:lnTo>
                  <a:lnTo>
                    <a:pt x="300125" y="65822"/>
                  </a:lnTo>
                  <a:lnTo>
                    <a:pt x="296853" y="61666"/>
                  </a:lnTo>
                  <a:lnTo>
                    <a:pt x="293451" y="57616"/>
                  </a:lnTo>
                  <a:lnTo>
                    <a:pt x="289923" y="53675"/>
                  </a:lnTo>
                  <a:lnTo>
                    <a:pt x="286271" y="49848"/>
                  </a:lnTo>
                  <a:lnTo>
                    <a:pt x="282501" y="46139"/>
                  </a:lnTo>
                  <a:lnTo>
                    <a:pt x="278615" y="42550"/>
                  </a:lnTo>
                  <a:lnTo>
                    <a:pt x="274617" y="39087"/>
                  </a:lnTo>
                  <a:lnTo>
                    <a:pt x="270512" y="35751"/>
                  </a:lnTo>
                  <a:lnTo>
                    <a:pt x="266303" y="32547"/>
                  </a:lnTo>
                  <a:lnTo>
                    <a:pt x="261995" y="29478"/>
                  </a:lnTo>
                  <a:lnTo>
                    <a:pt x="257592" y="26547"/>
                  </a:lnTo>
                  <a:lnTo>
                    <a:pt x="253098" y="23757"/>
                  </a:lnTo>
                  <a:lnTo>
                    <a:pt x="248519" y="21110"/>
                  </a:lnTo>
                  <a:lnTo>
                    <a:pt x="243858" y="18609"/>
                  </a:lnTo>
                  <a:lnTo>
                    <a:pt x="239120" y="16257"/>
                  </a:lnTo>
                  <a:lnTo>
                    <a:pt x="234311" y="14056"/>
                  </a:lnTo>
                  <a:lnTo>
                    <a:pt x="229434" y="12008"/>
                  </a:lnTo>
                  <a:lnTo>
                    <a:pt x="224494" y="10116"/>
                  </a:lnTo>
                  <a:lnTo>
                    <a:pt x="219497" y="8381"/>
                  </a:lnTo>
                  <a:lnTo>
                    <a:pt x="167165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488720" y="5018213"/>
              <a:ext cx="52332" cy="167167"/>
            </a:xfrm>
            <a:custGeom>
              <a:avLst/>
              <a:pathLst>
                <a:path w="52332" h="167167">
                  <a:moveTo>
                    <a:pt x="52332" y="8402"/>
                  </a:moveTo>
                  <a:lnTo>
                    <a:pt x="46683" y="6650"/>
                  </a:lnTo>
                  <a:lnTo>
                    <a:pt x="40976" y="5100"/>
                  </a:lnTo>
                  <a:lnTo>
                    <a:pt x="35218" y="3752"/>
                  </a:lnTo>
                  <a:lnTo>
                    <a:pt x="29416" y="2608"/>
                  </a:lnTo>
                  <a:lnTo>
                    <a:pt x="23577" y="1671"/>
                  </a:lnTo>
                  <a:lnTo>
                    <a:pt x="17709" y="940"/>
                  </a:lnTo>
                  <a:lnTo>
                    <a:pt x="11818" y="418"/>
                  </a:lnTo>
                  <a:lnTo>
                    <a:pt x="591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797337" y="5269756"/>
              <a:ext cx="167163" cy="231139"/>
            </a:xfrm>
            <a:custGeom>
              <a:avLst/>
              <a:pathLst>
                <a:path w="167163" h="231139">
                  <a:moveTo>
                    <a:pt x="167163" y="0"/>
                  </a:moveTo>
                  <a:lnTo>
                    <a:pt x="161784" y="86"/>
                  </a:lnTo>
                  <a:lnTo>
                    <a:pt x="156409" y="346"/>
                  </a:lnTo>
                  <a:lnTo>
                    <a:pt x="151046" y="778"/>
                  </a:lnTo>
                  <a:lnTo>
                    <a:pt x="145699" y="1383"/>
                  </a:lnTo>
                  <a:lnTo>
                    <a:pt x="140375" y="2160"/>
                  </a:lnTo>
                  <a:lnTo>
                    <a:pt x="135079" y="3107"/>
                  </a:lnTo>
                  <a:lnTo>
                    <a:pt x="129815" y="4225"/>
                  </a:lnTo>
                  <a:lnTo>
                    <a:pt x="124591" y="5511"/>
                  </a:lnTo>
                  <a:lnTo>
                    <a:pt x="119410" y="6965"/>
                  </a:lnTo>
                  <a:lnTo>
                    <a:pt x="114279" y="8585"/>
                  </a:lnTo>
                  <a:lnTo>
                    <a:pt x="109203" y="10369"/>
                  </a:lnTo>
                  <a:lnTo>
                    <a:pt x="104187" y="12316"/>
                  </a:lnTo>
                  <a:lnTo>
                    <a:pt x="99236" y="14423"/>
                  </a:lnTo>
                  <a:lnTo>
                    <a:pt x="94355" y="16688"/>
                  </a:lnTo>
                  <a:lnTo>
                    <a:pt x="89550" y="19109"/>
                  </a:lnTo>
                  <a:lnTo>
                    <a:pt x="84825" y="21684"/>
                  </a:lnTo>
                  <a:lnTo>
                    <a:pt x="80186" y="24409"/>
                  </a:lnTo>
                  <a:lnTo>
                    <a:pt x="75637" y="27282"/>
                  </a:lnTo>
                  <a:lnTo>
                    <a:pt x="71182" y="30300"/>
                  </a:lnTo>
                  <a:lnTo>
                    <a:pt x="66827" y="33460"/>
                  </a:lnTo>
                  <a:lnTo>
                    <a:pt x="62576" y="36758"/>
                  </a:lnTo>
                  <a:lnTo>
                    <a:pt x="58433" y="40192"/>
                  </a:lnTo>
                  <a:lnTo>
                    <a:pt x="54403" y="43757"/>
                  </a:lnTo>
                  <a:lnTo>
                    <a:pt x="50490" y="47450"/>
                  </a:lnTo>
                  <a:lnTo>
                    <a:pt x="46698" y="51267"/>
                  </a:lnTo>
                  <a:lnTo>
                    <a:pt x="43030" y="55203"/>
                  </a:lnTo>
                  <a:lnTo>
                    <a:pt x="39491" y="59256"/>
                  </a:lnTo>
                  <a:lnTo>
                    <a:pt x="36084" y="63421"/>
                  </a:lnTo>
                  <a:lnTo>
                    <a:pt x="32813" y="67693"/>
                  </a:lnTo>
                  <a:lnTo>
                    <a:pt x="29681" y="72069"/>
                  </a:lnTo>
                  <a:lnTo>
                    <a:pt x="26692" y="76543"/>
                  </a:lnTo>
                  <a:lnTo>
                    <a:pt x="23848" y="81110"/>
                  </a:lnTo>
                  <a:lnTo>
                    <a:pt x="21153" y="85767"/>
                  </a:lnTo>
                  <a:lnTo>
                    <a:pt x="18609" y="90508"/>
                  </a:lnTo>
                  <a:lnTo>
                    <a:pt x="16219" y="95329"/>
                  </a:lnTo>
                  <a:lnTo>
                    <a:pt x="13985" y="100224"/>
                  </a:lnTo>
                  <a:lnTo>
                    <a:pt x="11910" y="105188"/>
                  </a:lnTo>
                  <a:lnTo>
                    <a:pt x="9996" y="110217"/>
                  </a:lnTo>
                  <a:lnTo>
                    <a:pt x="8244" y="115305"/>
                  </a:lnTo>
                  <a:lnTo>
                    <a:pt x="6658" y="120446"/>
                  </a:lnTo>
                  <a:lnTo>
                    <a:pt x="5237" y="125636"/>
                  </a:lnTo>
                  <a:lnTo>
                    <a:pt x="3984" y="130869"/>
                  </a:lnTo>
                  <a:lnTo>
                    <a:pt x="2901" y="136139"/>
                  </a:lnTo>
                  <a:lnTo>
                    <a:pt x="1987" y="141441"/>
                  </a:lnTo>
                  <a:lnTo>
                    <a:pt x="1245" y="146771"/>
                  </a:lnTo>
                  <a:lnTo>
                    <a:pt x="675" y="152121"/>
                  </a:lnTo>
                  <a:lnTo>
                    <a:pt x="277" y="157487"/>
                  </a:lnTo>
                  <a:lnTo>
                    <a:pt x="51" y="162863"/>
                  </a:lnTo>
                  <a:lnTo>
                    <a:pt x="0" y="168243"/>
                  </a:lnTo>
                  <a:lnTo>
                    <a:pt x="121" y="173622"/>
                  </a:lnTo>
                  <a:lnTo>
                    <a:pt x="415" y="178995"/>
                  </a:lnTo>
                  <a:lnTo>
                    <a:pt x="882" y="184355"/>
                  </a:lnTo>
                  <a:lnTo>
                    <a:pt x="1521" y="189698"/>
                  </a:lnTo>
                  <a:lnTo>
                    <a:pt x="2332" y="195017"/>
                  </a:lnTo>
                  <a:lnTo>
                    <a:pt x="3314" y="200307"/>
                  </a:lnTo>
                  <a:lnTo>
                    <a:pt x="4465" y="205563"/>
                  </a:lnTo>
                  <a:lnTo>
                    <a:pt x="5785" y="210779"/>
                  </a:lnTo>
                  <a:lnTo>
                    <a:pt x="7273" y="215950"/>
                  </a:lnTo>
                  <a:lnTo>
                    <a:pt x="8925" y="221071"/>
                  </a:lnTo>
                  <a:lnTo>
                    <a:pt x="10742" y="226136"/>
                  </a:lnTo>
                  <a:lnTo>
                    <a:pt x="12721" y="23113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810058" y="5269756"/>
              <a:ext cx="321592" cy="334334"/>
            </a:xfrm>
            <a:custGeom>
              <a:avLst/>
              <a:pathLst>
                <a:path w="321592" h="334334">
                  <a:moveTo>
                    <a:pt x="0" y="231139"/>
                  </a:moveTo>
                  <a:lnTo>
                    <a:pt x="2109" y="236012"/>
                  </a:lnTo>
                  <a:lnTo>
                    <a:pt x="4372" y="240814"/>
                  </a:lnTo>
                  <a:lnTo>
                    <a:pt x="6787" y="245543"/>
                  </a:lnTo>
                  <a:lnTo>
                    <a:pt x="9350" y="250193"/>
                  </a:lnTo>
                  <a:lnTo>
                    <a:pt x="12060" y="254758"/>
                  </a:lnTo>
                  <a:lnTo>
                    <a:pt x="14913" y="259236"/>
                  </a:lnTo>
                  <a:lnTo>
                    <a:pt x="17908" y="263621"/>
                  </a:lnTo>
                  <a:lnTo>
                    <a:pt x="21040" y="267908"/>
                  </a:lnTo>
                  <a:lnTo>
                    <a:pt x="24306" y="272093"/>
                  </a:lnTo>
                  <a:lnTo>
                    <a:pt x="27704" y="276173"/>
                  </a:lnTo>
                  <a:lnTo>
                    <a:pt x="31230" y="280143"/>
                  </a:lnTo>
                  <a:lnTo>
                    <a:pt x="34879" y="283999"/>
                  </a:lnTo>
                  <a:lnTo>
                    <a:pt x="38650" y="287737"/>
                  </a:lnTo>
                  <a:lnTo>
                    <a:pt x="42537" y="291353"/>
                  </a:lnTo>
                  <a:lnTo>
                    <a:pt x="46538" y="294845"/>
                  </a:lnTo>
                  <a:lnTo>
                    <a:pt x="50647" y="298207"/>
                  </a:lnTo>
                  <a:lnTo>
                    <a:pt x="54861" y="301437"/>
                  </a:lnTo>
                  <a:lnTo>
                    <a:pt x="59175" y="304532"/>
                  </a:lnTo>
                  <a:lnTo>
                    <a:pt x="63585" y="307488"/>
                  </a:lnTo>
                  <a:lnTo>
                    <a:pt x="68087" y="310302"/>
                  </a:lnTo>
                  <a:lnTo>
                    <a:pt x="72676" y="312973"/>
                  </a:lnTo>
                  <a:lnTo>
                    <a:pt x="77348" y="315496"/>
                  </a:lnTo>
                  <a:lnTo>
                    <a:pt x="82097" y="317869"/>
                  </a:lnTo>
                  <a:lnTo>
                    <a:pt x="86920" y="320091"/>
                  </a:lnTo>
                  <a:lnTo>
                    <a:pt x="91810" y="322158"/>
                  </a:lnTo>
                  <a:lnTo>
                    <a:pt x="96764" y="324069"/>
                  </a:lnTo>
                  <a:lnTo>
                    <a:pt x="101776" y="325821"/>
                  </a:lnTo>
                  <a:lnTo>
                    <a:pt x="106841" y="327414"/>
                  </a:lnTo>
                  <a:lnTo>
                    <a:pt x="111954" y="328845"/>
                  </a:lnTo>
                  <a:lnTo>
                    <a:pt x="117109" y="330112"/>
                  </a:lnTo>
                  <a:lnTo>
                    <a:pt x="122303" y="331216"/>
                  </a:lnTo>
                  <a:lnTo>
                    <a:pt x="127529" y="332154"/>
                  </a:lnTo>
                  <a:lnTo>
                    <a:pt x="132782" y="332925"/>
                  </a:lnTo>
                  <a:lnTo>
                    <a:pt x="138057" y="333529"/>
                  </a:lnTo>
                  <a:lnTo>
                    <a:pt x="143348" y="333966"/>
                  </a:lnTo>
                  <a:lnTo>
                    <a:pt x="148651" y="334234"/>
                  </a:lnTo>
                  <a:lnTo>
                    <a:pt x="153959" y="334334"/>
                  </a:lnTo>
                  <a:lnTo>
                    <a:pt x="159268" y="334265"/>
                  </a:lnTo>
                  <a:lnTo>
                    <a:pt x="164572" y="334027"/>
                  </a:lnTo>
                  <a:lnTo>
                    <a:pt x="169866" y="333621"/>
                  </a:lnTo>
                  <a:lnTo>
                    <a:pt x="175145" y="333047"/>
                  </a:lnTo>
                  <a:lnTo>
                    <a:pt x="180402" y="332306"/>
                  </a:lnTo>
                  <a:lnTo>
                    <a:pt x="185633" y="331399"/>
                  </a:lnTo>
                  <a:lnTo>
                    <a:pt x="190833" y="330325"/>
                  </a:lnTo>
                  <a:lnTo>
                    <a:pt x="195996" y="329087"/>
                  </a:lnTo>
                  <a:lnTo>
                    <a:pt x="201117" y="327686"/>
                  </a:lnTo>
                  <a:lnTo>
                    <a:pt x="206191" y="326123"/>
                  </a:lnTo>
                  <a:lnTo>
                    <a:pt x="211213" y="324399"/>
                  </a:lnTo>
                  <a:lnTo>
                    <a:pt x="216178" y="322517"/>
                  </a:lnTo>
                  <a:lnTo>
                    <a:pt x="221080" y="320478"/>
                  </a:lnTo>
                  <a:lnTo>
                    <a:pt x="225915" y="318285"/>
                  </a:lnTo>
                  <a:lnTo>
                    <a:pt x="230678" y="315939"/>
                  </a:lnTo>
                  <a:lnTo>
                    <a:pt x="235364" y="313442"/>
                  </a:lnTo>
                  <a:lnTo>
                    <a:pt x="239969" y="310799"/>
                  </a:lnTo>
                  <a:lnTo>
                    <a:pt x="244487" y="308010"/>
                  </a:lnTo>
                  <a:lnTo>
                    <a:pt x="248914" y="305080"/>
                  </a:lnTo>
                  <a:lnTo>
                    <a:pt x="253247" y="302010"/>
                  </a:lnTo>
                  <a:lnTo>
                    <a:pt x="257479" y="298804"/>
                  </a:lnTo>
                  <a:lnTo>
                    <a:pt x="261607" y="295466"/>
                  </a:lnTo>
                  <a:lnTo>
                    <a:pt x="265628" y="291998"/>
                  </a:lnTo>
                  <a:lnTo>
                    <a:pt x="269536" y="288404"/>
                  </a:lnTo>
                  <a:lnTo>
                    <a:pt x="273328" y="284688"/>
                  </a:lnTo>
                  <a:lnTo>
                    <a:pt x="277000" y="280853"/>
                  </a:lnTo>
                  <a:lnTo>
                    <a:pt x="280549" y="276903"/>
                  </a:lnTo>
                  <a:lnTo>
                    <a:pt x="283970" y="272843"/>
                  </a:lnTo>
                  <a:lnTo>
                    <a:pt x="287261" y="268677"/>
                  </a:lnTo>
                  <a:lnTo>
                    <a:pt x="290417" y="264407"/>
                  </a:lnTo>
                  <a:lnTo>
                    <a:pt x="293437" y="260040"/>
                  </a:lnTo>
                  <a:lnTo>
                    <a:pt x="296316" y="255579"/>
                  </a:lnTo>
                  <a:lnTo>
                    <a:pt x="299052" y="251029"/>
                  </a:lnTo>
                  <a:lnTo>
                    <a:pt x="301642" y="246394"/>
                  </a:lnTo>
                  <a:lnTo>
                    <a:pt x="304084" y="241680"/>
                  </a:lnTo>
                  <a:lnTo>
                    <a:pt x="306375" y="236890"/>
                  </a:lnTo>
                  <a:lnTo>
                    <a:pt x="308513" y="232030"/>
                  </a:lnTo>
                  <a:lnTo>
                    <a:pt x="310495" y="227104"/>
                  </a:lnTo>
                  <a:lnTo>
                    <a:pt x="312320" y="222118"/>
                  </a:lnTo>
                  <a:lnTo>
                    <a:pt x="313985" y="217077"/>
                  </a:lnTo>
                  <a:lnTo>
                    <a:pt x="315490" y="211985"/>
                  </a:lnTo>
                  <a:lnTo>
                    <a:pt x="316832" y="206848"/>
                  </a:lnTo>
                  <a:lnTo>
                    <a:pt x="318010" y="201671"/>
                  </a:lnTo>
                  <a:lnTo>
                    <a:pt x="319023" y="196459"/>
                  </a:lnTo>
                  <a:lnTo>
                    <a:pt x="319870" y="191218"/>
                  </a:lnTo>
                  <a:lnTo>
                    <a:pt x="320551" y="185952"/>
                  </a:lnTo>
                  <a:lnTo>
                    <a:pt x="321063" y="180668"/>
                  </a:lnTo>
                  <a:lnTo>
                    <a:pt x="321408" y="175369"/>
                  </a:lnTo>
                  <a:lnTo>
                    <a:pt x="321584" y="170063"/>
                  </a:lnTo>
                  <a:lnTo>
                    <a:pt x="321592" y="164754"/>
                  </a:lnTo>
                  <a:lnTo>
                    <a:pt x="321431" y="159447"/>
                  </a:lnTo>
                  <a:lnTo>
                    <a:pt x="321102" y="154147"/>
                  </a:lnTo>
                  <a:lnTo>
                    <a:pt x="320604" y="148861"/>
                  </a:lnTo>
                  <a:lnTo>
                    <a:pt x="319939" y="143594"/>
                  </a:lnTo>
                  <a:lnTo>
                    <a:pt x="319107" y="138350"/>
                  </a:lnTo>
                  <a:lnTo>
                    <a:pt x="318109" y="133135"/>
                  </a:lnTo>
                  <a:lnTo>
                    <a:pt x="316945" y="127955"/>
                  </a:lnTo>
                  <a:lnTo>
                    <a:pt x="315618" y="122814"/>
                  </a:lnTo>
                  <a:lnTo>
                    <a:pt x="314128" y="117718"/>
                  </a:lnTo>
                  <a:lnTo>
                    <a:pt x="312478" y="112672"/>
                  </a:lnTo>
                  <a:lnTo>
                    <a:pt x="310667" y="107680"/>
                  </a:lnTo>
                  <a:lnTo>
                    <a:pt x="308699" y="102749"/>
                  </a:lnTo>
                  <a:lnTo>
                    <a:pt x="306576" y="97883"/>
                  </a:lnTo>
                  <a:lnTo>
                    <a:pt x="304299" y="93086"/>
                  </a:lnTo>
                  <a:lnTo>
                    <a:pt x="301871" y="88365"/>
                  </a:lnTo>
                  <a:lnTo>
                    <a:pt x="299294" y="83723"/>
                  </a:lnTo>
                  <a:lnTo>
                    <a:pt x="296571" y="79165"/>
                  </a:lnTo>
                  <a:lnTo>
                    <a:pt x="293704" y="74695"/>
                  </a:lnTo>
                  <a:lnTo>
                    <a:pt x="290697" y="70319"/>
                  </a:lnTo>
                  <a:lnTo>
                    <a:pt x="287553" y="66041"/>
                  </a:lnTo>
                  <a:lnTo>
                    <a:pt x="284275" y="61865"/>
                  </a:lnTo>
                  <a:lnTo>
                    <a:pt x="280865" y="57795"/>
                  </a:lnTo>
                  <a:lnTo>
                    <a:pt x="277328" y="53835"/>
                  </a:lnTo>
                  <a:lnTo>
                    <a:pt x="273667" y="49990"/>
                  </a:lnTo>
                  <a:lnTo>
                    <a:pt x="269885" y="46263"/>
                  </a:lnTo>
                  <a:lnTo>
                    <a:pt x="265988" y="42658"/>
                  </a:lnTo>
                  <a:lnTo>
                    <a:pt x="261977" y="39178"/>
                  </a:lnTo>
                  <a:lnTo>
                    <a:pt x="257859" y="35828"/>
                  </a:lnTo>
                  <a:lnTo>
                    <a:pt x="253635" y="32610"/>
                  </a:lnTo>
                  <a:lnTo>
                    <a:pt x="249312" y="29528"/>
                  </a:lnTo>
                  <a:lnTo>
                    <a:pt x="244893" y="26584"/>
                  </a:lnTo>
                  <a:lnTo>
                    <a:pt x="240383" y="23783"/>
                  </a:lnTo>
                  <a:lnTo>
                    <a:pt x="235787" y="21126"/>
                  </a:lnTo>
                  <a:lnTo>
                    <a:pt x="231108" y="18616"/>
                  </a:lnTo>
                  <a:lnTo>
                    <a:pt x="226351" y="16256"/>
                  </a:lnTo>
                  <a:lnTo>
                    <a:pt x="221523" y="14049"/>
                  </a:lnTo>
                  <a:lnTo>
                    <a:pt x="216626" y="11996"/>
                  </a:lnTo>
                  <a:lnTo>
                    <a:pt x="211667" y="10099"/>
                  </a:lnTo>
                  <a:lnTo>
                    <a:pt x="206650" y="8361"/>
                  </a:lnTo>
                  <a:lnTo>
                    <a:pt x="201581" y="6783"/>
                  </a:lnTo>
                  <a:lnTo>
                    <a:pt x="196464" y="5367"/>
                  </a:lnTo>
                  <a:lnTo>
                    <a:pt x="191304" y="4114"/>
                  </a:lnTo>
                  <a:lnTo>
                    <a:pt x="186107" y="3026"/>
                  </a:lnTo>
                  <a:lnTo>
                    <a:pt x="180879" y="2103"/>
                  </a:lnTo>
                  <a:lnTo>
                    <a:pt x="175624" y="1347"/>
                  </a:lnTo>
                  <a:lnTo>
                    <a:pt x="170347" y="758"/>
                  </a:lnTo>
                  <a:lnTo>
                    <a:pt x="165054" y="337"/>
                  </a:lnTo>
                  <a:lnTo>
                    <a:pt x="159751" y="84"/>
                  </a:lnTo>
                  <a:lnTo>
                    <a:pt x="154442" y="0"/>
                  </a:lnTo>
                  <a:lnTo>
                    <a:pt x="1544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38114" y="5399291"/>
              <a:ext cx="48101" cy="167167"/>
            </a:xfrm>
            <a:custGeom>
              <a:avLst/>
              <a:pathLst>
                <a:path w="48101" h="167167">
                  <a:moveTo>
                    <a:pt x="48101" y="0"/>
                  </a:moveTo>
                  <a:lnTo>
                    <a:pt x="42003" y="111"/>
                  </a:lnTo>
                  <a:lnTo>
                    <a:pt x="35914" y="444"/>
                  </a:lnTo>
                  <a:lnTo>
                    <a:pt x="29841" y="1000"/>
                  </a:lnTo>
                  <a:lnTo>
                    <a:pt x="23792" y="1776"/>
                  </a:lnTo>
                  <a:lnTo>
                    <a:pt x="17775" y="2773"/>
                  </a:lnTo>
                  <a:lnTo>
                    <a:pt x="11799" y="3989"/>
                  </a:lnTo>
                  <a:lnTo>
                    <a:pt x="5871" y="5421"/>
                  </a:lnTo>
                  <a:lnTo>
                    <a:pt x="0" y="7069"/>
                  </a:lnTo>
                  <a:lnTo>
                    <a:pt x="481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438114" y="5406361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319060" y="5401548"/>
              <a:ext cx="334308" cy="332077"/>
            </a:xfrm>
            <a:custGeom>
              <a:avLst/>
              <a:pathLst>
                <a:path w="334308" h="332077">
                  <a:moveTo>
                    <a:pt x="119053" y="4813"/>
                  </a:moveTo>
                  <a:lnTo>
                    <a:pt x="114008" y="6416"/>
                  </a:lnTo>
                  <a:lnTo>
                    <a:pt x="109016" y="8178"/>
                  </a:lnTo>
                  <a:lnTo>
                    <a:pt x="104083" y="10097"/>
                  </a:lnTo>
                  <a:lnTo>
                    <a:pt x="99213" y="12172"/>
                  </a:lnTo>
                  <a:lnTo>
                    <a:pt x="94411" y="14400"/>
                  </a:lnTo>
                  <a:lnTo>
                    <a:pt x="89682" y="16778"/>
                  </a:lnTo>
                  <a:lnTo>
                    <a:pt x="85031" y="19306"/>
                  </a:lnTo>
                  <a:lnTo>
                    <a:pt x="80462" y="21979"/>
                  </a:lnTo>
                  <a:lnTo>
                    <a:pt x="75980" y="24795"/>
                  </a:lnTo>
                  <a:lnTo>
                    <a:pt x="71589" y="27752"/>
                  </a:lnTo>
                  <a:lnTo>
                    <a:pt x="67294" y="30847"/>
                  </a:lnTo>
                  <a:lnTo>
                    <a:pt x="63100" y="34076"/>
                  </a:lnTo>
                  <a:lnTo>
                    <a:pt x="59009" y="37436"/>
                  </a:lnTo>
                  <a:lnTo>
                    <a:pt x="55027" y="40924"/>
                  </a:lnTo>
                  <a:lnTo>
                    <a:pt x="51158" y="44536"/>
                  </a:lnTo>
                  <a:lnTo>
                    <a:pt x="47405" y="48270"/>
                  </a:lnTo>
                  <a:lnTo>
                    <a:pt x="43772" y="52120"/>
                  </a:lnTo>
                  <a:lnTo>
                    <a:pt x="40263" y="56083"/>
                  </a:lnTo>
                  <a:lnTo>
                    <a:pt x="36880" y="60155"/>
                  </a:lnTo>
                  <a:lnTo>
                    <a:pt x="33629" y="64332"/>
                  </a:lnTo>
                  <a:lnTo>
                    <a:pt x="30511" y="68610"/>
                  </a:lnTo>
                  <a:lnTo>
                    <a:pt x="27531" y="72985"/>
                  </a:lnTo>
                  <a:lnTo>
                    <a:pt x="24690" y="77452"/>
                  </a:lnTo>
                  <a:lnTo>
                    <a:pt x="21993" y="82006"/>
                  </a:lnTo>
                  <a:lnTo>
                    <a:pt x="19441" y="86644"/>
                  </a:lnTo>
                  <a:lnTo>
                    <a:pt x="17037" y="91360"/>
                  </a:lnTo>
                  <a:lnTo>
                    <a:pt x="14783" y="96150"/>
                  </a:lnTo>
                  <a:lnTo>
                    <a:pt x="12682" y="101009"/>
                  </a:lnTo>
                  <a:lnTo>
                    <a:pt x="10737" y="105932"/>
                  </a:lnTo>
                  <a:lnTo>
                    <a:pt x="8948" y="110914"/>
                  </a:lnTo>
                  <a:lnTo>
                    <a:pt x="7317" y="115950"/>
                  </a:lnTo>
                  <a:lnTo>
                    <a:pt x="5847" y="121036"/>
                  </a:lnTo>
                  <a:lnTo>
                    <a:pt x="4539" y="126165"/>
                  </a:lnTo>
                  <a:lnTo>
                    <a:pt x="3394" y="131333"/>
                  </a:lnTo>
                  <a:lnTo>
                    <a:pt x="2413" y="136535"/>
                  </a:lnTo>
                  <a:lnTo>
                    <a:pt x="1597" y="141765"/>
                  </a:lnTo>
                  <a:lnTo>
                    <a:pt x="947" y="147019"/>
                  </a:lnTo>
                  <a:lnTo>
                    <a:pt x="464" y="152290"/>
                  </a:lnTo>
                  <a:lnTo>
                    <a:pt x="148" y="157574"/>
                  </a:lnTo>
                  <a:lnTo>
                    <a:pt x="0" y="162866"/>
                  </a:lnTo>
                  <a:lnTo>
                    <a:pt x="19" y="168159"/>
                  </a:lnTo>
                  <a:lnTo>
                    <a:pt x="205" y="173450"/>
                  </a:lnTo>
                  <a:lnTo>
                    <a:pt x="559" y="178731"/>
                  </a:lnTo>
                  <a:lnTo>
                    <a:pt x="1080" y="183999"/>
                  </a:lnTo>
                  <a:lnTo>
                    <a:pt x="1768" y="189248"/>
                  </a:lnTo>
                  <a:lnTo>
                    <a:pt x="2622" y="194472"/>
                  </a:lnTo>
                  <a:lnTo>
                    <a:pt x="3640" y="199667"/>
                  </a:lnTo>
                  <a:lnTo>
                    <a:pt x="4823" y="204826"/>
                  </a:lnTo>
                  <a:lnTo>
                    <a:pt x="6168" y="209946"/>
                  </a:lnTo>
                  <a:lnTo>
                    <a:pt x="7674" y="215021"/>
                  </a:lnTo>
                  <a:lnTo>
                    <a:pt x="9341" y="220045"/>
                  </a:lnTo>
                  <a:lnTo>
                    <a:pt x="11166" y="225014"/>
                  </a:lnTo>
                  <a:lnTo>
                    <a:pt x="13147" y="229923"/>
                  </a:lnTo>
                  <a:lnTo>
                    <a:pt x="15283" y="234767"/>
                  </a:lnTo>
                  <a:lnTo>
                    <a:pt x="17571" y="239540"/>
                  </a:lnTo>
                  <a:lnTo>
                    <a:pt x="20009" y="244239"/>
                  </a:lnTo>
                  <a:lnTo>
                    <a:pt x="22594" y="248858"/>
                  </a:lnTo>
                  <a:lnTo>
                    <a:pt x="25325" y="253393"/>
                  </a:lnTo>
                  <a:lnTo>
                    <a:pt x="28197" y="257839"/>
                  </a:lnTo>
                  <a:lnTo>
                    <a:pt x="31209" y="262192"/>
                  </a:lnTo>
                  <a:lnTo>
                    <a:pt x="34358" y="266448"/>
                  </a:lnTo>
                  <a:lnTo>
                    <a:pt x="37639" y="270602"/>
                  </a:lnTo>
                  <a:lnTo>
                    <a:pt x="41050" y="274649"/>
                  </a:lnTo>
                  <a:lnTo>
                    <a:pt x="44588" y="278587"/>
                  </a:lnTo>
                  <a:lnTo>
                    <a:pt x="48249" y="282411"/>
                  </a:lnTo>
                  <a:lnTo>
                    <a:pt x="52029" y="286117"/>
                  </a:lnTo>
                  <a:lnTo>
                    <a:pt x="55924" y="289701"/>
                  </a:lnTo>
                  <a:lnTo>
                    <a:pt x="59931" y="293160"/>
                  </a:lnTo>
                  <a:lnTo>
                    <a:pt x="64046" y="296491"/>
                  </a:lnTo>
                  <a:lnTo>
                    <a:pt x="68264" y="299690"/>
                  </a:lnTo>
                  <a:lnTo>
                    <a:pt x="72581" y="302753"/>
                  </a:lnTo>
                  <a:lnTo>
                    <a:pt x="76992" y="305678"/>
                  </a:lnTo>
                  <a:lnTo>
                    <a:pt x="81495" y="308463"/>
                  </a:lnTo>
                  <a:lnTo>
                    <a:pt x="86083" y="311103"/>
                  </a:lnTo>
                  <a:lnTo>
                    <a:pt x="90752" y="313596"/>
                  </a:lnTo>
                  <a:lnTo>
                    <a:pt x="95498" y="315941"/>
                  </a:lnTo>
                  <a:lnTo>
                    <a:pt x="100316" y="318134"/>
                  </a:lnTo>
                  <a:lnTo>
                    <a:pt x="105201" y="320173"/>
                  </a:lnTo>
                  <a:lnTo>
                    <a:pt x="110148" y="322057"/>
                  </a:lnTo>
                  <a:lnTo>
                    <a:pt x="115152" y="323783"/>
                  </a:lnTo>
                  <a:lnTo>
                    <a:pt x="120209" y="325350"/>
                  </a:lnTo>
                  <a:lnTo>
                    <a:pt x="125312" y="326756"/>
                  </a:lnTo>
                  <a:lnTo>
                    <a:pt x="130457" y="328000"/>
                  </a:lnTo>
                  <a:lnTo>
                    <a:pt x="135639" y="329080"/>
                  </a:lnTo>
                  <a:lnTo>
                    <a:pt x="140853" y="329995"/>
                  </a:lnTo>
                  <a:lnTo>
                    <a:pt x="146093" y="330745"/>
                  </a:lnTo>
                  <a:lnTo>
                    <a:pt x="151355" y="331329"/>
                  </a:lnTo>
                  <a:lnTo>
                    <a:pt x="156632" y="331746"/>
                  </a:lnTo>
                  <a:lnTo>
                    <a:pt x="161919" y="331995"/>
                  </a:lnTo>
                  <a:lnTo>
                    <a:pt x="167212" y="332077"/>
                  </a:lnTo>
                  <a:lnTo>
                    <a:pt x="172505" y="331992"/>
                  </a:lnTo>
                  <a:lnTo>
                    <a:pt x="177793" y="331739"/>
                  </a:lnTo>
                  <a:lnTo>
                    <a:pt x="183069" y="331318"/>
                  </a:lnTo>
                  <a:lnTo>
                    <a:pt x="188330" y="330731"/>
                  </a:lnTo>
                  <a:lnTo>
                    <a:pt x="193570" y="329977"/>
                  </a:lnTo>
                  <a:lnTo>
                    <a:pt x="198783" y="329058"/>
                  </a:lnTo>
                  <a:lnTo>
                    <a:pt x="203964" y="327974"/>
                  </a:lnTo>
                  <a:lnTo>
                    <a:pt x="209109" y="326727"/>
                  </a:lnTo>
                  <a:lnTo>
                    <a:pt x="214211" y="325318"/>
                  </a:lnTo>
                  <a:lnTo>
                    <a:pt x="219267" y="323747"/>
                  </a:lnTo>
                  <a:lnTo>
                    <a:pt x="224270" y="322018"/>
                  </a:lnTo>
                  <a:lnTo>
                    <a:pt x="229215" y="320130"/>
                  </a:lnTo>
                  <a:lnTo>
                    <a:pt x="234099" y="318088"/>
                  </a:lnTo>
                  <a:lnTo>
                    <a:pt x="238915" y="315891"/>
                  </a:lnTo>
                  <a:lnTo>
                    <a:pt x="243660" y="313543"/>
                  </a:lnTo>
                  <a:lnTo>
                    <a:pt x="248327" y="311047"/>
                  </a:lnTo>
                  <a:lnTo>
                    <a:pt x="252914" y="308403"/>
                  </a:lnTo>
                  <a:lnTo>
                    <a:pt x="257414" y="305616"/>
                  </a:lnTo>
                  <a:lnTo>
                    <a:pt x="261824" y="302688"/>
                  </a:lnTo>
                  <a:lnTo>
                    <a:pt x="266139" y="299621"/>
                  </a:lnTo>
                  <a:lnTo>
                    <a:pt x="270354" y="296420"/>
                  </a:lnTo>
                  <a:lnTo>
                    <a:pt x="274466" y="293086"/>
                  </a:lnTo>
                  <a:lnTo>
                    <a:pt x="278471" y="289624"/>
                  </a:lnTo>
                  <a:lnTo>
                    <a:pt x="282364" y="286037"/>
                  </a:lnTo>
                  <a:lnTo>
                    <a:pt x="286141" y="282329"/>
                  </a:lnTo>
                  <a:lnTo>
                    <a:pt x="289799" y="278502"/>
                  </a:lnTo>
                  <a:lnTo>
                    <a:pt x="293334" y="274562"/>
                  </a:lnTo>
                  <a:lnTo>
                    <a:pt x="296743" y="270512"/>
                  </a:lnTo>
                  <a:lnTo>
                    <a:pt x="300021" y="266356"/>
                  </a:lnTo>
                  <a:lnTo>
                    <a:pt x="303167" y="262098"/>
                  </a:lnTo>
                  <a:lnTo>
                    <a:pt x="306176" y="257743"/>
                  </a:lnTo>
                  <a:lnTo>
                    <a:pt x="309045" y="253295"/>
                  </a:lnTo>
                  <a:lnTo>
                    <a:pt x="311773" y="248758"/>
                  </a:lnTo>
                  <a:lnTo>
                    <a:pt x="314355" y="244137"/>
                  </a:lnTo>
                  <a:lnTo>
                    <a:pt x="316790" y="239437"/>
                  </a:lnTo>
                  <a:lnTo>
                    <a:pt x="319074" y="234662"/>
                  </a:lnTo>
                  <a:lnTo>
                    <a:pt x="321207" y="229816"/>
                  </a:lnTo>
                  <a:lnTo>
                    <a:pt x="323185" y="224906"/>
                  </a:lnTo>
                  <a:lnTo>
                    <a:pt x="325006" y="219936"/>
                  </a:lnTo>
                  <a:lnTo>
                    <a:pt x="326669" y="214910"/>
                  </a:lnTo>
                  <a:lnTo>
                    <a:pt x="328172" y="209835"/>
                  </a:lnTo>
                  <a:lnTo>
                    <a:pt x="329514" y="204714"/>
                  </a:lnTo>
                  <a:lnTo>
                    <a:pt x="330693" y="199553"/>
                  </a:lnTo>
                  <a:lnTo>
                    <a:pt x="331708" y="194358"/>
                  </a:lnTo>
                  <a:lnTo>
                    <a:pt x="332558" y="189133"/>
                  </a:lnTo>
                  <a:lnTo>
                    <a:pt x="333242" y="183884"/>
                  </a:lnTo>
                  <a:lnTo>
                    <a:pt x="333759" y="178616"/>
                  </a:lnTo>
                  <a:lnTo>
                    <a:pt x="334109" y="173334"/>
                  </a:lnTo>
                  <a:lnTo>
                    <a:pt x="334293" y="168044"/>
                  </a:lnTo>
                  <a:lnTo>
                    <a:pt x="334308" y="162750"/>
                  </a:lnTo>
                  <a:lnTo>
                    <a:pt x="334156" y="157459"/>
                  </a:lnTo>
                  <a:lnTo>
                    <a:pt x="333836" y="152175"/>
                  </a:lnTo>
                  <a:lnTo>
                    <a:pt x="333349" y="146904"/>
                  </a:lnTo>
                  <a:lnTo>
                    <a:pt x="332696" y="141651"/>
                  </a:lnTo>
                  <a:lnTo>
                    <a:pt x="331876" y="136421"/>
                  </a:lnTo>
                  <a:lnTo>
                    <a:pt x="330892" y="131220"/>
                  </a:lnTo>
                  <a:lnTo>
                    <a:pt x="329743" y="126052"/>
                  </a:lnTo>
                  <a:lnTo>
                    <a:pt x="328431" y="120924"/>
                  </a:lnTo>
                  <a:lnTo>
                    <a:pt x="326958" y="115840"/>
                  </a:lnTo>
                  <a:lnTo>
                    <a:pt x="325324" y="110805"/>
                  </a:lnTo>
                  <a:lnTo>
                    <a:pt x="323531" y="105824"/>
                  </a:lnTo>
                  <a:lnTo>
                    <a:pt x="321582" y="100902"/>
                  </a:lnTo>
                  <a:lnTo>
                    <a:pt x="319478" y="96045"/>
                  </a:lnTo>
                  <a:lnTo>
                    <a:pt x="317221" y="91256"/>
                  </a:lnTo>
                  <a:lnTo>
                    <a:pt x="314814" y="86542"/>
                  </a:lnTo>
                  <a:lnTo>
                    <a:pt x="312259" y="81906"/>
                  </a:lnTo>
                  <a:lnTo>
                    <a:pt x="309558" y="77353"/>
                  </a:lnTo>
                  <a:lnTo>
                    <a:pt x="306714" y="72888"/>
                  </a:lnTo>
                  <a:lnTo>
                    <a:pt x="303731" y="68516"/>
                  </a:lnTo>
                  <a:lnTo>
                    <a:pt x="300610" y="64240"/>
                  </a:lnTo>
                  <a:lnTo>
                    <a:pt x="297356" y="60065"/>
                  </a:lnTo>
                  <a:lnTo>
                    <a:pt x="293971" y="55995"/>
                  </a:lnTo>
                  <a:lnTo>
                    <a:pt x="290459" y="52034"/>
                  </a:lnTo>
                  <a:lnTo>
                    <a:pt x="286823" y="48187"/>
                  </a:lnTo>
                  <a:lnTo>
                    <a:pt x="283068" y="44456"/>
                  </a:lnTo>
                  <a:lnTo>
                    <a:pt x="279196" y="40847"/>
                  </a:lnTo>
                  <a:lnTo>
                    <a:pt x="275211" y="37361"/>
                  </a:lnTo>
                  <a:lnTo>
                    <a:pt x="271119" y="34004"/>
                  </a:lnTo>
                  <a:lnTo>
                    <a:pt x="266922" y="30778"/>
                  </a:lnTo>
                  <a:lnTo>
                    <a:pt x="262625" y="27686"/>
                  </a:lnTo>
                  <a:lnTo>
                    <a:pt x="258232" y="24732"/>
                  </a:lnTo>
                  <a:lnTo>
                    <a:pt x="253748" y="21919"/>
                  </a:lnTo>
                  <a:lnTo>
                    <a:pt x="249177" y="19249"/>
                  </a:lnTo>
                  <a:lnTo>
                    <a:pt x="244524" y="16725"/>
                  </a:lnTo>
                  <a:lnTo>
                    <a:pt x="239794" y="14349"/>
                  </a:lnTo>
                  <a:lnTo>
                    <a:pt x="234990" y="12125"/>
                  </a:lnTo>
                  <a:lnTo>
                    <a:pt x="230119" y="10054"/>
                  </a:lnTo>
                  <a:lnTo>
                    <a:pt x="225184" y="8138"/>
                  </a:lnTo>
                  <a:lnTo>
                    <a:pt x="220191" y="6379"/>
                  </a:lnTo>
                  <a:lnTo>
                    <a:pt x="215145" y="4779"/>
                  </a:lnTo>
                  <a:lnTo>
                    <a:pt x="210051" y="3340"/>
                  </a:lnTo>
                  <a:lnTo>
                    <a:pt x="204914" y="2063"/>
                  </a:lnTo>
                  <a:lnTo>
                    <a:pt x="199739" y="949"/>
                  </a:lnTo>
                  <a:lnTo>
                    <a:pt x="194531" y="0"/>
                  </a:lnTo>
                  <a:lnTo>
                    <a:pt x="167154" y="164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486215" y="5399291"/>
              <a:ext cx="27376" cy="167167"/>
            </a:xfrm>
            <a:custGeom>
              <a:avLst/>
              <a:pathLst>
                <a:path w="27376" h="167167">
                  <a:moveTo>
                    <a:pt x="27376" y="2256"/>
                  </a:moveTo>
                  <a:lnTo>
                    <a:pt x="20573" y="1270"/>
                  </a:lnTo>
                  <a:lnTo>
                    <a:pt x="13734" y="565"/>
                  </a:lnTo>
                  <a:lnTo>
                    <a:pt x="6873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856391" y="5399291"/>
              <a:ext cx="167152" cy="334276"/>
            </a:xfrm>
            <a:custGeom>
              <a:avLst/>
              <a:pathLst>
                <a:path w="167152" h="334276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5" y="1349"/>
                  </a:lnTo>
                  <a:lnTo>
                    <a:pt x="140696" y="2106"/>
                  </a:lnTo>
                  <a:lnTo>
                    <a:pt x="135463" y="3031"/>
                  </a:lnTo>
                  <a:lnTo>
                    <a:pt x="130263" y="4121"/>
                  </a:lnTo>
                  <a:lnTo>
                    <a:pt x="125100" y="5375"/>
                  </a:lnTo>
                  <a:lnTo>
                    <a:pt x="119979" y="6793"/>
                  </a:lnTo>
                  <a:lnTo>
                    <a:pt x="114906" y="8374"/>
                  </a:lnTo>
                  <a:lnTo>
                    <a:pt x="109886" y="10114"/>
                  </a:lnTo>
                  <a:lnTo>
                    <a:pt x="104924" y="12014"/>
                  </a:lnTo>
                  <a:lnTo>
                    <a:pt x="100024" y="14070"/>
                  </a:lnTo>
                  <a:lnTo>
                    <a:pt x="95192" y="16280"/>
                  </a:lnTo>
                  <a:lnTo>
                    <a:pt x="90433" y="18644"/>
                  </a:lnTo>
                  <a:lnTo>
                    <a:pt x="85752" y="21157"/>
                  </a:lnTo>
                  <a:lnTo>
                    <a:pt x="81153" y="23818"/>
                  </a:lnTo>
                  <a:lnTo>
                    <a:pt x="76640" y="26623"/>
                  </a:lnTo>
                  <a:lnTo>
                    <a:pt x="72220" y="29571"/>
                  </a:lnTo>
                  <a:lnTo>
                    <a:pt x="67895" y="32657"/>
                  </a:lnTo>
                  <a:lnTo>
                    <a:pt x="63670" y="35880"/>
                  </a:lnTo>
                  <a:lnTo>
                    <a:pt x="59550" y="39235"/>
                  </a:lnTo>
                  <a:lnTo>
                    <a:pt x="55538" y="42719"/>
                  </a:lnTo>
                  <a:lnTo>
                    <a:pt x="51640" y="46329"/>
                  </a:lnTo>
                  <a:lnTo>
                    <a:pt x="47858" y="50061"/>
                  </a:lnTo>
                  <a:lnTo>
                    <a:pt x="44196" y="53912"/>
                  </a:lnTo>
                  <a:lnTo>
                    <a:pt x="40659" y="57877"/>
                  </a:lnTo>
                  <a:lnTo>
                    <a:pt x="37249" y="61952"/>
                  </a:lnTo>
                  <a:lnTo>
                    <a:pt x="33971" y="66134"/>
                  </a:lnTo>
                  <a:lnTo>
                    <a:pt x="30827" y="70417"/>
                  </a:lnTo>
                  <a:lnTo>
                    <a:pt x="27822" y="74799"/>
                  </a:lnTo>
                  <a:lnTo>
                    <a:pt x="24956" y="79273"/>
                  </a:lnTo>
                  <a:lnTo>
                    <a:pt x="22235" y="83837"/>
                  </a:lnTo>
                  <a:lnTo>
                    <a:pt x="19660" y="88485"/>
                  </a:lnTo>
                  <a:lnTo>
                    <a:pt x="17234" y="93212"/>
                  </a:lnTo>
                  <a:lnTo>
                    <a:pt x="14959" y="98014"/>
                  </a:lnTo>
                  <a:lnTo>
                    <a:pt x="12838" y="102885"/>
                  </a:lnTo>
                  <a:lnTo>
                    <a:pt x="10873" y="107822"/>
                  </a:lnTo>
                  <a:lnTo>
                    <a:pt x="9066" y="112819"/>
                  </a:lnTo>
                  <a:lnTo>
                    <a:pt x="7419" y="117870"/>
                  </a:lnTo>
                  <a:lnTo>
                    <a:pt x="5933" y="122972"/>
                  </a:lnTo>
                  <a:lnTo>
                    <a:pt x="4610" y="128118"/>
                  </a:lnTo>
                  <a:lnTo>
                    <a:pt x="3451" y="133303"/>
                  </a:lnTo>
                  <a:lnTo>
                    <a:pt x="2457" y="138523"/>
                  </a:lnTo>
                  <a:lnTo>
                    <a:pt x="1630" y="143772"/>
                  </a:lnTo>
                  <a:lnTo>
                    <a:pt x="970" y="149044"/>
                  </a:lnTo>
                  <a:lnTo>
                    <a:pt x="478" y="154335"/>
                  </a:lnTo>
                  <a:lnTo>
                    <a:pt x="154" y="159638"/>
                  </a:lnTo>
                  <a:lnTo>
                    <a:pt x="0" y="164949"/>
                  </a:lnTo>
                  <a:lnTo>
                    <a:pt x="13" y="170263"/>
                  </a:lnTo>
                  <a:lnTo>
                    <a:pt x="196" y="175573"/>
                  </a:lnTo>
                  <a:lnTo>
                    <a:pt x="548" y="180875"/>
                  </a:lnTo>
                  <a:lnTo>
                    <a:pt x="1068" y="186163"/>
                  </a:lnTo>
                  <a:lnTo>
                    <a:pt x="1755" y="191431"/>
                  </a:lnTo>
                  <a:lnTo>
                    <a:pt x="2610" y="196676"/>
                  </a:lnTo>
                  <a:lnTo>
                    <a:pt x="3631" y="201890"/>
                  </a:lnTo>
                  <a:lnTo>
                    <a:pt x="4817" y="207069"/>
                  </a:lnTo>
                  <a:lnTo>
                    <a:pt x="6167" y="212208"/>
                  </a:lnTo>
                  <a:lnTo>
                    <a:pt x="7680" y="217302"/>
                  </a:lnTo>
                  <a:lnTo>
                    <a:pt x="9354" y="222345"/>
                  </a:lnTo>
                  <a:lnTo>
                    <a:pt x="11187" y="227332"/>
                  </a:lnTo>
                  <a:lnTo>
                    <a:pt x="13178" y="232258"/>
                  </a:lnTo>
                  <a:lnTo>
                    <a:pt x="15324" y="237119"/>
                  </a:lnTo>
                  <a:lnTo>
                    <a:pt x="17624" y="241909"/>
                  </a:lnTo>
                  <a:lnTo>
                    <a:pt x="20075" y="246623"/>
                  </a:lnTo>
                  <a:lnTo>
                    <a:pt x="22675" y="251257"/>
                  </a:lnTo>
                  <a:lnTo>
                    <a:pt x="25420" y="255806"/>
                  </a:lnTo>
                  <a:lnTo>
                    <a:pt x="28309" y="260266"/>
                  </a:lnTo>
                  <a:lnTo>
                    <a:pt x="31338" y="264631"/>
                  </a:lnTo>
                  <a:lnTo>
                    <a:pt x="34504" y="268899"/>
                  </a:lnTo>
                  <a:lnTo>
                    <a:pt x="37804" y="273063"/>
                  </a:lnTo>
                  <a:lnTo>
                    <a:pt x="41235" y="277120"/>
                  </a:lnTo>
                  <a:lnTo>
                    <a:pt x="44793" y="281066"/>
                  </a:lnTo>
                  <a:lnTo>
                    <a:pt x="48474" y="284898"/>
                  </a:lnTo>
                  <a:lnTo>
                    <a:pt x="52276" y="288610"/>
                  </a:lnTo>
                  <a:lnTo>
                    <a:pt x="56193" y="292199"/>
                  </a:lnTo>
                  <a:lnTo>
                    <a:pt x="60223" y="295663"/>
                  </a:lnTo>
                  <a:lnTo>
                    <a:pt x="64361" y="298996"/>
                  </a:lnTo>
                  <a:lnTo>
                    <a:pt x="68602" y="302196"/>
                  </a:lnTo>
                  <a:lnTo>
                    <a:pt x="72944" y="305260"/>
                  </a:lnTo>
                  <a:lnTo>
                    <a:pt x="77380" y="308184"/>
                  </a:lnTo>
                  <a:lnTo>
                    <a:pt x="81907" y="310966"/>
                  </a:lnTo>
                  <a:lnTo>
                    <a:pt x="86520" y="313603"/>
                  </a:lnTo>
                  <a:lnTo>
                    <a:pt x="91215" y="316091"/>
                  </a:lnTo>
                  <a:lnTo>
                    <a:pt x="95986" y="318429"/>
                  </a:lnTo>
                  <a:lnTo>
                    <a:pt x="100829" y="320615"/>
                  </a:lnTo>
                  <a:lnTo>
                    <a:pt x="105739" y="322645"/>
                  </a:lnTo>
                  <a:lnTo>
                    <a:pt x="110712" y="324518"/>
                  </a:lnTo>
                  <a:lnTo>
                    <a:pt x="115741" y="326232"/>
                  </a:lnTo>
                  <a:lnTo>
                    <a:pt x="120822" y="327786"/>
                  </a:lnTo>
                  <a:lnTo>
                    <a:pt x="125950" y="329177"/>
                  </a:lnTo>
                  <a:lnTo>
                    <a:pt x="131120" y="330405"/>
                  </a:lnTo>
                  <a:lnTo>
                    <a:pt x="136326" y="331468"/>
                  </a:lnTo>
                  <a:lnTo>
                    <a:pt x="141563" y="332364"/>
                  </a:lnTo>
                  <a:lnTo>
                    <a:pt x="146826" y="333094"/>
                  </a:lnTo>
                  <a:lnTo>
                    <a:pt x="152110" y="333656"/>
                  </a:lnTo>
                  <a:lnTo>
                    <a:pt x="157409" y="334050"/>
                  </a:lnTo>
                  <a:lnTo>
                    <a:pt x="162717" y="33427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19109" y="5566459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19109" y="5566459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19109" y="5566459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19109" y="5566459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019109" y="5566459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019109" y="5566459"/>
              <a:ext cx="109452" cy="167163"/>
            </a:xfrm>
            <a:custGeom>
              <a:avLst/>
              <a:pathLst>
                <a:path w="109452" h="167163">
                  <a:moveTo>
                    <a:pt x="0" y="167108"/>
                  </a:moveTo>
                  <a:lnTo>
                    <a:pt x="5617" y="167163"/>
                  </a:lnTo>
                  <a:lnTo>
                    <a:pt x="11234" y="167029"/>
                  </a:lnTo>
                  <a:lnTo>
                    <a:pt x="16843" y="166706"/>
                  </a:lnTo>
                  <a:lnTo>
                    <a:pt x="22438" y="166195"/>
                  </a:lnTo>
                  <a:lnTo>
                    <a:pt x="28012" y="165496"/>
                  </a:lnTo>
                  <a:lnTo>
                    <a:pt x="33560" y="164610"/>
                  </a:lnTo>
                  <a:lnTo>
                    <a:pt x="39075" y="163538"/>
                  </a:lnTo>
                  <a:lnTo>
                    <a:pt x="44551" y="162282"/>
                  </a:lnTo>
                  <a:lnTo>
                    <a:pt x="49981" y="160842"/>
                  </a:lnTo>
                  <a:lnTo>
                    <a:pt x="55360" y="159221"/>
                  </a:lnTo>
                  <a:lnTo>
                    <a:pt x="60682" y="157420"/>
                  </a:lnTo>
                  <a:lnTo>
                    <a:pt x="65940" y="155441"/>
                  </a:lnTo>
                  <a:lnTo>
                    <a:pt x="71129" y="153286"/>
                  </a:lnTo>
                  <a:lnTo>
                    <a:pt x="76242" y="150959"/>
                  </a:lnTo>
                  <a:lnTo>
                    <a:pt x="81274" y="148460"/>
                  </a:lnTo>
                  <a:lnTo>
                    <a:pt x="86219" y="145795"/>
                  </a:lnTo>
                  <a:lnTo>
                    <a:pt x="91072" y="142964"/>
                  </a:lnTo>
                  <a:lnTo>
                    <a:pt x="95827" y="139972"/>
                  </a:lnTo>
                  <a:lnTo>
                    <a:pt x="100479" y="136822"/>
                  </a:lnTo>
                  <a:lnTo>
                    <a:pt x="105023" y="133517"/>
                  </a:lnTo>
                  <a:lnTo>
                    <a:pt x="109452" y="130062"/>
                  </a:lnTo>
                  <a:lnTo>
                    <a:pt x="443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023544" y="5399291"/>
              <a:ext cx="167166" cy="297229"/>
            </a:xfrm>
            <a:custGeom>
              <a:avLst/>
              <a:pathLst>
                <a:path w="167166" h="297229">
                  <a:moveTo>
                    <a:pt x="105017" y="297229"/>
                  </a:moveTo>
                  <a:lnTo>
                    <a:pt x="109122" y="293805"/>
                  </a:lnTo>
                  <a:lnTo>
                    <a:pt x="113115" y="290251"/>
                  </a:lnTo>
                  <a:lnTo>
                    <a:pt x="116993" y="286572"/>
                  </a:lnTo>
                  <a:lnTo>
                    <a:pt x="120751" y="282770"/>
                  </a:lnTo>
                  <a:lnTo>
                    <a:pt x="124385" y="278850"/>
                  </a:lnTo>
                  <a:lnTo>
                    <a:pt x="127892" y="274816"/>
                  </a:lnTo>
                  <a:lnTo>
                    <a:pt x="131269" y="270672"/>
                  </a:lnTo>
                  <a:lnTo>
                    <a:pt x="134511" y="266422"/>
                  </a:lnTo>
                  <a:lnTo>
                    <a:pt x="137616" y="262071"/>
                  </a:lnTo>
                  <a:lnTo>
                    <a:pt x="140580" y="257622"/>
                  </a:lnTo>
                  <a:lnTo>
                    <a:pt x="143400" y="253081"/>
                  </a:lnTo>
                  <a:lnTo>
                    <a:pt x="146074" y="248452"/>
                  </a:lnTo>
                  <a:lnTo>
                    <a:pt x="148598" y="243740"/>
                  </a:lnTo>
                  <a:lnTo>
                    <a:pt x="150970" y="238950"/>
                  </a:lnTo>
                  <a:lnTo>
                    <a:pt x="153188" y="234086"/>
                  </a:lnTo>
                  <a:lnTo>
                    <a:pt x="155249" y="229154"/>
                  </a:lnTo>
                  <a:lnTo>
                    <a:pt x="157152" y="224159"/>
                  </a:lnTo>
                  <a:lnTo>
                    <a:pt x="158894" y="219105"/>
                  </a:lnTo>
                  <a:lnTo>
                    <a:pt x="160473" y="213998"/>
                  </a:lnTo>
                  <a:lnTo>
                    <a:pt x="161888" y="208843"/>
                  </a:lnTo>
                  <a:lnTo>
                    <a:pt x="163138" y="203646"/>
                  </a:lnTo>
                  <a:lnTo>
                    <a:pt x="164221" y="198411"/>
                  </a:lnTo>
                  <a:lnTo>
                    <a:pt x="165136" y="193145"/>
                  </a:lnTo>
                  <a:lnTo>
                    <a:pt x="165882" y="187852"/>
                  </a:lnTo>
                  <a:lnTo>
                    <a:pt x="166459" y="182537"/>
                  </a:lnTo>
                  <a:lnTo>
                    <a:pt x="166865" y="177207"/>
                  </a:lnTo>
                  <a:lnTo>
                    <a:pt x="167101" y="171867"/>
                  </a:lnTo>
                  <a:lnTo>
                    <a:pt x="167166" y="166522"/>
                  </a:lnTo>
                  <a:lnTo>
                    <a:pt x="167060" y="161177"/>
                  </a:lnTo>
                  <a:lnTo>
                    <a:pt x="166783" y="155839"/>
                  </a:lnTo>
                  <a:lnTo>
                    <a:pt x="166335" y="150512"/>
                  </a:lnTo>
                  <a:lnTo>
                    <a:pt x="165718" y="145203"/>
                  </a:lnTo>
                  <a:lnTo>
                    <a:pt x="164931" y="139915"/>
                  </a:lnTo>
                  <a:lnTo>
                    <a:pt x="163975" y="134656"/>
                  </a:lnTo>
                  <a:lnTo>
                    <a:pt x="162852" y="129430"/>
                  </a:lnTo>
                  <a:lnTo>
                    <a:pt x="161562" y="124242"/>
                  </a:lnTo>
                  <a:lnTo>
                    <a:pt x="160107" y="119099"/>
                  </a:lnTo>
                  <a:lnTo>
                    <a:pt x="158488" y="114004"/>
                  </a:lnTo>
                  <a:lnTo>
                    <a:pt x="156707" y="108964"/>
                  </a:lnTo>
                  <a:lnTo>
                    <a:pt x="154766" y="103983"/>
                  </a:lnTo>
                  <a:lnTo>
                    <a:pt x="152667" y="99067"/>
                  </a:lnTo>
                  <a:lnTo>
                    <a:pt x="150412" y="94221"/>
                  </a:lnTo>
                  <a:lnTo>
                    <a:pt x="148002" y="89449"/>
                  </a:lnTo>
                  <a:lnTo>
                    <a:pt x="145442" y="84757"/>
                  </a:lnTo>
                  <a:lnTo>
                    <a:pt x="142733" y="80149"/>
                  </a:lnTo>
                  <a:lnTo>
                    <a:pt x="139877" y="75629"/>
                  </a:lnTo>
                  <a:lnTo>
                    <a:pt x="136879" y="71204"/>
                  </a:lnTo>
                  <a:lnTo>
                    <a:pt x="133741" y="66877"/>
                  </a:lnTo>
                  <a:lnTo>
                    <a:pt x="130466" y="62652"/>
                  </a:lnTo>
                  <a:lnTo>
                    <a:pt x="127058" y="58534"/>
                  </a:lnTo>
                  <a:lnTo>
                    <a:pt x="123519" y="54527"/>
                  </a:lnTo>
                  <a:lnTo>
                    <a:pt x="119855" y="50635"/>
                  </a:lnTo>
                  <a:lnTo>
                    <a:pt x="116068" y="46863"/>
                  </a:lnTo>
                  <a:lnTo>
                    <a:pt x="112162" y="43213"/>
                  </a:lnTo>
                  <a:lnTo>
                    <a:pt x="108141" y="39690"/>
                  </a:lnTo>
                  <a:lnTo>
                    <a:pt x="104010" y="36298"/>
                  </a:lnTo>
                  <a:lnTo>
                    <a:pt x="99773" y="33039"/>
                  </a:lnTo>
                  <a:lnTo>
                    <a:pt x="95433" y="29918"/>
                  </a:lnTo>
                  <a:lnTo>
                    <a:pt x="90996" y="26937"/>
                  </a:lnTo>
                  <a:lnTo>
                    <a:pt x="86466" y="24099"/>
                  </a:lnTo>
                  <a:lnTo>
                    <a:pt x="81848" y="21408"/>
                  </a:lnTo>
                  <a:lnTo>
                    <a:pt x="77146" y="18865"/>
                  </a:lnTo>
                  <a:lnTo>
                    <a:pt x="72365" y="16474"/>
                  </a:lnTo>
                  <a:lnTo>
                    <a:pt x="67510" y="14238"/>
                  </a:lnTo>
                  <a:lnTo>
                    <a:pt x="62585" y="12157"/>
                  </a:lnTo>
                  <a:lnTo>
                    <a:pt x="57597" y="10236"/>
                  </a:lnTo>
                  <a:lnTo>
                    <a:pt x="52550" y="8474"/>
                  </a:lnTo>
                  <a:lnTo>
                    <a:pt x="47450" y="6875"/>
                  </a:lnTo>
                  <a:lnTo>
                    <a:pt x="42300" y="5440"/>
                  </a:lnTo>
                  <a:lnTo>
                    <a:pt x="37108" y="4170"/>
                  </a:lnTo>
                  <a:lnTo>
                    <a:pt x="31877" y="3067"/>
                  </a:lnTo>
                  <a:lnTo>
                    <a:pt x="26614" y="2132"/>
                  </a:lnTo>
                  <a:lnTo>
                    <a:pt x="21324" y="1365"/>
                  </a:lnTo>
                  <a:lnTo>
                    <a:pt x="16012" y="768"/>
                  </a:lnTo>
                  <a:lnTo>
                    <a:pt x="10684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12996" y="5269756"/>
              <a:ext cx="132261" cy="167167"/>
            </a:xfrm>
            <a:custGeom>
              <a:avLst/>
              <a:pathLst>
                <a:path w="132261" h="167167">
                  <a:moveTo>
                    <a:pt x="132261" y="0"/>
                  </a:moveTo>
                  <a:lnTo>
                    <a:pt x="126813" y="88"/>
                  </a:lnTo>
                  <a:lnTo>
                    <a:pt x="121370" y="355"/>
                  </a:lnTo>
                  <a:lnTo>
                    <a:pt x="115939" y="798"/>
                  </a:lnTo>
                  <a:lnTo>
                    <a:pt x="110526" y="1419"/>
                  </a:lnTo>
                  <a:lnTo>
                    <a:pt x="105135" y="2215"/>
                  </a:lnTo>
                  <a:lnTo>
                    <a:pt x="99773" y="3187"/>
                  </a:lnTo>
                  <a:lnTo>
                    <a:pt x="94446" y="4333"/>
                  </a:lnTo>
                  <a:lnTo>
                    <a:pt x="89159" y="5652"/>
                  </a:lnTo>
                  <a:lnTo>
                    <a:pt x="83917" y="7143"/>
                  </a:lnTo>
                  <a:lnTo>
                    <a:pt x="78727" y="8803"/>
                  </a:lnTo>
                  <a:lnTo>
                    <a:pt x="73594" y="10632"/>
                  </a:lnTo>
                  <a:lnTo>
                    <a:pt x="68524" y="12628"/>
                  </a:lnTo>
                  <a:lnTo>
                    <a:pt x="63521" y="14787"/>
                  </a:lnTo>
                  <a:lnTo>
                    <a:pt x="58591" y="17108"/>
                  </a:lnTo>
                  <a:lnTo>
                    <a:pt x="53739" y="19589"/>
                  </a:lnTo>
                  <a:lnTo>
                    <a:pt x="48971" y="22227"/>
                  </a:lnTo>
                  <a:lnTo>
                    <a:pt x="44291" y="25019"/>
                  </a:lnTo>
                  <a:lnTo>
                    <a:pt x="39705" y="27961"/>
                  </a:lnTo>
                  <a:lnTo>
                    <a:pt x="35217" y="31052"/>
                  </a:lnTo>
                  <a:lnTo>
                    <a:pt x="30832" y="34287"/>
                  </a:lnTo>
                  <a:lnTo>
                    <a:pt x="26555" y="37664"/>
                  </a:lnTo>
                  <a:lnTo>
                    <a:pt x="22390" y="41178"/>
                  </a:lnTo>
                  <a:lnTo>
                    <a:pt x="18342" y="44826"/>
                  </a:lnTo>
                  <a:lnTo>
                    <a:pt x="14415" y="48604"/>
                  </a:lnTo>
                  <a:lnTo>
                    <a:pt x="10614" y="52508"/>
                  </a:lnTo>
                  <a:lnTo>
                    <a:pt x="6941" y="56533"/>
                  </a:lnTo>
                  <a:lnTo>
                    <a:pt x="3402" y="60677"/>
                  </a:lnTo>
                  <a:lnTo>
                    <a:pt x="0" y="64933"/>
                  </a:lnTo>
                  <a:lnTo>
                    <a:pt x="1322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412996" y="5334690"/>
              <a:ext cx="132261" cy="102233"/>
            </a:xfrm>
            <a:custGeom>
              <a:avLst/>
              <a:pathLst>
                <a:path w="132261" h="102233">
                  <a:moveTo>
                    <a:pt x="0" y="0"/>
                  </a:moveTo>
                  <a:lnTo>
                    <a:pt x="132261" y="1022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392567" y="5334690"/>
              <a:ext cx="152690" cy="102233"/>
            </a:xfrm>
            <a:custGeom>
              <a:avLst/>
              <a:pathLst>
                <a:path w="152690" h="102233">
                  <a:moveTo>
                    <a:pt x="20429" y="0"/>
                  </a:moveTo>
                  <a:lnTo>
                    <a:pt x="16465" y="5343"/>
                  </a:lnTo>
                  <a:lnTo>
                    <a:pt x="12718" y="10840"/>
                  </a:lnTo>
                  <a:lnTo>
                    <a:pt x="9192" y="16482"/>
                  </a:lnTo>
                  <a:lnTo>
                    <a:pt x="5894" y="22260"/>
                  </a:lnTo>
                  <a:lnTo>
                    <a:pt x="2828" y="28164"/>
                  </a:lnTo>
                  <a:lnTo>
                    <a:pt x="0" y="34186"/>
                  </a:lnTo>
                  <a:lnTo>
                    <a:pt x="152690" y="1022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378095" y="5269756"/>
              <a:ext cx="334316" cy="334332"/>
            </a:xfrm>
            <a:custGeom>
              <a:avLst/>
              <a:pathLst>
                <a:path w="334316" h="334332">
                  <a:moveTo>
                    <a:pt x="14471" y="99120"/>
                  </a:moveTo>
                  <a:lnTo>
                    <a:pt x="12393" y="103990"/>
                  </a:lnTo>
                  <a:lnTo>
                    <a:pt x="10470" y="108923"/>
                  </a:lnTo>
                  <a:lnTo>
                    <a:pt x="8703" y="113915"/>
                  </a:lnTo>
                  <a:lnTo>
                    <a:pt x="7096" y="118961"/>
                  </a:lnTo>
                  <a:lnTo>
                    <a:pt x="5650" y="124054"/>
                  </a:lnTo>
                  <a:lnTo>
                    <a:pt x="4366" y="129191"/>
                  </a:lnTo>
                  <a:lnTo>
                    <a:pt x="3244" y="134366"/>
                  </a:lnTo>
                  <a:lnTo>
                    <a:pt x="2288" y="139574"/>
                  </a:lnTo>
                  <a:lnTo>
                    <a:pt x="1497" y="144810"/>
                  </a:lnTo>
                  <a:lnTo>
                    <a:pt x="872" y="150068"/>
                  </a:lnTo>
                  <a:lnTo>
                    <a:pt x="414" y="155343"/>
                  </a:lnTo>
                  <a:lnTo>
                    <a:pt x="123" y="160630"/>
                  </a:lnTo>
                  <a:lnTo>
                    <a:pt x="0" y="165924"/>
                  </a:lnTo>
                  <a:lnTo>
                    <a:pt x="44" y="171219"/>
                  </a:lnTo>
                  <a:lnTo>
                    <a:pt x="256" y="176510"/>
                  </a:lnTo>
                  <a:lnTo>
                    <a:pt x="636" y="181791"/>
                  </a:lnTo>
                  <a:lnTo>
                    <a:pt x="1182" y="187058"/>
                  </a:lnTo>
                  <a:lnTo>
                    <a:pt x="1896" y="192305"/>
                  </a:lnTo>
                  <a:lnTo>
                    <a:pt x="2775" y="197526"/>
                  </a:lnTo>
                  <a:lnTo>
                    <a:pt x="3819" y="202717"/>
                  </a:lnTo>
                  <a:lnTo>
                    <a:pt x="5027" y="207873"/>
                  </a:lnTo>
                  <a:lnTo>
                    <a:pt x="6397" y="212988"/>
                  </a:lnTo>
                  <a:lnTo>
                    <a:pt x="7929" y="218056"/>
                  </a:lnTo>
                  <a:lnTo>
                    <a:pt x="9621" y="223074"/>
                  </a:lnTo>
                  <a:lnTo>
                    <a:pt x="11470" y="228035"/>
                  </a:lnTo>
                  <a:lnTo>
                    <a:pt x="13476" y="232936"/>
                  </a:lnTo>
                  <a:lnTo>
                    <a:pt x="15636" y="237770"/>
                  </a:lnTo>
                  <a:lnTo>
                    <a:pt x="17948" y="242534"/>
                  </a:lnTo>
                  <a:lnTo>
                    <a:pt x="20410" y="247222"/>
                  </a:lnTo>
                  <a:lnTo>
                    <a:pt x="23019" y="251830"/>
                  </a:lnTo>
                  <a:lnTo>
                    <a:pt x="25773" y="256352"/>
                  </a:lnTo>
                  <a:lnTo>
                    <a:pt x="28669" y="260786"/>
                  </a:lnTo>
                  <a:lnTo>
                    <a:pt x="31703" y="265125"/>
                  </a:lnTo>
                  <a:lnTo>
                    <a:pt x="34874" y="269366"/>
                  </a:lnTo>
                  <a:lnTo>
                    <a:pt x="38177" y="273504"/>
                  </a:lnTo>
                  <a:lnTo>
                    <a:pt x="41609" y="277536"/>
                  </a:lnTo>
                  <a:lnTo>
                    <a:pt x="45168" y="281457"/>
                  </a:lnTo>
                  <a:lnTo>
                    <a:pt x="48849" y="285264"/>
                  </a:lnTo>
                  <a:lnTo>
                    <a:pt x="52648" y="288952"/>
                  </a:lnTo>
                  <a:lnTo>
                    <a:pt x="56563" y="292517"/>
                  </a:lnTo>
                  <a:lnTo>
                    <a:pt x="60588" y="295957"/>
                  </a:lnTo>
                  <a:lnTo>
                    <a:pt x="64721" y="299268"/>
                  </a:lnTo>
                  <a:lnTo>
                    <a:pt x="68956" y="302446"/>
                  </a:lnTo>
                  <a:lnTo>
                    <a:pt x="73290" y="305489"/>
                  </a:lnTo>
                  <a:lnTo>
                    <a:pt x="77718" y="308392"/>
                  </a:lnTo>
                  <a:lnTo>
                    <a:pt x="82235" y="311154"/>
                  </a:lnTo>
                  <a:lnTo>
                    <a:pt x="86838" y="313772"/>
                  </a:lnTo>
                  <a:lnTo>
                    <a:pt x="91522" y="316242"/>
                  </a:lnTo>
                  <a:lnTo>
                    <a:pt x="96281" y="318563"/>
                  </a:lnTo>
                  <a:lnTo>
                    <a:pt x="101112" y="320732"/>
                  </a:lnTo>
                  <a:lnTo>
                    <a:pt x="106008" y="322747"/>
                  </a:lnTo>
                  <a:lnTo>
                    <a:pt x="110966" y="324606"/>
                  </a:lnTo>
                  <a:lnTo>
                    <a:pt x="115981" y="326307"/>
                  </a:lnTo>
                  <a:lnTo>
                    <a:pt x="121047" y="327848"/>
                  </a:lnTo>
                  <a:lnTo>
                    <a:pt x="126159" y="329228"/>
                  </a:lnTo>
                  <a:lnTo>
                    <a:pt x="131312" y="330445"/>
                  </a:lnTo>
                  <a:lnTo>
                    <a:pt x="136501" y="331499"/>
                  </a:lnTo>
                  <a:lnTo>
                    <a:pt x="141721" y="332387"/>
                  </a:lnTo>
                  <a:lnTo>
                    <a:pt x="146967" y="333110"/>
                  </a:lnTo>
                  <a:lnTo>
                    <a:pt x="152233" y="333666"/>
                  </a:lnTo>
                  <a:lnTo>
                    <a:pt x="157513" y="334056"/>
                  </a:lnTo>
                  <a:lnTo>
                    <a:pt x="162804" y="334278"/>
                  </a:lnTo>
                  <a:lnTo>
                    <a:pt x="168099" y="334332"/>
                  </a:lnTo>
                  <a:lnTo>
                    <a:pt x="173393" y="334218"/>
                  </a:lnTo>
                  <a:lnTo>
                    <a:pt x="178680" y="333937"/>
                  </a:lnTo>
                  <a:lnTo>
                    <a:pt x="183956" y="333489"/>
                  </a:lnTo>
                  <a:lnTo>
                    <a:pt x="189215" y="332873"/>
                  </a:lnTo>
                  <a:lnTo>
                    <a:pt x="194453" y="332092"/>
                  </a:lnTo>
                  <a:lnTo>
                    <a:pt x="199662" y="331145"/>
                  </a:lnTo>
                  <a:lnTo>
                    <a:pt x="204839" y="330033"/>
                  </a:lnTo>
                  <a:lnTo>
                    <a:pt x="209979" y="328758"/>
                  </a:lnTo>
                  <a:lnTo>
                    <a:pt x="215075" y="327321"/>
                  </a:lnTo>
                  <a:lnTo>
                    <a:pt x="220123" y="325723"/>
                  </a:lnTo>
                  <a:lnTo>
                    <a:pt x="225118" y="323966"/>
                  </a:lnTo>
                  <a:lnTo>
                    <a:pt x="230055" y="322052"/>
                  </a:lnTo>
                  <a:lnTo>
                    <a:pt x="234929" y="319983"/>
                  </a:lnTo>
                  <a:lnTo>
                    <a:pt x="239735" y="317760"/>
                  </a:lnTo>
                  <a:lnTo>
                    <a:pt x="244468" y="315386"/>
                  </a:lnTo>
                  <a:lnTo>
                    <a:pt x="249124" y="312863"/>
                  </a:lnTo>
                  <a:lnTo>
                    <a:pt x="253697" y="310194"/>
                  </a:lnTo>
                  <a:lnTo>
                    <a:pt x="258183" y="307381"/>
                  </a:lnTo>
                  <a:lnTo>
                    <a:pt x="262579" y="304428"/>
                  </a:lnTo>
                  <a:lnTo>
                    <a:pt x="266878" y="301338"/>
                  </a:lnTo>
                  <a:lnTo>
                    <a:pt x="271077" y="298112"/>
                  </a:lnTo>
                  <a:lnTo>
                    <a:pt x="275172" y="294755"/>
                  </a:lnTo>
                  <a:lnTo>
                    <a:pt x="279159" y="291270"/>
                  </a:lnTo>
                  <a:lnTo>
                    <a:pt x="283033" y="287661"/>
                  </a:lnTo>
                  <a:lnTo>
                    <a:pt x="286792" y="283931"/>
                  </a:lnTo>
                  <a:lnTo>
                    <a:pt x="290430" y="280083"/>
                  </a:lnTo>
                  <a:lnTo>
                    <a:pt x="293944" y="276123"/>
                  </a:lnTo>
                  <a:lnTo>
                    <a:pt x="297331" y="272053"/>
                  </a:lnTo>
                  <a:lnTo>
                    <a:pt x="300588" y="267877"/>
                  </a:lnTo>
                  <a:lnTo>
                    <a:pt x="303710" y="263601"/>
                  </a:lnTo>
                  <a:lnTo>
                    <a:pt x="306696" y="259228"/>
                  </a:lnTo>
                  <a:lnTo>
                    <a:pt x="309542" y="254763"/>
                  </a:lnTo>
                  <a:lnTo>
                    <a:pt x="312245" y="250209"/>
                  </a:lnTo>
                  <a:lnTo>
                    <a:pt x="314802" y="245573"/>
                  </a:lnTo>
                  <a:lnTo>
                    <a:pt x="317211" y="240858"/>
                  </a:lnTo>
                  <a:lnTo>
                    <a:pt x="319470" y="236068"/>
                  </a:lnTo>
                  <a:lnTo>
                    <a:pt x="321576" y="231210"/>
                  </a:lnTo>
                  <a:lnTo>
                    <a:pt x="323526" y="226287"/>
                  </a:lnTo>
                  <a:lnTo>
                    <a:pt x="325320" y="221305"/>
                  </a:lnTo>
                  <a:lnTo>
                    <a:pt x="326956" y="216269"/>
                  </a:lnTo>
                  <a:lnTo>
                    <a:pt x="328431" y="211184"/>
                  </a:lnTo>
                  <a:lnTo>
                    <a:pt x="329744" y="206054"/>
                  </a:lnTo>
                  <a:lnTo>
                    <a:pt x="330894" y="200885"/>
                  </a:lnTo>
                  <a:lnTo>
                    <a:pt x="331880" y="195683"/>
                  </a:lnTo>
                  <a:lnTo>
                    <a:pt x="332700" y="190452"/>
                  </a:lnTo>
                  <a:lnTo>
                    <a:pt x="333355" y="185197"/>
                  </a:lnTo>
                  <a:lnTo>
                    <a:pt x="333842" y="179925"/>
                  </a:lnTo>
                  <a:lnTo>
                    <a:pt x="334163" y="174639"/>
                  </a:lnTo>
                  <a:lnTo>
                    <a:pt x="334316" y="169346"/>
                  </a:lnTo>
                  <a:lnTo>
                    <a:pt x="334301" y="164051"/>
                  </a:lnTo>
                  <a:lnTo>
                    <a:pt x="334118" y="158759"/>
                  </a:lnTo>
                  <a:lnTo>
                    <a:pt x="333768" y="153476"/>
                  </a:lnTo>
                  <a:lnTo>
                    <a:pt x="333251" y="148206"/>
                  </a:lnTo>
                  <a:lnTo>
                    <a:pt x="332567" y="142955"/>
                  </a:lnTo>
                  <a:lnTo>
                    <a:pt x="331717" y="137729"/>
                  </a:lnTo>
                  <a:lnTo>
                    <a:pt x="330702" y="132532"/>
                  </a:lnTo>
                  <a:lnTo>
                    <a:pt x="329523" y="127370"/>
                  </a:lnTo>
                  <a:lnTo>
                    <a:pt x="328182" y="122248"/>
                  </a:lnTo>
                  <a:lnTo>
                    <a:pt x="326678" y="117170"/>
                  </a:lnTo>
                  <a:lnTo>
                    <a:pt x="325015" y="112143"/>
                  </a:lnTo>
                  <a:lnTo>
                    <a:pt x="323193" y="107172"/>
                  </a:lnTo>
                  <a:lnTo>
                    <a:pt x="321214" y="102260"/>
                  </a:lnTo>
                  <a:lnTo>
                    <a:pt x="319081" y="97413"/>
                  </a:lnTo>
                  <a:lnTo>
                    <a:pt x="316796" y="92637"/>
                  </a:lnTo>
                  <a:lnTo>
                    <a:pt x="314360" y="87935"/>
                  </a:lnTo>
                  <a:lnTo>
                    <a:pt x="311777" y="83313"/>
                  </a:lnTo>
                  <a:lnTo>
                    <a:pt x="309049" y="78775"/>
                  </a:lnTo>
                  <a:lnTo>
                    <a:pt x="306178" y="74326"/>
                  </a:lnTo>
                  <a:lnTo>
                    <a:pt x="303168" y="69969"/>
                  </a:lnTo>
                  <a:lnTo>
                    <a:pt x="300021" y="65711"/>
                  </a:lnTo>
                  <a:lnTo>
                    <a:pt x="296742" y="61554"/>
                  </a:lnTo>
                  <a:lnTo>
                    <a:pt x="293332" y="57503"/>
                  </a:lnTo>
                  <a:lnTo>
                    <a:pt x="289795" y="53562"/>
                  </a:lnTo>
                  <a:lnTo>
                    <a:pt x="286136" y="49735"/>
                  </a:lnTo>
                  <a:lnTo>
                    <a:pt x="282357" y="46026"/>
                  </a:lnTo>
                  <a:lnTo>
                    <a:pt x="278462" y="42438"/>
                  </a:lnTo>
                  <a:lnTo>
                    <a:pt x="274456" y="38976"/>
                  </a:lnTo>
                  <a:lnTo>
                    <a:pt x="270342" y="35642"/>
                  </a:lnTo>
                  <a:lnTo>
                    <a:pt x="266125" y="32440"/>
                  </a:lnTo>
                  <a:lnTo>
                    <a:pt x="261808" y="29373"/>
                  </a:lnTo>
                  <a:lnTo>
                    <a:pt x="257397" y="26445"/>
                  </a:lnTo>
                  <a:lnTo>
                    <a:pt x="252894" y="23658"/>
                  </a:lnTo>
                  <a:lnTo>
                    <a:pt x="248306" y="21014"/>
                  </a:lnTo>
                  <a:lnTo>
                    <a:pt x="243637" y="18518"/>
                  </a:lnTo>
                  <a:lnTo>
                    <a:pt x="238890" y="16170"/>
                  </a:lnTo>
                  <a:lnTo>
                    <a:pt x="234072" y="13974"/>
                  </a:lnTo>
                  <a:lnTo>
                    <a:pt x="229187" y="11932"/>
                  </a:lnTo>
                  <a:lnTo>
                    <a:pt x="224239" y="10045"/>
                  </a:lnTo>
                  <a:lnTo>
                    <a:pt x="219234" y="8316"/>
                  </a:lnTo>
                  <a:lnTo>
                    <a:pt x="214177" y="6747"/>
                  </a:lnTo>
                  <a:lnTo>
                    <a:pt x="209073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3873" y="5018213"/>
              <a:ext cx="167166" cy="189280"/>
            </a:xfrm>
            <a:custGeom>
              <a:avLst/>
              <a:pathLst>
                <a:path w="167166" h="189280">
                  <a:moveTo>
                    <a:pt x="167166" y="0"/>
                  </a:moveTo>
                  <a:lnTo>
                    <a:pt x="161794" y="86"/>
                  </a:lnTo>
                  <a:lnTo>
                    <a:pt x="156427" y="345"/>
                  </a:lnTo>
                  <a:lnTo>
                    <a:pt x="151072" y="776"/>
                  </a:lnTo>
                  <a:lnTo>
                    <a:pt x="145733" y="1379"/>
                  </a:lnTo>
                  <a:lnTo>
                    <a:pt x="140417" y="2153"/>
                  </a:lnTo>
                  <a:lnTo>
                    <a:pt x="135128" y="3098"/>
                  </a:lnTo>
                  <a:lnTo>
                    <a:pt x="129872" y="4213"/>
                  </a:lnTo>
                  <a:lnTo>
                    <a:pt x="124654" y="5495"/>
                  </a:lnTo>
                  <a:lnTo>
                    <a:pt x="119481" y="6945"/>
                  </a:lnTo>
                  <a:lnTo>
                    <a:pt x="114357" y="8560"/>
                  </a:lnTo>
                  <a:lnTo>
                    <a:pt x="109287" y="10339"/>
                  </a:lnTo>
                  <a:lnTo>
                    <a:pt x="104277" y="12280"/>
                  </a:lnTo>
                  <a:lnTo>
                    <a:pt x="99332" y="14381"/>
                  </a:lnTo>
                  <a:lnTo>
                    <a:pt x="94458" y="16639"/>
                  </a:lnTo>
                  <a:lnTo>
                    <a:pt x="89658" y="19054"/>
                  </a:lnTo>
                  <a:lnTo>
                    <a:pt x="84938" y="21621"/>
                  </a:lnTo>
                  <a:lnTo>
                    <a:pt x="80304" y="24338"/>
                  </a:lnTo>
                  <a:lnTo>
                    <a:pt x="75759" y="27204"/>
                  </a:lnTo>
                  <a:lnTo>
                    <a:pt x="71308" y="30213"/>
                  </a:lnTo>
                  <a:lnTo>
                    <a:pt x="66957" y="33364"/>
                  </a:lnTo>
                  <a:lnTo>
                    <a:pt x="62709" y="36654"/>
                  </a:lnTo>
                  <a:lnTo>
                    <a:pt x="58568" y="40078"/>
                  </a:lnTo>
                  <a:lnTo>
                    <a:pt x="54540" y="43633"/>
                  </a:lnTo>
                  <a:lnTo>
                    <a:pt x="50629" y="47316"/>
                  </a:lnTo>
                  <a:lnTo>
                    <a:pt x="46838" y="51123"/>
                  </a:lnTo>
                  <a:lnTo>
                    <a:pt x="43171" y="55050"/>
                  </a:lnTo>
                  <a:lnTo>
                    <a:pt x="39632" y="59092"/>
                  </a:lnTo>
                  <a:lnTo>
                    <a:pt x="36225" y="63247"/>
                  </a:lnTo>
                  <a:lnTo>
                    <a:pt x="32953" y="67508"/>
                  </a:lnTo>
                  <a:lnTo>
                    <a:pt x="29819" y="71873"/>
                  </a:lnTo>
                  <a:lnTo>
                    <a:pt x="26828" y="76335"/>
                  </a:lnTo>
                  <a:lnTo>
                    <a:pt x="23982" y="80892"/>
                  </a:lnTo>
                  <a:lnTo>
                    <a:pt x="21283" y="85538"/>
                  </a:lnTo>
                  <a:lnTo>
                    <a:pt x="18735" y="90268"/>
                  </a:lnTo>
                  <a:lnTo>
                    <a:pt x="16341" y="95078"/>
                  </a:lnTo>
                  <a:lnTo>
                    <a:pt x="14102" y="99962"/>
                  </a:lnTo>
                  <a:lnTo>
                    <a:pt x="12022" y="104915"/>
                  </a:lnTo>
                  <a:lnTo>
                    <a:pt x="10101" y="109933"/>
                  </a:lnTo>
                  <a:lnTo>
                    <a:pt x="8343" y="115010"/>
                  </a:lnTo>
                  <a:lnTo>
                    <a:pt x="6749" y="120141"/>
                  </a:lnTo>
                  <a:lnTo>
                    <a:pt x="5321" y="125320"/>
                  </a:lnTo>
                  <a:lnTo>
                    <a:pt x="4059" y="130542"/>
                  </a:lnTo>
                  <a:lnTo>
                    <a:pt x="2967" y="135803"/>
                  </a:lnTo>
                  <a:lnTo>
                    <a:pt x="2044" y="141096"/>
                  </a:lnTo>
                  <a:lnTo>
                    <a:pt x="1291" y="146415"/>
                  </a:lnTo>
                  <a:lnTo>
                    <a:pt x="710" y="151756"/>
                  </a:lnTo>
                  <a:lnTo>
                    <a:pt x="301" y="157113"/>
                  </a:lnTo>
                  <a:lnTo>
                    <a:pt x="64" y="162481"/>
                  </a:lnTo>
                  <a:lnTo>
                    <a:pt x="0" y="167853"/>
                  </a:lnTo>
                  <a:lnTo>
                    <a:pt x="108" y="173225"/>
                  </a:lnTo>
                  <a:lnTo>
                    <a:pt x="389" y="178590"/>
                  </a:lnTo>
                  <a:lnTo>
                    <a:pt x="842" y="183944"/>
                  </a:lnTo>
                  <a:lnTo>
                    <a:pt x="1467" y="18928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5340" y="5185380"/>
              <a:ext cx="165698" cy="22112"/>
            </a:xfrm>
            <a:custGeom>
              <a:avLst/>
              <a:pathLst>
                <a:path w="165698" h="22112">
                  <a:moveTo>
                    <a:pt x="0" y="22112"/>
                  </a:moveTo>
                  <a:lnTo>
                    <a:pt x="1656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55340" y="5185380"/>
              <a:ext cx="165698" cy="22112"/>
            </a:xfrm>
            <a:custGeom>
              <a:avLst/>
              <a:pathLst>
                <a:path w="165698" h="22112">
                  <a:moveTo>
                    <a:pt x="0" y="22112"/>
                  </a:moveTo>
                  <a:lnTo>
                    <a:pt x="1656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855340" y="5185380"/>
              <a:ext cx="165698" cy="22112"/>
            </a:xfrm>
            <a:custGeom>
              <a:avLst/>
              <a:pathLst>
                <a:path w="165698" h="22112">
                  <a:moveTo>
                    <a:pt x="0" y="22112"/>
                  </a:moveTo>
                  <a:lnTo>
                    <a:pt x="1656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855340" y="5185380"/>
              <a:ext cx="165698" cy="84605"/>
            </a:xfrm>
            <a:custGeom>
              <a:avLst/>
              <a:pathLst>
                <a:path w="165698" h="84605">
                  <a:moveTo>
                    <a:pt x="0" y="22112"/>
                  </a:moveTo>
                  <a:lnTo>
                    <a:pt x="908" y="28092"/>
                  </a:lnTo>
                  <a:lnTo>
                    <a:pt x="2032" y="34035"/>
                  </a:lnTo>
                  <a:lnTo>
                    <a:pt x="3370" y="39933"/>
                  </a:lnTo>
                  <a:lnTo>
                    <a:pt x="4921" y="45779"/>
                  </a:lnTo>
                  <a:lnTo>
                    <a:pt x="6682" y="51565"/>
                  </a:lnTo>
                  <a:lnTo>
                    <a:pt x="8652" y="57284"/>
                  </a:lnTo>
                  <a:lnTo>
                    <a:pt x="10827" y="62927"/>
                  </a:lnTo>
                  <a:lnTo>
                    <a:pt x="13205" y="68488"/>
                  </a:lnTo>
                  <a:lnTo>
                    <a:pt x="15782" y="73960"/>
                  </a:lnTo>
                  <a:lnTo>
                    <a:pt x="18556" y="79335"/>
                  </a:lnTo>
                  <a:lnTo>
                    <a:pt x="21522" y="84605"/>
                  </a:lnTo>
                  <a:lnTo>
                    <a:pt x="16569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876862" y="5018213"/>
              <a:ext cx="311329" cy="334332"/>
            </a:xfrm>
            <a:custGeom>
              <a:avLst/>
              <a:pathLst>
                <a:path w="311329" h="334332">
                  <a:moveTo>
                    <a:pt x="0" y="251773"/>
                  </a:moveTo>
                  <a:lnTo>
                    <a:pt x="2752" y="256297"/>
                  </a:lnTo>
                  <a:lnTo>
                    <a:pt x="5646" y="260732"/>
                  </a:lnTo>
                  <a:lnTo>
                    <a:pt x="8679" y="265073"/>
                  </a:lnTo>
                  <a:lnTo>
                    <a:pt x="11848" y="269315"/>
                  </a:lnTo>
                  <a:lnTo>
                    <a:pt x="15150" y="273456"/>
                  </a:lnTo>
                  <a:lnTo>
                    <a:pt x="18581" y="277489"/>
                  </a:lnTo>
                  <a:lnTo>
                    <a:pt x="22139" y="281412"/>
                  </a:lnTo>
                  <a:lnTo>
                    <a:pt x="25819" y="285220"/>
                  </a:lnTo>
                  <a:lnTo>
                    <a:pt x="29617" y="288910"/>
                  </a:lnTo>
                  <a:lnTo>
                    <a:pt x="33531" y="292477"/>
                  </a:lnTo>
                  <a:lnTo>
                    <a:pt x="37555" y="295919"/>
                  </a:lnTo>
                  <a:lnTo>
                    <a:pt x="41687" y="299231"/>
                  </a:lnTo>
                  <a:lnTo>
                    <a:pt x="45922" y="302411"/>
                  </a:lnTo>
                  <a:lnTo>
                    <a:pt x="50255" y="305456"/>
                  </a:lnTo>
                  <a:lnTo>
                    <a:pt x="54682" y="308361"/>
                  </a:lnTo>
                  <a:lnTo>
                    <a:pt x="59199" y="311125"/>
                  </a:lnTo>
                  <a:lnTo>
                    <a:pt x="63801" y="313744"/>
                  </a:lnTo>
                  <a:lnTo>
                    <a:pt x="68485" y="316217"/>
                  </a:lnTo>
                  <a:lnTo>
                    <a:pt x="73244" y="318539"/>
                  </a:lnTo>
                  <a:lnTo>
                    <a:pt x="78074" y="320710"/>
                  </a:lnTo>
                  <a:lnTo>
                    <a:pt x="82970" y="322727"/>
                  </a:lnTo>
                  <a:lnTo>
                    <a:pt x="87928" y="324587"/>
                  </a:lnTo>
                  <a:lnTo>
                    <a:pt x="92943" y="326290"/>
                  </a:lnTo>
                  <a:lnTo>
                    <a:pt x="98009" y="327833"/>
                  </a:lnTo>
                  <a:lnTo>
                    <a:pt x="103121" y="329215"/>
                  </a:lnTo>
                  <a:lnTo>
                    <a:pt x="108274" y="330434"/>
                  </a:lnTo>
                  <a:lnTo>
                    <a:pt x="113463" y="331489"/>
                  </a:lnTo>
                  <a:lnTo>
                    <a:pt x="118684" y="332379"/>
                  </a:lnTo>
                  <a:lnTo>
                    <a:pt x="123929" y="333104"/>
                  </a:lnTo>
                  <a:lnTo>
                    <a:pt x="129196" y="333662"/>
                  </a:lnTo>
                  <a:lnTo>
                    <a:pt x="134477" y="334053"/>
                  </a:lnTo>
                  <a:lnTo>
                    <a:pt x="139768" y="334276"/>
                  </a:lnTo>
                  <a:lnTo>
                    <a:pt x="145063" y="334332"/>
                  </a:lnTo>
                  <a:lnTo>
                    <a:pt x="150357" y="334220"/>
                  </a:lnTo>
                  <a:lnTo>
                    <a:pt x="155645" y="333940"/>
                  </a:lnTo>
                  <a:lnTo>
                    <a:pt x="160922" y="333493"/>
                  </a:lnTo>
                  <a:lnTo>
                    <a:pt x="166182" y="332880"/>
                  </a:lnTo>
                  <a:lnTo>
                    <a:pt x="171420" y="332099"/>
                  </a:lnTo>
                  <a:lnTo>
                    <a:pt x="176630" y="331154"/>
                  </a:lnTo>
                  <a:lnTo>
                    <a:pt x="181808" y="330043"/>
                  </a:lnTo>
                  <a:lnTo>
                    <a:pt x="186948" y="328770"/>
                  </a:lnTo>
                  <a:lnTo>
                    <a:pt x="192045" y="327334"/>
                  </a:lnTo>
                  <a:lnTo>
                    <a:pt x="197095" y="325737"/>
                  </a:lnTo>
                  <a:lnTo>
                    <a:pt x="202091" y="323982"/>
                  </a:lnTo>
                  <a:lnTo>
                    <a:pt x="207029" y="322068"/>
                  </a:lnTo>
                  <a:lnTo>
                    <a:pt x="211904" y="320000"/>
                  </a:lnTo>
                  <a:lnTo>
                    <a:pt x="216710" y="317778"/>
                  </a:lnTo>
                  <a:lnTo>
                    <a:pt x="221445" y="315405"/>
                  </a:lnTo>
                  <a:lnTo>
                    <a:pt x="226101" y="312883"/>
                  </a:lnTo>
                  <a:lnTo>
                    <a:pt x="230675" y="310215"/>
                  </a:lnTo>
                  <a:lnTo>
                    <a:pt x="235163" y="307403"/>
                  </a:lnTo>
                  <a:lnTo>
                    <a:pt x="239559" y="304451"/>
                  </a:lnTo>
                  <a:lnTo>
                    <a:pt x="243860" y="301361"/>
                  </a:lnTo>
                  <a:lnTo>
                    <a:pt x="248060" y="298136"/>
                  </a:lnTo>
                  <a:lnTo>
                    <a:pt x="252157" y="294780"/>
                  </a:lnTo>
                  <a:lnTo>
                    <a:pt x="256144" y="291296"/>
                  </a:lnTo>
                  <a:lnTo>
                    <a:pt x="260020" y="287687"/>
                  </a:lnTo>
                  <a:lnTo>
                    <a:pt x="263779" y="283957"/>
                  </a:lnTo>
                  <a:lnTo>
                    <a:pt x="267418" y="280110"/>
                  </a:lnTo>
                  <a:lnTo>
                    <a:pt x="270934" y="276150"/>
                  </a:lnTo>
                  <a:lnTo>
                    <a:pt x="274322" y="272080"/>
                  </a:lnTo>
                  <a:lnTo>
                    <a:pt x="277580" y="267905"/>
                  </a:lnTo>
                  <a:lnTo>
                    <a:pt x="280704" y="263629"/>
                  </a:lnTo>
                  <a:lnTo>
                    <a:pt x="283691" y="259256"/>
                  </a:lnTo>
                  <a:lnTo>
                    <a:pt x="286538" y="254791"/>
                  </a:lnTo>
                  <a:lnTo>
                    <a:pt x="289242" y="250238"/>
                  </a:lnTo>
                  <a:lnTo>
                    <a:pt x="291800" y="245601"/>
                  </a:lnTo>
                  <a:lnTo>
                    <a:pt x="294210" y="240886"/>
                  </a:lnTo>
                  <a:lnTo>
                    <a:pt x="296470" y="236097"/>
                  </a:lnTo>
                  <a:lnTo>
                    <a:pt x="298577" y="231238"/>
                  </a:lnTo>
                  <a:lnTo>
                    <a:pt x="300529" y="226316"/>
                  </a:lnTo>
                  <a:lnTo>
                    <a:pt x="302324" y="221334"/>
                  </a:lnTo>
                  <a:lnTo>
                    <a:pt x="303960" y="216297"/>
                  </a:lnTo>
                  <a:lnTo>
                    <a:pt x="305436" y="211212"/>
                  </a:lnTo>
                  <a:lnTo>
                    <a:pt x="306751" y="206082"/>
                  </a:lnTo>
                  <a:lnTo>
                    <a:pt x="307902" y="200913"/>
                  </a:lnTo>
                  <a:lnTo>
                    <a:pt x="308888" y="195710"/>
                  </a:lnTo>
                  <a:lnTo>
                    <a:pt x="309710" y="190478"/>
                  </a:lnTo>
                  <a:lnTo>
                    <a:pt x="310365" y="185223"/>
                  </a:lnTo>
                  <a:lnTo>
                    <a:pt x="310854" y="179950"/>
                  </a:lnTo>
                  <a:lnTo>
                    <a:pt x="311175" y="174665"/>
                  </a:lnTo>
                  <a:lnTo>
                    <a:pt x="311329" y="169371"/>
                  </a:lnTo>
                  <a:lnTo>
                    <a:pt x="311315" y="164076"/>
                  </a:lnTo>
                  <a:lnTo>
                    <a:pt x="311133" y="158783"/>
                  </a:lnTo>
                  <a:lnTo>
                    <a:pt x="310783" y="153499"/>
                  </a:lnTo>
                  <a:lnTo>
                    <a:pt x="310267" y="148229"/>
                  </a:lnTo>
                  <a:lnTo>
                    <a:pt x="309584" y="142977"/>
                  </a:lnTo>
                  <a:lnTo>
                    <a:pt x="308735" y="137750"/>
                  </a:lnTo>
                  <a:lnTo>
                    <a:pt x="307720" y="132553"/>
                  </a:lnTo>
                  <a:lnTo>
                    <a:pt x="306542" y="127390"/>
                  </a:lnTo>
                  <a:lnTo>
                    <a:pt x="305200" y="122267"/>
                  </a:lnTo>
                  <a:lnTo>
                    <a:pt x="303697" y="117189"/>
                  </a:lnTo>
                  <a:lnTo>
                    <a:pt x="302034" y="112162"/>
                  </a:lnTo>
                  <a:lnTo>
                    <a:pt x="300213" y="107189"/>
                  </a:lnTo>
                  <a:lnTo>
                    <a:pt x="298235" y="102277"/>
                  </a:lnTo>
                  <a:lnTo>
                    <a:pt x="296102" y="97430"/>
                  </a:lnTo>
                  <a:lnTo>
                    <a:pt x="293817" y="92653"/>
                  </a:lnTo>
                  <a:lnTo>
                    <a:pt x="291382" y="87950"/>
                  </a:lnTo>
                  <a:lnTo>
                    <a:pt x="288799" y="83327"/>
                  </a:lnTo>
                  <a:lnTo>
                    <a:pt x="286071" y="78788"/>
                  </a:lnTo>
                  <a:lnTo>
                    <a:pt x="283200" y="74338"/>
                  </a:lnTo>
                  <a:lnTo>
                    <a:pt x="280190" y="69981"/>
                  </a:lnTo>
                  <a:lnTo>
                    <a:pt x="277044" y="65722"/>
                  </a:lnTo>
                  <a:lnTo>
                    <a:pt x="273764" y="61564"/>
                  </a:lnTo>
                  <a:lnTo>
                    <a:pt x="270354" y="57513"/>
                  </a:lnTo>
                  <a:lnTo>
                    <a:pt x="266817" y="53571"/>
                  </a:lnTo>
                  <a:lnTo>
                    <a:pt x="263158" y="49744"/>
                  </a:lnTo>
                  <a:lnTo>
                    <a:pt x="259379" y="46034"/>
                  </a:lnTo>
                  <a:lnTo>
                    <a:pt x="255484" y="42446"/>
                  </a:lnTo>
                  <a:lnTo>
                    <a:pt x="251478" y="38983"/>
                  </a:lnTo>
                  <a:lnTo>
                    <a:pt x="247364" y="35648"/>
                  </a:lnTo>
                  <a:lnTo>
                    <a:pt x="243146" y="32446"/>
                  </a:lnTo>
                  <a:lnTo>
                    <a:pt x="238829" y="29379"/>
                  </a:lnTo>
                  <a:lnTo>
                    <a:pt x="234418" y="26450"/>
                  </a:lnTo>
                  <a:lnTo>
                    <a:pt x="229915" y="23662"/>
                  </a:lnTo>
                  <a:lnTo>
                    <a:pt x="225327" y="21018"/>
                  </a:lnTo>
                  <a:lnTo>
                    <a:pt x="220657" y="18521"/>
                  </a:lnTo>
                  <a:lnTo>
                    <a:pt x="215910" y="16173"/>
                  </a:lnTo>
                  <a:lnTo>
                    <a:pt x="211092" y="13977"/>
                  </a:lnTo>
                  <a:lnTo>
                    <a:pt x="206206" y="11934"/>
                  </a:lnTo>
                  <a:lnTo>
                    <a:pt x="201258" y="10047"/>
                  </a:lnTo>
                  <a:lnTo>
                    <a:pt x="196252" y="8318"/>
                  </a:lnTo>
                  <a:lnTo>
                    <a:pt x="191195" y="6748"/>
                  </a:lnTo>
                  <a:lnTo>
                    <a:pt x="186090" y="5339"/>
                  </a:lnTo>
                  <a:lnTo>
                    <a:pt x="180943" y="4093"/>
                  </a:lnTo>
                  <a:lnTo>
                    <a:pt x="175760" y="3010"/>
                  </a:lnTo>
                  <a:lnTo>
                    <a:pt x="170544" y="2092"/>
                  </a:lnTo>
                  <a:lnTo>
                    <a:pt x="165302" y="1340"/>
                  </a:lnTo>
                  <a:lnTo>
                    <a:pt x="160039" y="754"/>
                  </a:lnTo>
                  <a:lnTo>
                    <a:pt x="154760" y="335"/>
                  </a:lnTo>
                  <a:lnTo>
                    <a:pt x="149471" y="83"/>
                  </a:lnTo>
                  <a:lnTo>
                    <a:pt x="144176" y="0"/>
                  </a:lnTo>
                  <a:lnTo>
                    <a:pt x="1441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256072" y="4659281"/>
              <a:ext cx="167162" cy="329590"/>
            </a:xfrm>
            <a:custGeom>
              <a:avLst/>
              <a:pathLst>
                <a:path w="167162" h="329590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9" y="764"/>
                  </a:lnTo>
                  <a:lnTo>
                    <a:pt x="145890" y="1358"/>
                  </a:lnTo>
                  <a:lnTo>
                    <a:pt x="140613" y="2121"/>
                  </a:lnTo>
                  <a:lnTo>
                    <a:pt x="135362" y="3052"/>
                  </a:lnTo>
                  <a:lnTo>
                    <a:pt x="130144" y="4150"/>
                  </a:lnTo>
                  <a:lnTo>
                    <a:pt x="124964" y="5413"/>
                  </a:lnTo>
                  <a:lnTo>
                    <a:pt x="119827" y="6841"/>
                  </a:lnTo>
                  <a:lnTo>
                    <a:pt x="114737" y="8433"/>
                  </a:lnTo>
                  <a:lnTo>
                    <a:pt x="109701" y="10185"/>
                  </a:lnTo>
                  <a:lnTo>
                    <a:pt x="104724" y="12098"/>
                  </a:lnTo>
                  <a:lnTo>
                    <a:pt x="99810" y="14168"/>
                  </a:lnTo>
                  <a:lnTo>
                    <a:pt x="94965" y="16394"/>
                  </a:lnTo>
                  <a:lnTo>
                    <a:pt x="90193" y="18773"/>
                  </a:lnTo>
                  <a:lnTo>
                    <a:pt x="85499" y="21304"/>
                  </a:lnTo>
                  <a:lnTo>
                    <a:pt x="80889" y="23982"/>
                  </a:lnTo>
                  <a:lnTo>
                    <a:pt x="76366" y="26807"/>
                  </a:lnTo>
                  <a:lnTo>
                    <a:pt x="71935" y="29774"/>
                  </a:lnTo>
                  <a:lnTo>
                    <a:pt x="67602" y="32881"/>
                  </a:lnTo>
                  <a:lnTo>
                    <a:pt x="63370" y="36124"/>
                  </a:lnTo>
                  <a:lnTo>
                    <a:pt x="59243" y="39501"/>
                  </a:lnTo>
                  <a:lnTo>
                    <a:pt x="55226" y="43008"/>
                  </a:lnTo>
                  <a:lnTo>
                    <a:pt x="51323" y="46641"/>
                  </a:lnTo>
                  <a:lnTo>
                    <a:pt x="47538" y="50397"/>
                  </a:lnTo>
                  <a:lnTo>
                    <a:pt x="43875" y="54272"/>
                  </a:lnTo>
                  <a:lnTo>
                    <a:pt x="40337" y="58261"/>
                  </a:lnTo>
                  <a:lnTo>
                    <a:pt x="36928" y="62362"/>
                  </a:lnTo>
                  <a:lnTo>
                    <a:pt x="33652" y="66568"/>
                  </a:lnTo>
                  <a:lnTo>
                    <a:pt x="30512" y="70878"/>
                  </a:lnTo>
                  <a:lnTo>
                    <a:pt x="27510" y="75285"/>
                  </a:lnTo>
                  <a:lnTo>
                    <a:pt x="24651" y="79786"/>
                  </a:lnTo>
                  <a:lnTo>
                    <a:pt x="21936" y="84375"/>
                  </a:lnTo>
                  <a:lnTo>
                    <a:pt x="19370" y="89049"/>
                  </a:lnTo>
                  <a:lnTo>
                    <a:pt x="16953" y="93802"/>
                  </a:lnTo>
                  <a:lnTo>
                    <a:pt x="14690" y="98630"/>
                  </a:lnTo>
                  <a:lnTo>
                    <a:pt x="12582" y="103528"/>
                  </a:lnTo>
                  <a:lnTo>
                    <a:pt x="10631" y="108491"/>
                  </a:lnTo>
                  <a:lnTo>
                    <a:pt x="8839" y="113513"/>
                  </a:lnTo>
                  <a:lnTo>
                    <a:pt x="7208" y="118589"/>
                  </a:lnTo>
                  <a:lnTo>
                    <a:pt x="5740" y="123716"/>
                  </a:lnTo>
                  <a:lnTo>
                    <a:pt x="4437" y="128886"/>
                  </a:lnTo>
                  <a:lnTo>
                    <a:pt x="3298" y="134095"/>
                  </a:lnTo>
                  <a:lnTo>
                    <a:pt x="2327" y="139338"/>
                  </a:lnTo>
                  <a:lnTo>
                    <a:pt x="1523" y="144610"/>
                  </a:lnTo>
                  <a:lnTo>
                    <a:pt x="888" y="149904"/>
                  </a:lnTo>
                  <a:lnTo>
                    <a:pt x="422" y="155216"/>
                  </a:lnTo>
                  <a:lnTo>
                    <a:pt x="126" y="160540"/>
                  </a:lnTo>
                  <a:lnTo>
                    <a:pt x="0" y="165870"/>
                  </a:lnTo>
                  <a:lnTo>
                    <a:pt x="43" y="171202"/>
                  </a:lnTo>
                  <a:lnTo>
                    <a:pt x="257" y="176530"/>
                  </a:lnTo>
                  <a:lnTo>
                    <a:pt x="640" y="181849"/>
                  </a:lnTo>
                  <a:lnTo>
                    <a:pt x="1193" y="187152"/>
                  </a:lnTo>
                  <a:lnTo>
                    <a:pt x="1915" y="192435"/>
                  </a:lnTo>
                  <a:lnTo>
                    <a:pt x="2805" y="197693"/>
                  </a:lnTo>
                  <a:lnTo>
                    <a:pt x="3862" y="202919"/>
                  </a:lnTo>
                  <a:lnTo>
                    <a:pt x="5086" y="208109"/>
                  </a:lnTo>
                  <a:lnTo>
                    <a:pt x="6474" y="213257"/>
                  </a:lnTo>
                  <a:lnTo>
                    <a:pt x="8026" y="218359"/>
                  </a:lnTo>
                  <a:lnTo>
                    <a:pt x="9739" y="223408"/>
                  </a:lnTo>
                  <a:lnTo>
                    <a:pt x="11613" y="228400"/>
                  </a:lnTo>
                  <a:lnTo>
                    <a:pt x="13645" y="233330"/>
                  </a:lnTo>
                  <a:lnTo>
                    <a:pt x="15833" y="238193"/>
                  </a:lnTo>
                  <a:lnTo>
                    <a:pt x="18176" y="242983"/>
                  </a:lnTo>
                  <a:lnTo>
                    <a:pt x="20670" y="247696"/>
                  </a:lnTo>
                  <a:lnTo>
                    <a:pt x="23312" y="252327"/>
                  </a:lnTo>
                  <a:lnTo>
                    <a:pt x="26102" y="256872"/>
                  </a:lnTo>
                  <a:lnTo>
                    <a:pt x="29034" y="261325"/>
                  </a:lnTo>
                  <a:lnTo>
                    <a:pt x="32108" y="265682"/>
                  </a:lnTo>
                  <a:lnTo>
                    <a:pt x="35318" y="269940"/>
                  </a:lnTo>
                  <a:lnTo>
                    <a:pt x="38663" y="274092"/>
                  </a:lnTo>
                  <a:lnTo>
                    <a:pt x="42139" y="278136"/>
                  </a:lnTo>
                  <a:lnTo>
                    <a:pt x="45742" y="282067"/>
                  </a:lnTo>
                  <a:lnTo>
                    <a:pt x="49468" y="285881"/>
                  </a:lnTo>
                  <a:lnTo>
                    <a:pt x="53314" y="289574"/>
                  </a:lnTo>
                  <a:lnTo>
                    <a:pt x="57276" y="293143"/>
                  </a:lnTo>
                  <a:lnTo>
                    <a:pt x="61350" y="296584"/>
                  </a:lnTo>
                  <a:lnTo>
                    <a:pt x="65531" y="299893"/>
                  </a:lnTo>
                  <a:lnTo>
                    <a:pt x="69816" y="303066"/>
                  </a:lnTo>
                  <a:lnTo>
                    <a:pt x="74200" y="306102"/>
                  </a:lnTo>
                  <a:lnTo>
                    <a:pt x="78678" y="308996"/>
                  </a:lnTo>
                  <a:lnTo>
                    <a:pt x="83246" y="311746"/>
                  </a:lnTo>
                  <a:lnTo>
                    <a:pt x="87900" y="314349"/>
                  </a:lnTo>
                  <a:lnTo>
                    <a:pt x="92635" y="316802"/>
                  </a:lnTo>
                  <a:lnTo>
                    <a:pt x="97445" y="319103"/>
                  </a:lnTo>
                  <a:lnTo>
                    <a:pt x="102326" y="321249"/>
                  </a:lnTo>
                  <a:lnTo>
                    <a:pt x="107273" y="323238"/>
                  </a:lnTo>
                  <a:lnTo>
                    <a:pt x="112281" y="325069"/>
                  </a:lnTo>
                  <a:lnTo>
                    <a:pt x="117345" y="326739"/>
                  </a:lnTo>
                  <a:lnTo>
                    <a:pt x="122460" y="328247"/>
                  </a:lnTo>
                  <a:lnTo>
                    <a:pt x="127620" y="32959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383693" y="4826449"/>
              <a:ext cx="39541" cy="162423"/>
            </a:xfrm>
            <a:custGeom>
              <a:avLst/>
              <a:pathLst>
                <a:path w="39541" h="162423">
                  <a:moveTo>
                    <a:pt x="0" y="162423"/>
                  </a:moveTo>
                  <a:lnTo>
                    <a:pt x="395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383693" y="4826449"/>
              <a:ext cx="39541" cy="162423"/>
            </a:xfrm>
            <a:custGeom>
              <a:avLst/>
              <a:pathLst>
                <a:path w="39541" h="162423">
                  <a:moveTo>
                    <a:pt x="0" y="162423"/>
                  </a:moveTo>
                  <a:lnTo>
                    <a:pt x="395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383693" y="4826449"/>
              <a:ext cx="88492" cy="167165"/>
            </a:xfrm>
            <a:custGeom>
              <a:avLst/>
              <a:pathLst>
                <a:path w="88492" h="167165">
                  <a:moveTo>
                    <a:pt x="0" y="162423"/>
                  </a:moveTo>
                  <a:lnTo>
                    <a:pt x="5462" y="163656"/>
                  </a:lnTo>
                  <a:lnTo>
                    <a:pt x="10962" y="164706"/>
                  </a:lnTo>
                  <a:lnTo>
                    <a:pt x="16495" y="165571"/>
                  </a:lnTo>
                  <a:lnTo>
                    <a:pt x="22053" y="166250"/>
                  </a:lnTo>
                  <a:lnTo>
                    <a:pt x="27631" y="166742"/>
                  </a:lnTo>
                  <a:lnTo>
                    <a:pt x="33222" y="167047"/>
                  </a:lnTo>
                  <a:lnTo>
                    <a:pt x="38821" y="167165"/>
                  </a:lnTo>
                  <a:lnTo>
                    <a:pt x="44420" y="167096"/>
                  </a:lnTo>
                  <a:lnTo>
                    <a:pt x="50014" y="166839"/>
                  </a:lnTo>
                  <a:lnTo>
                    <a:pt x="55596" y="166394"/>
                  </a:lnTo>
                  <a:lnTo>
                    <a:pt x="61159" y="165763"/>
                  </a:lnTo>
                  <a:lnTo>
                    <a:pt x="66699" y="164946"/>
                  </a:lnTo>
                  <a:lnTo>
                    <a:pt x="72208" y="163944"/>
                  </a:lnTo>
                  <a:lnTo>
                    <a:pt x="77681" y="162758"/>
                  </a:lnTo>
                  <a:lnTo>
                    <a:pt x="83111" y="161389"/>
                  </a:lnTo>
                  <a:lnTo>
                    <a:pt x="88492" y="159839"/>
                  </a:lnTo>
                  <a:lnTo>
                    <a:pt x="395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423235" y="4659281"/>
              <a:ext cx="167165" cy="327007"/>
            </a:xfrm>
            <a:custGeom>
              <a:avLst/>
              <a:pathLst>
                <a:path w="167165" h="327007">
                  <a:moveTo>
                    <a:pt x="48950" y="327007"/>
                  </a:moveTo>
                  <a:lnTo>
                    <a:pt x="54033" y="325361"/>
                  </a:lnTo>
                  <a:lnTo>
                    <a:pt x="59060" y="323554"/>
                  </a:lnTo>
                  <a:lnTo>
                    <a:pt x="64027" y="321587"/>
                  </a:lnTo>
                  <a:lnTo>
                    <a:pt x="68929" y="319462"/>
                  </a:lnTo>
                  <a:lnTo>
                    <a:pt x="73760" y="317181"/>
                  </a:lnTo>
                  <a:lnTo>
                    <a:pt x="78516" y="314748"/>
                  </a:lnTo>
                  <a:lnTo>
                    <a:pt x="83192" y="312164"/>
                  </a:lnTo>
                  <a:lnTo>
                    <a:pt x="87782" y="309431"/>
                  </a:lnTo>
                  <a:lnTo>
                    <a:pt x="92283" y="306554"/>
                  </a:lnTo>
                  <a:lnTo>
                    <a:pt x="96690" y="303533"/>
                  </a:lnTo>
                  <a:lnTo>
                    <a:pt x="100998" y="300374"/>
                  </a:lnTo>
                  <a:lnTo>
                    <a:pt x="105203" y="297079"/>
                  </a:lnTo>
                  <a:lnTo>
                    <a:pt x="109301" y="293651"/>
                  </a:lnTo>
                  <a:lnTo>
                    <a:pt x="113287" y="290093"/>
                  </a:lnTo>
                  <a:lnTo>
                    <a:pt x="117157" y="286411"/>
                  </a:lnTo>
                  <a:lnTo>
                    <a:pt x="120908" y="282606"/>
                  </a:lnTo>
                  <a:lnTo>
                    <a:pt x="124535" y="278684"/>
                  </a:lnTo>
                  <a:lnTo>
                    <a:pt x="128034" y="274647"/>
                  </a:lnTo>
                  <a:lnTo>
                    <a:pt x="131403" y="270501"/>
                  </a:lnTo>
                  <a:lnTo>
                    <a:pt x="134638" y="266249"/>
                  </a:lnTo>
                  <a:lnTo>
                    <a:pt x="137736" y="261897"/>
                  </a:lnTo>
                  <a:lnTo>
                    <a:pt x="140692" y="257447"/>
                  </a:lnTo>
                  <a:lnTo>
                    <a:pt x="143505" y="252905"/>
                  </a:lnTo>
                  <a:lnTo>
                    <a:pt x="146172" y="248276"/>
                  </a:lnTo>
                  <a:lnTo>
                    <a:pt x="148689" y="243563"/>
                  </a:lnTo>
                  <a:lnTo>
                    <a:pt x="151054" y="238773"/>
                  </a:lnTo>
                  <a:lnTo>
                    <a:pt x="153265" y="233910"/>
                  </a:lnTo>
                  <a:lnTo>
                    <a:pt x="155320" y="228978"/>
                  </a:lnTo>
                  <a:lnTo>
                    <a:pt x="157215" y="223983"/>
                  </a:lnTo>
                  <a:lnTo>
                    <a:pt x="158951" y="218931"/>
                  </a:lnTo>
                  <a:lnTo>
                    <a:pt x="160524" y="213825"/>
                  </a:lnTo>
                  <a:lnTo>
                    <a:pt x="161933" y="208672"/>
                  </a:lnTo>
                  <a:lnTo>
                    <a:pt x="163176" y="203476"/>
                  </a:lnTo>
                  <a:lnTo>
                    <a:pt x="164253" y="198243"/>
                  </a:lnTo>
                  <a:lnTo>
                    <a:pt x="165162" y="192979"/>
                  </a:lnTo>
                  <a:lnTo>
                    <a:pt x="165903" y="187688"/>
                  </a:lnTo>
                  <a:lnTo>
                    <a:pt x="166474" y="182376"/>
                  </a:lnTo>
                  <a:lnTo>
                    <a:pt x="166875" y="177049"/>
                  </a:lnTo>
                  <a:lnTo>
                    <a:pt x="167105" y="171712"/>
                  </a:lnTo>
                  <a:lnTo>
                    <a:pt x="167165" y="166370"/>
                  </a:lnTo>
                  <a:lnTo>
                    <a:pt x="167054" y="161028"/>
                  </a:lnTo>
                  <a:lnTo>
                    <a:pt x="166773" y="155693"/>
                  </a:lnTo>
                  <a:lnTo>
                    <a:pt x="166321" y="150370"/>
                  </a:lnTo>
                  <a:lnTo>
                    <a:pt x="165699" y="145064"/>
                  </a:lnTo>
                  <a:lnTo>
                    <a:pt x="164908" y="139780"/>
                  </a:lnTo>
                  <a:lnTo>
                    <a:pt x="163949" y="134525"/>
                  </a:lnTo>
                  <a:lnTo>
                    <a:pt x="162822" y="129303"/>
                  </a:lnTo>
                  <a:lnTo>
                    <a:pt x="161529" y="124119"/>
                  </a:lnTo>
                  <a:lnTo>
                    <a:pt x="160071" y="118980"/>
                  </a:lnTo>
                  <a:lnTo>
                    <a:pt x="158450" y="113889"/>
                  </a:lnTo>
                  <a:lnTo>
                    <a:pt x="156666" y="108853"/>
                  </a:lnTo>
                  <a:lnTo>
                    <a:pt x="154723" y="103877"/>
                  </a:lnTo>
                  <a:lnTo>
                    <a:pt x="152621" y="98965"/>
                  </a:lnTo>
                  <a:lnTo>
                    <a:pt x="150364" y="94123"/>
                  </a:lnTo>
                  <a:lnTo>
                    <a:pt x="147953" y="89355"/>
                  </a:lnTo>
                  <a:lnTo>
                    <a:pt x="145391" y="84667"/>
                  </a:lnTo>
                  <a:lnTo>
                    <a:pt x="142681" y="80064"/>
                  </a:lnTo>
                  <a:lnTo>
                    <a:pt x="139825" y="75549"/>
                  </a:lnTo>
                  <a:lnTo>
                    <a:pt x="136826" y="71128"/>
                  </a:lnTo>
                  <a:lnTo>
                    <a:pt x="133687" y="66805"/>
                  </a:lnTo>
                  <a:lnTo>
                    <a:pt x="130412" y="62584"/>
                  </a:lnTo>
                  <a:lnTo>
                    <a:pt x="127003" y="58470"/>
                  </a:lnTo>
                  <a:lnTo>
                    <a:pt x="123465" y="54467"/>
                  </a:lnTo>
                  <a:lnTo>
                    <a:pt x="119801" y="50580"/>
                  </a:lnTo>
                  <a:lnTo>
                    <a:pt x="116014" y="46811"/>
                  </a:lnTo>
                  <a:lnTo>
                    <a:pt x="112109" y="43165"/>
                  </a:lnTo>
                  <a:lnTo>
                    <a:pt x="108089" y="39646"/>
                  </a:lnTo>
                  <a:lnTo>
                    <a:pt x="103959" y="36257"/>
                  </a:lnTo>
                  <a:lnTo>
                    <a:pt x="99723" y="33002"/>
                  </a:lnTo>
                  <a:lnTo>
                    <a:pt x="95385" y="29884"/>
                  </a:lnTo>
                  <a:lnTo>
                    <a:pt x="90950" y="26906"/>
                  </a:lnTo>
                  <a:lnTo>
                    <a:pt x="86421" y="24072"/>
                  </a:lnTo>
                  <a:lnTo>
                    <a:pt x="81805" y="21383"/>
                  </a:lnTo>
                  <a:lnTo>
                    <a:pt x="77104" y="18844"/>
                  </a:lnTo>
                  <a:lnTo>
                    <a:pt x="72325" y="16456"/>
                  </a:lnTo>
                  <a:lnTo>
                    <a:pt x="67473" y="14221"/>
                  </a:lnTo>
                  <a:lnTo>
                    <a:pt x="62551" y="12143"/>
                  </a:lnTo>
                  <a:lnTo>
                    <a:pt x="57565" y="10224"/>
                  </a:lnTo>
                  <a:lnTo>
                    <a:pt x="52521" y="8465"/>
                  </a:lnTo>
                  <a:lnTo>
                    <a:pt x="47423" y="6867"/>
                  </a:lnTo>
                  <a:lnTo>
                    <a:pt x="42276" y="5434"/>
                  </a:lnTo>
                  <a:lnTo>
                    <a:pt x="37087" y="4165"/>
                  </a:lnTo>
                  <a:lnTo>
                    <a:pt x="31859" y="3064"/>
                  </a:lnTo>
                  <a:lnTo>
                    <a:pt x="26599" y="2129"/>
                  </a:lnTo>
                  <a:lnTo>
                    <a:pt x="21312" y="1364"/>
                  </a:lnTo>
                  <a:lnTo>
                    <a:pt x="16003" y="767"/>
                  </a:lnTo>
                  <a:lnTo>
                    <a:pt x="10677" y="341"/>
                  </a:lnTo>
                  <a:lnTo>
                    <a:pt x="534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561314" y="4213821"/>
              <a:ext cx="226181" cy="334325"/>
            </a:xfrm>
            <a:custGeom>
              <a:avLst/>
              <a:pathLst>
                <a:path w="226181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216108" y="327007"/>
                  </a:lnTo>
                  <a:lnTo>
                    <a:pt x="221172" y="325368"/>
                  </a:lnTo>
                  <a:lnTo>
                    <a:pt x="226181" y="3235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28472" y="4380988"/>
              <a:ext cx="59023" cy="156400"/>
            </a:xfrm>
            <a:custGeom>
              <a:avLst/>
              <a:pathLst>
                <a:path w="59023" h="156400">
                  <a:moveTo>
                    <a:pt x="59023" y="1564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728472" y="4380988"/>
              <a:ext cx="139972" cy="156400"/>
            </a:xfrm>
            <a:custGeom>
              <a:avLst/>
              <a:pathLst>
                <a:path w="139972" h="156400">
                  <a:moveTo>
                    <a:pt x="59023" y="156400"/>
                  </a:moveTo>
                  <a:lnTo>
                    <a:pt x="64187" y="154353"/>
                  </a:lnTo>
                  <a:lnTo>
                    <a:pt x="69281" y="152134"/>
                  </a:lnTo>
                  <a:lnTo>
                    <a:pt x="74298" y="149748"/>
                  </a:lnTo>
                  <a:lnTo>
                    <a:pt x="79234" y="147196"/>
                  </a:lnTo>
                  <a:lnTo>
                    <a:pt x="84081" y="144482"/>
                  </a:lnTo>
                  <a:lnTo>
                    <a:pt x="88836" y="141608"/>
                  </a:lnTo>
                  <a:lnTo>
                    <a:pt x="93493" y="138578"/>
                  </a:lnTo>
                  <a:lnTo>
                    <a:pt x="98046" y="135394"/>
                  </a:lnTo>
                  <a:lnTo>
                    <a:pt x="102492" y="132061"/>
                  </a:lnTo>
                  <a:lnTo>
                    <a:pt x="106823" y="128583"/>
                  </a:lnTo>
                  <a:lnTo>
                    <a:pt x="111037" y="124962"/>
                  </a:lnTo>
                  <a:lnTo>
                    <a:pt x="115129" y="121203"/>
                  </a:lnTo>
                  <a:lnTo>
                    <a:pt x="119093" y="117310"/>
                  </a:lnTo>
                  <a:lnTo>
                    <a:pt x="122925" y="113288"/>
                  </a:lnTo>
                  <a:lnTo>
                    <a:pt x="126622" y="109140"/>
                  </a:lnTo>
                  <a:lnTo>
                    <a:pt x="130179" y="104872"/>
                  </a:lnTo>
                  <a:lnTo>
                    <a:pt x="133592" y="100488"/>
                  </a:lnTo>
                  <a:lnTo>
                    <a:pt x="136858" y="95993"/>
                  </a:lnTo>
                  <a:lnTo>
                    <a:pt x="139972" y="9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728472" y="4213821"/>
              <a:ext cx="167167" cy="258560"/>
            </a:xfrm>
            <a:custGeom>
              <a:avLst/>
              <a:pathLst>
                <a:path w="167167" h="258560">
                  <a:moveTo>
                    <a:pt x="139972" y="258560"/>
                  </a:moveTo>
                  <a:lnTo>
                    <a:pt x="142831" y="254023"/>
                  </a:lnTo>
                  <a:lnTo>
                    <a:pt x="145543" y="249398"/>
                  </a:lnTo>
                  <a:lnTo>
                    <a:pt x="148106" y="244688"/>
                  </a:lnTo>
                  <a:lnTo>
                    <a:pt x="150516" y="239898"/>
                  </a:lnTo>
                  <a:lnTo>
                    <a:pt x="152771" y="235033"/>
                  </a:lnTo>
                  <a:lnTo>
                    <a:pt x="154869" y="230098"/>
                  </a:lnTo>
                  <a:lnTo>
                    <a:pt x="156808" y="225098"/>
                  </a:lnTo>
                  <a:lnTo>
                    <a:pt x="158585" y="220039"/>
                  </a:lnTo>
                  <a:lnTo>
                    <a:pt x="160199" y="214926"/>
                  </a:lnTo>
                  <a:lnTo>
                    <a:pt x="161649" y="209763"/>
                  </a:lnTo>
                  <a:lnTo>
                    <a:pt x="162932" y="204557"/>
                  </a:lnTo>
                  <a:lnTo>
                    <a:pt x="164047" y="199312"/>
                  </a:lnTo>
                  <a:lnTo>
                    <a:pt x="164994" y="194034"/>
                  </a:lnTo>
                  <a:lnTo>
                    <a:pt x="165771" y="188728"/>
                  </a:lnTo>
                  <a:lnTo>
                    <a:pt x="166377" y="183401"/>
                  </a:lnTo>
                  <a:lnTo>
                    <a:pt x="166812" y="178056"/>
                  </a:lnTo>
                  <a:lnTo>
                    <a:pt x="167075" y="172700"/>
                  </a:lnTo>
                  <a:lnTo>
                    <a:pt x="167167" y="167339"/>
                  </a:lnTo>
                  <a:lnTo>
                    <a:pt x="167086" y="161977"/>
                  </a:lnTo>
                  <a:lnTo>
                    <a:pt x="166834" y="156621"/>
                  </a:lnTo>
                  <a:lnTo>
                    <a:pt x="166410" y="151276"/>
                  </a:lnTo>
                  <a:lnTo>
                    <a:pt x="165815" y="145947"/>
                  </a:lnTo>
                  <a:lnTo>
                    <a:pt x="165049" y="140640"/>
                  </a:lnTo>
                  <a:lnTo>
                    <a:pt x="164113" y="135360"/>
                  </a:lnTo>
                  <a:lnTo>
                    <a:pt x="163008" y="130113"/>
                  </a:lnTo>
                  <a:lnTo>
                    <a:pt x="161736" y="124903"/>
                  </a:lnTo>
                  <a:lnTo>
                    <a:pt x="160297" y="119738"/>
                  </a:lnTo>
                  <a:lnTo>
                    <a:pt x="158694" y="114621"/>
                  </a:lnTo>
                  <a:lnTo>
                    <a:pt x="156927" y="109558"/>
                  </a:lnTo>
                  <a:lnTo>
                    <a:pt x="154999" y="104555"/>
                  </a:lnTo>
                  <a:lnTo>
                    <a:pt x="152911" y="99616"/>
                  </a:lnTo>
                  <a:lnTo>
                    <a:pt x="150665" y="94746"/>
                  </a:lnTo>
                  <a:lnTo>
                    <a:pt x="148265" y="89952"/>
                  </a:lnTo>
                  <a:lnTo>
                    <a:pt x="145712" y="85236"/>
                  </a:lnTo>
                  <a:lnTo>
                    <a:pt x="143010" y="80605"/>
                  </a:lnTo>
                  <a:lnTo>
                    <a:pt x="140160" y="76063"/>
                  </a:lnTo>
                  <a:lnTo>
                    <a:pt x="137166" y="71614"/>
                  </a:lnTo>
                  <a:lnTo>
                    <a:pt x="134031" y="67264"/>
                  </a:lnTo>
                  <a:lnTo>
                    <a:pt x="130758" y="63017"/>
                  </a:lnTo>
                  <a:lnTo>
                    <a:pt x="127350" y="58876"/>
                  </a:lnTo>
                  <a:lnTo>
                    <a:pt x="123811" y="54848"/>
                  </a:lnTo>
                  <a:lnTo>
                    <a:pt x="120145" y="50935"/>
                  </a:lnTo>
                  <a:lnTo>
                    <a:pt x="116356" y="47141"/>
                  </a:lnTo>
                  <a:lnTo>
                    <a:pt x="112446" y="43471"/>
                  </a:lnTo>
                  <a:lnTo>
                    <a:pt x="108421" y="39928"/>
                  </a:lnTo>
                  <a:lnTo>
                    <a:pt x="104284" y="36516"/>
                  </a:lnTo>
                  <a:lnTo>
                    <a:pt x="100040" y="33239"/>
                  </a:lnTo>
                  <a:lnTo>
                    <a:pt x="95694" y="30099"/>
                  </a:lnTo>
                  <a:lnTo>
                    <a:pt x="91248" y="27100"/>
                  </a:lnTo>
                  <a:lnTo>
                    <a:pt x="86709" y="24246"/>
                  </a:lnTo>
                  <a:lnTo>
                    <a:pt x="82080" y="21538"/>
                  </a:lnTo>
                  <a:lnTo>
                    <a:pt x="77368" y="18981"/>
                  </a:lnTo>
                  <a:lnTo>
                    <a:pt x="72575" y="16576"/>
                  </a:lnTo>
                  <a:lnTo>
                    <a:pt x="67708" y="14325"/>
                  </a:lnTo>
                  <a:lnTo>
                    <a:pt x="62771" y="12232"/>
                  </a:lnTo>
                  <a:lnTo>
                    <a:pt x="57770" y="10299"/>
                  </a:lnTo>
                  <a:lnTo>
                    <a:pt x="52709" y="8527"/>
                  </a:lnTo>
                  <a:lnTo>
                    <a:pt x="47594" y="6918"/>
                  </a:lnTo>
                  <a:lnTo>
                    <a:pt x="42429" y="5474"/>
                  </a:lnTo>
                  <a:lnTo>
                    <a:pt x="37222" y="4196"/>
                  </a:lnTo>
                  <a:lnTo>
                    <a:pt x="31976" y="3086"/>
                  </a:lnTo>
                  <a:lnTo>
                    <a:pt x="26697" y="2145"/>
                  </a:lnTo>
                  <a:lnTo>
                    <a:pt x="21390" y="1374"/>
                  </a:lnTo>
                  <a:lnTo>
                    <a:pt x="16062" y="773"/>
                  </a:lnTo>
                  <a:lnTo>
                    <a:pt x="10717" y="343"/>
                  </a:lnTo>
                  <a:lnTo>
                    <a:pt x="536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51849" y="3707720"/>
              <a:ext cx="236825" cy="334315"/>
            </a:xfrm>
            <a:custGeom>
              <a:avLst/>
              <a:pathLst>
                <a:path w="236825" h="334315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4" y="764"/>
                  </a:lnTo>
                  <a:lnTo>
                    <a:pt x="145897" y="1358"/>
                  </a:lnTo>
                  <a:lnTo>
                    <a:pt x="140621" y="2120"/>
                  </a:lnTo>
                  <a:lnTo>
                    <a:pt x="135372" y="3050"/>
                  </a:lnTo>
                  <a:lnTo>
                    <a:pt x="130156" y="4147"/>
                  </a:lnTo>
                  <a:lnTo>
                    <a:pt x="124977" y="5409"/>
                  </a:lnTo>
                  <a:lnTo>
                    <a:pt x="119842" y="6837"/>
                  </a:lnTo>
                  <a:lnTo>
                    <a:pt x="114754" y="8427"/>
                  </a:lnTo>
                  <a:lnTo>
                    <a:pt x="109720" y="10178"/>
                  </a:lnTo>
                  <a:lnTo>
                    <a:pt x="104744" y="12090"/>
                  </a:lnTo>
                  <a:lnTo>
                    <a:pt x="99831" y="14158"/>
                  </a:lnTo>
                  <a:lnTo>
                    <a:pt x="94987" y="16383"/>
                  </a:lnTo>
                  <a:lnTo>
                    <a:pt x="90216" y="18761"/>
                  </a:lnTo>
                  <a:lnTo>
                    <a:pt x="85524" y="21289"/>
                  </a:lnTo>
                  <a:lnTo>
                    <a:pt x="80914" y="23966"/>
                  </a:lnTo>
                  <a:lnTo>
                    <a:pt x="76393" y="26789"/>
                  </a:lnTo>
                  <a:lnTo>
                    <a:pt x="71963" y="29754"/>
                  </a:lnTo>
                  <a:lnTo>
                    <a:pt x="67631" y="32859"/>
                  </a:lnTo>
                  <a:lnTo>
                    <a:pt x="63399" y="36101"/>
                  </a:lnTo>
                  <a:lnTo>
                    <a:pt x="59273" y="39475"/>
                  </a:lnTo>
                  <a:lnTo>
                    <a:pt x="55257" y="42980"/>
                  </a:lnTo>
                  <a:lnTo>
                    <a:pt x="51354" y="46611"/>
                  </a:lnTo>
                  <a:lnTo>
                    <a:pt x="47570" y="50364"/>
                  </a:lnTo>
                  <a:lnTo>
                    <a:pt x="43906" y="54237"/>
                  </a:lnTo>
                  <a:lnTo>
                    <a:pt x="40369" y="58224"/>
                  </a:lnTo>
                  <a:lnTo>
                    <a:pt x="36960" y="62322"/>
                  </a:lnTo>
                  <a:lnTo>
                    <a:pt x="33683" y="66526"/>
                  </a:lnTo>
                  <a:lnTo>
                    <a:pt x="30542" y="70833"/>
                  </a:lnTo>
                  <a:lnTo>
                    <a:pt x="27540" y="75238"/>
                  </a:lnTo>
                  <a:lnTo>
                    <a:pt x="24681" y="79736"/>
                  </a:lnTo>
                  <a:lnTo>
                    <a:pt x="21965" y="84323"/>
                  </a:lnTo>
                  <a:lnTo>
                    <a:pt x="19398" y="88994"/>
                  </a:lnTo>
                  <a:lnTo>
                    <a:pt x="16981" y="93745"/>
                  </a:lnTo>
                  <a:lnTo>
                    <a:pt x="14716" y="98570"/>
                  </a:lnTo>
                  <a:lnTo>
                    <a:pt x="12607" y="103466"/>
                  </a:lnTo>
                  <a:lnTo>
                    <a:pt x="10654" y="108426"/>
                  </a:lnTo>
                  <a:lnTo>
                    <a:pt x="8861" y="113445"/>
                  </a:lnTo>
                  <a:lnTo>
                    <a:pt x="7229" y="118520"/>
                  </a:lnTo>
                  <a:lnTo>
                    <a:pt x="5759" y="123643"/>
                  </a:lnTo>
                  <a:lnTo>
                    <a:pt x="4453" y="128811"/>
                  </a:lnTo>
                  <a:lnTo>
                    <a:pt x="3313" y="134018"/>
                  </a:lnTo>
                  <a:lnTo>
                    <a:pt x="2340" y="139259"/>
                  </a:lnTo>
                  <a:lnTo>
                    <a:pt x="1534" y="144528"/>
                  </a:lnTo>
                  <a:lnTo>
                    <a:pt x="896" y="149820"/>
                  </a:lnTo>
                  <a:lnTo>
                    <a:pt x="428" y="155130"/>
                  </a:lnTo>
                  <a:lnTo>
                    <a:pt x="129" y="160452"/>
                  </a:lnTo>
                  <a:lnTo>
                    <a:pt x="0" y="165781"/>
                  </a:lnTo>
                  <a:lnTo>
                    <a:pt x="40" y="171111"/>
                  </a:lnTo>
                  <a:lnTo>
                    <a:pt x="251" y="176437"/>
                  </a:lnTo>
                  <a:lnTo>
                    <a:pt x="631" y="181754"/>
                  </a:lnTo>
                  <a:lnTo>
                    <a:pt x="1181" y="187056"/>
                  </a:lnTo>
                  <a:lnTo>
                    <a:pt x="1900" y="192338"/>
                  </a:lnTo>
                  <a:lnTo>
                    <a:pt x="2786" y="197594"/>
                  </a:lnTo>
                  <a:lnTo>
                    <a:pt x="3840" y="202819"/>
                  </a:lnTo>
                  <a:lnTo>
                    <a:pt x="5060" y="208008"/>
                  </a:lnTo>
                  <a:lnTo>
                    <a:pt x="6444" y="213156"/>
                  </a:lnTo>
                  <a:lnTo>
                    <a:pt x="7992" y="218256"/>
                  </a:lnTo>
                  <a:lnTo>
                    <a:pt x="9702" y="223305"/>
                  </a:lnTo>
                  <a:lnTo>
                    <a:pt x="11572" y="228297"/>
                  </a:lnTo>
                  <a:lnTo>
                    <a:pt x="13600" y="233226"/>
                  </a:lnTo>
                  <a:lnTo>
                    <a:pt x="15784" y="238088"/>
                  </a:lnTo>
                  <a:lnTo>
                    <a:pt x="18122" y="242879"/>
                  </a:lnTo>
                  <a:lnTo>
                    <a:pt x="20612" y="247592"/>
                  </a:lnTo>
                  <a:lnTo>
                    <a:pt x="23250" y="252223"/>
                  </a:lnTo>
                  <a:lnTo>
                    <a:pt x="26035" y="256768"/>
                  </a:lnTo>
                  <a:lnTo>
                    <a:pt x="28964" y="261222"/>
                  </a:lnTo>
                  <a:lnTo>
                    <a:pt x="32033" y="265581"/>
                  </a:lnTo>
                  <a:lnTo>
                    <a:pt x="35239" y="269839"/>
                  </a:lnTo>
                  <a:lnTo>
                    <a:pt x="38580" y="273993"/>
                  </a:lnTo>
                  <a:lnTo>
                    <a:pt x="42051" y="278038"/>
                  </a:lnTo>
                  <a:lnTo>
                    <a:pt x="45649" y="281970"/>
                  </a:lnTo>
                  <a:lnTo>
                    <a:pt x="49371" y="285786"/>
                  </a:lnTo>
                  <a:lnTo>
                    <a:pt x="53213" y="289481"/>
                  </a:lnTo>
                  <a:lnTo>
                    <a:pt x="57170" y="293052"/>
                  </a:lnTo>
                  <a:lnTo>
                    <a:pt x="61240" y="296495"/>
                  </a:lnTo>
                  <a:lnTo>
                    <a:pt x="65417" y="299806"/>
                  </a:lnTo>
                  <a:lnTo>
                    <a:pt x="69698" y="302982"/>
                  </a:lnTo>
                  <a:lnTo>
                    <a:pt x="74077" y="306021"/>
                  </a:lnTo>
                  <a:lnTo>
                    <a:pt x="78552" y="308918"/>
                  </a:lnTo>
                  <a:lnTo>
                    <a:pt x="83116" y="311671"/>
                  </a:lnTo>
                  <a:lnTo>
                    <a:pt x="87766" y="314277"/>
                  </a:lnTo>
                  <a:lnTo>
                    <a:pt x="92496" y="316733"/>
                  </a:lnTo>
                  <a:lnTo>
                    <a:pt x="97303" y="319038"/>
                  </a:lnTo>
                  <a:lnTo>
                    <a:pt x="102181" y="321188"/>
                  </a:lnTo>
                  <a:lnTo>
                    <a:pt x="107124" y="323181"/>
                  </a:lnTo>
                  <a:lnTo>
                    <a:pt x="112129" y="325016"/>
                  </a:lnTo>
                  <a:lnTo>
                    <a:pt x="117189" y="326691"/>
                  </a:lnTo>
                  <a:lnTo>
                    <a:pt x="122301" y="328203"/>
                  </a:lnTo>
                  <a:lnTo>
                    <a:pt x="127458" y="329551"/>
                  </a:lnTo>
                  <a:lnTo>
                    <a:pt x="132655" y="330734"/>
                  </a:lnTo>
                  <a:lnTo>
                    <a:pt x="137888" y="331751"/>
                  </a:lnTo>
                  <a:lnTo>
                    <a:pt x="143150" y="332601"/>
                  </a:lnTo>
                  <a:lnTo>
                    <a:pt x="148437" y="333282"/>
                  </a:lnTo>
                  <a:lnTo>
                    <a:pt x="153742" y="333795"/>
                  </a:lnTo>
                  <a:lnTo>
                    <a:pt x="159062" y="334138"/>
                  </a:lnTo>
                  <a:lnTo>
                    <a:pt x="164389" y="334311"/>
                  </a:lnTo>
                  <a:lnTo>
                    <a:pt x="169719" y="334315"/>
                  </a:lnTo>
                  <a:lnTo>
                    <a:pt x="175047" y="334148"/>
                  </a:lnTo>
                  <a:lnTo>
                    <a:pt x="180367" y="333812"/>
                  </a:lnTo>
                  <a:lnTo>
                    <a:pt x="185673" y="333306"/>
                  </a:lnTo>
                  <a:lnTo>
                    <a:pt x="190961" y="332632"/>
                  </a:lnTo>
                  <a:lnTo>
                    <a:pt x="196224" y="331789"/>
                  </a:lnTo>
                  <a:lnTo>
                    <a:pt x="201458" y="330778"/>
                  </a:lnTo>
                  <a:lnTo>
                    <a:pt x="206657" y="329602"/>
                  </a:lnTo>
                  <a:lnTo>
                    <a:pt x="211816" y="328260"/>
                  </a:lnTo>
                  <a:lnTo>
                    <a:pt x="216929" y="326754"/>
                  </a:lnTo>
                  <a:lnTo>
                    <a:pt x="221992" y="325086"/>
                  </a:lnTo>
                  <a:lnTo>
                    <a:pt x="226999" y="323258"/>
                  </a:lnTo>
                  <a:lnTo>
                    <a:pt x="231945" y="321271"/>
                  </a:lnTo>
                  <a:lnTo>
                    <a:pt x="236825" y="31912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919011" y="3707871"/>
              <a:ext cx="167147" cy="318977"/>
            </a:xfrm>
            <a:custGeom>
              <a:avLst/>
              <a:pathLst>
                <a:path w="167147" h="318977">
                  <a:moveTo>
                    <a:pt x="69663" y="318977"/>
                  </a:moveTo>
                  <a:lnTo>
                    <a:pt x="74514" y="316658"/>
                  </a:lnTo>
                  <a:lnTo>
                    <a:pt x="79287" y="314185"/>
                  </a:lnTo>
                  <a:lnTo>
                    <a:pt x="83978" y="311559"/>
                  </a:lnTo>
                  <a:lnTo>
                    <a:pt x="88582" y="308784"/>
                  </a:lnTo>
                  <a:lnTo>
                    <a:pt x="93095" y="305862"/>
                  </a:lnTo>
                  <a:lnTo>
                    <a:pt x="97511" y="302797"/>
                  </a:lnTo>
                  <a:lnTo>
                    <a:pt x="101827" y="299591"/>
                  </a:lnTo>
                  <a:lnTo>
                    <a:pt x="106037" y="296249"/>
                  </a:lnTo>
                  <a:lnTo>
                    <a:pt x="110138" y="292772"/>
                  </a:lnTo>
                  <a:lnTo>
                    <a:pt x="114124" y="289166"/>
                  </a:lnTo>
                  <a:lnTo>
                    <a:pt x="117993" y="285433"/>
                  </a:lnTo>
                  <a:lnTo>
                    <a:pt x="121740" y="281578"/>
                  </a:lnTo>
                  <a:lnTo>
                    <a:pt x="125360" y="277604"/>
                  </a:lnTo>
                  <a:lnTo>
                    <a:pt x="128851" y="273516"/>
                  </a:lnTo>
                  <a:lnTo>
                    <a:pt x="132209" y="269318"/>
                  </a:lnTo>
                  <a:lnTo>
                    <a:pt x="135430" y="265014"/>
                  </a:lnTo>
                  <a:lnTo>
                    <a:pt x="138511" y="260608"/>
                  </a:lnTo>
                  <a:lnTo>
                    <a:pt x="141449" y="256106"/>
                  </a:lnTo>
                  <a:lnTo>
                    <a:pt x="144241" y="251512"/>
                  </a:lnTo>
                  <a:lnTo>
                    <a:pt x="146883" y="246830"/>
                  </a:lnTo>
                  <a:lnTo>
                    <a:pt x="149373" y="242066"/>
                  </a:lnTo>
                  <a:lnTo>
                    <a:pt x="151709" y="237224"/>
                  </a:lnTo>
                  <a:lnTo>
                    <a:pt x="153888" y="232309"/>
                  </a:lnTo>
                  <a:lnTo>
                    <a:pt x="155908" y="227327"/>
                  </a:lnTo>
                  <a:lnTo>
                    <a:pt x="157767" y="222283"/>
                  </a:lnTo>
                  <a:lnTo>
                    <a:pt x="159462" y="217181"/>
                  </a:lnTo>
                  <a:lnTo>
                    <a:pt x="160993" y="212028"/>
                  </a:lnTo>
                  <a:lnTo>
                    <a:pt x="162357" y="206828"/>
                  </a:lnTo>
                  <a:lnTo>
                    <a:pt x="163553" y="201587"/>
                  </a:lnTo>
                  <a:lnTo>
                    <a:pt x="164580" y="196310"/>
                  </a:lnTo>
                  <a:lnTo>
                    <a:pt x="165437" y="191003"/>
                  </a:lnTo>
                  <a:lnTo>
                    <a:pt x="166123" y="185671"/>
                  </a:lnTo>
                  <a:lnTo>
                    <a:pt x="166637" y="180320"/>
                  </a:lnTo>
                  <a:lnTo>
                    <a:pt x="166978" y="174955"/>
                  </a:lnTo>
                  <a:lnTo>
                    <a:pt x="167147" y="169581"/>
                  </a:lnTo>
                  <a:lnTo>
                    <a:pt x="167143" y="164205"/>
                  </a:lnTo>
                  <a:lnTo>
                    <a:pt x="166966" y="158832"/>
                  </a:lnTo>
                  <a:lnTo>
                    <a:pt x="166617" y="153468"/>
                  </a:lnTo>
                  <a:lnTo>
                    <a:pt x="166095" y="148117"/>
                  </a:lnTo>
                  <a:lnTo>
                    <a:pt x="165402" y="142786"/>
                  </a:lnTo>
                  <a:lnTo>
                    <a:pt x="164537" y="137481"/>
                  </a:lnTo>
                  <a:lnTo>
                    <a:pt x="163502" y="132205"/>
                  </a:lnTo>
                  <a:lnTo>
                    <a:pt x="162298" y="126966"/>
                  </a:lnTo>
                  <a:lnTo>
                    <a:pt x="160927" y="121768"/>
                  </a:lnTo>
                  <a:lnTo>
                    <a:pt x="159388" y="116617"/>
                  </a:lnTo>
                  <a:lnTo>
                    <a:pt x="157685" y="111518"/>
                  </a:lnTo>
                  <a:lnTo>
                    <a:pt x="155819" y="106476"/>
                  </a:lnTo>
                  <a:lnTo>
                    <a:pt x="153792" y="101497"/>
                  </a:lnTo>
                  <a:lnTo>
                    <a:pt x="151606" y="96586"/>
                  </a:lnTo>
                  <a:lnTo>
                    <a:pt x="149263" y="91747"/>
                  </a:lnTo>
                  <a:lnTo>
                    <a:pt x="146765" y="86987"/>
                  </a:lnTo>
                  <a:lnTo>
                    <a:pt x="144116" y="82309"/>
                  </a:lnTo>
                  <a:lnTo>
                    <a:pt x="141318" y="77719"/>
                  </a:lnTo>
                  <a:lnTo>
                    <a:pt x="138374" y="73221"/>
                  </a:lnTo>
                  <a:lnTo>
                    <a:pt x="135286" y="68820"/>
                  </a:lnTo>
                  <a:lnTo>
                    <a:pt x="132059" y="64521"/>
                  </a:lnTo>
                  <a:lnTo>
                    <a:pt x="128695" y="60327"/>
                  </a:lnTo>
                  <a:lnTo>
                    <a:pt x="125198" y="56244"/>
                  </a:lnTo>
                  <a:lnTo>
                    <a:pt x="121571" y="52276"/>
                  </a:lnTo>
                  <a:lnTo>
                    <a:pt x="117819" y="48426"/>
                  </a:lnTo>
                  <a:lnTo>
                    <a:pt x="113945" y="44699"/>
                  </a:lnTo>
                  <a:lnTo>
                    <a:pt x="109953" y="41099"/>
                  </a:lnTo>
                  <a:lnTo>
                    <a:pt x="105847" y="37628"/>
                  </a:lnTo>
                  <a:lnTo>
                    <a:pt x="101632" y="34292"/>
                  </a:lnTo>
                  <a:lnTo>
                    <a:pt x="97311" y="31092"/>
                  </a:lnTo>
                  <a:lnTo>
                    <a:pt x="92891" y="28034"/>
                  </a:lnTo>
                  <a:lnTo>
                    <a:pt x="88374" y="25119"/>
                  </a:lnTo>
                  <a:lnTo>
                    <a:pt x="83765" y="22350"/>
                  </a:lnTo>
                  <a:lnTo>
                    <a:pt x="79070" y="19732"/>
                  </a:lnTo>
                  <a:lnTo>
                    <a:pt x="74293" y="17265"/>
                  </a:lnTo>
                  <a:lnTo>
                    <a:pt x="69440" y="14954"/>
                  </a:lnTo>
                  <a:lnTo>
                    <a:pt x="64514" y="12800"/>
                  </a:lnTo>
                  <a:lnTo>
                    <a:pt x="59522" y="10805"/>
                  </a:lnTo>
                  <a:lnTo>
                    <a:pt x="54469" y="8972"/>
                  </a:lnTo>
                  <a:lnTo>
                    <a:pt x="49359" y="7302"/>
                  </a:lnTo>
                  <a:lnTo>
                    <a:pt x="44197" y="5798"/>
                  </a:lnTo>
                  <a:lnTo>
                    <a:pt x="38991" y="4460"/>
                  </a:lnTo>
                  <a:lnTo>
                    <a:pt x="33744" y="3290"/>
                  </a:lnTo>
                  <a:lnTo>
                    <a:pt x="28462" y="2290"/>
                  </a:lnTo>
                  <a:lnTo>
                    <a:pt x="23150" y="1460"/>
                  </a:lnTo>
                  <a:lnTo>
                    <a:pt x="17815" y="801"/>
                  </a:lnTo>
                  <a:lnTo>
                    <a:pt x="12461" y="314"/>
                  </a:lnTo>
                  <a:lnTo>
                    <a:pt x="7094" y="0"/>
                  </a:lnTo>
                  <a:lnTo>
                    <a:pt x="0" y="167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919011" y="3707720"/>
              <a:ext cx="7094" cy="167167"/>
            </a:xfrm>
            <a:custGeom>
              <a:avLst/>
              <a:pathLst>
                <a:path w="7094" h="167167">
                  <a:moveTo>
                    <a:pt x="7094" y="1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tx82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2025-06-05T17:27:44Z</dcterms:modified>
  <cp:category/>
</cp:coreProperties>
</file>