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242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AB107E-036D-4563-9D4C-11DC53F2E0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9274058-A98F-4DC8-A228-31D90FE1ED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8CB831-35D1-436E-BE9E-5A6EC9566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1FA2D-A1DB-495A-81E4-851FBB7421CC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595BE3-A882-4125-8FCA-EE220AB9E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EC08A9-00EA-435C-9249-2FF33428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B5A8A-A386-4326-95AC-AC80A40516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8462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F8E3E4-6F9C-479B-9752-F2B135B7C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828F5D-8750-4C9C-8317-DB91F6EF5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A33C908-DEA4-4375-B091-4528ACB00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1FA2D-A1DB-495A-81E4-851FBB7421CC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71099F-C961-4E7D-8318-4D65D3420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9C68031-D14F-4A83-9C2C-68FD5F7D4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B5A8A-A386-4326-95AC-AC80A40516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1073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24B5C7-8978-4DD8-8EEB-6BBB99D30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714DB38-23E1-4135-A1DC-B50DCDCB2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F52D28-7681-4D77-9EC2-D8FAC79FB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1FA2D-A1DB-495A-81E4-851FBB7421CC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17CC1F-3FBA-46FA-AFE3-E3C4152F6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AFEC93-5FBA-4EEC-BEB0-919DD7B37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B5A8A-A386-4326-95AC-AC80A40516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0356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B7345A-FE7E-4844-832A-B3AFF9CEB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7EC8F4-CB0D-4983-9ED0-66BD7DD761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02B685D-BEF6-4291-A780-C54012CE6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30034E5-B09A-4761-B965-8F8F88626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1FA2D-A1DB-495A-81E4-851FBB7421CC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FC61D8A-AEB9-430C-B383-6D2E8B1AD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D15EAF3-37EE-4987-BDE8-2858214F3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B5A8A-A386-4326-95AC-AC80A40516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6537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5D71D1-3585-4609-9953-774159B4B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5AC601B-F7EB-4E48-A146-CAFD708E5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320B08D-D110-44E0-BF75-F0943E89AC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F16C404-12F5-4358-9B6C-9612ECF1D9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7CE3D38-2316-4D02-8FED-FAE7F8960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C12FF2C-4933-41D1-AD63-BA0347A13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1FA2D-A1DB-495A-81E4-851FBB7421CC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A9286A8-CF7B-4880-A4DE-8B4833CB3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9771ECC-FB36-40CD-9A3E-DFB7C60BB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B5A8A-A386-4326-95AC-AC80A40516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0980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86EA8F-ACE8-416B-AB41-7F9E1CA07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9C71413-C5B3-4954-A4EA-32D8AA3F3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1FA2D-A1DB-495A-81E4-851FBB7421CC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EF8FB2B-2167-4868-AA82-DC6A8E88F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99E11F-54E8-42F7-8F52-FC551719E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B5A8A-A386-4326-95AC-AC80A40516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4506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AD0F8B4-1AF8-46DA-AEDC-E3727221D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1FA2D-A1DB-495A-81E4-851FBB7421CC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B6863B1-EED5-4D97-92EE-087CB24D6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7837D51-AA58-4CAF-883E-491F8F870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B5A8A-A386-4326-95AC-AC80A40516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2336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1DF5FC-D4F2-40D2-863E-F80B83138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0C9FA9-49E4-4912-BD32-D8066D57E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258A57E-EE30-422D-8BF0-A8E9239A5E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BDD023-DE33-45C9-9875-C69477D66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1FA2D-A1DB-495A-81E4-851FBB7421CC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59AA39C-891A-4B27-BAA2-B85C59E01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5D66AEB-0195-4D3F-89C9-D4B3444BA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B5A8A-A386-4326-95AC-AC80A40516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6474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70EBCF-D095-4EFC-944B-AFCAAB80B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4C69BF9-64C3-4237-8354-C7D8448064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C624BA2-6052-484B-B31D-388C2BF51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5760FC1-54D0-4435-8817-B2B1D03A8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1FA2D-A1DB-495A-81E4-851FBB7421CC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C6DBF6-844A-44ED-B83D-E9141F35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B5EF08B-9A5D-47FF-8B83-A6C0B54FC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B5A8A-A386-4326-95AC-AC80A40516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1216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0857F3-BFCA-4FDA-9FDF-01A6CDE0E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260FCAF-3E28-4646-B328-737748AC2B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7283B4-7E8B-448A-B7D2-CFFB4BF53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1FA2D-A1DB-495A-81E4-851FBB7421CC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7F514C-6E91-4655-BEA1-00AFAECC2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6C3B39-2F9A-4648-ABAB-F03A2211E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B5A8A-A386-4326-95AC-AC80A40516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0515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C6ACFA6-0266-460D-95BC-D48D4B014B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72F6651-B176-4CC1-82BA-3A3FAB70FD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DBB92A-21C1-4701-B769-57159126E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1FA2D-A1DB-495A-81E4-851FBB7421CC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BF011B-4E93-4D47-AB22-D9EEB41D7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83F592-076A-419E-936F-E2F4900B0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B5A8A-A386-4326-95AC-AC80A40516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5719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B4B7612-1E5E-494B-A657-A9F30A23F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D0E0DAE-F41F-4905-B0F6-D01D40842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5AC443-E28F-43D3-86C4-794847611D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81FA2D-A1DB-495A-81E4-851FBB7421CC}" type="datetimeFigureOut">
              <a:rPr lang="fr-FR" smtClean="0"/>
              <a:t>10/06/2025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7823E9C-CFD8-4763-A3E9-99B4216C3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9D6032-D446-496E-8AF8-F96222589E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B5A8A-A386-4326-95AC-AC80A40516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8102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075747-F25A-4C27-892F-7C90F30EFC1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45" t="40381" r="32918" b="39428"/>
          <a:stretch/>
        </p:blipFill>
        <p:spPr>
          <a:xfrm>
            <a:off x="8673076" y="1713525"/>
            <a:ext cx="4850060" cy="205232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19C6733-5E3E-4CE3-9AD7-97534750A5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18924" y="629306"/>
            <a:ext cx="12192000" cy="451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80958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HODBERT Elise</dc:creator>
  <cp:lastModifiedBy>HODBERT Elise</cp:lastModifiedBy>
  <cp:revision>1</cp:revision>
  <dcterms:created xsi:type="dcterms:W3CDTF">2025-06-10T12:07:59Z</dcterms:created>
  <dcterms:modified xsi:type="dcterms:W3CDTF">2025-06-10T12:09:31Z</dcterms:modified>
</cp:coreProperties>
</file>