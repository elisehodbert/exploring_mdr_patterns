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10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46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10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37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59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10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38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94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86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2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10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4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59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37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00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386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08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86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06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17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386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37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180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62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71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10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6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04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38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22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10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467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53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46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29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10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46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10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17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37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46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59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00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75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10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467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65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10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17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467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77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10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17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246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77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10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1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467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04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38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89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10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37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59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04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8814" y="3170392"/>
              <a:ext cx="64965" cy="167167"/>
            </a:xfrm>
            <a:custGeom>
              <a:avLst/>
              <a:pathLst>
                <a:path w="64965" h="167167">
                  <a:moveTo>
                    <a:pt x="64965" y="0"/>
                  </a:moveTo>
                  <a:lnTo>
                    <a:pt x="58900" y="110"/>
                  </a:lnTo>
                  <a:lnTo>
                    <a:pt x="52844" y="439"/>
                  </a:lnTo>
                  <a:lnTo>
                    <a:pt x="46803" y="989"/>
                  </a:lnTo>
                  <a:lnTo>
                    <a:pt x="40787" y="1757"/>
                  </a:lnTo>
                  <a:lnTo>
                    <a:pt x="34802" y="2743"/>
                  </a:lnTo>
                  <a:lnTo>
                    <a:pt x="28857" y="3946"/>
                  </a:lnTo>
                  <a:lnTo>
                    <a:pt x="22960" y="5363"/>
                  </a:lnTo>
                  <a:lnTo>
                    <a:pt x="17118" y="6993"/>
                  </a:lnTo>
                  <a:lnTo>
                    <a:pt x="11339" y="8834"/>
                  </a:lnTo>
                  <a:lnTo>
                    <a:pt x="5630" y="10884"/>
                  </a:lnTo>
                  <a:lnTo>
                    <a:pt x="0" y="13139"/>
                  </a:lnTo>
                  <a:lnTo>
                    <a:pt x="649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816612" y="3170398"/>
              <a:ext cx="334316" cy="334325"/>
            </a:xfrm>
            <a:custGeom>
              <a:avLst/>
              <a:pathLst>
                <a:path w="334316" h="334325">
                  <a:moveTo>
                    <a:pt x="102201" y="13133"/>
                  </a:moveTo>
                  <a:lnTo>
                    <a:pt x="97369" y="15262"/>
                  </a:lnTo>
                  <a:lnTo>
                    <a:pt x="92606" y="17542"/>
                  </a:lnTo>
                  <a:lnTo>
                    <a:pt x="87918" y="19972"/>
                  </a:lnTo>
                  <a:lnTo>
                    <a:pt x="83309" y="22548"/>
                  </a:lnTo>
                  <a:lnTo>
                    <a:pt x="78783" y="25269"/>
                  </a:lnTo>
                  <a:lnTo>
                    <a:pt x="74346" y="28131"/>
                  </a:lnTo>
                  <a:lnTo>
                    <a:pt x="70001" y="31132"/>
                  </a:lnTo>
                  <a:lnTo>
                    <a:pt x="65753" y="34268"/>
                  </a:lnTo>
                  <a:lnTo>
                    <a:pt x="61607" y="37538"/>
                  </a:lnTo>
                  <a:lnTo>
                    <a:pt x="57566" y="40936"/>
                  </a:lnTo>
                  <a:lnTo>
                    <a:pt x="53634" y="44461"/>
                  </a:lnTo>
                  <a:lnTo>
                    <a:pt x="49815" y="48108"/>
                  </a:lnTo>
                  <a:lnTo>
                    <a:pt x="46114" y="51873"/>
                  </a:lnTo>
                  <a:lnTo>
                    <a:pt x="42533" y="55754"/>
                  </a:lnTo>
                  <a:lnTo>
                    <a:pt x="39076" y="59746"/>
                  </a:lnTo>
                  <a:lnTo>
                    <a:pt x="35748" y="63845"/>
                  </a:lnTo>
                  <a:lnTo>
                    <a:pt x="32550" y="68047"/>
                  </a:lnTo>
                  <a:lnTo>
                    <a:pt x="29487" y="72348"/>
                  </a:lnTo>
                  <a:lnTo>
                    <a:pt x="26561" y="76744"/>
                  </a:lnTo>
                  <a:lnTo>
                    <a:pt x="23776" y="81230"/>
                  </a:lnTo>
                  <a:lnTo>
                    <a:pt x="21133" y="85801"/>
                  </a:lnTo>
                  <a:lnTo>
                    <a:pt x="18637" y="90454"/>
                  </a:lnTo>
                  <a:lnTo>
                    <a:pt x="16288" y="95184"/>
                  </a:lnTo>
                  <a:lnTo>
                    <a:pt x="14090" y="99985"/>
                  </a:lnTo>
                  <a:lnTo>
                    <a:pt x="12045" y="104853"/>
                  </a:lnTo>
                  <a:lnTo>
                    <a:pt x="10154" y="109783"/>
                  </a:lnTo>
                  <a:lnTo>
                    <a:pt x="8420" y="114771"/>
                  </a:lnTo>
                  <a:lnTo>
                    <a:pt x="6845" y="119811"/>
                  </a:lnTo>
                  <a:lnTo>
                    <a:pt x="5429" y="124898"/>
                  </a:lnTo>
                  <a:lnTo>
                    <a:pt x="4175" y="130027"/>
                  </a:lnTo>
                  <a:lnTo>
                    <a:pt x="3084" y="135193"/>
                  </a:lnTo>
                  <a:lnTo>
                    <a:pt x="2156" y="140392"/>
                  </a:lnTo>
                  <a:lnTo>
                    <a:pt x="1393" y="145616"/>
                  </a:lnTo>
                  <a:lnTo>
                    <a:pt x="795" y="150863"/>
                  </a:lnTo>
                  <a:lnTo>
                    <a:pt x="363" y="156126"/>
                  </a:lnTo>
                  <a:lnTo>
                    <a:pt x="98" y="161399"/>
                  </a:lnTo>
                  <a:lnTo>
                    <a:pt x="0" y="166679"/>
                  </a:lnTo>
                  <a:lnTo>
                    <a:pt x="68" y="171959"/>
                  </a:lnTo>
                  <a:lnTo>
                    <a:pt x="303" y="177234"/>
                  </a:lnTo>
                  <a:lnTo>
                    <a:pt x="704" y="182499"/>
                  </a:lnTo>
                  <a:lnTo>
                    <a:pt x="1271" y="187749"/>
                  </a:lnTo>
                  <a:lnTo>
                    <a:pt x="2004" y="192978"/>
                  </a:lnTo>
                  <a:lnTo>
                    <a:pt x="2902" y="198181"/>
                  </a:lnTo>
                  <a:lnTo>
                    <a:pt x="3964" y="203354"/>
                  </a:lnTo>
                  <a:lnTo>
                    <a:pt x="5188" y="208490"/>
                  </a:lnTo>
                  <a:lnTo>
                    <a:pt x="6574" y="213585"/>
                  </a:lnTo>
                  <a:lnTo>
                    <a:pt x="8121" y="218634"/>
                  </a:lnTo>
                  <a:lnTo>
                    <a:pt x="9826" y="223632"/>
                  </a:lnTo>
                  <a:lnTo>
                    <a:pt x="11688" y="228573"/>
                  </a:lnTo>
                  <a:lnTo>
                    <a:pt x="13705" y="233453"/>
                  </a:lnTo>
                  <a:lnTo>
                    <a:pt x="15875" y="238266"/>
                  </a:lnTo>
                  <a:lnTo>
                    <a:pt x="18197" y="243009"/>
                  </a:lnTo>
                  <a:lnTo>
                    <a:pt x="20666" y="247676"/>
                  </a:lnTo>
                  <a:lnTo>
                    <a:pt x="23282" y="252263"/>
                  </a:lnTo>
                  <a:lnTo>
                    <a:pt x="26042" y="256765"/>
                  </a:lnTo>
                  <a:lnTo>
                    <a:pt x="28942" y="261177"/>
                  </a:lnTo>
                  <a:lnTo>
                    <a:pt x="31981" y="265496"/>
                  </a:lnTo>
                  <a:lnTo>
                    <a:pt x="35154" y="269717"/>
                  </a:lnTo>
                  <a:lnTo>
                    <a:pt x="38459" y="273835"/>
                  </a:lnTo>
                  <a:lnTo>
                    <a:pt x="41892" y="277847"/>
                  </a:lnTo>
                  <a:lnTo>
                    <a:pt x="45450" y="281748"/>
                  </a:lnTo>
                  <a:lnTo>
                    <a:pt x="49130" y="285535"/>
                  </a:lnTo>
                  <a:lnTo>
                    <a:pt x="52928" y="289204"/>
                  </a:lnTo>
                  <a:lnTo>
                    <a:pt x="56839" y="292751"/>
                  </a:lnTo>
                  <a:lnTo>
                    <a:pt x="60861" y="296173"/>
                  </a:lnTo>
                  <a:lnTo>
                    <a:pt x="64989" y="299466"/>
                  </a:lnTo>
                  <a:lnTo>
                    <a:pt x="69218" y="302627"/>
                  </a:lnTo>
                  <a:lnTo>
                    <a:pt x="73545" y="305653"/>
                  </a:lnTo>
                  <a:lnTo>
                    <a:pt x="77966" y="308541"/>
                  </a:lnTo>
                  <a:lnTo>
                    <a:pt x="82476" y="311287"/>
                  </a:lnTo>
                  <a:lnTo>
                    <a:pt x="87070" y="313890"/>
                  </a:lnTo>
                  <a:lnTo>
                    <a:pt x="91744" y="316347"/>
                  </a:lnTo>
                  <a:lnTo>
                    <a:pt x="96494" y="318655"/>
                  </a:lnTo>
                  <a:lnTo>
                    <a:pt x="101314" y="320811"/>
                  </a:lnTo>
                  <a:lnTo>
                    <a:pt x="106199" y="322814"/>
                  </a:lnTo>
                  <a:lnTo>
                    <a:pt x="111146" y="324662"/>
                  </a:lnTo>
                  <a:lnTo>
                    <a:pt x="116148" y="326353"/>
                  </a:lnTo>
                  <a:lnTo>
                    <a:pt x="121201" y="327885"/>
                  </a:lnTo>
                  <a:lnTo>
                    <a:pt x="126301" y="329256"/>
                  </a:lnTo>
                  <a:lnTo>
                    <a:pt x="131440" y="330466"/>
                  </a:lnTo>
                  <a:lnTo>
                    <a:pt x="136616" y="331513"/>
                  </a:lnTo>
                  <a:lnTo>
                    <a:pt x="141822" y="332396"/>
                  </a:lnTo>
                  <a:lnTo>
                    <a:pt x="147053" y="333114"/>
                  </a:lnTo>
                  <a:lnTo>
                    <a:pt x="152305" y="333666"/>
                  </a:lnTo>
                  <a:lnTo>
                    <a:pt x="157571" y="334053"/>
                  </a:lnTo>
                  <a:lnTo>
                    <a:pt x="162847" y="334272"/>
                  </a:lnTo>
                  <a:lnTo>
                    <a:pt x="168127" y="334325"/>
                  </a:lnTo>
                  <a:lnTo>
                    <a:pt x="173406" y="334212"/>
                  </a:lnTo>
                  <a:lnTo>
                    <a:pt x="178679" y="333931"/>
                  </a:lnTo>
                  <a:lnTo>
                    <a:pt x="183940" y="333485"/>
                  </a:lnTo>
                  <a:lnTo>
                    <a:pt x="189185" y="332872"/>
                  </a:lnTo>
                  <a:lnTo>
                    <a:pt x="194408" y="332094"/>
                  </a:lnTo>
                  <a:lnTo>
                    <a:pt x="199603" y="331151"/>
                  </a:lnTo>
                  <a:lnTo>
                    <a:pt x="204766" y="330045"/>
                  </a:lnTo>
                  <a:lnTo>
                    <a:pt x="209892" y="328776"/>
                  </a:lnTo>
                  <a:lnTo>
                    <a:pt x="214975" y="327346"/>
                  </a:lnTo>
                  <a:lnTo>
                    <a:pt x="220010" y="325756"/>
                  </a:lnTo>
                  <a:lnTo>
                    <a:pt x="224993" y="324008"/>
                  </a:lnTo>
                  <a:lnTo>
                    <a:pt x="229918" y="322103"/>
                  </a:lnTo>
                  <a:lnTo>
                    <a:pt x="234780" y="320044"/>
                  </a:lnTo>
                  <a:lnTo>
                    <a:pt x="239575" y="317832"/>
                  </a:lnTo>
                  <a:lnTo>
                    <a:pt x="244297" y="315470"/>
                  </a:lnTo>
                  <a:lnTo>
                    <a:pt x="248943" y="312960"/>
                  </a:lnTo>
                  <a:lnTo>
                    <a:pt x="253507" y="310305"/>
                  </a:lnTo>
                  <a:lnTo>
                    <a:pt x="257985" y="307506"/>
                  </a:lnTo>
                  <a:lnTo>
                    <a:pt x="262372" y="304568"/>
                  </a:lnTo>
                  <a:lnTo>
                    <a:pt x="266664" y="301493"/>
                  </a:lnTo>
                  <a:lnTo>
                    <a:pt x="270857" y="298283"/>
                  </a:lnTo>
                  <a:lnTo>
                    <a:pt x="274947" y="294943"/>
                  </a:lnTo>
                  <a:lnTo>
                    <a:pt x="278929" y="291475"/>
                  </a:lnTo>
                  <a:lnTo>
                    <a:pt x="282800" y="287883"/>
                  </a:lnTo>
                  <a:lnTo>
                    <a:pt x="286555" y="284171"/>
                  </a:lnTo>
                  <a:lnTo>
                    <a:pt x="290191" y="280342"/>
                  </a:lnTo>
                  <a:lnTo>
                    <a:pt x="293704" y="276400"/>
                  </a:lnTo>
                  <a:lnTo>
                    <a:pt x="297091" y="272349"/>
                  </a:lnTo>
                  <a:lnTo>
                    <a:pt x="300348" y="268193"/>
                  </a:lnTo>
                  <a:lnTo>
                    <a:pt x="303473" y="263936"/>
                  </a:lnTo>
                  <a:lnTo>
                    <a:pt x="306461" y="259583"/>
                  </a:lnTo>
                  <a:lnTo>
                    <a:pt x="309311" y="255137"/>
                  </a:lnTo>
                  <a:lnTo>
                    <a:pt x="312018" y="250604"/>
                  </a:lnTo>
                  <a:lnTo>
                    <a:pt x="314582" y="245988"/>
                  </a:lnTo>
                  <a:lnTo>
                    <a:pt x="316998" y="241292"/>
                  </a:lnTo>
                  <a:lnTo>
                    <a:pt x="319264" y="236523"/>
                  </a:lnTo>
                  <a:lnTo>
                    <a:pt x="321379" y="231685"/>
                  </a:lnTo>
                  <a:lnTo>
                    <a:pt x="323340" y="226782"/>
                  </a:lnTo>
                  <a:lnTo>
                    <a:pt x="325145" y="221820"/>
                  </a:lnTo>
                  <a:lnTo>
                    <a:pt x="326793" y="216803"/>
                  </a:lnTo>
                  <a:lnTo>
                    <a:pt x="328281" y="211737"/>
                  </a:lnTo>
                  <a:lnTo>
                    <a:pt x="329608" y="206626"/>
                  </a:lnTo>
                  <a:lnTo>
                    <a:pt x="330774" y="201476"/>
                  </a:lnTo>
                  <a:lnTo>
                    <a:pt x="331776" y="196292"/>
                  </a:lnTo>
                  <a:lnTo>
                    <a:pt x="332614" y="191078"/>
                  </a:lnTo>
                  <a:lnTo>
                    <a:pt x="333287" y="185841"/>
                  </a:lnTo>
                  <a:lnTo>
                    <a:pt x="333794" y="180585"/>
                  </a:lnTo>
                  <a:lnTo>
                    <a:pt x="334135" y="175316"/>
                  </a:lnTo>
                  <a:lnTo>
                    <a:pt x="334309" y="170038"/>
                  </a:lnTo>
                  <a:lnTo>
                    <a:pt x="334316" y="164758"/>
                  </a:lnTo>
                  <a:lnTo>
                    <a:pt x="334157" y="159480"/>
                  </a:lnTo>
                  <a:lnTo>
                    <a:pt x="333831" y="154210"/>
                  </a:lnTo>
                  <a:lnTo>
                    <a:pt x="333339" y="148952"/>
                  </a:lnTo>
                  <a:lnTo>
                    <a:pt x="332681" y="143713"/>
                  </a:lnTo>
                  <a:lnTo>
                    <a:pt x="331858" y="138497"/>
                  </a:lnTo>
                  <a:lnTo>
                    <a:pt x="330870" y="133310"/>
                  </a:lnTo>
                  <a:lnTo>
                    <a:pt x="329720" y="128157"/>
                  </a:lnTo>
                  <a:lnTo>
                    <a:pt x="328407" y="123042"/>
                  </a:lnTo>
                  <a:lnTo>
                    <a:pt x="326933" y="117972"/>
                  </a:lnTo>
                  <a:lnTo>
                    <a:pt x="325300" y="112950"/>
                  </a:lnTo>
                  <a:lnTo>
                    <a:pt x="323509" y="107983"/>
                  </a:lnTo>
                  <a:lnTo>
                    <a:pt x="321562" y="103075"/>
                  </a:lnTo>
                  <a:lnTo>
                    <a:pt x="319460" y="98230"/>
                  </a:lnTo>
                  <a:lnTo>
                    <a:pt x="317207" y="93455"/>
                  </a:lnTo>
                  <a:lnTo>
                    <a:pt x="314805" y="88753"/>
                  </a:lnTo>
                  <a:lnTo>
                    <a:pt x="312255" y="84129"/>
                  </a:lnTo>
                  <a:lnTo>
                    <a:pt x="309560" y="79588"/>
                  </a:lnTo>
                  <a:lnTo>
                    <a:pt x="306723" y="75134"/>
                  </a:lnTo>
                  <a:lnTo>
                    <a:pt x="303747" y="70773"/>
                  </a:lnTo>
                  <a:lnTo>
                    <a:pt x="300634" y="66507"/>
                  </a:lnTo>
                  <a:lnTo>
                    <a:pt x="297389" y="62342"/>
                  </a:lnTo>
                  <a:lnTo>
                    <a:pt x="294013" y="58281"/>
                  </a:lnTo>
                  <a:lnTo>
                    <a:pt x="290511" y="54329"/>
                  </a:lnTo>
                  <a:lnTo>
                    <a:pt x="286886" y="50490"/>
                  </a:lnTo>
                  <a:lnTo>
                    <a:pt x="283142" y="46767"/>
                  </a:lnTo>
                  <a:lnTo>
                    <a:pt x="279281" y="43164"/>
                  </a:lnTo>
                  <a:lnTo>
                    <a:pt x="275309" y="39685"/>
                  </a:lnTo>
                  <a:lnTo>
                    <a:pt x="271229" y="36333"/>
                  </a:lnTo>
                  <a:lnTo>
                    <a:pt x="267045" y="33112"/>
                  </a:lnTo>
                  <a:lnTo>
                    <a:pt x="262762" y="30024"/>
                  </a:lnTo>
                  <a:lnTo>
                    <a:pt x="258383" y="27073"/>
                  </a:lnTo>
                  <a:lnTo>
                    <a:pt x="253913" y="24262"/>
                  </a:lnTo>
                  <a:lnTo>
                    <a:pt x="249357" y="21594"/>
                  </a:lnTo>
                  <a:lnTo>
                    <a:pt x="244718" y="19071"/>
                  </a:lnTo>
                  <a:lnTo>
                    <a:pt x="240002" y="16695"/>
                  </a:lnTo>
                  <a:lnTo>
                    <a:pt x="235214" y="14470"/>
                  </a:lnTo>
                  <a:lnTo>
                    <a:pt x="230357" y="12397"/>
                  </a:lnTo>
                  <a:lnTo>
                    <a:pt x="225438" y="10478"/>
                  </a:lnTo>
                  <a:lnTo>
                    <a:pt x="220460" y="8716"/>
                  </a:lnTo>
                  <a:lnTo>
                    <a:pt x="215429" y="7112"/>
                  </a:lnTo>
                  <a:lnTo>
                    <a:pt x="210350" y="5667"/>
                  </a:lnTo>
                  <a:lnTo>
                    <a:pt x="205228" y="4384"/>
                  </a:lnTo>
                  <a:lnTo>
                    <a:pt x="200068" y="3263"/>
                  </a:lnTo>
                  <a:lnTo>
                    <a:pt x="194876" y="2306"/>
                  </a:lnTo>
                  <a:lnTo>
                    <a:pt x="189655" y="1513"/>
                  </a:lnTo>
                  <a:lnTo>
                    <a:pt x="184412" y="885"/>
                  </a:lnTo>
                  <a:lnTo>
                    <a:pt x="179152" y="424"/>
                  </a:lnTo>
                  <a:lnTo>
                    <a:pt x="173880" y="128"/>
                  </a:lnTo>
                  <a:lnTo>
                    <a:pt x="168601" y="0"/>
                  </a:lnTo>
                  <a:lnTo>
                    <a:pt x="167166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83779" y="3170392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53" y="2633064"/>
              <a:ext cx="167157" cy="174339"/>
            </a:xfrm>
            <a:custGeom>
              <a:avLst/>
              <a:pathLst>
                <a:path w="167157" h="174339">
                  <a:moveTo>
                    <a:pt x="167157" y="0"/>
                  </a:moveTo>
                  <a:lnTo>
                    <a:pt x="161763" y="87"/>
                  </a:lnTo>
                  <a:lnTo>
                    <a:pt x="156375" y="348"/>
                  </a:lnTo>
                  <a:lnTo>
                    <a:pt x="150997" y="782"/>
                  </a:lnTo>
                  <a:lnTo>
                    <a:pt x="145637" y="1391"/>
                  </a:lnTo>
                  <a:lnTo>
                    <a:pt x="140298" y="2171"/>
                  </a:lnTo>
                  <a:lnTo>
                    <a:pt x="134988" y="3124"/>
                  </a:lnTo>
                  <a:lnTo>
                    <a:pt x="129711" y="4247"/>
                  </a:lnTo>
                  <a:lnTo>
                    <a:pt x="124474" y="5541"/>
                  </a:lnTo>
                  <a:lnTo>
                    <a:pt x="119281" y="7002"/>
                  </a:lnTo>
                  <a:lnTo>
                    <a:pt x="114137" y="8631"/>
                  </a:lnTo>
                  <a:lnTo>
                    <a:pt x="109049" y="10424"/>
                  </a:lnTo>
                  <a:lnTo>
                    <a:pt x="104021" y="12381"/>
                  </a:lnTo>
                  <a:lnTo>
                    <a:pt x="99059" y="14499"/>
                  </a:lnTo>
                  <a:lnTo>
                    <a:pt x="94169" y="16776"/>
                  </a:lnTo>
                  <a:lnTo>
                    <a:pt x="89354" y="19209"/>
                  </a:lnTo>
                  <a:lnTo>
                    <a:pt x="84620" y="21797"/>
                  </a:lnTo>
                  <a:lnTo>
                    <a:pt x="79972" y="24536"/>
                  </a:lnTo>
                  <a:lnTo>
                    <a:pt x="75415" y="27424"/>
                  </a:lnTo>
                  <a:lnTo>
                    <a:pt x="70953" y="30457"/>
                  </a:lnTo>
                  <a:lnTo>
                    <a:pt x="66592" y="33632"/>
                  </a:lnTo>
                  <a:lnTo>
                    <a:pt x="62335" y="36947"/>
                  </a:lnTo>
                  <a:lnTo>
                    <a:pt x="58188" y="40397"/>
                  </a:lnTo>
                  <a:lnTo>
                    <a:pt x="54154" y="43980"/>
                  </a:lnTo>
                  <a:lnTo>
                    <a:pt x="50238" y="47690"/>
                  </a:lnTo>
                  <a:lnTo>
                    <a:pt x="46443" y="51525"/>
                  </a:lnTo>
                  <a:lnTo>
                    <a:pt x="42774" y="55481"/>
                  </a:lnTo>
                  <a:lnTo>
                    <a:pt x="39235" y="59553"/>
                  </a:lnTo>
                  <a:lnTo>
                    <a:pt x="35829" y="63737"/>
                  </a:lnTo>
                  <a:lnTo>
                    <a:pt x="32560" y="68028"/>
                  </a:lnTo>
                  <a:lnTo>
                    <a:pt x="29431" y="72423"/>
                  </a:lnTo>
                  <a:lnTo>
                    <a:pt x="26446" y="76917"/>
                  </a:lnTo>
                  <a:lnTo>
                    <a:pt x="23607" y="81504"/>
                  </a:lnTo>
                  <a:lnTo>
                    <a:pt x="20917" y="86181"/>
                  </a:lnTo>
                  <a:lnTo>
                    <a:pt x="18380" y="90942"/>
                  </a:lnTo>
                  <a:lnTo>
                    <a:pt x="15998" y="95783"/>
                  </a:lnTo>
                  <a:lnTo>
                    <a:pt x="13773" y="100698"/>
                  </a:lnTo>
                  <a:lnTo>
                    <a:pt x="11708" y="105682"/>
                  </a:lnTo>
                  <a:lnTo>
                    <a:pt x="9805" y="110730"/>
                  </a:lnTo>
                  <a:lnTo>
                    <a:pt x="8066" y="115837"/>
                  </a:lnTo>
                  <a:lnTo>
                    <a:pt x="6492" y="120997"/>
                  </a:lnTo>
                  <a:lnTo>
                    <a:pt x="5086" y="126206"/>
                  </a:lnTo>
                  <a:lnTo>
                    <a:pt x="3849" y="131457"/>
                  </a:lnTo>
                  <a:lnTo>
                    <a:pt x="2781" y="136745"/>
                  </a:lnTo>
                  <a:lnTo>
                    <a:pt x="1885" y="142065"/>
                  </a:lnTo>
                  <a:lnTo>
                    <a:pt x="1161" y="147412"/>
                  </a:lnTo>
                  <a:lnTo>
                    <a:pt x="610" y="152778"/>
                  </a:lnTo>
                  <a:lnTo>
                    <a:pt x="233" y="158160"/>
                  </a:lnTo>
                  <a:lnTo>
                    <a:pt x="29" y="163551"/>
                  </a:lnTo>
                  <a:lnTo>
                    <a:pt x="0" y="168946"/>
                  </a:lnTo>
                  <a:lnTo>
                    <a:pt x="144" y="17433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1997" y="2800231"/>
              <a:ext cx="167013" cy="7172"/>
            </a:xfrm>
            <a:custGeom>
              <a:avLst/>
              <a:pathLst>
                <a:path w="167013" h="7172">
                  <a:moveTo>
                    <a:pt x="0" y="7172"/>
                  </a:moveTo>
                  <a:lnTo>
                    <a:pt x="16701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1997" y="2666095"/>
              <a:ext cx="334170" cy="301302"/>
            </a:xfrm>
            <a:custGeom>
              <a:avLst/>
              <a:pathLst>
                <a:path w="334170" h="301302">
                  <a:moveTo>
                    <a:pt x="0" y="141308"/>
                  </a:moveTo>
                  <a:lnTo>
                    <a:pt x="311" y="146603"/>
                  </a:lnTo>
                  <a:lnTo>
                    <a:pt x="791" y="151886"/>
                  </a:lnTo>
                  <a:lnTo>
                    <a:pt x="1437" y="157151"/>
                  </a:lnTo>
                  <a:lnTo>
                    <a:pt x="2251" y="162393"/>
                  </a:lnTo>
                  <a:lnTo>
                    <a:pt x="3230" y="167606"/>
                  </a:lnTo>
                  <a:lnTo>
                    <a:pt x="4375" y="172785"/>
                  </a:lnTo>
                  <a:lnTo>
                    <a:pt x="5683" y="177926"/>
                  </a:lnTo>
                  <a:lnTo>
                    <a:pt x="7153" y="183022"/>
                  </a:lnTo>
                  <a:lnTo>
                    <a:pt x="8785" y="188069"/>
                  </a:lnTo>
                  <a:lnTo>
                    <a:pt x="10576" y="193062"/>
                  </a:lnTo>
                  <a:lnTo>
                    <a:pt x="12524" y="197996"/>
                  </a:lnTo>
                  <a:lnTo>
                    <a:pt x="14628" y="202865"/>
                  </a:lnTo>
                  <a:lnTo>
                    <a:pt x="16885" y="207665"/>
                  </a:lnTo>
                  <a:lnTo>
                    <a:pt x="19294" y="212391"/>
                  </a:lnTo>
                  <a:lnTo>
                    <a:pt x="21851" y="217039"/>
                  </a:lnTo>
                  <a:lnTo>
                    <a:pt x="24554" y="221603"/>
                  </a:lnTo>
                  <a:lnTo>
                    <a:pt x="27401" y="226078"/>
                  </a:lnTo>
                  <a:lnTo>
                    <a:pt x="30388" y="230461"/>
                  </a:lnTo>
                  <a:lnTo>
                    <a:pt x="33513" y="234748"/>
                  </a:lnTo>
                  <a:lnTo>
                    <a:pt x="36772" y="238933"/>
                  </a:lnTo>
                  <a:lnTo>
                    <a:pt x="40163" y="243012"/>
                  </a:lnTo>
                  <a:lnTo>
                    <a:pt x="43681" y="246982"/>
                  </a:lnTo>
                  <a:lnTo>
                    <a:pt x="47323" y="250838"/>
                  </a:lnTo>
                  <a:lnTo>
                    <a:pt x="51086" y="254576"/>
                  </a:lnTo>
                  <a:lnTo>
                    <a:pt x="54966" y="258194"/>
                  </a:lnTo>
                  <a:lnTo>
                    <a:pt x="58958" y="261686"/>
                  </a:lnTo>
                  <a:lnTo>
                    <a:pt x="63059" y="265050"/>
                  </a:lnTo>
                  <a:lnTo>
                    <a:pt x="67265" y="268283"/>
                  </a:lnTo>
                  <a:lnTo>
                    <a:pt x="71571" y="271380"/>
                  </a:lnTo>
                  <a:lnTo>
                    <a:pt x="75974" y="274339"/>
                  </a:lnTo>
                  <a:lnTo>
                    <a:pt x="80468" y="277157"/>
                  </a:lnTo>
                  <a:lnTo>
                    <a:pt x="85049" y="279830"/>
                  </a:lnTo>
                  <a:lnTo>
                    <a:pt x="89713" y="282357"/>
                  </a:lnTo>
                  <a:lnTo>
                    <a:pt x="94454" y="284735"/>
                  </a:lnTo>
                  <a:lnTo>
                    <a:pt x="99269" y="286962"/>
                  </a:lnTo>
                  <a:lnTo>
                    <a:pt x="104152" y="289034"/>
                  </a:lnTo>
                  <a:lnTo>
                    <a:pt x="109098" y="290950"/>
                  </a:lnTo>
                  <a:lnTo>
                    <a:pt x="114102" y="292709"/>
                  </a:lnTo>
                  <a:lnTo>
                    <a:pt x="119160" y="294308"/>
                  </a:lnTo>
                  <a:lnTo>
                    <a:pt x="124266" y="295745"/>
                  </a:lnTo>
                  <a:lnTo>
                    <a:pt x="129414" y="297020"/>
                  </a:lnTo>
                  <a:lnTo>
                    <a:pt x="134601" y="298131"/>
                  </a:lnTo>
                  <a:lnTo>
                    <a:pt x="139821" y="299077"/>
                  </a:lnTo>
                  <a:lnTo>
                    <a:pt x="145067" y="299857"/>
                  </a:lnTo>
                  <a:lnTo>
                    <a:pt x="150336" y="300469"/>
                  </a:lnTo>
                  <a:lnTo>
                    <a:pt x="155622" y="300915"/>
                  </a:lnTo>
                  <a:lnTo>
                    <a:pt x="160919" y="301192"/>
                  </a:lnTo>
                  <a:lnTo>
                    <a:pt x="166222" y="301302"/>
                  </a:lnTo>
                  <a:lnTo>
                    <a:pt x="171526" y="301242"/>
                  </a:lnTo>
                  <a:lnTo>
                    <a:pt x="176826" y="301015"/>
                  </a:lnTo>
                  <a:lnTo>
                    <a:pt x="182115" y="300620"/>
                  </a:lnTo>
                  <a:lnTo>
                    <a:pt x="187390" y="300057"/>
                  </a:lnTo>
                  <a:lnTo>
                    <a:pt x="192644" y="299327"/>
                  </a:lnTo>
                  <a:lnTo>
                    <a:pt x="197872" y="298431"/>
                  </a:lnTo>
                  <a:lnTo>
                    <a:pt x="203069" y="297369"/>
                  </a:lnTo>
                  <a:lnTo>
                    <a:pt x="208229" y="296143"/>
                  </a:lnTo>
                  <a:lnTo>
                    <a:pt x="213349" y="294753"/>
                  </a:lnTo>
                  <a:lnTo>
                    <a:pt x="218421" y="293202"/>
                  </a:lnTo>
                  <a:lnTo>
                    <a:pt x="223442" y="291491"/>
                  </a:lnTo>
                  <a:lnTo>
                    <a:pt x="228406" y="289622"/>
                  </a:lnTo>
                  <a:lnTo>
                    <a:pt x="233308" y="287596"/>
                  </a:lnTo>
                  <a:lnTo>
                    <a:pt x="238144" y="285415"/>
                  </a:lnTo>
                  <a:lnTo>
                    <a:pt x="242907" y="283082"/>
                  </a:lnTo>
                  <a:lnTo>
                    <a:pt x="247595" y="280599"/>
                  </a:lnTo>
                  <a:lnTo>
                    <a:pt x="252201" y="277969"/>
                  </a:lnTo>
                  <a:lnTo>
                    <a:pt x="256722" y="275194"/>
                  </a:lnTo>
                  <a:lnTo>
                    <a:pt x="261152" y="272277"/>
                  </a:lnTo>
                  <a:lnTo>
                    <a:pt x="265487" y="269220"/>
                  </a:lnTo>
                  <a:lnTo>
                    <a:pt x="269723" y="266028"/>
                  </a:lnTo>
                  <a:lnTo>
                    <a:pt x="273856" y="262703"/>
                  </a:lnTo>
                  <a:lnTo>
                    <a:pt x="277881" y="259248"/>
                  </a:lnTo>
                  <a:lnTo>
                    <a:pt x="281795" y="255668"/>
                  </a:lnTo>
                  <a:lnTo>
                    <a:pt x="285593" y="251965"/>
                  </a:lnTo>
                  <a:lnTo>
                    <a:pt x="289272" y="248144"/>
                  </a:lnTo>
                  <a:lnTo>
                    <a:pt x="292827" y="244207"/>
                  </a:lnTo>
                  <a:lnTo>
                    <a:pt x="296256" y="240160"/>
                  </a:lnTo>
                  <a:lnTo>
                    <a:pt x="299555" y="236006"/>
                  </a:lnTo>
                  <a:lnTo>
                    <a:pt x="302720" y="231750"/>
                  </a:lnTo>
                  <a:lnTo>
                    <a:pt x="305749" y="227395"/>
                  </a:lnTo>
                  <a:lnTo>
                    <a:pt x="308638" y="222947"/>
                  </a:lnTo>
                  <a:lnTo>
                    <a:pt x="311384" y="218409"/>
                  </a:lnTo>
                  <a:lnTo>
                    <a:pt x="313985" y="213786"/>
                  </a:lnTo>
                  <a:lnTo>
                    <a:pt x="316438" y="209083"/>
                  </a:lnTo>
                  <a:lnTo>
                    <a:pt x="318741" y="204304"/>
                  </a:lnTo>
                  <a:lnTo>
                    <a:pt x="320891" y="199455"/>
                  </a:lnTo>
                  <a:lnTo>
                    <a:pt x="322886" y="194540"/>
                  </a:lnTo>
                  <a:lnTo>
                    <a:pt x="324724" y="189564"/>
                  </a:lnTo>
                  <a:lnTo>
                    <a:pt x="326403" y="184533"/>
                  </a:lnTo>
                  <a:lnTo>
                    <a:pt x="327922" y="179450"/>
                  </a:lnTo>
                  <a:lnTo>
                    <a:pt x="329278" y="174322"/>
                  </a:lnTo>
                  <a:lnTo>
                    <a:pt x="330472" y="169154"/>
                  </a:lnTo>
                  <a:lnTo>
                    <a:pt x="331500" y="163950"/>
                  </a:lnTo>
                  <a:lnTo>
                    <a:pt x="332363" y="158717"/>
                  </a:lnTo>
                  <a:lnTo>
                    <a:pt x="333060" y="153458"/>
                  </a:lnTo>
                  <a:lnTo>
                    <a:pt x="333589" y="148180"/>
                  </a:lnTo>
                  <a:lnTo>
                    <a:pt x="333951" y="142888"/>
                  </a:lnTo>
                  <a:lnTo>
                    <a:pt x="334145" y="137587"/>
                  </a:lnTo>
                  <a:lnTo>
                    <a:pt x="334170" y="132283"/>
                  </a:lnTo>
                  <a:lnTo>
                    <a:pt x="334027" y="126981"/>
                  </a:lnTo>
                  <a:lnTo>
                    <a:pt x="333716" y="121685"/>
                  </a:lnTo>
                  <a:lnTo>
                    <a:pt x="333237" y="116403"/>
                  </a:lnTo>
                  <a:lnTo>
                    <a:pt x="332591" y="111138"/>
                  </a:lnTo>
                  <a:lnTo>
                    <a:pt x="331778" y="105896"/>
                  </a:lnTo>
                  <a:lnTo>
                    <a:pt x="330799" y="100683"/>
                  </a:lnTo>
                  <a:lnTo>
                    <a:pt x="329655" y="95503"/>
                  </a:lnTo>
                  <a:lnTo>
                    <a:pt x="328348" y="90363"/>
                  </a:lnTo>
                  <a:lnTo>
                    <a:pt x="326878" y="85266"/>
                  </a:lnTo>
                  <a:lnTo>
                    <a:pt x="325247" y="80219"/>
                  </a:lnTo>
                  <a:lnTo>
                    <a:pt x="323456" y="75225"/>
                  </a:lnTo>
                  <a:lnTo>
                    <a:pt x="321508" y="70292"/>
                  </a:lnTo>
                  <a:lnTo>
                    <a:pt x="319405" y="65422"/>
                  </a:lnTo>
                  <a:lnTo>
                    <a:pt x="317148" y="60622"/>
                  </a:lnTo>
                  <a:lnTo>
                    <a:pt x="314740" y="55895"/>
                  </a:lnTo>
                  <a:lnTo>
                    <a:pt x="312184" y="51248"/>
                  </a:lnTo>
                  <a:lnTo>
                    <a:pt x="309481" y="46684"/>
                  </a:lnTo>
                  <a:lnTo>
                    <a:pt x="306635" y="42208"/>
                  </a:lnTo>
                  <a:lnTo>
                    <a:pt x="303648" y="37824"/>
                  </a:lnTo>
                  <a:lnTo>
                    <a:pt x="300523" y="33538"/>
                  </a:lnTo>
                  <a:lnTo>
                    <a:pt x="297264" y="29353"/>
                  </a:lnTo>
                  <a:lnTo>
                    <a:pt x="293874" y="25273"/>
                  </a:lnTo>
                  <a:lnTo>
                    <a:pt x="290357" y="21303"/>
                  </a:lnTo>
                  <a:lnTo>
                    <a:pt x="286715" y="17446"/>
                  </a:lnTo>
                  <a:lnTo>
                    <a:pt x="282952" y="13707"/>
                  </a:lnTo>
                  <a:lnTo>
                    <a:pt x="279073" y="10089"/>
                  </a:lnTo>
                  <a:lnTo>
                    <a:pt x="275081" y="6597"/>
                  </a:lnTo>
                  <a:lnTo>
                    <a:pt x="270980" y="3232"/>
                  </a:lnTo>
                  <a:lnTo>
                    <a:pt x="266775" y="0"/>
                  </a:lnTo>
                  <a:lnTo>
                    <a:pt x="167013" y="1341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919011" y="2633064"/>
              <a:ext cx="99761" cy="167167"/>
            </a:xfrm>
            <a:custGeom>
              <a:avLst/>
              <a:pathLst>
                <a:path w="99761" h="167167">
                  <a:moveTo>
                    <a:pt x="99761" y="33030"/>
                  </a:moveTo>
                  <a:lnTo>
                    <a:pt x="95191" y="29749"/>
                  </a:lnTo>
                  <a:lnTo>
                    <a:pt x="90513" y="26624"/>
                  </a:lnTo>
                  <a:lnTo>
                    <a:pt x="85732" y="23658"/>
                  </a:lnTo>
                  <a:lnTo>
                    <a:pt x="80854" y="20854"/>
                  </a:lnTo>
                  <a:lnTo>
                    <a:pt x="75885" y="18216"/>
                  </a:lnTo>
                  <a:lnTo>
                    <a:pt x="70830" y="15747"/>
                  </a:lnTo>
                  <a:lnTo>
                    <a:pt x="65695" y="13449"/>
                  </a:lnTo>
                  <a:lnTo>
                    <a:pt x="60485" y="11326"/>
                  </a:lnTo>
                  <a:lnTo>
                    <a:pt x="55206" y="9379"/>
                  </a:lnTo>
                  <a:lnTo>
                    <a:pt x="49865" y="7610"/>
                  </a:lnTo>
                  <a:lnTo>
                    <a:pt x="44468" y="6023"/>
                  </a:lnTo>
                  <a:lnTo>
                    <a:pt x="39020" y="4617"/>
                  </a:lnTo>
                  <a:lnTo>
                    <a:pt x="33528" y="3396"/>
                  </a:lnTo>
                  <a:lnTo>
                    <a:pt x="27998" y="2361"/>
                  </a:lnTo>
                  <a:lnTo>
                    <a:pt x="22437" y="1512"/>
                  </a:lnTo>
                  <a:lnTo>
                    <a:pt x="16850" y="851"/>
                  </a:lnTo>
                  <a:lnTo>
                    <a:pt x="11244" y="378"/>
                  </a:lnTo>
                  <a:lnTo>
                    <a:pt x="5625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80375" y="2126963"/>
              <a:ext cx="48096" cy="167167"/>
            </a:xfrm>
            <a:custGeom>
              <a:avLst/>
              <a:pathLst>
                <a:path w="48096" h="167167">
                  <a:moveTo>
                    <a:pt x="48096" y="0"/>
                  </a:moveTo>
                  <a:lnTo>
                    <a:pt x="41999" y="111"/>
                  </a:lnTo>
                  <a:lnTo>
                    <a:pt x="35911" y="444"/>
                  </a:lnTo>
                  <a:lnTo>
                    <a:pt x="29838" y="1000"/>
                  </a:lnTo>
                  <a:lnTo>
                    <a:pt x="23790" y="1776"/>
                  </a:lnTo>
                  <a:lnTo>
                    <a:pt x="17774" y="2773"/>
                  </a:lnTo>
                  <a:lnTo>
                    <a:pt x="11798" y="3988"/>
                  </a:lnTo>
                  <a:lnTo>
                    <a:pt x="5871" y="5420"/>
                  </a:lnTo>
                  <a:lnTo>
                    <a:pt x="0" y="7068"/>
                  </a:lnTo>
                  <a:lnTo>
                    <a:pt x="4809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80375" y="2134032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561305" y="2134032"/>
              <a:ext cx="212507" cy="327253"/>
            </a:xfrm>
            <a:custGeom>
              <a:avLst/>
              <a:pathLst>
                <a:path w="212507" h="327253">
                  <a:moveTo>
                    <a:pt x="119069" y="0"/>
                  </a:moveTo>
                  <a:lnTo>
                    <a:pt x="113990" y="1614"/>
                  </a:lnTo>
                  <a:lnTo>
                    <a:pt x="108965" y="3390"/>
                  </a:lnTo>
                  <a:lnTo>
                    <a:pt x="103999" y="5324"/>
                  </a:lnTo>
                  <a:lnTo>
                    <a:pt x="99098" y="7417"/>
                  </a:lnTo>
                  <a:lnTo>
                    <a:pt x="94265" y="9664"/>
                  </a:lnTo>
                  <a:lnTo>
                    <a:pt x="89507" y="12064"/>
                  </a:lnTo>
                  <a:lnTo>
                    <a:pt x="84828" y="14615"/>
                  </a:lnTo>
                  <a:lnTo>
                    <a:pt x="80232" y="17314"/>
                  </a:lnTo>
                  <a:lnTo>
                    <a:pt x="75725" y="20157"/>
                  </a:lnTo>
                  <a:lnTo>
                    <a:pt x="71310" y="23143"/>
                  </a:lnTo>
                  <a:lnTo>
                    <a:pt x="66994" y="26268"/>
                  </a:lnTo>
                  <a:lnTo>
                    <a:pt x="62778" y="29529"/>
                  </a:lnTo>
                  <a:lnTo>
                    <a:pt x="58669" y="32923"/>
                  </a:lnTo>
                  <a:lnTo>
                    <a:pt x="54671" y="36446"/>
                  </a:lnTo>
                  <a:lnTo>
                    <a:pt x="50786" y="40095"/>
                  </a:lnTo>
                  <a:lnTo>
                    <a:pt x="47020" y="43866"/>
                  </a:lnTo>
                  <a:lnTo>
                    <a:pt x="43376" y="47755"/>
                  </a:lnTo>
                  <a:lnTo>
                    <a:pt x="39858" y="51758"/>
                  </a:lnTo>
                  <a:lnTo>
                    <a:pt x="36469" y="55871"/>
                  </a:lnTo>
                  <a:lnTo>
                    <a:pt x="33213" y="60090"/>
                  </a:lnTo>
                  <a:lnTo>
                    <a:pt x="30093" y="64411"/>
                  </a:lnTo>
                  <a:lnTo>
                    <a:pt x="27113" y="68829"/>
                  </a:lnTo>
                  <a:lnTo>
                    <a:pt x="24275" y="73340"/>
                  </a:lnTo>
                  <a:lnTo>
                    <a:pt x="21582" y="77939"/>
                  </a:lnTo>
                  <a:lnTo>
                    <a:pt x="19037" y="82621"/>
                  </a:lnTo>
                  <a:lnTo>
                    <a:pt x="16642" y="87382"/>
                  </a:lnTo>
                  <a:lnTo>
                    <a:pt x="14401" y="92218"/>
                  </a:lnTo>
                  <a:lnTo>
                    <a:pt x="12315" y="97122"/>
                  </a:lnTo>
                  <a:lnTo>
                    <a:pt x="10386" y="102090"/>
                  </a:lnTo>
                  <a:lnTo>
                    <a:pt x="8616" y="107117"/>
                  </a:lnTo>
                  <a:lnTo>
                    <a:pt x="7008" y="112198"/>
                  </a:lnTo>
                  <a:lnTo>
                    <a:pt x="5563" y="117327"/>
                  </a:lnTo>
                  <a:lnTo>
                    <a:pt x="4281" y="122501"/>
                  </a:lnTo>
                  <a:lnTo>
                    <a:pt x="3166" y="127712"/>
                  </a:lnTo>
                  <a:lnTo>
                    <a:pt x="2217" y="132956"/>
                  </a:lnTo>
                  <a:lnTo>
                    <a:pt x="1435" y="138228"/>
                  </a:lnTo>
                  <a:lnTo>
                    <a:pt x="822" y="143522"/>
                  </a:lnTo>
                  <a:lnTo>
                    <a:pt x="378" y="148833"/>
                  </a:lnTo>
                  <a:lnTo>
                    <a:pt x="104" y="154155"/>
                  </a:lnTo>
                  <a:lnTo>
                    <a:pt x="0" y="159483"/>
                  </a:lnTo>
                  <a:lnTo>
                    <a:pt x="65" y="164812"/>
                  </a:lnTo>
                  <a:lnTo>
                    <a:pt x="300" y="170137"/>
                  </a:lnTo>
                  <a:lnTo>
                    <a:pt x="705" y="175451"/>
                  </a:lnTo>
                  <a:lnTo>
                    <a:pt x="1279" y="180749"/>
                  </a:lnTo>
                  <a:lnTo>
                    <a:pt x="2021" y="186026"/>
                  </a:lnTo>
                  <a:lnTo>
                    <a:pt x="2932" y="191277"/>
                  </a:lnTo>
                  <a:lnTo>
                    <a:pt x="4009" y="196497"/>
                  </a:lnTo>
                  <a:lnTo>
                    <a:pt x="5252" y="201679"/>
                  </a:lnTo>
                  <a:lnTo>
                    <a:pt x="6660" y="206819"/>
                  </a:lnTo>
                  <a:lnTo>
                    <a:pt x="8231" y="211912"/>
                  </a:lnTo>
                  <a:lnTo>
                    <a:pt x="9963" y="216952"/>
                  </a:lnTo>
                  <a:lnTo>
                    <a:pt x="11855" y="221934"/>
                  </a:lnTo>
                  <a:lnTo>
                    <a:pt x="13905" y="226853"/>
                  </a:lnTo>
                  <a:lnTo>
                    <a:pt x="16111" y="231705"/>
                  </a:lnTo>
                  <a:lnTo>
                    <a:pt x="18471" y="236484"/>
                  </a:lnTo>
                  <a:lnTo>
                    <a:pt x="20981" y="241185"/>
                  </a:lnTo>
                  <a:lnTo>
                    <a:pt x="23640" y="245803"/>
                  </a:lnTo>
                  <a:lnTo>
                    <a:pt x="26445" y="250335"/>
                  </a:lnTo>
                  <a:lnTo>
                    <a:pt x="29393" y="254775"/>
                  </a:lnTo>
                  <a:lnTo>
                    <a:pt x="32481" y="259118"/>
                  </a:lnTo>
                  <a:lnTo>
                    <a:pt x="35706" y="263361"/>
                  </a:lnTo>
                  <a:lnTo>
                    <a:pt x="39064" y="267499"/>
                  </a:lnTo>
                  <a:lnTo>
                    <a:pt x="42553" y="271528"/>
                  </a:lnTo>
                  <a:lnTo>
                    <a:pt x="46168" y="275444"/>
                  </a:lnTo>
                  <a:lnTo>
                    <a:pt x="49906" y="279242"/>
                  </a:lnTo>
                  <a:lnTo>
                    <a:pt x="53764" y="282919"/>
                  </a:lnTo>
                  <a:lnTo>
                    <a:pt x="57737" y="286472"/>
                  </a:lnTo>
                  <a:lnTo>
                    <a:pt x="61821" y="289896"/>
                  </a:lnTo>
                  <a:lnTo>
                    <a:pt x="66012" y="293188"/>
                  </a:lnTo>
                  <a:lnTo>
                    <a:pt x="70305" y="296345"/>
                  </a:lnTo>
                  <a:lnTo>
                    <a:pt x="74698" y="299363"/>
                  </a:lnTo>
                  <a:lnTo>
                    <a:pt x="79184" y="302240"/>
                  </a:lnTo>
                  <a:lnTo>
                    <a:pt x="83760" y="304972"/>
                  </a:lnTo>
                  <a:lnTo>
                    <a:pt x="88420" y="307557"/>
                  </a:lnTo>
                  <a:lnTo>
                    <a:pt x="93161" y="309992"/>
                  </a:lnTo>
                  <a:lnTo>
                    <a:pt x="97976" y="312275"/>
                  </a:lnTo>
                  <a:lnTo>
                    <a:pt x="102862" y="314403"/>
                  </a:lnTo>
                  <a:lnTo>
                    <a:pt x="107814" y="316375"/>
                  </a:lnTo>
                  <a:lnTo>
                    <a:pt x="112825" y="318187"/>
                  </a:lnTo>
                  <a:lnTo>
                    <a:pt x="117892" y="319839"/>
                  </a:lnTo>
                  <a:lnTo>
                    <a:pt x="123009" y="321329"/>
                  </a:lnTo>
                  <a:lnTo>
                    <a:pt x="128171" y="322654"/>
                  </a:lnTo>
                  <a:lnTo>
                    <a:pt x="133373" y="323815"/>
                  </a:lnTo>
                  <a:lnTo>
                    <a:pt x="138609" y="324809"/>
                  </a:lnTo>
                  <a:lnTo>
                    <a:pt x="143874" y="325635"/>
                  </a:lnTo>
                  <a:lnTo>
                    <a:pt x="149162" y="326293"/>
                  </a:lnTo>
                  <a:lnTo>
                    <a:pt x="154469" y="326783"/>
                  </a:lnTo>
                  <a:lnTo>
                    <a:pt x="159789" y="327103"/>
                  </a:lnTo>
                  <a:lnTo>
                    <a:pt x="165116" y="327253"/>
                  </a:lnTo>
                  <a:lnTo>
                    <a:pt x="170445" y="327234"/>
                  </a:lnTo>
                  <a:lnTo>
                    <a:pt x="175771" y="327044"/>
                  </a:lnTo>
                  <a:lnTo>
                    <a:pt x="181089" y="326685"/>
                  </a:lnTo>
                  <a:lnTo>
                    <a:pt x="186392" y="326157"/>
                  </a:lnTo>
                  <a:lnTo>
                    <a:pt x="191675" y="325459"/>
                  </a:lnTo>
                  <a:lnTo>
                    <a:pt x="196934" y="324594"/>
                  </a:lnTo>
                  <a:lnTo>
                    <a:pt x="202162" y="323561"/>
                  </a:lnTo>
                  <a:lnTo>
                    <a:pt x="207355" y="322363"/>
                  </a:lnTo>
                  <a:lnTo>
                    <a:pt x="212507" y="320999"/>
                  </a:lnTo>
                  <a:lnTo>
                    <a:pt x="167166" y="1600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728472" y="2126963"/>
              <a:ext cx="167159" cy="328068"/>
            </a:xfrm>
            <a:custGeom>
              <a:avLst/>
              <a:pathLst>
                <a:path w="167159" h="328068">
                  <a:moveTo>
                    <a:pt x="45341" y="328068"/>
                  </a:moveTo>
                  <a:lnTo>
                    <a:pt x="50443" y="326542"/>
                  </a:lnTo>
                  <a:lnTo>
                    <a:pt x="55493" y="324855"/>
                  </a:lnTo>
                  <a:lnTo>
                    <a:pt x="60487" y="323007"/>
                  </a:lnTo>
                  <a:lnTo>
                    <a:pt x="65420" y="321002"/>
                  </a:lnTo>
                  <a:lnTo>
                    <a:pt x="70286" y="318840"/>
                  </a:lnTo>
                  <a:lnTo>
                    <a:pt x="75081" y="316525"/>
                  </a:lnTo>
                  <a:lnTo>
                    <a:pt x="79800" y="314058"/>
                  </a:lnTo>
                  <a:lnTo>
                    <a:pt x="84438" y="311441"/>
                  </a:lnTo>
                  <a:lnTo>
                    <a:pt x="88990" y="308679"/>
                  </a:lnTo>
                  <a:lnTo>
                    <a:pt x="93452" y="305773"/>
                  </a:lnTo>
                  <a:lnTo>
                    <a:pt x="97819" y="302726"/>
                  </a:lnTo>
                  <a:lnTo>
                    <a:pt x="102087" y="299542"/>
                  </a:lnTo>
                  <a:lnTo>
                    <a:pt x="106251" y="296223"/>
                  </a:lnTo>
                  <a:lnTo>
                    <a:pt x="110308" y="292774"/>
                  </a:lnTo>
                  <a:lnTo>
                    <a:pt x="114252" y="289197"/>
                  </a:lnTo>
                  <a:lnTo>
                    <a:pt x="118081" y="285496"/>
                  </a:lnTo>
                  <a:lnTo>
                    <a:pt x="121789" y="281675"/>
                  </a:lnTo>
                  <a:lnTo>
                    <a:pt x="125375" y="277738"/>
                  </a:lnTo>
                  <a:lnTo>
                    <a:pt x="128833" y="273689"/>
                  </a:lnTo>
                  <a:lnTo>
                    <a:pt x="132160" y="269532"/>
                  </a:lnTo>
                  <a:lnTo>
                    <a:pt x="135353" y="265271"/>
                  </a:lnTo>
                  <a:lnTo>
                    <a:pt x="138409" y="260910"/>
                  </a:lnTo>
                  <a:lnTo>
                    <a:pt x="141324" y="256454"/>
                  </a:lnTo>
                  <a:lnTo>
                    <a:pt x="144096" y="251908"/>
                  </a:lnTo>
                  <a:lnTo>
                    <a:pt x="146722" y="247275"/>
                  </a:lnTo>
                  <a:lnTo>
                    <a:pt x="149199" y="242562"/>
                  </a:lnTo>
                  <a:lnTo>
                    <a:pt x="151525" y="237772"/>
                  </a:lnTo>
                  <a:lnTo>
                    <a:pt x="153697" y="232910"/>
                  </a:lnTo>
                  <a:lnTo>
                    <a:pt x="155713" y="227981"/>
                  </a:lnTo>
                  <a:lnTo>
                    <a:pt x="157570" y="222991"/>
                  </a:lnTo>
                  <a:lnTo>
                    <a:pt x="159269" y="217944"/>
                  </a:lnTo>
                  <a:lnTo>
                    <a:pt x="160805" y="212846"/>
                  </a:lnTo>
                  <a:lnTo>
                    <a:pt x="162178" y="207701"/>
                  </a:lnTo>
                  <a:lnTo>
                    <a:pt x="163387" y="202515"/>
                  </a:lnTo>
                  <a:lnTo>
                    <a:pt x="164430" y="197294"/>
                  </a:lnTo>
                  <a:lnTo>
                    <a:pt x="165306" y="192041"/>
                  </a:lnTo>
                  <a:lnTo>
                    <a:pt x="166014" y="186764"/>
                  </a:lnTo>
                  <a:lnTo>
                    <a:pt x="166554" y="181467"/>
                  </a:lnTo>
                  <a:lnTo>
                    <a:pt x="166925" y="176155"/>
                  </a:lnTo>
                  <a:lnTo>
                    <a:pt x="167127" y="170834"/>
                  </a:lnTo>
                  <a:lnTo>
                    <a:pt x="167159" y="165509"/>
                  </a:lnTo>
                  <a:lnTo>
                    <a:pt x="167021" y="160186"/>
                  </a:lnTo>
                  <a:lnTo>
                    <a:pt x="166714" y="154870"/>
                  </a:lnTo>
                  <a:lnTo>
                    <a:pt x="166238" y="149566"/>
                  </a:lnTo>
                  <a:lnTo>
                    <a:pt x="165593" y="144281"/>
                  </a:lnTo>
                  <a:lnTo>
                    <a:pt x="164780" y="139018"/>
                  </a:lnTo>
                  <a:lnTo>
                    <a:pt x="163800" y="133784"/>
                  </a:lnTo>
                  <a:lnTo>
                    <a:pt x="162654" y="128584"/>
                  </a:lnTo>
                  <a:lnTo>
                    <a:pt x="161342" y="123424"/>
                  </a:lnTo>
                  <a:lnTo>
                    <a:pt x="159867" y="118307"/>
                  </a:lnTo>
                  <a:lnTo>
                    <a:pt x="158230" y="113240"/>
                  </a:lnTo>
                  <a:lnTo>
                    <a:pt x="156432" y="108228"/>
                  </a:lnTo>
                  <a:lnTo>
                    <a:pt x="154476" y="103276"/>
                  </a:lnTo>
                  <a:lnTo>
                    <a:pt x="152362" y="98388"/>
                  </a:lnTo>
                  <a:lnTo>
                    <a:pt x="150095" y="93570"/>
                  </a:lnTo>
                  <a:lnTo>
                    <a:pt x="147674" y="88827"/>
                  </a:lnTo>
                  <a:lnTo>
                    <a:pt x="145104" y="84164"/>
                  </a:lnTo>
                  <a:lnTo>
                    <a:pt x="142387" y="79584"/>
                  </a:lnTo>
                  <a:lnTo>
                    <a:pt x="139526" y="75094"/>
                  </a:lnTo>
                  <a:lnTo>
                    <a:pt x="136522" y="70697"/>
                  </a:lnTo>
                  <a:lnTo>
                    <a:pt x="133381" y="66398"/>
                  </a:lnTo>
                  <a:lnTo>
                    <a:pt x="130103" y="62201"/>
                  </a:lnTo>
                  <a:lnTo>
                    <a:pt x="126694" y="58110"/>
                  </a:lnTo>
                  <a:lnTo>
                    <a:pt x="123157" y="54130"/>
                  </a:lnTo>
                  <a:lnTo>
                    <a:pt x="119494" y="50265"/>
                  </a:lnTo>
                  <a:lnTo>
                    <a:pt x="115710" y="46519"/>
                  </a:lnTo>
                  <a:lnTo>
                    <a:pt x="111809" y="42895"/>
                  </a:lnTo>
                  <a:lnTo>
                    <a:pt x="107794" y="39397"/>
                  </a:lnTo>
                  <a:lnTo>
                    <a:pt x="103670" y="36028"/>
                  </a:lnTo>
                  <a:lnTo>
                    <a:pt x="99441" y="32793"/>
                  </a:lnTo>
                  <a:lnTo>
                    <a:pt x="95111" y="29694"/>
                  </a:lnTo>
                  <a:lnTo>
                    <a:pt x="90684" y="26735"/>
                  </a:lnTo>
                  <a:lnTo>
                    <a:pt x="86165" y="23918"/>
                  </a:lnTo>
                  <a:lnTo>
                    <a:pt x="81559" y="21246"/>
                  </a:lnTo>
                  <a:lnTo>
                    <a:pt x="76870" y="18722"/>
                  </a:lnTo>
                  <a:lnTo>
                    <a:pt x="72104" y="16349"/>
                  </a:lnTo>
                  <a:lnTo>
                    <a:pt x="67264" y="14129"/>
                  </a:lnTo>
                  <a:lnTo>
                    <a:pt x="62355" y="12065"/>
                  </a:lnTo>
                  <a:lnTo>
                    <a:pt x="57384" y="10157"/>
                  </a:lnTo>
                  <a:lnTo>
                    <a:pt x="52354" y="8409"/>
                  </a:lnTo>
                  <a:lnTo>
                    <a:pt x="47271" y="6823"/>
                  </a:lnTo>
                  <a:lnTo>
                    <a:pt x="42140" y="5398"/>
                  </a:lnTo>
                  <a:lnTo>
                    <a:pt x="36967" y="4138"/>
                  </a:lnTo>
                  <a:lnTo>
                    <a:pt x="31756" y="3044"/>
                  </a:lnTo>
                  <a:lnTo>
                    <a:pt x="26512" y="2115"/>
                  </a:lnTo>
                  <a:lnTo>
                    <a:pt x="21242" y="1355"/>
                  </a:lnTo>
                  <a:lnTo>
                    <a:pt x="15950" y="762"/>
                  </a:lnTo>
                  <a:lnTo>
                    <a:pt x="10642" y="339"/>
                  </a:lnTo>
                  <a:lnTo>
                    <a:pt x="5324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3080" y="1681503"/>
              <a:ext cx="50154" cy="167167"/>
            </a:xfrm>
            <a:custGeom>
              <a:avLst/>
              <a:pathLst>
                <a:path w="50154" h="167167">
                  <a:moveTo>
                    <a:pt x="50154" y="0"/>
                  </a:moveTo>
                  <a:lnTo>
                    <a:pt x="43788" y="121"/>
                  </a:lnTo>
                  <a:lnTo>
                    <a:pt x="37431" y="484"/>
                  </a:lnTo>
                  <a:lnTo>
                    <a:pt x="31093" y="1090"/>
                  </a:lnTo>
                  <a:lnTo>
                    <a:pt x="24783" y="1936"/>
                  </a:lnTo>
                  <a:lnTo>
                    <a:pt x="18509" y="3022"/>
                  </a:lnTo>
                  <a:lnTo>
                    <a:pt x="12281" y="4346"/>
                  </a:lnTo>
                  <a:lnTo>
                    <a:pt x="6108" y="5906"/>
                  </a:lnTo>
                  <a:lnTo>
                    <a:pt x="0" y="7701"/>
                  </a:lnTo>
                  <a:lnTo>
                    <a:pt x="5015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3080" y="168920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256067" y="1689204"/>
              <a:ext cx="334326" cy="326624"/>
            </a:xfrm>
            <a:custGeom>
              <a:avLst/>
              <a:pathLst>
                <a:path w="334326" h="326624">
                  <a:moveTo>
                    <a:pt x="117013" y="0"/>
                  </a:moveTo>
                  <a:lnTo>
                    <a:pt x="111994" y="1666"/>
                  </a:lnTo>
                  <a:lnTo>
                    <a:pt x="107030" y="3490"/>
                  </a:lnTo>
                  <a:lnTo>
                    <a:pt x="102126" y="5470"/>
                  </a:lnTo>
                  <a:lnTo>
                    <a:pt x="97288" y="7605"/>
                  </a:lnTo>
                  <a:lnTo>
                    <a:pt x="92519" y="9891"/>
                  </a:lnTo>
                  <a:lnTo>
                    <a:pt x="87825" y="12327"/>
                  </a:lnTo>
                  <a:lnTo>
                    <a:pt x="83211" y="14910"/>
                  </a:lnTo>
                  <a:lnTo>
                    <a:pt x="78680" y="17638"/>
                  </a:lnTo>
                  <a:lnTo>
                    <a:pt x="74238" y="20508"/>
                  </a:lnTo>
                  <a:lnTo>
                    <a:pt x="69889" y="23517"/>
                  </a:lnTo>
                  <a:lnTo>
                    <a:pt x="65638" y="26662"/>
                  </a:lnTo>
                  <a:lnTo>
                    <a:pt x="61488" y="29940"/>
                  </a:lnTo>
                  <a:lnTo>
                    <a:pt x="57444" y="33348"/>
                  </a:lnTo>
                  <a:lnTo>
                    <a:pt x="53509" y="36882"/>
                  </a:lnTo>
                  <a:lnTo>
                    <a:pt x="49689" y="40538"/>
                  </a:lnTo>
                  <a:lnTo>
                    <a:pt x="45986" y="44314"/>
                  </a:lnTo>
                  <a:lnTo>
                    <a:pt x="42404" y="48204"/>
                  </a:lnTo>
                  <a:lnTo>
                    <a:pt x="38947" y="52206"/>
                  </a:lnTo>
                  <a:lnTo>
                    <a:pt x="35618" y="56316"/>
                  </a:lnTo>
                  <a:lnTo>
                    <a:pt x="32421" y="60529"/>
                  </a:lnTo>
                  <a:lnTo>
                    <a:pt x="29359" y="64840"/>
                  </a:lnTo>
                  <a:lnTo>
                    <a:pt x="26435" y="69247"/>
                  </a:lnTo>
                  <a:lnTo>
                    <a:pt x="23652" y="73743"/>
                  </a:lnTo>
                  <a:lnTo>
                    <a:pt x="21012" y="78326"/>
                  </a:lnTo>
                  <a:lnTo>
                    <a:pt x="18519" y="82990"/>
                  </a:lnTo>
                  <a:lnTo>
                    <a:pt x="16174" y="87730"/>
                  </a:lnTo>
                  <a:lnTo>
                    <a:pt x="13980" y="92542"/>
                  </a:lnTo>
                  <a:lnTo>
                    <a:pt x="11940" y="97421"/>
                  </a:lnTo>
                  <a:lnTo>
                    <a:pt x="10055" y="102362"/>
                  </a:lnTo>
                  <a:lnTo>
                    <a:pt x="8328" y="107360"/>
                  </a:lnTo>
                  <a:lnTo>
                    <a:pt x="6759" y="112410"/>
                  </a:lnTo>
                  <a:lnTo>
                    <a:pt x="5351" y="117508"/>
                  </a:lnTo>
                  <a:lnTo>
                    <a:pt x="4104" y="122647"/>
                  </a:lnTo>
                  <a:lnTo>
                    <a:pt x="3021" y="127824"/>
                  </a:lnTo>
                  <a:lnTo>
                    <a:pt x="2103" y="133032"/>
                  </a:lnTo>
                  <a:lnTo>
                    <a:pt x="1349" y="138266"/>
                  </a:lnTo>
                  <a:lnTo>
                    <a:pt x="762" y="143522"/>
                  </a:lnTo>
                  <a:lnTo>
                    <a:pt x="340" y="148793"/>
                  </a:lnTo>
                  <a:lnTo>
                    <a:pt x="86" y="154076"/>
                  </a:lnTo>
                  <a:lnTo>
                    <a:pt x="0" y="159363"/>
                  </a:lnTo>
                  <a:lnTo>
                    <a:pt x="80" y="164651"/>
                  </a:lnTo>
                  <a:lnTo>
                    <a:pt x="328" y="169934"/>
                  </a:lnTo>
                  <a:lnTo>
                    <a:pt x="742" y="175206"/>
                  </a:lnTo>
                  <a:lnTo>
                    <a:pt x="1323" y="180462"/>
                  </a:lnTo>
                  <a:lnTo>
                    <a:pt x="2070" y="185698"/>
                  </a:lnTo>
                  <a:lnTo>
                    <a:pt x="2983" y="190907"/>
                  </a:lnTo>
                  <a:lnTo>
                    <a:pt x="4059" y="196084"/>
                  </a:lnTo>
                  <a:lnTo>
                    <a:pt x="5299" y="201225"/>
                  </a:lnTo>
                  <a:lnTo>
                    <a:pt x="6701" y="206324"/>
                  </a:lnTo>
                  <a:lnTo>
                    <a:pt x="8264" y="211377"/>
                  </a:lnTo>
                  <a:lnTo>
                    <a:pt x="9985" y="216377"/>
                  </a:lnTo>
                  <a:lnTo>
                    <a:pt x="11864" y="221321"/>
                  </a:lnTo>
                  <a:lnTo>
                    <a:pt x="13898" y="226202"/>
                  </a:lnTo>
                  <a:lnTo>
                    <a:pt x="16086" y="231017"/>
                  </a:lnTo>
                  <a:lnTo>
                    <a:pt x="18425" y="235760"/>
                  </a:lnTo>
                  <a:lnTo>
                    <a:pt x="20913" y="240427"/>
                  </a:lnTo>
                  <a:lnTo>
                    <a:pt x="23547" y="245012"/>
                  </a:lnTo>
                  <a:lnTo>
                    <a:pt x="26325" y="249512"/>
                  </a:lnTo>
                  <a:lnTo>
                    <a:pt x="29243" y="253922"/>
                  </a:lnTo>
                  <a:lnTo>
                    <a:pt x="32300" y="258238"/>
                  </a:lnTo>
                  <a:lnTo>
                    <a:pt x="35492" y="262454"/>
                  </a:lnTo>
                  <a:lnTo>
                    <a:pt x="38815" y="266568"/>
                  </a:lnTo>
                  <a:lnTo>
                    <a:pt x="42267" y="270574"/>
                  </a:lnTo>
                  <a:lnTo>
                    <a:pt x="45844" y="274469"/>
                  </a:lnTo>
                  <a:lnTo>
                    <a:pt x="49543" y="278249"/>
                  </a:lnTo>
                  <a:lnTo>
                    <a:pt x="53359" y="281911"/>
                  </a:lnTo>
                  <a:lnTo>
                    <a:pt x="57289" y="285449"/>
                  </a:lnTo>
                  <a:lnTo>
                    <a:pt x="61329" y="288862"/>
                  </a:lnTo>
                  <a:lnTo>
                    <a:pt x="65475" y="292145"/>
                  </a:lnTo>
                  <a:lnTo>
                    <a:pt x="69723" y="295295"/>
                  </a:lnTo>
                  <a:lnTo>
                    <a:pt x="74068" y="298309"/>
                  </a:lnTo>
                  <a:lnTo>
                    <a:pt x="78506" y="301185"/>
                  </a:lnTo>
                  <a:lnTo>
                    <a:pt x="83033" y="303918"/>
                  </a:lnTo>
                  <a:lnTo>
                    <a:pt x="87645" y="306507"/>
                  </a:lnTo>
                  <a:lnTo>
                    <a:pt x="92336" y="308949"/>
                  </a:lnTo>
                  <a:lnTo>
                    <a:pt x="97102" y="311241"/>
                  </a:lnTo>
                  <a:lnTo>
                    <a:pt x="101937" y="313382"/>
                  </a:lnTo>
                  <a:lnTo>
                    <a:pt x="106839" y="315368"/>
                  </a:lnTo>
                  <a:lnTo>
                    <a:pt x="111800" y="317198"/>
                  </a:lnTo>
                  <a:lnTo>
                    <a:pt x="116817" y="318871"/>
                  </a:lnTo>
                  <a:lnTo>
                    <a:pt x="121885" y="320383"/>
                  </a:lnTo>
                  <a:lnTo>
                    <a:pt x="126997" y="321735"/>
                  </a:lnTo>
                  <a:lnTo>
                    <a:pt x="132150" y="322925"/>
                  </a:lnTo>
                  <a:lnTo>
                    <a:pt x="137338" y="323950"/>
                  </a:lnTo>
                  <a:lnTo>
                    <a:pt x="142556" y="324812"/>
                  </a:lnTo>
                  <a:lnTo>
                    <a:pt x="147798" y="325507"/>
                  </a:lnTo>
                  <a:lnTo>
                    <a:pt x="153060" y="326037"/>
                  </a:lnTo>
                  <a:lnTo>
                    <a:pt x="158336" y="326400"/>
                  </a:lnTo>
                  <a:lnTo>
                    <a:pt x="163621" y="326596"/>
                  </a:lnTo>
                  <a:lnTo>
                    <a:pt x="168909" y="326624"/>
                  </a:lnTo>
                  <a:lnTo>
                    <a:pt x="174196" y="326485"/>
                  </a:lnTo>
                  <a:lnTo>
                    <a:pt x="179475" y="326180"/>
                  </a:lnTo>
                  <a:lnTo>
                    <a:pt x="184743" y="325707"/>
                  </a:lnTo>
                  <a:lnTo>
                    <a:pt x="189992" y="325068"/>
                  </a:lnTo>
                  <a:lnTo>
                    <a:pt x="195219" y="324263"/>
                  </a:lnTo>
                  <a:lnTo>
                    <a:pt x="200418" y="323293"/>
                  </a:lnTo>
                  <a:lnTo>
                    <a:pt x="205583" y="322159"/>
                  </a:lnTo>
                  <a:lnTo>
                    <a:pt x="210710" y="320863"/>
                  </a:lnTo>
                  <a:lnTo>
                    <a:pt x="215794" y="319405"/>
                  </a:lnTo>
                  <a:lnTo>
                    <a:pt x="220828" y="317786"/>
                  </a:lnTo>
                  <a:lnTo>
                    <a:pt x="225809" y="316010"/>
                  </a:lnTo>
                  <a:lnTo>
                    <a:pt x="230732" y="314077"/>
                  </a:lnTo>
                  <a:lnTo>
                    <a:pt x="235590" y="311989"/>
                  </a:lnTo>
                  <a:lnTo>
                    <a:pt x="240381" y="309748"/>
                  </a:lnTo>
                  <a:lnTo>
                    <a:pt x="245098" y="307357"/>
                  </a:lnTo>
                  <a:lnTo>
                    <a:pt x="249737" y="304818"/>
                  </a:lnTo>
                  <a:lnTo>
                    <a:pt x="254293" y="302133"/>
                  </a:lnTo>
                  <a:lnTo>
                    <a:pt x="258762" y="299306"/>
                  </a:lnTo>
                  <a:lnTo>
                    <a:pt x="263140" y="296339"/>
                  </a:lnTo>
                  <a:lnTo>
                    <a:pt x="267421" y="293234"/>
                  </a:lnTo>
                  <a:lnTo>
                    <a:pt x="271602" y="289996"/>
                  </a:lnTo>
                  <a:lnTo>
                    <a:pt x="275679" y="286628"/>
                  </a:lnTo>
                  <a:lnTo>
                    <a:pt x="279647" y="283132"/>
                  </a:lnTo>
                  <a:lnTo>
                    <a:pt x="283502" y="279512"/>
                  </a:lnTo>
                  <a:lnTo>
                    <a:pt x="287241" y="275772"/>
                  </a:lnTo>
                  <a:lnTo>
                    <a:pt x="290860" y="271916"/>
                  </a:lnTo>
                  <a:lnTo>
                    <a:pt x="294355" y="267947"/>
                  </a:lnTo>
                  <a:lnTo>
                    <a:pt x="297723" y="263869"/>
                  </a:lnTo>
                  <a:lnTo>
                    <a:pt x="300960" y="259687"/>
                  </a:lnTo>
                  <a:lnTo>
                    <a:pt x="304063" y="255405"/>
                  </a:lnTo>
                  <a:lnTo>
                    <a:pt x="307029" y="251027"/>
                  </a:lnTo>
                  <a:lnTo>
                    <a:pt x="309856" y="246557"/>
                  </a:lnTo>
                  <a:lnTo>
                    <a:pt x="312539" y="242000"/>
                  </a:lnTo>
                  <a:lnTo>
                    <a:pt x="315077" y="237360"/>
                  </a:lnTo>
                  <a:lnTo>
                    <a:pt x="317467" y="232643"/>
                  </a:lnTo>
                  <a:lnTo>
                    <a:pt x="319706" y="227852"/>
                  </a:lnTo>
                  <a:lnTo>
                    <a:pt x="321793" y="222993"/>
                  </a:lnTo>
                  <a:lnTo>
                    <a:pt x="323725" y="218070"/>
                  </a:lnTo>
                  <a:lnTo>
                    <a:pt x="325501" y="213088"/>
                  </a:lnTo>
                  <a:lnTo>
                    <a:pt x="327118" y="208053"/>
                  </a:lnTo>
                  <a:lnTo>
                    <a:pt x="328574" y="202970"/>
                  </a:lnTo>
                  <a:lnTo>
                    <a:pt x="329870" y="197842"/>
                  </a:lnTo>
                  <a:lnTo>
                    <a:pt x="331002" y="192676"/>
                  </a:lnTo>
                  <a:lnTo>
                    <a:pt x="331971" y="187478"/>
                  </a:lnTo>
                  <a:lnTo>
                    <a:pt x="332774" y="182251"/>
                  </a:lnTo>
                  <a:lnTo>
                    <a:pt x="333412" y="177001"/>
                  </a:lnTo>
                  <a:lnTo>
                    <a:pt x="333884" y="171733"/>
                  </a:lnTo>
                  <a:lnTo>
                    <a:pt x="334188" y="166454"/>
                  </a:lnTo>
                  <a:lnTo>
                    <a:pt x="334326" y="161167"/>
                  </a:lnTo>
                  <a:lnTo>
                    <a:pt x="334296" y="155879"/>
                  </a:lnTo>
                  <a:lnTo>
                    <a:pt x="334099" y="150594"/>
                  </a:lnTo>
                  <a:lnTo>
                    <a:pt x="333735" y="145318"/>
                  </a:lnTo>
                  <a:lnTo>
                    <a:pt x="333204" y="140057"/>
                  </a:lnTo>
                  <a:lnTo>
                    <a:pt x="332507" y="134814"/>
                  </a:lnTo>
                  <a:lnTo>
                    <a:pt x="331644" y="129597"/>
                  </a:lnTo>
                  <a:lnTo>
                    <a:pt x="330617" y="124409"/>
                  </a:lnTo>
                  <a:lnTo>
                    <a:pt x="329426" y="119256"/>
                  </a:lnTo>
                  <a:lnTo>
                    <a:pt x="328073" y="114144"/>
                  </a:lnTo>
                  <a:lnTo>
                    <a:pt x="326559" y="109077"/>
                  </a:lnTo>
                  <a:lnTo>
                    <a:pt x="324886" y="104060"/>
                  </a:lnTo>
                  <a:lnTo>
                    <a:pt x="323054" y="99099"/>
                  </a:lnTo>
                  <a:lnTo>
                    <a:pt x="321067" y="94199"/>
                  </a:lnTo>
                  <a:lnTo>
                    <a:pt x="318925" y="89363"/>
                  </a:lnTo>
                  <a:lnTo>
                    <a:pt x="316632" y="84598"/>
                  </a:lnTo>
                  <a:lnTo>
                    <a:pt x="314189" y="79908"/>
                  </a:lnTo>
                  <a:lnTo>
                    <a:pt x="311599" y="75297"/>
                  </a:lnTo>
                  <a:lnTo>
                    <a:pt x="308864" y="70771"/>
                  </a:lnTo>
                  <a:lnTo>
                    <a:pt x="305988" y="66333"/>
                  </a:lnTo>
                  <a:lnTo>
                    <a:pt x="302972" y="61988"/>
                  </a:lnTo>
                  <a:lnTo>
                    <a:pt x="299821" y="57741"/>
                  </a:lnTo>
                  <a:lnTo>
                    <a:pt x="296537" y="53596"/>
                  </a:lnTo>
                  <a:lnTo>
                    <a:pt x="293123" y="49557"/>
                  </a:lnTo>
                  <a:lnTo>
                    <a:pt x="289584" y="45628"/>
                  </a:lnTo>
                  <a:lnTo>
                    <a:pt x="285922" y="41813"/>
                  </a:lnTo>
                  <a:lnTo>
                    <a:pt x="282141" y="38115"/>
                  </a:lnTo>
                  <a:lnTo>
                    <a:pt x="278245" y="34539"/>
                  </a:lnTo>
                  <a:lnTo>
                    <a:pt x="274237" y="31088"/>
                  </a:lnTo>
                  <a:lnTo>
                    <a:pt x="270123" y="27766"/>
                  </a:lnTo>
                  <a:lnTo>
                    <a:pt x="265906" y="24575"/>
                  </a:lnTo>
                  <a:lnTo>
                    <a:pt x="261590" y="21519"/>
                  </a:lnTo>
                  <a:lnTo>
                    <a:pt x="257179" y="18601"/>
                  </a:lnTo>
                  <a:lnTo>
                    <a:pt x="252678" y="15825"/>
                  </a:lnTo>
                  <a:lnTo>
                    <a:pt x="248092" y="13192"/>
                  </a:lnTo>
                  <a:lnTo>
                    <a:pt x="243424" y="10705"/>
                  </a:lnTo>
                  <a:lnTo>
                    <a:pt x="238681" y="8367"/>
                  </a:lnTo>
                  <a:lnTo>
                    <a:pt x="167167" y="1594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423235" y="1681503"/>
              <a:ext cx="71513" cy="167167"/>
            </a:xfrm>
            <a:custGeom>
              <a:avLst/>
              <a:pathLst>
                <a:path w="71513" h="167167">
                  <a:moveTo>
                    <a:pt x="71513" y="16069"/>
                  </a:moveTo>
                  <a:lnTo>
                    <a:pt x="66335" y="13725"/>
                  </a:lnTo>
                  <a:lnTo>
                    <a:pt x="61080" y="11558"/>
                  </a:lnTo>
                  <a:lnTo>
                    <a:pt x="55754" y="9571"/>
                  </a:lnTo>
                  <a:lnTo>
                    <a:pt x="50364" y="7767"/>
                  </a:lnTo>
                  <a:lnTo>
                    <a:pt x="44916" y="6147"/>
                  </a:lnTo>
                  <a:lnTo>
                    <a:pt x="39416" y="4713"/>
                  </a:lnTo>
                  <a:lnTo>
                    <a:pt x="33870" y="3467"/>
                  </a:lnTo>
                  <a:lnTo>
                    <a:pt x="28285" y="2410"/>
                  </a:lnTo>
                  <a:lnTo>
                    <a:pt x="22667" y="1543"/>
                  </a:lnTo>
                  <a:lnTo>
                    <a:pt x="17023" y="869"/>
                  </a:lnTo>
                  <a:lnTo>
                    <a:pt x="11360" y="386"/>
                  </a:lnTo>
                  <a:lnTo>
                    <a:pt x="568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853879" y="1322571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5" y="83"/>
                  </a:lnTo>
                  <a:lnTo>
                    <a:pt x="156597" y="333"/>
                  </a:lnTo>
                  <a:lnTo>
                    <a:pt x="151329" y="751"/>
                  </a:lnTo>
                  <a:lnTo>
                    <a:pt x="146078" y="1334"/>
                  </a:lnTo>
                  <a:lnTo>
                    <a:pt x="140847" y="2083"/>
                  </a:lnTo>
                  <a:lnTo>
                    <a:pt x="135642" y="2997"/>
                  </a:lnTo>
                  <a:lnTo>
                    <a:pt x="130469" y="4076"/>
                  </a:lnTo>
                  <a:lnTo>
                    <a:pt x="125333" y="5317"/>
                  </a:lnTo>
                  <a:lnTo>
                    <a:pt x="120238" y="6719"/>
                  </a:lnTo>
                  <a:lnTo>
                    <a:pt x="115190" y="8283"/>
                  </a:lnTo>
                  <a:lnTo>
                    <a:pt x="110195" y="10005"/>
                  </a:lnTo>
                  <a:lnTo>
                    <a:pt x="105256" y="11884"/>
                  </a:lnTo>
                  <a:lnTo>
                    <a:pt x="100379" y="13918"/>
                  </a:lnTo>
                  <a:lnTo>
                    <a:pt x="95568" y="16105"/>
                  </a:lnTo>
                  <a:lnTo>
                    <a:pt x="90830" y="18443"/>
                  </a:lnTo>
                  <a:lnTo>
                    <a:pt x="86167" y="20930"/>
                  </a:lnTo>
                  <a:lnTo>
                    <a:pt x="81586" y="23563"/>
                  </a:lnTo>
                  <a:lnTo>
                    <a:pt x="77090" y="26339"/>
                  </a:lnTo>
                  <a:lnTo>
                    <a:pt x="72684" y="29256"/>
                  </a:lnTo>
                  <a:lnTo>
                    <a:pt x="68372" y="32311"/>
                  </a:lnTo>
                  <a:lnTo>
                    <a:pt x="64159" y="35501"/>
                  </a:lnTo>
                  <a:lnTo>
                    <a:pt x="60049" y="38822"/>
                  </a:lnTo>
                  <a:lnTo>
                    <a:pt x="56046" y="42272"/>
                  </a:lnTo>
                  <a:lnTo>
                    <a:pt x="52154" y="45846"/>
                  </a:lnTo>
                  <a:lnTo>
                    <a:pt x="48377" y="49541"/>
                  </a:lnTo>
                  <a:lnTo>
                    <a:pt x="44719" y="53354"/>
                  </a:lnTo>
                  <a:lnTo>
                    <a:pt x="41183" y="57281"/>
                  </a:lnTo>
                  <a:lnTo>
                    <a:pt x="37772" y="61318"/>
                  </a:lnTo>
                  <a:lnTo>
                    <a:pt x="34491" y="65460"/>
                  </a:lnTo>
                  <a:lnTo>
                    <a:pt x="31343" y="69704"/>
                  </a:lnTo>
                  <a:lnTo>
                    <a:pt x="28331" y="74045"/>
                  </a:lnTo>
                  <a:lnTo>
                    <a:pt x="25457" y="78480"/>
                  </a:lnTo>
                  <a:lnTo>
                    <a:pt x="22724" y="83003"/>
                  </a:lnTo>
                  <a:lnTo>
                    <a:pt x="20136" y="87610"/>
                  </a:lnTo>
                  <a:lnTo>
                    <a:pt x="17695" y="92296"/>
                  </a:lnTo>
                  <a:lnTo>
                    <a:pt x="15404" y="97058"/>
                  </a:lnTo>
                  <a:lnTo>
                    <a:pt x="13264" y="101889"/>
                  </a:lnTo>
                  <a:lnTo>
                    <a:pt x="11277" y="106786"/>
                  </a:lnTo>
                  <a:lnTo>
                    <a:pt x="9447" y="111743"/>
                  </a:lnTo>
                  <a:lnTo>
                    <a:pt x="7774" y="116755"/>
                  </a:lnTo>
                  <a:lnTo>
                    <a:pt x="6260" y="121818"/>
                  </a:lnTo>
                  <a:lnTo>
                    <a:pt x="4907" y="126926"/>
                  </a:lnTo>
                  <a:lnTo>
                    <a:pt x="3716" y="132074"/>
                  </a:lnTo>
                  <a:lnTo>
                    <a:pt x="2689" y="137258"/>
                  </a:lnTo>
                  <a:lnTo>
                    <a:pt x="1826" y="142471"/>
                  </a:lnTo>
                  <a:lnTo>
                    <a:pt x="1128" y="147709"/>
                  </a:lnTo>
                  <a:lnTo>
                    <a:pt x="596" y="152966"/>
                  </a:lnTo>
                  <a:lnTo>
                    <a:pt x="230" y="158238"/>
                  </a:lnTo>
                  <a:lnTo>
                    <a:pt x="31" y="163518"/>
                  </a:lnTo>
                  <a:lnTo>
                    <a:pt x="0" y="168802"/>
                  </a:lnTo>
                  <a:lnTo>
                    <a:pt x="135" y="174085"/>
                  </a:lnTo>
                  <a:lnTo>
                    <a:pt x="437" y="179360"/>
                  </a:lnTo>
                  <a:lnTo>
                    <a:pt x="905" y="184624"/>
                  </a:lnTo>
                  <a:lnTo>
                    <a:pt x="1540" y="189870"/>
                  </a:lnTo>
                  <a:lnTo>
                    <a:pt x="2341" y="195093"/>
                  </a:lnTo>
                  <a:lnTo>
                    <a:pt x="3306" y="200288"/>
                  </a:lnTo>
                  <a:lnTo>
                    <a:pt x="4434" y="205451"/>
                  </a:lnTo>
                  <a:lnTo>
                    <a:pt x="5726" y="210575"/>
                  </a:lnTo>
                  <a:lnTo>
                    <a:pt x="7178" y="215655"/>
                  </a:lnTo>
                  <a:lnTo>
                    <a:pt x="8791" y="220687"/>
                  </a:lnTo>
                  <a:lnTo>
                    <a:pt x="10561" y="225666"/>
                  </a:lnTo>
                  <a:lnTo>
                    <a:pt x="12489" y="230586"/>
                  </a:lnTo>
                  <a:lnTo>
                    <a:pt x="14570" y="235443"/>
                  </a:lnTo>
                  <a:lnTo>
                    <a:pt x="16804" y="240232"/>
                  </a:lnTo>
                  <a:lnTo>
                    <a:pt x="19189" y="244948"/>
                  </a:lnTo>
                  <a:lnTo>
                    <a:pt x="21721" y="249585"/>
                  </a:lnTo>
                  <a:lnTo>
                    <a:pt x="24399" y="254141"/>
                  </a:lnTo>
                  <a:lnTo>
                    <a:pt x="27219" y="258610"/>
                  </a:lnTo>
                  <a:lnTo>
                    <a:pt x="30179" y="262987"/>
                  </a:lnTo>
                  <a:lnTo>
                    <a:pt x="33276" y="267269"/>
                  </a:lnTo>
                  <a:lnTo>
                    <a:pt x="36507" y="271450"/>
                  </a:lnTo>
                  <a:lnTo>
                    <a:pt x="39868" y="275527"/>
                  </a:lnTo>
                  <a:lnTo>
                    <a:pt x="43357" y="279497"/>
                  </a:lnTo>
                  <a:lnTo>
                    <a:pt x="46969" y="283353"/>
                  </a:lnTo>
                  <a:lnTo>
                    <a:pt x="50701" y="287094"/>
                  </a:lnTo>
                  <a:lnTo>
                    <a:pt x="54550" y="290715"/>
                  </a:lnTo>
                  <a:lnTo>
                    <a:pt x="58511" y="294212"/>
                  </a:lnTo>
                  <a:lnTo>
                    <a:pt x="62581" y="297583"/>
                  </a:lnTo>
                  <a:lnTo>
                    <a:pt x="66755" y="300823"/>
                  </a:lnTo>
                  <a:lnTo>
                    <a:pt x="71029" y="303930"/>
                  </a:lnTo>
                  <a:lnTo>
                    <a:pt x="75400" y="306900"/>
                  </a:lnTo>
                  <a:lnTo>
                    <a:pt x="79862" y="309730"/>
                  </a:lnTo>
                  <a:lnTo>
                    <a:pt x="84412" y="312418"/>
                  </a:lnTo>
                  <a:lnTo>
                    <a:pt x="89044" y="314961"/>
                  </a:lnTo>
                  <a:lnTo>
                    <a:pt x="93754" y="317356"/>
                  </a:lnTo>
                  <a:lnTo>
                    <a:pt x="98538" y="319601"/>
                  </a:lnTo>
                  <a:lnTo>
                    <a:pt x="103390" y="321694"/>
                  </a:lnTo>
                  <a:lnTo>
                    <a:pt x="108306" y="323632"/>
                  </a:lnTo>
                  <a:lnTo>
                    <a:pt x="113280" y="325414"/>
                  </a:lnTo>
                  <a:lnTo>
                    <a:pt x="118309" y="327038"/>
                  </a:lnTo>
                  <a:lnTo>
                    <a:pt x="123386" y="328502"/>
                  </a:lnTo>
                  <a:lnTo>
                    <a:pt x="128507" y="329805"/>
                  </a:lnTo>
                  <a:lnTo>
                    <a:pt x="133667" y="330945"/>
                  </a:lnTo>
                  <a:lnTo>
                    <a:pt x="138860" y="331922"/>
                  </a:lnTo>
                  <a:lnTo>
                    <a:pt x="144082" y="332734"/>
                  </a:lnTo>
                  <a:lnTo>
                    <a:pt x="149326" y="333380"/>
                  </a:lnTo>
                  <a:lnTo>
                    <a:pt x="154588" y="333861"/>
                  </a:lnTo>
                  <a:lnTo>
                    <a:pt x="159863" y="334175"/>
                  </a:lnTo>
                  <a:lnTo>
                    <a:pt x="165146" y="334322"/>
                  </a:lnTo>
                  <a:lnTo>
                    <a:pt x="170430" y="334302"/>
                  </a:lnTo>
                  <a:lnTo>
                    <a:pt x="175711" y="334116"/>
                  </a:lnTo>
                  <a:lnTo>
                    <a:pt x="180983" y="333762"/>
                  </a:lnTo>
                  <a:lnTo>
                    <a:pt x="186241" y="333242"/>
                  </a:lnTo>
                  <a:lnTo>
                    <a:pt x="191481" y="332556"/>
                  </a:lnTo>
                  <a:lnTo>
                    <a:pt x="196696" y="331704"/>
                  </a:lnTo>
                  <a:lnTo>
                    <a:pt x="201882" y="330688"/>
                  </a:lnTo>
                  <a:lnTo>
                    <a:pt x="207033" y="329509"/>
                  </a:lnTo>
                  <a:lnTo>
                    <a:pt x="212144" y="328168"/>
                  </a:lnTo>
                  <a:lnTo>
                    <a:pt x="217210" y="326666"/>
                  </a:lnTo>
                  <a:lnTo>
                    <a:pt x="222226" y="325004"/>
                  </a:lnTo>
                  <a:lnTo>
                    <a:pt x="227187" y="323185"/>
                  </a:lnTo>
                  <a:lnTo>
                    <a:pt x="232089" y="321209"/>
                  </a:lnTo>
                  <a:lnTo>
                    <a:pt x="236925" y="319080"/>
                  </a:lnTo>
                  <a:lnTo>
                    <a:pt x="241691" y="316799"/>
                  </a:lnTo>
                  <a:lnTo>
                    <a:pt x="246383" y="314369"/>
                  </a:lnTo>
                  <a:lnTo>
                    <a:pt x="250996" y="311791"/>
                  </a:lnTo>
                  <a:lnTo>
                    <a:pt x="255526" y="309069"/>
                  </a:lnTo>
                  <a:lnTo>
                    <a:pt x="259966" y="306206"/>
                  </a:lnTo>
                  <a:lnTo>
                    <a:pt x="264315" y="303203"/>
                  </a:lnTo>
                  <a:lnTo>
                    <a:pt x="268566" y="300064"/>
                  </a:lnTo>
                  <a:lnTo>
                    <a:pt x="272715" y="296793"/>
                  </a:lnTo>
                  <a:lnTo>
                    <a:pt x="276760" y="293392"/>
                  </a:lnTo>
                  <a:lnTo>
                    <a:pt x="280694" y="289864"/>
                  </a:lnTo>
                  <a:lnTo>
                    <a:pt x="284516" y="286215"/>
                  </a:lnTo>
                  <a:lnTo>
                    <a:pt x="288220" y="282446"/>
                  </a:lnTo>
                  <a:lnTo>
                    <a:pt x="291803" y="278562"/>
                  </a:lnTo>
                  <a:lnTo>
                    <a:pt x="295261" y="274567"/>
                  </a:lnTo>
                  <a:lnTo>
                    <a:pt x="298592" y="270464"/>
                  </a:lnTo>
                  <a:lnTo>
                    <a:pt x="301791" y="266259"/>
                  </a:lnTo>
                  <a:lnTo>
                    <a:pt x="304856" y="261954"/>
                  </a:lnTo>
                  <a:lnTo>
                    <a:pt x="307783" y="257555"/>
                  </a:lnTo>
                  <a:lnTo>
                    <a:pt x="310569" y="253065"/>
                  </a:lnTo>
                  <a:lnTo>
                    <a:pt x="313213" y="248489"/>
                  </a:lnTo>
                  <a:lnTo>
                    <a:pt x="315710" y="243832"/>
                  </a:lnTo>
                  <a:lnTo>
                    <a:pt x="318059" y="239099"/>
                  </a:lnTo>
                  <a:lnTo>
                    <a:pt x="320257" y="234294"/>
                  </a:lnTo>
                  <a:lnTo>
                    <a:pt x="322302" y="229421"/>
                  </a:lnTo>
                  <a:lnTo>
                    <a:pt x="324192" y="224487"/>
                  </a:lnTo>
                  <a:lnTo>
                    <a:pt x="325925" y="219495"/>
                  </a:lnTo>
                  <a:lnTo>
                    <a:pt x="327500" y="214450"/>
                  </a:lnTo>
                  <a:lnTo>
                    <a:pt x="328914" y="209359"/>
                  </a:lnTo>
                  <a:lnTo>
                    <a:pt x="330167" y="204226"/>
                  </a:lnTo>
                  <a:lnTo>
                    <a:pt x="331257" y="199055"/>
                  </a:lnTo>
                  <a:lnTo>
                    <a:pt x="332183" y="193852"/>
                  </a:lnTo>
                  <a:lnTo>
                    <a:pt x="332944" y="188623"/>
                  </a:lnTo>
                  <a:lnTo>
                    <a:pt x="333539" y="183373"/>
                  </a:lnTo>
                  <a:lnTo>
                    <a:pt x="333968" y="178106"/>
                  </a:lnTo>
                  <a:lnTo>
                    <a:pt x="334230" y="172828"/>
                  </a:lnTo>
                  <a:lnTo>
                    <a:pt x="334326" y="167545"/>
                  </a:lnTo>
                  <a:lnTo>
                    <a:pt x="334254" y="162261"/>
                  </a:lnTo>
                  <a:lnTo>
                    <a:pt x="334016" y="156982"/>
                  </a:lnTo>
                  <a:lnTo>
                    <a:pt x="333611" y="151714"/>
                  </a:lnTo>
                  <a:lnTo>
                    <a:pt x="333039" y="146461"/>
                  </a:lnTo>
                  <a:lnTo>
                    <a:pt x="332302" y="141228"/>
                  </a:lnTo>
                  <a:lnTo>
                    <a:pt x="331399" y="136021"/>
                  </a:lnTo>
                  <a:lnTo>
                    <a:pt x="330333" y="130846"/>
                  </a:lnTo>
                  <a:lnTo>
                    <a:pt x="329103" y="125707"/>
                  </a:lnTo>
                  <a:lnTo>
                    <a:pt x="327712" y="120609"/>
                  </a:lnTo>
                  <a:lnTo>
                    <a:pt x="326160" y="115558"/>
                  </a:lnTo>
                  <a:lnTo>
                    <a:pt x="324450" y="110558"/>
                  </a:lnTo>
                  <a:lnTo>
                    <a:pt x="322582" y="105615"/>
                  </a:lnTo>
                  <a:lnTo>
                    <a:pt x="320559" y="100733"/>
                  </a:lnTo>
                  <a:lnTo>
                    <a:pt x="318383" y="95918"/>
                  </a:lnTo>
                  <a:lnTo>
                    <a:pt x="316055" y="91174"/>
                  </a:lnTo>
                  <a:lnTo>
                    <a:pt x="313579" y="86506"/>
                  </a:lnTo>
                  <a:lnTo>
                    <a:pt x="310956" y="81919"/>
                  </a:lnTo>
                  <a:lnTo>
                    <a:pt x="308190" y="77416"/>
                  </a:lnTo>
                  <a:lnTo>
                    <a:pt x="305283" y="73004"/>
                  </a:lnTo>
                  <a:lnTo>
                    <a:pt x="302238" y="68685"/>
                  </a:lnTo>
                  <a:lnTo>
                    <a:pt x="299058" y="64465"/>
                  </a:lnTo>
                  <a:lnTo>
                    <a:pt x="295746" y="60347"/>
                  </a:lnTo>
                  <a:lnTo>
                    <a:pt x="292305" y="56337"/>
                  </a:lnTo>
                  <a:lnTo>
                    <a:pt x="288740" y="52437"/>
                  </a:lnTo>
                  <a:lnTo>
                    <a:pt x="285053" y="48651"/>
                  </a:lnTo>
                  <a:lnTo>
                    <a:pt x="281248" y="44984"/>
                  </a:lnTo>
                  <a:lnTo>
                    <a:pt x="277329" y="41439"/>
                  </a:lnTo>
                  <a:lnTo>
                    <a:pt x="273301" y="38020"/>
                  </a:lnTo>
                  <a:lnTo>
                    <a:pt x="269166" y="34730"/>
                  </a:lnTo>
                  <a:lnTo>
                    <a:pt x="264929" y="31572"/>
                  </a:lnTo>
                  <a:lnTo>
                    <a:pt x="260594" y="28550"/>
                  </a:lnTo>
                  <a:lnTo>
                    <a:pt x="256166" y="25666"/>
                  </a:lnTo>
                  <a:lnTo>
                    <a:pt x="251650" y="22923"/>
                  </a:lnTo>
                  <a:lnTo>
                    <a:pt x="247048" y="20325"/>
                  </a:lnTo>
                  <a:lnTo>
                    <a:pt x="242367" y="17873"/>
                  </a:lnTo>
                  <a:lnTo>
                    <a:pt x="237611" y="15571"/>
                  </a:lnTo>
                  <a:lnTo>
                    <a:pt x="232785" y="1342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5991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5711"/>
              <a:ext cx="65625" cy="154027"/>
            </a:xfrm>
            <a:custGeom>
              <a:avLst/>
              <a:pathLst>
                <a:path w="65625" h="154027">
                  <a:moveTo>
                    <a:pt x="65625" y="280"/>
                  </a:moveTo>
                  <a:lnTo>
                    <a:pt x="64965" y="0"/>
                  </a:lnTo>
                  <a:lnTo>
                    <a:pt x="0" y="1540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64965" cy="167167"/>
            </a:xfrm>
            <a:custGeom>
              <a:avLst/>
              <a:pathLst>
                <a:path w="64965" h="167167">
                  <a:moveTo>
                    <a:pt x="64965" y="13139"/>
                  </a:moveTo>
                  <a:lnTo>
                    <a:pt x="59334" y="10884"/>
                  </a:lnTo>
                  <a:lnTo>
                    <a:pt x="53626" y="8834"/>
                  </a:lnTo>
                  <a:lnTo>
                    <a:pt x="47846" y="6993"/>
                  </a:lnTo>
                  <a:lnTo>
                    <a:pt x="42004" y="5363"/>
                  </a:lnTo>
                  <a:lnTo>
                    <a:pt x="36107" y="3946"/>
                  </a:lnTo>
                  <a:lnTo>
                    <a:pt x="30162" y="2743"/>
                  </a:lnTo>
                  <a:lnTo>
                    <a:pt x="24177" y="1757"/>
                  </a:lnTo>
                  <a:lnTo>
                    <a:pt x="18161" y="989"/>
                  </a:lnTo>
                  <a:lnTo>
                    <a:pt x="12120" y="439"/>
                  </a:lnTo>
                  <a:lnTo>
                    <a:pt x="6064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378101" y="1071028"/>
              <a:ext cx="333031" cy="334327"/>
            </a:xfrm>
            <a:custGeom>
              <a:avLst/>
              <a:pathLst>
                <a:path w="333031" h="334327">
                  <a:moveTo>
                    <a:pt x="167156" y="0"/>
                  </a:moveTo>
                  <a:lnTo>
                    <a:pt x="161868" y="83"/>
                  </a:lnTo>
                  <a:lnTo>
                    <a:pt x="156585" y="334"/>
                  </a:lnTo>
                  <a:lnTo>
                    <a:pt x="151312" y="752"/>
                  </a:lnTo>
                  <a:lnTo>
                    <a:pt x="146056" y="1337"/>
                  </a:lnTo>
                  <a:lnTo>
                    <a:pt x="140820" y="2087"/>
                  </a:lnTo>
                  <a:lnTo>
                    <a:pt x="135611" y="3003"/>
                  </a:lnTo>
                  <a:lnTo>
                    <a:pt x="130433" y="4083"/>
                  </a:lnTo>
                  <a:lnTo>
                    <a:pt x="125292" y="5326"/>
                  </a:lnTo>
                  <a:lnTo>
                    <a:pt x="120193" y="6732"/>
                  </a:lnTo>
                  <a:lnTo>
                    <a:pt x="115141" y="8298"/>
                  </a:lnTo>
                  <a:lnTo>
                    <a:pt x="110141" y="10023"/>
                  </a:lnTo>
                  <a:lnTo>
                    <a:pt x="105199" y="11905"/>
                  </a:lnTo>
                  <a:lnTo>
                    <a:pt x="100318" y="13943"/>
                  </a:lnTo>
                  <a:lnTo>
                    <a:pt x="95504" y="16134"/>
                  </a:lnTo>
                  <a:lnTo>
                    <a:pt x="90762" y="18477"/>
                  </a:lnTo>
                  <a:lnTo>
                    <a:pt x="86096" y="20968"/>
                  </a:lnTo>
                  <a:lnTo>
                    <a:pt x="81512" y="23605"/>
                  </a:lnTo>
                  <a:lnTo>
                    <a:pt x="77013" y="26387"/>
                  </a:lnTo>
                  <a:lnTo>
                    <a:pt x="72604" y="29309"/>
                  </a:lnTo>
                  <a:lnTo>
                    <a:pt x="68290" y="32369"/>
                  </a:lnTo>
                  <a:lnTo>
                    <a:pt x="64075" y="35564"/>
                  </a:lnTo>
                  <a:lnTo>
                    <a:pt x="59964" y="38891"/>
                  </a:lnTo>
                  <a:lnTo>
                    <a:pt x="55959" y="42346"/>
                  </a:lnTo>
                  <a:lnTo>
                    <a:pt x="52066" y="45927"/>
                  </a:lnTo>
                  <a:lnTo>
                    <a:pt x="48288" y="49628"/>
                  </a:lnTo>
                  <a:lnTo>
                    <a:pt x="44629" y="53448"/>
                  </a:lnTo>
                  <a:lnTo>
                    <a:pt x="41093" y="57381"/>
                  </a:lnTo>
                  <a:lnTo>
                    <a:pt x="37683" y="61424"/>
                  </a:lnTo>
                  <a:lnTo>
                    <a:pt x="34403" y="65573"/>
                  </a:lnTo>
                  <a:lnTo>
                    <a:pt x="31255" y="69823"/>
                  </a:lnTo>
                  <a:lnTo>
                    <a:pt x="28244" y="74171"/>
                  </a:lnTo>
                  <a:lnTo>
                    <a:pt x="25371" y="78612"/>
                  </a:lnTo>
                  <a:lnTo>
                    <a:pt x="22641" y="83142"/>
                  </a:lnTo>
                  <a:lnTo>
                    <a:pt x="20055" y="87756"/>
                  </a:lnTo>
                  <a:lnTo>
                    <a:pt x="17616" y="92450"/>
                  </a:lnTo>
                  <a:lnTo>
                    <a:pt x="15327" y="97218"/>
                  </a:lnTo>
                  <a:lnTo>
                    <a:pt x="13190" y="102056"/>
                  </a:lnTo>
                  <a:lnTo>
                    <a:pt x="11208" y="106959"/>
                  </a:lnTo>
                  <a:lnTo>
                    <a:pt x="9381" y="111923"/>
                  </a:lnTo>
                  <a:lnTo>
                    <a:pt x="7712" y="116942"/>
                  </a:lnTo>
                  <a:lnTo>
                    <a:pt x="6203" y="122011"/>
                  </a:lnTo>
                  <a:lnTo>
                    <a:pt x="4855" y="127126"/>
                  </a:lnTo>
                  <a:lnTo>
                    <a:pt x="3670" y="132280"/>
                  </a:lnTo>
                  <a:lnTo>
                    <a:pt x="2648" y="137470"/>
                  </a:lnTo>
                  <a:lnTo>
                    <a:pt x="1791" y="142689"/>
                  </a:lnTo>
                  <a:lnTo>
                    <a:pt x="1099" y="147933"/>
                  </a:lnTo>
                  <a:lnTo>
                    <a:pt x="574" y="153195"/>
                  </a:lnTo>
                  <a:lnTo>
                    <a:pt x="215" y="158472"/>
                  </a:lnTo>
                  <a:lnTo>
                    <a:pt x="24" y="163758"/>
                  </a:lnTo>
                  <a:lnTo>
                    <a:pt x="0" y="169047"/>
                  </a:lnTo>
                  <a:lnTo>
                    <a:pt x="143" y="174334"/>
                  </a:lnTo>
                  <a:lnTo>
                    <a:pt x="453" y="179614"/>
                  </a:lnTo>
                  <a:lnTo>
                    <a:pt x="930" y="184882"/>
                  </a:lnTo>
                  <a:lnTo>
                    <a:pt x="1574" y="190132"/>
                  </a:lnTo>
                  <a:lnTo>
                    <a:pt x="2383" y="195358"/>
                  </a:lnTo>
                  <a:lnTo>
                    <a:pt x="3358" y="200557"/>
                  </a:lnTo>
                  <a:lnTo>
                    <a:pt x="4496" y="205722"/>
                  </a:lnTo>
                  <a:lnTo>
                    <a:pt x="5797" y="210849"/>
                  </a:lnTo>
                  <a:lnTo>
                    <a:pt x="7260" y="215932"/>
                  </a:lnTo>
                  <a:lnTo>
                    <a:pt x="8882" y="220966"/>
                  </a:lnTo>
                  <a:lnTo>
                    <a:pt x="10664" y="225946"/>
                  </a:lnTo>
                  <a:lnTo>
                    <a:pt x="12601" y="230867"/>
                  </a:lnTo>
                  <a:lnTo>
                    <a:pt x="14694" y="235725"/>
                  </a:lnTo>
                  <a:lnTo>
                    <a:pt x="16939" y="240514"/>
                  </a:lnTo>
                  <a:lnTo>
                    <a:pt x="19335" y="245229"/>
                  </a:lnTo>
                  <a:lnTo>
                    <a:pt x="21878" y="249866"/>
                  </a:lnTo>
                  <a:lnTo>
                    <a:pt x="24567" y="254421"/>
                  </a:lnTo>
                  <a:lnTo>
                    <a:pt x="27399" y="258888"/>
                  </a:lnTo>
                  <a:lnTo>
                    <a:pt x="30370" y="263264"/>
                  </a:lnTo>
                  <a:lnTo>
                    <a:pt x="33479" y="267543"/>
                  </a:lnTo>
                  <a:lnTo>
                    <a:pt x="36721" y="271722"/>
                  </a:lnTo>
                  <a:lnTo>
                    <a:pt x="40094" y="275796"/>
                  </a:lnTo>
                  <a:lnTo>
                    <a:pt x="43594" y="279761"/>
                  </a:lnTo>
                  <a:lnTo>
                    <a:pt x="47218" y="283613"/>
                  </a:lnTo>
                  <a:lnTo>
                    <a:pt x="50962" y="287350"/>
                  </a:lnTo>
                  <a:lnTo>
                    <a:pt x="54822" y="290965"/>
                  </a:lnTo>
                  <a:lnTo>
                    <a:pt x="58795" y="294457"/>
                  </a:lnTo>
                  <a:lnTo>
                    <a:pt x="62876" y="297821"/>
                  </a:lnTo>
                  <a:lnTo>
                    <a:pt x="67062" y="301055"/>
                  </a:lnTo>
                  <a:lnTo>
                    <a:pt x="71347" y="304155"/>
                  </a:lnTo>
                  <a:lnTo>
                    <a:pt x="75729" y="307117"/>
                  </a:lnTo>
                  <a:lnTo>
                    <a:pt x="80202" y="309939"/>
                  </a:lnTo>
                  <a:lnTo>
                    <a:pt x="84762" y="312619"/>
                  </a:lnTo>
                  <a:lnTo>
                    <a:pt x="89405" y="315152"/>
                  </a:lnTo>
                  <a:lnTo>
                    <a:pt x="94126" y="317538"/>
                  </a:lnTo>
                  <a:lnTo>
                    <a:pt x="98919" y="319773"/>
                  </a:lnTo>
                  <a:lnTo>
                    <a:pt x="103781" y="321855"/>
                  </a:lnTo>
                  <a:lnTo>
                    <a:pt x="108707" y="323783"/>
                  </a:lnTo>
                  <a:lnTo>
                    <a:pt x="113690" y="325554"/>
                  </a:lnTo>
                  <a:lnTo>
                    <a:pt x="118728" y="327166"/>
                  </a:lnTo>
                  <a:lnTo>
                    <a:pt x="123814" y="328618"/>
                  </a:lnTo>
                  <a:lnTo>
                    <a:pt x="128943" y="329908"/>
                  </a:lnTo>
                  <a:lnTo>
                    <a:pt x="134111" y="331036"/>
                  </a:lnTo>
                  <a:lnTo>
                    <a:pt x="139311" y="331999"/>
                  </a:lnTo>
                  <a:lnTo>
                    <a:pt x="144540" y="332797"/>
                  </a:lnTo>
                  <a:lnTo>
                    <a:pt x="149791" y="333430"/>
                  </a:lnTo>
                  <a:lnTo>
                    <a:pt x="155059" y="333896"/>
                  </a:lnTo>
                  <a:lnTo>
                    <a:pt x="160340" y="334195"/>
                  </a:lnTo>
                  <a:lnTo>
                    <a:pt x="165627" y="334327"/>
                  </a:lnTo>
                  <a:lnTo>
                    <a:pt x="170916" y="334292"/>
                  </a:lnTo>
                  <a:lnTo>
                    <a:pt x="176202" y="334089"/>
                  </a:lnTo>
                  <a:lnTo>
                    <a:pt x="181478" y="333720"/>
                  </a:lnTo>
                  <a:lnTo>
                    <a:pt x="186740" y="333183"/>
                  </a:lnTo>
                  <a:lnTo>
                    <a:pt x="191982" y="332481"/>
                  </a:lnTo>
                  <a:lnTo>
                    <a:pt x="197199" y="331613"/>
                  </a:lnTo>
                  <a:lnTo>
                    <a:pt x="202387" y="330580"/>
                  </a:lnTo>
                  <a:lnTo>
                    <a:pt x="207539" y="329384"/>
                  </a:lnTo>
                  <a:lnTo>
                    <a:pt x="212650" y="328025"/>
                  </a:lnTo>
                  <a:lnTo>
                    <a:pt x="217716" y="326505"/>
                  </a:lnTo>
                  <a:lnTo>
                    <a:pt x="222732" y="324826"/>
                  </a:lnTo>
                  <a:lnTo>
                    <a:pt x="227692" y="322989"/>
                  </a:lnTo>
                  <a:lnTo>
                    <a:pt x="232591" y="320996"/>
                  </a:lnTo>
                  <a:lnTo>
                    <a:pt x="237424" y="318849"/>
                  </a:lnTo>
                  <a:lnTo>
                    <a:pt x="242188" y="316550"/>
                  </a:lnTo>
                  <a:lnTo>
                    <a:pt x="246876" y="314101"/>
                  </a:lnTo>
                  <a:lnTo>
                    <a:pt x="251485" y="311506"/>
                  </a:lnTo>
                  <a:lnTo>
                    <a:pt x="256009" y="308766"/>
                  </a:lnTo>
                  <a:lnTo>
                    <a:pt x="260444" y="305884"/>
                  </a:lnTo>
                  <a:lnTo>
                    <a:pt x="264785" y="302863"/>
                  </a:lnTo>
                  <a:lnTo>
                    <a:pt x="269029" y="299707"/>
                  </a:lnTo>
                  <a:lnTo>
                    <a:pt x="273171" y="296418"/>
                  </a:lnTo>
                  <a:lnTo>
                    <a:pt x="277207" y="292999"/>
                  </a:lnTo>
                  <a:lnTo>
                    <a:pt x="281133" y="289455"/>
                  </a:lnTo>
                  <a:lnTo>
                    <a:pt x="284945" y="285788"/>
                  </a:lnTo>
                  <a:lnTo>
                    <a:pt x="288638" y="282002"/>
                  </a:lnTo>
                  <a:lnTo>
                    <a:pt x="292210" y="278101"/>
                  </a:lnTo>
                  <a:lnTo>
                    <a:pt x="295657" y="274090"/>
                  </a:lnTo>
                  <a:lnTo>
                    <a:pt x="298975" y="269971"/>
                  </a:lnTo>
                  <a:lnTo>
                    <a:pt x="302162" y="265749"/>
                  </a:lnTo>
                  <a:lnTo>
                    <a:pt x="305213" y="261429"/>
                  </a:lnTo>
                  <a:lnTo>
                    <a:pt x="308126" y="257014"/>
                  </a:lnTo>
                  <a:lnTo>
                    <a:pt x="310898" y="252510"/>
                  </a:lnTo>
                  <a:lnTo>
                    <a:pt x="313526" y="247920"/>
                  </a:lnTo>
                  <a:lnTo>
                    <a:pt x="316007" y="243249"/>
                  </a:lnTo>
                  <a:lnTo>
                    <a:pt x="318339" y="238502"/>
                  </a:lnTo>
                  <a:lnTo>
                    <a:pt x="320520" y="233683"/>
                  </a:lnTo>
                  <a:lnTo>
                    <a:pt x="322548" y="228798"/>
                  </a:lnTo>
                  <a:lnTo>
                    <a:pt x="324420" y="223852"/>
                  </a:lnTo>
                  <a:lnTo>
                    <a:pt x="326134" y="218848"/>
                  </a:lnTo>
                  <a:lnTo>
                    <a:pt x="327690" y="213793"/>
                  </a:lnTo>
                  <a:lnTo>
                    <a:pt x="329084" y="208691"/>
                  </a:lnTo>
                  <a:lnTo>
                    <a:pt x="330317" y="203547"/>
                  </a:lnTo>
                  <a:lnTo>
                    <a:pt x="331386" y="198368"/>
                  </a:lnTo>
                  <a:lnTo>
                    <a:pt x="332291" y="193156"/>
                  </a:lnTo>
                  <a:lnTo>
                    <a:pt x="333031" y="18791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38196"/>
              <a:ext cx="165874" cy="20752"/>
            </a:xfrm>
            <a:custGeom>
              <a:avLst/>
              <a:pathLst>
                <a:path w="165874" h="20752">
                  <a:moveTo>
                    <a:pt x="165874" y="207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38196"/>
              <a:ext cx="166127" cy="20752"/>
            </a:xfrm>
            <a:custGeom>
              <a:avLst/>
              <a:pathLst>
                <a:path w="166127" h="20752">
                  <a:moveTo>
                    <a:pt x="165874" y="20752"/>
                  </a:moveTo>
                  <a:lnTo>
                    <a:pt x="166127" y="18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167149" cy="185782"/>
            </a:xfrm>
            <a:custGeom>
              <a:avLst/>
              <a:pathLst>
                <a:path w="167149" h="185782">
                  <a:moveTo>
                    <a:pt x="166127" y="185782"/>
                  </a:moveTo>
                  <a:lnTo>
                    <a:pt x="166642" y="180398"/>
                  </a:lnTo>
                  <a:lnTo>
                    <a:pt x="166983" y="175001"/>
                  </a:lnTo>
                  <a:lnTo>
                    <a:pt x="167149" y="169595"/>
                  </a:lnTo>
                  <a:lnTo>
                    <a:pt x="167140" y="164187"/>
                  </a:lnTo>
                  <a:lnTo>
                    <a:pt x="166957" y="158782"/>
                  </a:lnTo>
                  <a:lnTo>
                    <a:pt x="166598" y="153386"/>
                  </a:lnTo>
                  <a:lnTo>
                    <a:pt x="166065" y="148004"/>
                  </a:lnTo>
                  <a:lnTo>
                    <a:pt x="165358" y="142642"/>
                  </a:lnTo>
                  <a:lnTo>
                    <a:pt x="164478" y="137306"/>
                  </a:lnTo>
                  <a:lnTo>
                    <a:pt x="163426" y="132001"/>
                  </a:lnTo>
                  <a:lnTo>
                    <a:pt x="162203" y="126733"/>
                  </a:lnTo>
                  <a:lnTo>
                    <a:pt x="160810" y="121507"/>
                  </a:lnTo>
                  <a:lnTo>
                    <a:pt x="159249" y="116329"/>
                  </a:lnTo>
                  <a:lnTo>
                    <a:pt x="157521" y="111204"/>
                  </a:lnTo>
                  <a:lnTo>
                    <a:pt x="155629" y="106138"/>
                  </a:lnTo>
                  <a:lnTo>
                    <a:pt x="153573" y="101136"/>
                  </a:lnTo>
                  <a:lnTo>
                    <a:pt x="151357" y="96202"/>
                  </a:lnTo>
                  <a:lnTo>
                    <a:pt x="148982" y="91343"/>
                  </a:lnTo>
                  <a:lnTo>
                    <a:pt x="146451" y="86564"/>
                  </a:lnTo>
                  <a:lnTo>
                    <a:pt x="143767" y="81869"/>
                  </a:lnTo>
                  <a:lnTo>
                    <a:pt x="140933" y="77263"/>
                  </a:lnTo>
                  <a:lnTo>
                    <a:pt x="137951" y="72751"/>
                  </a:lnTo>
                  <a:lnTo>
                    <a:pt x="134824" y="68338"/>
                  </a:lnTo>
                  <a:lnTo>
                    <a:pt x="131557" y="64028"/>
                  </a:lnTo>
                  <a:lnTo>
                    <a:pt x="128152" y="59827"/>
                  </a:lnTo>
                  <a:lnTo>
                    <a:pt x="124612" y="55737"/>
                  </a:lnTo>
                  <a:lnTo>
                    <a:pt x="120943" y="51765"/>
                  </a:lnTo>
                  <a:lnTo>
                    <a:pt x="117146" y="47913"/>
                  </a:lnTo>
                  <a:lnTo>
                    <a:pt x="113227" y="44186"/>
                  </a:lnTo>
                  <a:lnTo>
                    <a:pt x="109190" y="40587"/>
                  </a:lnTo>
                  <a:lnTo>
                    <a:pt x="105038" y="37122"/>
                  </a:lnTo>
                  <a:lnTo>
                    <a:pt x="100777" y="33792"/>
                  </a:lnTo>
                  <a:lnTo>
                    <a:pt x="96410" y="30602"/>
                  </a:lnTo>
                  <a:lnTo>
                    <a:pt x="91941" y="27555"/>
                  </a:lnTo>
                  <a:lnTo>
                    <a:pt x="87377" y="24653"/>
                  </a:lnTo>
                  <a:lnTo>
                    <a:pt x="82721" y="21902"/>
                  </a:lnTo>
                  <a:lnTo>
                    <a:pt x="77979" y="19302"/>
                  </a:lnTo>
                  <a:lnTo>
                    <a:pt x="73155" y="16857"/>
                  </a:lnTo>
                  <a:lnTo>
                    <a:pt x="68255" y="14569"/>
                  </a:lnTo>
                  <a:lnTo>
                    <a:pt x="63283" y="12441"/>
                  </a:lnTo>
                  <a:lnTo>
                    <a:pt x="58245" y="10475"/>
                  </a:lnTo>
                  <a:lnTo>
                    <a:pt x="53145" y="8673"/>
                  </a:lnTo>
                  <a:lnTo>
                    <a:pt x="47991" y="7036"/>
                  </a:lnTo>
                  <a:lnTo>
                    <a:pt x="42786" y="5568"/>
                  </a:lnTo>
                  <a:lnTo>
                    <a:pt x="37536" y="4268"/>
                  </a:lnTo>
                  <a:lnTo>
                    <a:pt x="32247" y="3139"/>
                  </a:lnTo>
                  <a:lnTo>
                    <a:pt x="26924" y="2182"/>
                  </a:lnTo>
                  <a:lnTo>
                    <a:pt x="21573" y="1397"/>
                  </a:lnTo>
                  <a:lnTo>
                    <a:pt x="16199" y="786"/>
                  </a:lnTo>
                  <a:lnTo>
                    <a:pt x="10809" y="349"/>
                  </a:lnTo>
                  <a:lnTo>
                    <a:pt x="540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0862" y="941493"/>
              <a:ext cx="122681" cy="167167"/>
            </a:xfrm>
            <a:custGeom>
              <a:avLst/>
              <a:pathLst>
                <a:path w="122681" h="167167">
                  <a:moveTo>
                    <a:pt x="122681" y="0"/>
                  </a:moveTo>
                  <a:lnTo>
                    <a:pt x="117172" y="90"/>
                  </a:lnTo>
                  <a:lnTo>
                    <a:pt x="111669" y="363"/>
                  </a:lnTo>
                  <a:lnTo>
                    <a:pt x="106178" y="816"/>
                  </a:lnTo>
                  <a:lnTo>
                    <a:pt x="100705" y="1450"/>
                  </a:lnTo>
                  <a:lnTo>
                    <a:pt x="95256" y="2265"/>
                  </a:lnTo>
                  <a:lnTo>
                    <a:pt x="89836" y="3258"/>
                  </a:lnTo>
                  <a:lnTo>
                    <a:pt x="84453" y="4429"/>
                  </a:lnTo>
                  <a:lnTo>
                    <a:pt x="79110" y="5778"/>
                  </a:lnTo>
                  <a:lnTo>
                    <a:pt x="73815" y="7301"/>
                  </a:lnTo>
                  <a:lnTo>
                    <a:pt x="68574" y="8998"/>
                  </a:lnTo>
                  <a:lnTo>
                    <a:pt x="63390" y="10867"/>
                  </a:lnTo>
                  <a:lnTo>
                    <a:pt x="58272" y="12906"/>
                  </a:lnTo>
                  <a:lnTo>
                    <a:pt x="53223" y="15113"/>
                  </a:lnTo>
                  <a:lnTo>
                    <a:pt x="48250" y="17484"/>
                  </a:lnTo>
                  <a:lnTo>
                    <a:pt x="43358" y="20018"/>
                  </a:lnTo>
                  <a:lnTo>
                    <a:pt x="38551" y="22712"/>
                  </a:lnTo>
                  <a:lnTo>
                    <a:pt x="33837" y="25563"/>
                  </a:lnTo>
                  <a:lnTo>
                    <a:pt x="29218" y="28568"/>
                  </a:lnTo>
                  <a:lnTo>
                    <a:pt x="24701" y="31724"/>
                  </a:lnTo>
                  <a:lnTo>
                    <a:pt x="20291" y="35026"/>
                  </a:lnTo>
                  <a:lnTo>
                    <a:pt x="15992" y="38472"/>
                  </a:lnTo>
                  <a:lnTo>
                    <a:pt x="11809" y="42058"/>
                  </a:lnTo>
                  <a:lnTo>
                    <a:pt x="7746" y="45780"/>
                  </a:lnTo>
                  <a:lnTo>
                    <a:pt x="3808" y="49633"/>
                  </a:lnTo>
                  <a:lnTo>
                    <a:pt x="0" y="53615"/>
                  </a:lnTo>
                  <a:lnTo>
                    <a:pt x="12268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00862" y="995108"/>
              <a:ext cx="122681" cy="113552"/>
            </a:xfrm>
            <a:custGeom>
              <a:avLst/>
              <a:pathLst>
                <a:path w="122681" h="113552">
                  <a:moveTo>
                    <a:pt x="0" y="0"/>
                  </a:moveTo>
                  <a:lnTo>
                    <a:pt x="122681" y="1135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56396" y="959453"/>
              <a:ext cx="334306" cy="316373"/>
            </a:xfrm>
            <a:custGeom>
              <a:avLst/>
              <a:pathLst>
                <a:path w="334306" h="316373">
                  <a:moveTo>
                    <a:pt x="44465" y="35654"/>
                  </a:moveTo>
                  <a:lnTo>
                    <a:pt x="40918" y="39611"/>
                  </a:lnTo>
                  <a:lnTo>
                    <a:pt x="37498" y="43679"/>
                  </a:lnTo>
                  <a:lnTo>
                    <a:pt x="34209" y="47853"/>
                  </a:lnTo>
                  <a:lnTo>
                    <a:pt x="31054" y="52130"/>
                  </a:lnTo>
                  <a:lnTo>
                    <a:pt x="28037" y="56505"/>
                  </a:lnTo>
                  <a:lnTo>
                    <a:pt x="25161" y="60974"/>
                  </a:lnTo>
                  <a:lnTo>
                    <a:pt x="22428" y="65532"/>
                  </a:lnTo>
                  <a:lnTo>
                    <a:pt x="19841" y="70174"/>
                  </a:lnTo>
                  <a:lnTo>
                    <a:pt x="17404" y="74896"/>
                  </a:lnTo>
                  <a:lnTo>
                    <a:pt x="15117" y="79694"/>
                  </a:lnTo>
                  <a:lnTo>
                    <a:pt x="12985" y="84561"/>
                  </a:lnTo>
                  <a:lnTo>
                    <a:pt x="11008" y="89494"/>
                  </a:lnTo>
                  <a:lnTo>
                    <a:pt x="9188" y="94488"/>
                  </a:lnTo>
                  <a:lnTo>
                    <a:pt x="7529" y="99536"/>
                  </a:lnTo>
                  <a:lnTo>
                    <a:pt x="6031" y="104635"/>
                  </a:lnTo>
                  <a:lnTo>
                    <a:pt x="4695" y="109779"/>
                  </a:lnTo>
                  <a:lnTo>
                    <a:pt x="3524" y="114963"/>
                  </a:lnTo>
                  <a:lnTo>
                    <a:pt x="2518" y="120181"/>
                  </a:lnTo>
                  <a:lnTo>
                    <a:pt x="1679" y="125429"/>
                  </a:lnTo>
                  <a:lnTo>
                    <a:pt x="1007" y="130701"/>
                  </a:lnTo>
                  <a:lnTo>
                    <a:pt x="502" y="135991"/>
                  </a:lnTo>
                  <a:lnTo>
                    <a:pt x="167" y="141295"/>
                  </a:lnTo>
                  <a:lnTo>
                    <a:pt x="0" y="146606"/>
                  </a:lnTo>
                  <a:lnTo>
                    <a:pt x="1" y="151921"/>
                  </a:lnTo>
                  <a:lnTo>
                    <a:pt x="172" y="157232"/>
                  </a:lnTo>
                  <a:lnTo>
                    <a:pt x="512" y="162536"/>
                  </a:lnTo>
                  <a:lnTo>
                    <a:pt x="1019" y="167826"/>
                  </a:lnTo>
                  <a:lnTo>
                    <a:pt x="1695" y="173097"/>
                  </a:lnTo>
                  <a:lnTo>
                    <a:pt x="2538" y="178344"/>
                  </a:lnTo>
                  <a:lnTo>
                    <a:pt x="3548" y="183562"/>
                  </a:lnTo>
                  <a:lnTo>
                    <a:pt x="4722" y="188745"/>
                  </a:lnTo>
                  <a:lnTo>
                    <a:pt x="6061" y="193888"/>
                  </a:lnTo>
                  <a:lnTo>
                    <a:pt x="7563" y="198986"/>
                  </a:lnTo>
                  <a:lnTo>
                    <a:pt x="9226" y="204033"/>
                  </a:lnTo>
                  <a:lnTo>
                    <a:pt x="11048" y="209025"/>
                  </a:lnTo>
                  <a:lnTo>
                    <a:pt x="13029" y="213957"/>
                  </a:lnTo>
                  <a:lnTo>
                    <a:pt x="15165" y="218823"/>
                  </a:lnTo>
                  <a:lnTo>
                    <a:pt x="17455" y="223619"/>
                  </a:lnTo>
                  <a:lnTo>
                    <a:pt x="19895" y="228339"/>
                  </a:lnTo>
                  <a:lnTo>
                    <a:pt x="22485" y="232980"/>
                  </a:lnTo>
                  <a:lnTo>
                    <a:pt x="25221" y="237536"/>
                  </a:lnTo>
                  <a:lnTo>
                    <a:pt x="28101" y="242003"/>
                  </a:lnTo>
                  <a:lnTo>
                    <a:pt x="31121" y="246376"/>
                  </a:lnTo>
                  <a:lnTo>
                    <a:pt x="34278" y="250650"/>
                  </a:lnTo>
                  <a:lnTo>
                    <a:pt x="37570" y="254823"/>
                  </a:lnTo>
                  <a:lnTo>
                    <a:pt x="40992" y="258888"/>
                  </a:lnTo>
                  <a:lnTo>
                    <a:pt x="44543" y="262843"/>
                  </a:lnTo>
                  <a:lnTo>
                    <a:pt x="48217" y="266682"/>
                  </a:lnTo>
                  <a:lnTo>
                    <a:pt x="52011" y="270403"/>
                  </a:lnTo>
                  <a:lnTo>
                    <a:pt x="55922" y="274002"/>
                  </a:lnTo>
                  <a:lnTo>
                    <a:pt x="59945" y="277474"/>
                  </a:lnTo>
                  <a:lnTo>
                    <a:pt x="64076" y="280817"/>
                  </a:lnTo>
                  <a:lnTo>
                    <a:pt x="68312" y="284027"/>
                  </a:lnTo>
                  <a:lnTo>
                    <a:pt x="72647" y="287101"/>
                  </a:lnTo>
                  <a:lnTo>
                    <a:pt x="77078" y="290035"/>
                  </a:lnTo>
                  <a:lnTo>
                    <a:pt x="81600" y="292826"/>
                  </a:lnTo>
                  <a:lnTo>
                    <a:pt x="86208" y="295473"/>
                  </a:lnTo>
                  <a:lnTo>
                    <a:pt x="90899" y="297972"/>
                  </a:lnTo>
                  <a:lnTo>
                    <a:pt x="95666" y="300321"/>
                  </a:lnTo>
                  <a:lnTo>
                    <a:pt x="100505" y="302516"/>
                  </a:lnTo>
                  <a:lnTo>
                    <a:pt x="105412" y="304557"/>
                  </a:lnTo>
                  <a:lnTo>
                    <a:pt x="110382" y="306441"/>
                  </a:lnTo>
                  <a:lnTo>
                    <a:pt x="115408" y="308166"/>
                  </a:lnTo>
                  <a:lnTo>
                    <a:pt x="120487" y="309730"/>
                  </a:lnTo>
                  <a:lnTo>
                    <a:pt x="125613" y="311132"/>
                  </a:lnTo>
                  <a:lnTo>
                    <a:pt x="130781" y="312371"/>
                  </a:lnTo>
                  <a:lnTo>
                    <a:pt x="135986" y="313444"/>
                  </a:lnTo>
                  <a:lnTo>
                    <a:pt x="141223" y="314352"/>
                  </a:lnTo>
                  <a:lnTo>
                    <a:pt x="146485" y="315092"/>
                  </a:lnTo>
                  <a:lnTo>
                    <a:pt x="151768" y="315665"/>
                  </a:lnTo>
                  <a:lnTo>
                    <a:pt x="157067" y="316070"/>
                  </a:lnTo>
                  <a:lnTo>
                    <a:pt x="162377" y="316306"/>
                  </a:lnTo>
                  <a:lnTo>
                    <a:pt x="167691" y="316373"/>
                  </a:lnTo>
                  <a:lnTo>
                    <a:pt x="173004" y="316271"/>
                  </a:lnTo>
                  <a:lnTo>
                    <a:pt x="178311" y="316001"/>
                  </a:lnTo>
                  <a:lnTo>
                    <a:pt x="183608" y="315561"/>
                  </a:lnTo>
                  <a:lnTo>
                    <a:pt x="188887" y="314954"/>
                  </a:lnTo>
                  <a:lnTo>
                    <a:pt x="194145" y="314179"/>
                  </a:lnTo>
                  <a:lnTo>
                    <a:pt x="199375" y="313238"/>
                  </a:lnTo>
                  <a:lnTo>
                    <a:pt x="204573" y="312131"/>
                  </a:lnTo>
                  <a:lnTo>
                    <a:pt x="209733" y="310859"/>
                  </a:lnTo>
                  <a:lnTo>
                    <a:pt x="214850" y="309423"/>
                  </a:lnTo>
                  <a:lnTo>
                    <a:pt x="219918" y="307826"/>
                  </a:lnTo>
                  <a:lnTo>
                    <a:pt x="224934" y="306068"/>
                  </a:lnTo>
                  <a:lnTo>
                    <a:pt x="229890" y="304152"/>
                  </a:lnTo>
                  <a:lnTo>
                    <a:pt x="234784" y="302079"/>
                  </a:lnTo>
                  <a:lnTo>
                    <a:pt x="239609" y="299852"/>
                  </a:lnTo>
                  <a:lnTo>
                    <a:pt x="244361" y="297473"/>
                  </a:lnTo>
                  <a:lnTo>
                    <a:pt x="249035" y="294943"/>
                  </a:lnTo>
                  <a:lnTo>
                    <a:pt x="253626" y="292267"/>
                  </a:lnTo>
                  <a:lnTo>
                    <a:pt x="258130" y="289446"/>
                  </a:lnTo>
                  <a:lnTo>
                    <a:pt x="262542" y="286483"/>
                  </a:lnTo>
                  <a:lnTo>
                    <a:pt x="266857" y="283381"/>
                  </a:lnTo>
                  <a:lnTo>
                    <a:pt x="271071" y="280144"/>
                  </a:lnTo>
                  <a:lnTo>
                    <a:pt x="275181" y="276774"/>
                  </a:lnTo>
                  <a:lnTo>
                    <a:pt x="279181" y="273276"/>
                  </a:lnTo>
                  <a:lnTo>
                    <a:pt x="283069" y="269652"/>
                  </a:lnTo>
                  <a:lnTo>
                    <a:pt x="286839" y="265906"/>
                  </a:lnTo>
                  <a:lnTo>
                    <a:pt x="290488" y="262043"/>
                  </a:lnTo>
                  <a:lnTo>
                    <a:pt x="294012" y="258065"/>
                  </a:lnTo>
                  <a:lnTo>
                    <a:pt x="297408" y="253977"/>
                  </a:lnTo>
                  <a:lnTo>
                    <a:pt x="300673" y="249784"/>
                  </a:lnTo>
                  <a:lnTo>
                    <a:pt x="303802" y="245489"/>
                  </a:lnTo>
                  <a:lnTo>
                    <a:pt x="306794" y="241096"/>
                  </a:lnTo>
                  <a:lnTo>
                    <a:pt x="309644" y="236611"/>
                  </a:lnTo>
                  <a:lnTo>
                    <a:pt x="312350" y="232037"/>
                  </a:lnTo>
                  <a:lnTo>
                    <a:pt x="314910" y="227380"/>
                  </a:lnTo>
                  <a:lnTo>
                    <a:pt x="317320" y="222643"/>
                  </a:lnTo>
                  <a:lnTo>
                    <a:pt x="319578" y="217833"/>
                  </a:lnTo>
                  <a:lnTo>
                    <a:pt x="321683" y="212953"/>
                  </a:lnTo>
                  <a:lnTo>
                    <a:pt x="323631" y="208008"/>
                  </a:lnTo>
                  <a:lnTo>
                    <a:pt x="325421" y="203005"/>
                  </a:lnTo>
                  <a:lnTo>
                    <a:pt x="327051" y="197946"/>
                  </a:lnTo>
                  <a:lnTo>
                    <a:pt x="328519" y="192839"/>
                  </a:lnTo>
                  <a:lnTo>
                    <a:pt x="329825" y="187687"/>
                  </a:lnTo>
                  <a:lnTo>
                    <a:pt x="330966" y="182497"/>
                  </a:lnTo>
                  <a:lnTo>
                    <a:pt x="331941" y="177273"/>
                  </a:lnTo>
                  <a:lnTo>
                    <a:pt x="332750" y="172020"/>
                  </a:lnTo>
                  <a:lnTo>
                    <a:pt x="333392" y="166745"/>
                  </a:lnTo>
                  <a:lnTo>
                    <a:pt x="333865" y="161452"/>
                  </a:lnTo>
                  <a:lnTo>
                    <a:pt x="334170" y="156146"/>
                  </a:lnTo>
                  <a:lnTo>
                    <a:pt x="334306" y="150833"/>
                  </a:lnTo>
                  <a:lnTo>
                    <a:pt x="334273" y="145519"/>
                  </a:lnTo>
                  <a:lnTo>
                    <a:pt x="334072" y="140208"/>
                  </a:lnTo>
                  <a:lnTo>
                    <a:pt x="333701" y="134907"/>
                  </a:lnTo>
                  <a:lnTo>
                    <a:pt x="333163" y="129620"/>
                  </a:lnTo>
                  <a:lnTo>
                    <a:pt x="332456" y="124353"/>
                  </a:lnTo>
                  <a:lnTo>
                    <a:pt x="331583" y="119111"/>
                  </a:lnTo>
                  <a:lnTo>
                    <a:pt x="330543" y="113899"/>
                  </a:lnTo>
                  <a:lnTo>
                    <a:pt x="329338" y="108723"/>
                  </a:lnTo>
                  <a:lnTo>
                    <a:pt x="327969" y="103588"/>
                  </a:lnTo>
                  <a:lnTo>
                    <a:pt x="326438" y="98499"/>
                  </a:lnTo>
                  <a:lnTo>
                    <a:pt x="324746" y="93461"/>
                  </a:lnTo>
                  <a:lnTo>
                    <a:pt x="322894" y="88480"/>
                  </a:lnTo>
                  <a:lnTo>
                    <a:pt x="320885" y="83560"/>
                  </a:lnTo>
                  <a:lnTo>
                    <a:pt x="318721" y="78706"/>
                  </a:lnTo>
                  <a:lnTo>
                    <a:pt x="316403" y="73924"/>
                  </a:lnTo>
                  <a:lnTo>
                    <a:pt x="313935" y="69217"/>
                  </a:lnTo>
                  <a:lnTo>
                    <a:pt x="311318" y="64592"/>
                  </a:lnTo>
                  <a:lnTo>
                    <a:pt x="308555" y="60052"/>
                  </a:lnTo>
                  <a:lnTo>
                    <a:pt x="305650" y="55602"/>
                  </a:lnTo>
                  <a:lnTo>
                    <a:pt x="302605" y="51247"/>
                  </a:lnTo>
                  <a:lnTo>
                    <a:pt x="299422" y="46991"/>
                  </a:lnTo>
                  <a:lnTo>
                    <a:pt x="296107" y="42838"/>
                  </a:lnTo>
                  <a:lnTo>
                    <a:pt x="292660" y="38792"/>
                  </a:lnTo>
                  <a:lnTo>
                    <a:pt x="289087" y="34858"/>
                  </a:lnTo>
                  <a:lnTo>
                    <a:pt x="285391" y="31040"/>
                  </a:lnTo>
                  <a:lnTo>
                    <a:pt x="281575" y="27341"/>
                  </a:lnTo>
                  <a:lnTo>
                    <a:pt x="277643" y="23765"/>
                  </a:lnTo>
                  <a:lnTo>
                    <a:pt x="273600" y="20316"/>
                  </a:lnTo>
                  <a:lnTo>
                    <a:pt x="269449" y="16998"/>
                  </a:lnTo>
                  <a:lnTo>
                    <a:pt x="265195" y="13813"/>
                  </a:lnTo>
                  <a:lnTo>
                    <a:pt x="260842" y="10765"/>
                  </a:lnTo>
                  <a:lnTo>
                    <a:pt x="256394" y="7856"/>
                  </a:lnTo>
                  <a:lnTo>
                    <a:pt x="251856" y="5091"/>
                  </a:lnTo>
                  <a:lnTo>
                    <a:pt x="247232" y="2471"/>
                  </a:lnTo>
                  <a:lnTo>
                    <a:pt x="242527" y="0"/>
                  </a:lnTo>
                  <a:lnTo>
                    <a:pt x="167147" y="1492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75380" cy="167167"/>
            </a:xfrm>
            <a:custGeom>
              <a:avLst/>
              <a:pathLst>
                <a:path w="75380" h="167167">
                  <a:moveTo>
                    <a:pt x="75380" y="17960"/>
                  </a:moveTo>
                  <a:lnTo>
                    <a:pt x="69963" y="15345"/>
                  </a:lnTo>
                  <a:lnTo>
                    <a:pt x="64456" y="12926"/>
                  </a:lnTo>
                  <a:lnTo>
                    <a:pt x="58865" y="10707"/>
                  </a:lnTo>
                  <a:lnTo>
                    <a:pt x="53198" y="8690"/>
                  </a:lnTo>
                  <a:lnTo>
                    <a:pt x="47462" y="6879"/>
                  </a:lnTo>
                  <a:lnTo>
                    <a:pt x="41664" y="5275"/>
                  </a:lnTo>
                  <a:lnTo>
                    <a:pt x="35813" y="3881"/>
                  </a:lnTo>
                  <a:lnTo>
                    <a:pt x="29915" y="2698"/>
                  </a:lnTo>
                  <a:lnTo>
                    <a:pt x="23979" y="1728"/>
                  </a:lnTo>
                  <a:lnTo>
                    <a:pt x="18011" y="973"/>
                  </a:lnTo>
                  <a:lnTo>
                    <a:pt x="12020" y="432"/>
                  </a:lnTo>
                  <a:lnTo>
                    <a:pt x="6014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2663" y="941493"/>
              <a:ext cx="113552" cy="167167"/>
            </a:xfrm>
            <a:custGeom>
              <a:avLst/>
              <a:pathLst>
                <a:path w="113552" h="167167">
                  <a:moveTo>
                    <a:pt x="113552" y="0"/>
                  </a:moveTo>
                  <a:lnTo>
                    <a:pt x="107879" y="96"/>
                  </a:lnTo>
                  <a:lnTo>
                    <a:pt x="102212" y="385"/>
                  </a:lnTo>
                  <a:lnTo>
                    <a:pt x="96558" y="866"/>
                  </a:lnTo>
                  <a:lnTo>
                    <a:pt x="90924" y="1538"/>
                  </a:lnTo>
                  <a:lnTo>
                    <a:pt x="85316" y="2401"/>
                  </a:lnTo>
                  <a:lnTo>
                    <a:pt x="79741" y="3455"/>
                  </a:lnTo>
                  <a:lnTo>
                    <a:pt x="74204" y="4696"/>
                  </a:lnTo>
                  <a:lnTo>
                    <a:pt x="68713" y="6125"/>
                  </a:lnTo>
                  <a:lnTo>
                    <a:pt x="63273" y="7740"/>
                  </a:lnTo>
                  <a:lnTo>
                    <a:pt x="57892" y="9538"/>
                  </a:lnTo>
                  <a:lnTo>
                    <a:pt x="52574" y="11518"/>
                  </a:lnTo>
                  <a:lnTo>
                    <a:pt x="47327" y="13677"/>
                  </a:lnTo>
                  <a:lnTo>
                    <a:pt x="42156" y="16013"/>
                  </a:lnTo>
                  <a:lnTo>
                    <a:pt x="37067" y="18523"/>
                  </a:lnTo>
                  <a:lnTo>
                    <a:pt x="32067" y="21204"/>
                  </a:lnTo>
                  <a:lnTo>
                    <a:pt x="27160" y="24054"/>
                  </a:lnTo>
                  <a:lnTo>
                    <a:pt x="22353" y="27068"/>
                  </a:lnTo>
                  <a:lnTo>
                    <a:pt x="17651" y="30244"/>
                  </a:lnTo>
                  <a:lnTo>
                    <a:pt x="13059" y="33577"/>
                  </a:lnTo>
                  <a:lnTo>
                    <a:pt x="8583" y="37065"/>
                  </a:lnTo>
                  <a:lnTo>
                    <a:pt x="4228" y="40702"/>
                  </a:lnTo>
                  <a:lnTo>
                    <a:pt x="0" y="44485"/>
                  </a:lnTo>
                  <a:lnTo>
                    <a:pt x="1135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2663" y="985979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19051" y="985979"/>
              <a:ext cx="167163" cy="273471"/>
            </a:xfrm>
            <a:custGeom>
              <a:avLst/>
              <a:pathLst>
                <a:path w="167163" h="273471">
                  <a:moveTo>
                    <a:pt x="53611" y="0"/>
                  </a:moveTo>
                  <a:lnTo>
                    <a:pt x="49751" y="3689"/>
                  </a:lnTo>
                  <a:lnTo>
                    <a:pt x="46011" y="7499"/>
                  </a:lnTo>
                  <a:lnTo>
                    <a:pt x="42394" y="11427"/>
                  </a:lnTo>
                  <a:lnTo>
                    <a:pt x="38904" y="15469"/>
                  </a:lnTo>
                  <a:lnTo>
                    <a:pt x="35546" y="19619"/>
                  </a:lnTo>
                  <a:lnTo>
                    <a:pt x="32321" y="23875"/>
                  </a:lnTo>
                  <a:lnTo>
                    <a:pt x="29235" y="28232"/>
                  </a:lnTo>
                  <a:lnTo>
                    <a:pt x="26289" y="32685"/>
                  </a:lnTo>
                  <a:lnTo>
                    <a:pt x="23486" y="37230"/>
                  </a:lnTo>
                  <a:lnTo>
                    <a:pt x="20831" y="41863"/>
                  </a:lnTo>
                  <a:lnTo>
                    <a:pt x="18324" y="46577"/>
                  </a:lnTo>
                  <a:lnTo>
                    <a:pt x="15970" y="51369"/>
                  </a:lnTo>
                  <a:lnTo>
                    <a:pt x="13769" y="56234"/>
                  </a:lnTo>
                  <a:lnTo>
                    <a:pt x="11725" y="61167"/>
                  </a:lnTo>
                  <a:lnTo>
                    <a:pt x="9840" y="66163"/>
                  </a:lnTo>
                  <a:lnTo>
                    <a:pt x="8115" y="71216"/>
                  </a:lnTo>
                  <a:lnTo>
                    <a:pt x="6553" y="76322"/>
                  </a:lnTo>
                  <a:lnTo>
                    <a:pt x="5154" y="81475"/>
                  </a:lnTo>
                  <a:lnTo>
                    <a:pt x="3921" y="86670"/>
                  </a:lnTo>
                  <a:lnTo>
                    <a:pt x="2854" y="91902"/>
                  </a:lnTo>
                  <a:lnTo>
                    <a:pt x="1955" y="97165"/>
                  </a:lnTo>
                  <a:lnTo>
                    <a:pt x="1224" y="102454"/>
                  </a:lnTo>
                  <a:lnTo>
                    <a:pt x="663" y="107764"/>
                  </a:lnTo>
                  <a:lnTo>
                    <a:pt x="271" y="113089"/>
                  </a:lnTo>
                  <a:lnTo>
                    <a:pt x="50" y="118424"/>
                  </a:lnTo>
                  <a:lnTo>
                    <a:pt x="0" y="123763"/>
                  </a:lnTo>
                  <a:lnTo>
                    <a:pt x="119" y="129101"/>
                  </a:lnTo>
                  <a:lnTo>
                    <a:pt x="410" y="134433"/>
                  </a:lnTo>
                  <a:lnTo>
                    <a:pt x="870" y="139753"/>
                  </a:lnTo>
                  <a:lnTo>
                    <a:pt x="1500" y="145055"/>
                  </a:lnTo>
                  <a:lnTo>
                    <a:pt x="2299" y="150334"/>
                  </a:lnTo>
                  <a:lnTo>
                    <a:pt x="3266" y="155585"/>
                  </a:lnTo>
                  <a:lnTo>
                    <a:pt x="4401" y="160803"/>
                  </a:lnTo>
                  <a:lnTo>
                    <a:pt x="5701" y="165981"/>
                  </a:lnTo>
                  <a:lnTo>
                    <a:pt x="7166" y="171116"/>
                  </a:lnTo>
                  <a:lnTo>
                    <a:pt x="8795" y="176201"/>
                  </a:lnTo>
                  <a:lnTo>
                    <a:pt x="10585" y="181231"/>
                  </a:lnTo>
                  <a:lnTo>
                    <a:pt x="12535" y="186202"/>
                  </a:lnTo>
                  <a:lnTo>
                    <a:pt x="14642" y="191108"/>
                  </a:lnTo>
                  <a:lnTo>
                    <a:pt x="16905" y="195944"/>
                  </a:lnTo>
                  <a:lnTo>
                    <a:pt x="19322" y="200706"/>
                  </a:lnTo>
                  <a:lnTo>
                    <a:pt x="21889" y="205387"/>
                  </a:lnTo>
                  <a:lnTo>
                    <a:pt x="24605" y="209985"/>
                  </a:lnTo>
                  <a:lnTo>
                    <a:pt x="27465" y="214493"/>
                  </a:lnTo>
                  <a:lnTo>
                    <a:pt x="30469" y="218908"/>
                  </a:lnTo>
                  <a:lnTo>
                    <a:pt x="33612" y="223224"/>
                  </a:lnTo>
                  <a:lnTo>
                    <a:pt x="36891" y="227438"/>
                  </a:lnTo>
                  <a:lnTo>
                    <a:pt x="40303" y="231545"/>
                  </a:lnTo>
                  <a:lnTo>
                    <a:pt x="43845" y="235541"/>
                  </a:lnTo>
                  <a:lnTo>
                    <a:pt x="47512" y="239422"/>
                  </a:lnTo>
                  <a:lnTo>
                    <a:pt x="51301" y="243184"/>
                  </a:lnTo>
                  <a:lnTo>
                    <a:pt x="55209" y="246823"/>
                  </a:lnTo>
                  <a:lnTo>
                    <a:pt x="59231" y="250335"/>
                  </a:lnTo>
                  <a:lnTo>
                    <a:pt x="63362" y="253717"/>
                  </a:lnTo>
                  <a:lnTo>
                    <a:pt x="67600" y="256965"/>
                  </a:lnTo>
                  <a:lnTo>
                    <a:pt x="71940" y="260076"/>
                  </a:lnTo>
                  <a:lnTo>
                    <a:pt x="76376" y="263047"/>
                  </a:lnTo>
                  <a:lnTo>
                    <a:pt x="80905" y="265875"/>
                  </a:lnTo>
                  <a:lnTo>
                    <a:pt x="85522" y="268557"/>
                  </a:lnTo>
                  <a:lnTo>
                    <a:pt x="90223" y="271090"/>
                  </a:lnTo>
                  <a:lnTo>
                    <a:pt x="95002" y="273471"/>
                  </a:lnTo>
                  <a:lnTo>
                    <a:pt x="167163" y="1226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414054" y="941493"/>
              <a:ext cx="239310" cy="334334"/>
            </a:xfrm>
            <a:custGeom>
              <a:avLst/>
              <a:pathLst>
                <a:path w="239310" h="334334">
                  <a:moveTo>
                    <a:pt x="0" y="317957"/>
                  </a:moveTo>
                  <a:lnTo>
                    <a:pt x="4823" y="320172"/>
                  </a:lnTo>
                  <a:lnTo>
                    <a:pt x="9714" y="322233"/>
                  </a:lnTo>
                  <a:lnTo>
                    <a:pt x="14668" y="324137"/>
                  </a:lnTo>
                  <a:lnTo>
                    <a:pt x="19681" y="325883"/>
                  </a:lnTo>
                  <a:lnTo>
                    <a:pt x="24746" y="327469"/>
                  </a:lnTo>
                  <a:lnTo>
                    <a:pt x="29859" y="328893"/>
                  </a:lnTo>
                  <a:lnTo>
                    <a:pt x="35014" y="330155"/>
                  </a:lnTo>
                  <a:lnTo>
                    <a:pt x="40207" y="331252"/>
                  </a:lnTo>
                  <a:lnTo>
                    <a:pt x="45432" y="332184"/>
                  </a:lnTo>
                  <a:lnTo>
                    <a:pt x="50685" y="332949"/>
                  </a:lnTo>
                  <a:lnTo>
                    <a:pt x="55958" y="333547"/>
                  </a:lnTo>
                  <a:lnTo>
                    <a:pt x="61248" y="333978"/>
                  </a:lnTo>
                  <a:lnTo>
                    <a:pt x="66550" y="334240"/>
                  </a:lnTo>
                  <a:lnTo>
                    <a:pt x="71856" y="334334"/>
                  </a:lnTo>
                  <a:lnTo>
                    <a:pt x="77163" y="334260"/>
                  </a:lnTo>
                  <a:lnTo>
                    <a:pt x="82466" y="334016"/>
                  </a:lnTo>
                  <a:lnTo>
                    <a:pt x="87757" y="333605"/>
                  </a:lnTo>
                  <a:lnTo>
                    <a:pt x="93033" y="333026"/>
                  </a:lnTo>
                  <a:lnTo>
                    <a:pt x="98288" y="332280"/>
                  </a:lnTo>
                  <a:lnTo>
                    <a:pt x="103517" y="331367"/>
                  </a:lnTo>
                  <a:lnTo>
                    <a:pt x="108714" y="330289"/>
                  </a:lnTo>
                  <a:lnTo>
                    <a:pt x="113874" y="329047"/>
                  </a:lnTo>
                  <a:lnTo>
                    <a:pt x="118992" y="327641"/>
                  </a:lnTo>
                  <a:lnTo>
                    <a:pt x="124063" y="326073"/>
                  </a:lnTo>
                  <a:lnTo>
                    <a:pt x="129081" y="324345"/>
                  </a:lnTo>
                  <a:lnTo>
                    <a:pt x="134042" y="322459"/>
                  </a:lnTo>
                  <a:lnTo>
                    <a:pt x="138941" y="320416"/>
                  </a:lnTo>
                  <a:lnTo>
                    <a:pt x="143773" y="318219"/>
                  </a:lnTo>
                  <a:lnTo>
                    <a:pt x="148532" y="315870"/>
                  </a:lnTo>
                  <a:lnTo>
                    <a:pt x="153214" y="313370"/>
                  </a:lnTo>
                  <a:lnTo>
                    <a:pt x="157815" y="310723"/>
                  </a:lnTo>
                  <a:lnTo>
                    <a:pt x="162329" y="307932"/>
                  </a:lnTo>
                  <a:lnTo>
                    <a:pt x="166752" y="304998"/>
                  </a:lnTo>
                  <a:lnTo>
                    <a:pt x="171080" y="301926"/>
                  </a:lnTo>
                  <a:lnTo>
                    <a:pt x="175308" y="298718"/>
                  </a:lnTo>
                  <a:lnTo>
                    <a:pt x="179433" y="295377"/>
                  </a:lnTo>
                  <a:lnTo>
                    <a:pt x="183449" y="291907"/>
                  </a:lnTo>
                  <a:lnTo>
                    <a:pt x="187353" y="288311"/>
                  </a:lnTo>
                  <a:lnTo>
                    <a:pt x="191141" y="284593"/>
                  </a:lnTo>
                  <a:lnTo>
                    <a:pt x="194808" y="280757"/>
                  </a:lnTo>
                  <a:lnTo>
                    <a:pt x="198353" y="276806"/>
                  </a:lnTo>
                  <a:lnTo>
                    <a:pt x="201770" y="272744"/>
                  </a:lnTo>
                  <a:lnTo>
                    <a:pt x="205056" y="268577"/>
                  </a:lnTo>
                  <a:lnTo>
                    <a:pt x="208208" y="264307"/>
                  </a:lnTo>
                  <a:lnTo>
                    <a:pt x="211224" y="259939"/>
                  </a:lnTo>
                  <a:lnTo>
                    <a:pt x="214099" y="255477"/>
                  </a:lnTo>
                  <a:lnTo>
                    <a:pt x="216831" y="250927"/>
                  </a:lnTo>
                  <a:lnTo>
                    <a:pt x="219417" y="246292"/>
                  </a:lnTo>
                  <a:lnTo>
                    <a:pt x="221855" y="241577"/>
                  </a:lnTo>
                  <a:lnTo>
                    <a:pt x="224141" y="236787"/>
                  </a:lnTo>
                  <a:lnTo>
                    <a:pt x="226275" y="231927"/>
                  </a:lnTo>
                  <a:lnTo>
                    <a:pt x="228253" y="227002"/>
                  </a:lnTo>
                  <a:lnTo>
                    <a:pt x="230074" y="222017"/>
                  </a:lnTo>
                  <a:lnTo>
                    <a:pt x="231736" y="216976"/>
                  </a:lnTo>
                  <a:lnTo>
                    <a:pt x="233237" y="211885"/>
                  </a:lnTo>
                  <a:lnTo>
                    <a:pt x="234575" y="206749"/>
                  </a:lnTo>
                  <a:lnTo>
                    <a:pt x="235750" y="201573"/>
                  </a:lnTo>
                  <a:lnTo>
                    <a:pt x="236759" y="196362"/>
                  </a:lnTo>
                  <a:lnTo>
                    <a:pt x="237603" y="191122"/>
                  </a:lnTo>
                  <a:lnTo>
                    <a:pt x="238280" y="185858"/>
                  </a:lnTo>
                  <a:lnTo>
                    <a:pt x="238790" y="180575"/>
                  </a:lnTo>
                  <a:lnTo>
                    <a:pt x="239132" y="175278"/>
                  </a:lnTo>
                  <a:lnTo>
                    <a:pt x="239305" y="169973"/>
                  </a:lnTo>
                  <a:lnTo>
                    <a:pt x="239310" y="164665"/>
                  </a:lnTo>
                  <a:lnTo>
                    <a:pt x="239146" y="159360"/>
                  </a:lnTo>
                  <a:lnTo>
                    <a:pt x="238814" y="154063"/>
                  </a:lnTo>
                  <a:lnTo>
                    <a:pt x="238314" y="148779"/>
                  </a:lnTo>
                  <a:lnTo>
                    <a:pt x="237647" y="143514"/>
                  </a:lnTo>
                  <a:lnTo>
                    <a:pt x="236812" y="138272"/>
                  </a:lnTo>
                  <a:lnTo>
                    <a:pt x="235812" y="133060"/>
                  </a:lnTo>
                  <a:lnTo>
                    <a:pt x="234647" y="127881"/>
                  </a:lnTo>
                  <a:lnTo>
                    <a:pt x="233318" y="122743"/>
                  </a:lnTo>
                  <a:lnTo>
                    <a:pt x="231826" y="117649"/>
                  </a:lnTo>
                  <a:lnTo>
                    <a:pt x="230174" y="112605"/>
                  </a:lnTo>
                  <a:lnTo>
                    <a:pt x="228362" y="107616"/>
                  </a:lnTo>
                  <a:lnTo>
                    <a:pt x="226393" y="102688"/>
                  </a:lnTo>
                  <a:lnTo>
                    <a:pt x="224268" y="97824"/>
                  </a:lnTo>
                  <a:lnTo>
                    <a:pt x="221990" y="93030"/>
                  </a:lnTo>
                  <a:lnTo>
                    <a:pt x="219561" y="88311"/>
                  </a:lnTo>
                  <a:lnTo>
                    <a:pt x="216983" y="83671"/>
                  </a:lnTo>
                  <a:lnTo>
                    <a:pt x="214259" y="79116"/>
                  </a:lnTo>
                  <a:lnTo>
                    <a:pt x="211393" y="74649"/>
                  </a:lnTo>
                  <a:lnTo>
                    <a:pt x="208385" y="70276"/>
                  </a:lnTo>
                  <a:lnTo>
                    <a:pt x="205241" y="66000"/>
                  </a:lnTo>
                  <a:lnTo>
                    <a:pt x="201962" y="61826"/>
                  </a:lnTo>
                  <a:lnTo>
                    <a:pt x="198552" y="57758"/>
                  </a:lnTo>
                  <a:lnTo>
                    <a:pt x="195015" y="53801"/>
                  </a:lnTo>
                  <a:lnTo>
                    <a:pt x="191354" y="49958"/>
                  </a:lnTo>
                  <a:lnTo>
                    <a:pt x="187573" y="46233"/>
                  </a:lnTo>
                  <a:lnTo>
                    <a:pt x="183676" y="42630"/>
                  </a:lnTo>
                  <a:lnTo>
                    <a:pt x="179666" y="39153"/>
                  </a:lnTo>
                  <a:lnTo>
                    <a:pt x="175548" y="35804"/>
                  </a:lnTo>
                  <a:lnTo>
                    <a:pt x="171326" y="32588"/>
                  </a:lnTo>
                  <a:lnTo>
                    <a:pt x="167003" y="29508"/>
                  </a:lnTo>
                  <a:lnTo>
                    <a:pt x="162585" y="26567"/>
                  </a:lnTo>
                  <a:lnTo>
                    <a:pt x="158076" y="23767"/>
                  </a:lnTo>
                  <a:lnTo>
                    <a:pt x="153480" y="21112"/>
                  </a:lnTo>
                  <a:lnTo>
                    <a:pt x="148803" y="18604"/>
                  </a:lnTo>
                  <a:lnTo>
                    <a:pt x="144048" y="16246"/>
                  </a:lnTo>
                  <a:lnTo>
                    <a:pt x="139220" y="14039"/>
                  </a:lnTo>
                  <a:lnTo>
                    <a:pt x="134325" y="11988"/>
                  </a:lnTo>
                  <a:lnTo>
                    <a:pt x="129368" y="10093"/>
                  </a:lnTo>
                  <a:lnTo>
                    <a:pt x="124352" y="8356"/>
                  </a:lnTo>
                  <a:lnTo>
                    <a:pt x="119284" y="6779"/>
                  </a:lnTo>
                  <a:lnTo>
                    <a:pt x="114169" y="5364"/>
                  </a:lnTo>
                  <a:lnTo>
                    <a:pt x="109011" y="4112"/>
                  </a:lnTo>
                  <a:lnTo>
                    <a:pt x="103816" y="3024"/>
                  </a:lnTo>
                  <a:lnTo>
                    <a:pt x="98589" y="2102"/>
                  </a:lnTo>
                  <a:lnTo>
                    <a:pt x="93335" y="1346"/>
                  </a:lnTo>
                  <a:lnTo>
                    <a:pt x="88061" y="757"/>
                  </a:lnTo>
                  <a:lnTo>
                    <a:pt x="82770" y="336"/>
                  </a:lnTo>
                  <a:lnTo>
                    <a:pt x="77468" y="84"/>
                  </a:lnTo>
                  <a:lnTo>
                    <a:pt x="72161" y="0"/>
                  </a:lnTo>
                  <a:lnTo>
                    <a:pt x="72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797339" y="1071028"/>
              <a:ext cx="167161" cy="331753"/>
            </a:xfrm>
            <a:custGeom>
              <a:avLst/>
              <a:pathLst>
                <a:path w="167161" h="331753">
                  <a:moveTo>
                    <a:pt x="167161" y="0"/>
                  </a:moveTo>
                  <a:lnTo>
                    <a:pt x="161831" y="84"/>
                  </a:lnTo>
                  <a:lnTo>
                    <a:pt x="156507" y="339"/>
                  </a:lnTo>
                  <a:lnTo>
                    <a:pt x="151193" y="764"/>
                  </a:lnTo>
                  <a:lnTo>
                    <a:pt x="145896" y="1358"/>
                  </a:lnTo>
                  <a:lnTo>
                    <a:pt x="140620" y="2120"/>
                  </a:lnTo>
                  <a:lnTo>
                    <a:pt x="135372" y="3050"/>
                  </a:lnTo>
                  <a:lnTo>
                    <a:pt x="130155" y="4147"/>
                  </a:lnTo>
                  <a:lnTo>
                    <a:pt x="124977" y="5410"/>
                  </a:lnTo>
                  <a:lnTo>
                    <a:pt x="119841" y="6837"/>
                  </a:lnTo>
                  <a:lnTo>
                    <a:pt x="114753" y="8427"/>
                  </a:lnTo>
                  <a:lnTo>
                    <a:pt x="109718" y="10179"/>
                  </a:lnTo>
                  <a:lnTo>
                    <a:pt x="104742" y="12090"/>
                  </a:lnTo>
                  <a:lnTo>
                    <a:pt x="99830" y="14159"/>
                  </a:lnTo>
                  <a:lnTo>
                    <a:pt x="94986" y="16384"/>
                  </a:lnTo>
                  <a:lnTo>
                    <a:pt x="90215" y="18761"/>
                  </a:lnTo>
                  <a:lnTo>
                    <a:pt x="85522" y="21290"/>
                  </a:lnTo>
                  <a:lnTo>
                    <a:pt x="80913" y="23967"/>
                  </a:lnTo>
                  <a:lnTo>
                    <a:pt x="76391" y="26790"/>
                  </a:lnTo>
                  <a:lnTo>
                    <a:pt x="71962" y="29755"/>
                  </a:lnTo>
                  <a:lnTo>
                    <a:pt x="67629" y="32860"/>
                  </a:lnTo>
                  <a:lnTo>
                    <a:pt x="63397" y="36102"/>
                  </a:lnTo>
                  <a:lnTo>
                    <a:pt x="59271" y="39477"/>
                  </a:lnTo>
                  <a:lnTo>
                    <a:pt x="55255" y="42982"/>
                  </a:lnTo>
                  <a:lnTo>
                    <a:pt x="51353" y="46613"/>
                  </a:lnTo>
                  <a:lnTo>
                    <a:pt x="47568" y="50366"/>
                  </a:lnTo>
                  <a:lnTo>
                    <a:pt x="43905" y="54239"/>
                  </a:lnTo>
                  <a:lnTo>
                    <a:pt x="40367" y="58226"/>
                  </a:lnTo>
                  <a:lnTo>
                    <a:pt x="36958" y="62324"/>
                  </a:lnTo>
                  <a:lnTo>
                    <a:pt x="33681" y="66529"/>
                  </a:lnTo>
                  <a:lnTo>
                    <a:pt x="30541" y="70835"/>
                  </a:lnTo>
                  <a:lnTo>
                    <a:pt x="27539" y="75240"/>
                  </a:lnTo>
                  <a:lnTo>
                    <a:pt x="24679" y="79739"/>
                  </a:lnTo>
                  <a:lnTo>
                    <a:pt x="21964" y="84326"/>
                  </a:lnTo>
                  <a:lnTo>
                    <a:pt x="19396" y="88997"/>
                  </a:lnTo>
                  <a:lnTo>
                    <a:pt x="16979" y="93748"/>
                  </a:lnTo>
                  <a:lnTo>
                    <a:pt x="14715" y="98574"/>
                  </a:lnTo>
                  <a:lnTo>
                    <a:pt x="12605" y="103469"/>
                  </a:lnTo>
                  <a:lnTo>
                    <a:pt x="10653" y="108429"/>
                  </a:lnTo>
                  <a:lnTo>
                    <a:pt x="8860" y="113449"/>
                  </a:lnTo>
                  <a:lnTo>
                    <a:pt x="7228" y="118524"/>
                  </a:lnTo>
                  <a:lnTo>
                    <a:pt x="5758" y="123648"/>
                  </a:lnTo>
                  <a:lnTo>
                    <a:pt x="4452" y="128816"/>
                  </a:lnTo>
                  <a:lnTo>
                    <a:pt x="3312" y="134023"/>
                  </a:lnTo>
                  <a:lnTo>
                    <a:pt x="2339" y="139264"/>
                  </a:lnTo>
                  <a:lnTo>
                    <a:pt x="1533" y="144533"/>
                  </a:lnTo>
                  <a:lnTo>
                    <a:pt x="896" y="149825"/>
                  </a:lnTo>
                  <a:lnTo>
                    <a:pt x="427" y="155135"/>
                  </a:lnTo>
                  <a:lnTo>
                    <a:pt x="129" y="160457"/>
                  </a:lnTo>
                  <a:lnTo>
                    <a:pt x="0" y="165786"/>
                  </a:lnTo>
                  <a:lnTo>
                    <a:pt x="40" y="171116"/>
                  </a:lnTo>
                  <a:lnTo>
                    <a:pt x="251" y="176443"/>
                  </a:lnTo>
                  <a:lnTo>
                    <a:pt x="632" y="181760"/>
                  </a:lnTo>
                  <a:lnTo>
                    <a:pt x="1182" y="187062"/>
                  </a:lnTo>
                  <a:lnTo>
                    <a:pt x="1901" y="192343"/>
                  </a:lnTo>
                  <a:lnTo>
                    <a:pt x="2787" y="197600"/>
                  </a:lnTo>
                  <a:lnTo>
                    <a:pt x="3841" y="202825"/>
                  </a:lnTo>
                  <a:lnTo>
                    <a:pt x="5061" y="208014"/>
                  </a:lnTo>
                  <a:lnTo>
                    <a:pt x="6446" y="213161"/>
                  </a:lnTo>
                  <a:lnTo>
                    <a:pt x="7994" y="218262"/>
                  </a:lnTo>
                  <a:lnTo>
                    <a:pt x="9704" y="223311"/>
                  </a:lnTo>
                  <a:lnTo>
                    <a:pt x="11574" y="228303"/>
                  </a:lnTo>
                  <a:lnTo>
                    <a:pt x="13602" y="233232"/>
                  </a:lnTo>
                  <a:lnTo>
                    <a:pt x="15787" y="238095"/>
                  </a:lnTo>
                  <a:lnTo>
                    <a:pt x="18125" y="242885"/>
                  </a:lnTo>
                  <a:lnTo>
                    <a:pt x="20615" y="247598"/>
                  </a:lnTo>
                  <a:lnTo>
                    <a:pt x="23254" y="252229"/>
                  </a:lnTo>
                  <a:lnTo>
                    <a:pt x="26039" y="256774"/>
                  </a:lnTo>
                  <a:lnTo>
                    <a:pt x="28968" y="261228"/>
                  </a:lnTo>
                  <a:lnTo>
                    <a:pt x="32037" y="265586"/>
                  </a:lnTo>
                  <a:lnTo>
                    <a:pt x="35244" y="269845"/>
                  </a:lnTo>
                  <a:lnTo>
                    <a:pt x="38584" y="273998"/>
                  </a:lnTo>
                  <a:lnTo>
                    <a:pt x="42056" y="278043"/>
                  </a:lnTo>
                  <a:lnTo>
                    <a:pt x="45655" y="281976"/>
                  </a:lnTo>
                  <a:lnTo>
                    <a:pt x="49377" y="285791"/>
                  </a:lnTo>
                  <a:lnTo>
                    <a:pt x="53219" y="289486"/>
                  </a:lnTo>
                  <a:lnTo>
                    <a:pt x="57177" y="293057"/>
                  </a:lnTo>
                  <a:lnTo>
                    <a:pt x="61246" y="296500"/>
                  </a:lnTo>
                  <a:lnTo>
                    <a:pt x="65424" y="299811"/>
                  </a:lnTo>
                  <a:lnTo>
                    <a:pt x="69705" y="302987"/>
                  </a:lnTo>
                  <a:lnTo>
                    <a:pt x="74084" y="306025"/>
                  </a:lnTo>
                  <a:lnTo>
                    <a:pt x="78559" y="308922"/>
                  </a:lnTo>
                  <a:lnTo>
                    <a:pt x="83124" y="311675"/>
                  </a:lnTo>
                  <a:lnTo>
                    <a:pt x="87774" y="314281"/>
                  </a:lnTo>
                  <a:lnTo>
                    <a:pt x="92505" y="316737"/>
                  </a:lnTo>
                  <a:lnTo>
                    <a:pt x="97311" y="319042"/>
                  </a:lnTo>
                  <a:lnTo>
                    <a:pt x="102189" y="321191"/>
                  </a:lnTo>
                  <a:lnTo>
                    <a:pt x="107133" y="323185"/>
                  </a:lnTo>
                  <a:lnTo>
                    <a:pt x="112138" y="325019"/>
                  </a:lnTo>
                  <a:lnTo>
                    <a:pt x="117198" y="326693"/>
                  </a:lnTo>
                  <a:lnTo>
                    <a:pt x="122310" y="328205"/>
                  </a:lnTo>
                  <a:lnTo>
                    <a:pt x="127467" y="329553"/>
                  </a:lnTo>
                  <a:lnTo>
                    <a:pt x="132665" y="330736"/>
                  </a:lnTo>
                  <a:lnTo>
                    <a:pt x="137897" y="331753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35237" y="1083616"/>
              <a:ext cx="196430" cy="321728"/>
            </a:xfrm>
            <a:custGeom>
              <a:avLst/>
              <a:pathLst>
                <a:path w="196430" h="321728">
                  <a:moveTo>
                    <a:pt x="0" y="319165"/>
                  </a:moveTo>
                  <a:lnTo>
                    <a:pt x="5250" y="320013"/>
                  </a:lnTo>
                  <a:lnTo>
                    <a:pt x="10524" y="320693"/>
                  </a:lnTo>
                  <a:lnTo>
                    <a:pt x="15818" y="321205"/>
                  </a:lnTo>
                  <a:lnTo>
                    <a:pt x="21125" y="321548"/>
                  </a:lnTo>
                  <a:lnTo>
                    <a:pt x="26440" y="321723"/>
                  </a:lnTo>
                  <a:lnTo>
                    <a:pt x="31759" y="321728"/>
                  </a:lnTo>
                  <a:lnTo>
                    <a:pt x="37074" y="321564"/>
                  </a:lnTo>
                  <a:lnTo>
                    <a:pt x="42382" y="321231"/>
                  </a:lnTo>
                  <a:lnTo>
                    <a:pt x="47677" y="320729"/>
                  </a:lnTo>
                  <a:lnTo>
                    <a:pt x="52953" y="320059"/>
                  </a:lnTo>
                  <a:lnTo>
                    <a:pt x="58205" y="319222"/>
                  </a:lnTo>
                  <a:lnTo>
                    <a:pt x="63427" y="318218"/>
                  </a:lnTo>
                  <a:lnTo>
                    <a:pt x="68615" y="317049"/>
                  </a:lnTo>
                  <a:lnTo>
                    <a:pt x="73763" y="315715"/>
                  </a:lnTo>
                  <a:lnTo>
                    <a:pt x="78867" y="314218"/>
                  </a:lnTo>
                  <a:lnTo>
                    <a:pt x="83920" y="312559"/>
                  </a:lnTo>
                  <a:lnTo>
                    <a:pt x="88917" y="310740"/>
                  </a:lnTo>
                  <a:lnTo>
                    <a:pt x="93855" y="308764"/>
                  </a:lnTo>
                  <a:lnTo>
                    <a:pt x="98727" y="306631"/>
                  </a:lnTo>
                  <a:lnTo>
                    <a:pt x="103528" y="304344"/>
                  </a:lnTo>
                  <a:lnTo>
                    <a:pt x="108255" y="301906"/>
                  </a:lnTo>
                  <a:lnTo>
                    <a:pt x="112901" y="299319"/>
                  </a:lnTo>
                  <a:lnTo>
                    <a:pt x="117463" y="296585"/>
                  </a:lnTo>
                  <a:lnTo>
                    <a:pt x="121935" y="293708"/>
                  </a:lnTo>
                  <a:lnTo>
                    <a:pt x="126314" y="290690"/>
                  </a:lnTo>
                  <a:lnTo>
                    <a:pt x="130595" y="287533"/>
                  </a:lnTo>
                  <a:lnTo>
                    <a:pt x="134773" y="284243"/>
                  </a:lnTo>
                  <a:lnTo>
                    <a:pt x="138844" y="280821"/>
                  </a:lnTo>
                  <a:lnTo>
                    <a:pt x="142804" y="277271"/>
                  </a:lnTo>
                  <a:lnTo>
                    <a:pt x="146650" y="273598"/>
                  </a:lnTo>
                  <a:lnTo>
                    <a:pt x="150376" y="269803"/>
                  </a:lnTo>
                  <a:lnTo>
                    <a:pt x="153980" y="265892"/>
                  </a:lnTo>
                  <a:lnTo>
                    <a:pt x="157458" y="261869"/>
                  </a:lnTo>
                  <a:lnTo>
                    <a:pt x="160806" y="257737"/>
                  </a:lnTo>
                  <a:lnTo>
                    <a:pt x="164021" y="253500"/>
                  </a:lnTo>
                  <a:lnTo>
                    <a:pt x="167099" y="249163"/>
                  </a:lnTo>
                  <a:lnTo>
                    <a:pt x="170038" y="244731"/>
                  </a:lnTo>
                  <a:lnTo>
                    <a:pt x="172835" y="240207"/>
                  </a:lnTo>
                  <a:lnTo>
                    <a:pt x="175486" y="235597"/>
                  </a:lnTo>
                  <a:lnTo>
                    <a:pt x="177989" y="230905"/>
                  </a:lnTo>
                  <a:lnTo>
                    <a:pt x="180342" y="226135"/>
                  </a:lnTo>
                  <a:lnTo>
                    <a:pt x="182541" y="221293"/>
                  </a:lnTo>
                  <a:lnTo>
                    <a:pt x="184586" y="216384"/>
                  </a:lnTo>
                  <a:lnTo>
                    <a:pt x="186473" y="211412"/>
                  </a:lnTo>
                  <a:lnTo>
                    <a:pt x="188202" y="206382"/>
                  </a:lnTo>
                  <a:lnTo>
                    <a:pt x="189769" y="201300"/>
                  </a:lnTo>
                  <a:lnTo>
                    <a:pt x="191174" y="196171"/>
                  </a:lnTo>
                  <a:lnTo>
                    <a:pt x="192415" y="190999"/>
                  </a:lnTo>
                  <a:lnTo>
                    <a:pt x="193491" y="185791"/>
                  </a:lnTo>
                  <a:lnTo>
                    <a:pt x="194401" y="180551"/>
                  </a:lnTo>
                  <a:lnTo>
                    <a:pt x="195143" y="175285"/>
                  </a:lnTo>
                  <a:lnTo>
                    <a:pt x="195718" y="169998"/>
                  </a:lnTo>
                  <a:lnTo>
                    <a:pt x="196124" y="164695"/>
                  </a:lnTo>
                  <a:lnTo>
                    <a:pt x="196362" y="159382"/>
                  </a:lnTo>
                  <a:lnTo>
                    <a:pt x="196430" y="154064"/>
                  </a:lnTo>
                  <a:lnTo>
                    <a:pt x="196329" y="148747"/>
                  </a:lnTo>
                  <a:lnTo>
                    <a:pt x="196059" y="143436"/>
                  </a:lnTo>
                  <a:lnTo>
                    <a:pt x="195620" y="138136"/>
                  </a:lnTo>
                  <a:lnTo>
                    <a:pt x="195013" y="132852"/>
                  </a:lnTo>
                  <a:lnTo>
                    <a:pt x="194238" y="127591"/>
                  </a:lnTo>
                  <a:lnTo>
                    <a:pt x="193296" y="122356"/>
                  </a:lnTo>
                  <a:lnTo>
                    <a:pt x="192188" y="117155"/>
                  </a:lnTo>
                  <a:lnTo>
                    <a:pt x="190915" y="111991"/>
                  </a:lnTo>
                  <a:lnTo>
                    <a:pt x="189478" y="106871"/>
                  </a:lnTo>
                  <a:lnTo>
                    <a:pt x="187880" y="101798"/>
                  </a:lnTo>
                  <a:lnTo>
                    <a:pt x="186120" y="96779"/>
                  </a:lnTo>
                  <a:lnTo>
                    <a:pt x="184203" y="91819"/>
                  </a:lnTo>
                  <a:lnTo>
                    <a:pt x="182128" y="86922"/>
                  </a:lnTo>
                  <a:lnTo>
                    <a:pt x="179898" y="82094"/>
                  </a:lnTo>
                  <a:lnTo>
                    <a:pt x="177516" y="77339"/>
                  </a:lnTo>
                  <a:lnTo>
                    <a:pt x="174984" y="72662"/>
                  </a:lnTo>
                  <a:lnTo>
                    <a:pt x="172305" y="68068"/>
                  </a:lnTo>
                  <a:lnTo>
                    <a:pt x="169480" y="63562"/>
                  </a:lnTo>
                  <a:lnTo>
                    <a:pt x="166514" y="59148"/>
                  </a:lnTo>
                  <a:lnTo>
                    <a:pt x="163409" y="54830"/>
                  </a:lnTo>
                  <a:lnTo>
                    <a:pt x="160168" y="50613"/>
                  </a:lnTo>
                  <a:lnTo>
                    <a:pt x="156795" y="46502"/>
                  </a:lnTo>
                  <a:lnTo>
                    <a:pt x="153292" y="42500"/>
                  </a:lnTo>
                  <a:lnTo>
                    <a:pt x="149664" y="38611"/>
                  </a:lnTo>
                  <a:lnTo>
                    <a:pt x="145915" y="34840"/>
                  </a:lnTo>
                  <a:lnTo>
                    <a:pt x="142047" y="31190"/>
                  </a:lnTo>
                  <a:lnTo>
                    <a:pt x="138065" y="27665"/>
                  </a:lnTo>
                  <a:lnTo>
                    <a:pt x="133972" y="24268"/>
                  </a:lnTo>
                  <a:lnTo>
                    <a:pt x="129774" y="21003"/>
                  </a:lnTo>
                  <a:lnTo>
                    <a:pt x="125474" y="17873"/>
                  </a:lnTo>
                  <a:lnTo>
                    <a:pt x="121077" y="14882"/>
                  </a:lnTo>
                  <a:lnTo>
                    <a:pt x="116587" y="12032"/>
                  </a:lnTo>
                  <a:lnTo>
                    <a:pt x="112008" y="9327"/>
                  </a:lnTo>
                  <a:lnTo>
                    <a:pt x="107346" y="6768"/>
                  </a:lnTo>
                  <a:lnTo>
                    <a:pt x="102604" y="4359"/>
                  </a:lnTo>
                  <a:lnTo>
                    <a:pt x="97789" y="2102"/>
                  </a:lnTo>
                  <a:lnTo>
                    <a:pt x="92904" y="0"/>
                  </a:lnTo>
                  <a:lnTo>
                    <a:pt x="29263" y="1545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63640" cy="167167"/>
            </a:xfrm>
            <a:custGeom>
              <a:avLst/>
              <a:pathLst>
                <a:path w="63640" h="167167">
                  <a:moveTo>
                    <a:pt x="63640" y="12587"/>
                  </a:moveTo>
                  <a:lnTo>
                    <a:pt x="58113" y="10426"/>
                  </a:lnTo>
                  <a:lnTo>
                    <a:pt x="52512" y="8462"/>
                  </a:lnTo>
                  <a:lnTo>
                    <a:pt x="46846" y="6698"/>
                  </a:lnTo>
                  <a:lnTo>
                    <a:pt x="41120" y="5136"/>
                  </a:lnTo>
                  <a:lnTo>
                    <a:pt x="35342" y="3778"/>
                  </a:lnTo>
                  <a:lnTo>
                    <a:pt x="29520" y="2627"/>
                  </a:lnTo>
                  <a:lnTo>
                    <a:pt x="23661" y="1683"/>
                  </a:lnTo>
                  <a:lnTo>
                    <a:pt x="17772" y="947"/>
                  </a:lnTo>
                  <a:lnTo>
                    <a:pt x="11860" y="421"/>
                  </a:lnTo>
                  <a:lnTo>
                    <a:pt x="593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4587" y="1322571"/>
              <a:ext cx="124133" cy="167167"/>
            </a:xfrm>
            <a:custGeom>
              <a:avLst/>
              <a:pathLst>
                <a:path w="124133" h="167167">
                  <a:moveTo>
                    <a:pt x="124133" y="0"/>
                  </a:moveTo>
                  <a:lnTo>
                    <a:pt x="118538" y="93"/>
                  </a:lnTo>
                  <a:lnTo>
                    <a:pt x="112949" y="374"/>
                  </a:lnTo>
                  <a:lnTo>
                    <a:pt x="107373" y="842"/>
                  </a:lnTo>
                  <a:lnTo>
                    <a:pt x="101816" y="1496"/>
                  </a:lnTo>
                  <a:lnTo>
                    <a:pt x="96283" y="2336"/>
                  </a:lnTo>
                  <a:lnTo>
                    <a:pt x="90782" y="3360"/>
                  </a:lnTo>
                  <a:lnTo>
                    <a:pt x="85318" y="4568"/>
                  </a:lnTo>
                  <a:lnTo>
                    <a:pt x="79898" y="5958"/>
                  </a:lnTo>
                  <a:lnTo>
                    <a:pt x="74527" y="7529"/>
                  </a:lnTo>
                  <a:lnTo>
                    <a:pt x="69211" y="9279"/>
                  </a:lnTo>
                  <a:lnTo>
                    <a:pt x="63958" y="11206"/>
                  </a:lnTo>
                  <a:lnTo>
                    <a:pt x="58772" y="13307"/>
                  </a:lnTo>
                  <a:lnTo>
                    <a:pt x="53658" y="15581"/>
                  </a:lnTo>
                  <a:lnTo>
                    <a:pt x="48624" y="18025"/>
                  </a:lnTo>
                  <a:lnTo>
                    <a:pt x="43675" y="20636"/>
                  </a:lnTo>
                  <a:lnTo>
                    <a:pt x="38816" y="23411"/>
                  </a:lnTo>
                  <a:lnTo>
                    <a:pt x="34052" y="26347"/>
                  </a:lnTo>
                  <a:lnTo>
                    <a:pt x="29389" y="29441"/>
                  </a:lnTo>
                  <a:lnTo>
                    <a:pt x="24833" y="32689"/>
                  </a:lnTo>
                  <a:lnTo>
                    <a:pt x="20387" y="36088"/>
                  </a:lnTo>
                  <a:lnTo>
                    <a:pt x="16058" y="39633"/>
                  </a:lnTo>
                  <a:lnTo>
                    <a:pt x="11850" y="43322"/>
                  </a:lnTo>
                  <a:lnTo>
                    <a:pt x="7768" y="47150"/>
                  </a:lnTo>
                  <a:lnTo>
                    <a:pt x="3816" y="51112"/>
                  </a:lnTo>
                  <a:lnTo>
                    <a:pt x="0" y="55203"/>
                  </a:lnTo>
                  <a:lnTo>
                    <a:pt x="12413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4587" y="1377775"/>
              <a:ext cx="124133" cy="111963"/>
            </a:xfrm>
            <a:custGeom>
              <a:avLst/>
              <a:pathLst>
                <a:path w="124133" h="111963">
                  <a:moveTo>
                    <a:pt x="0" y="0"/>
                  </a:moveTo>
                  <a:lnTo>
                    <a:pt x="124133" y="1119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21553" y="1377775"/>
              <a:ext cx="334331" cy="279114"/>
            </a:xfrm>
            <a:custGeom>
              <a:avLst/>
              <a:pathLst>
                <a:path w="334331" h="279114">
                  <a:moveTo>
                    <a:pt x="43033" y="0"/>
                  </a:moveTo>
                  <a:lnTo>
                    <a:pt x="39534" y="4005"/>
                  </a:lnTo>
                  <a:lnTo>
                    <a:pt x="36165" y="8119"/>
                  </a:lnTo>
                  <a:lnTo>
                    <a:pt x="32928" y="12338"/>
                  </a:lnTo>
                  <a:lnTo>
                    <a:pt x="29827" y="16659"/>
                  </a:lnTo>
                  <a:lnTo>
                    <a:pt x="26865" y="21075"/>
                  </a:lnTo>
                  <a:lnTo>
                    <a:pt x="24046" y="25584"/>
                  </a:lnTo>
                  <a:lnTo>
                    <a:pt x="21370" y="30180"/>
                  </a:lnTo>
                  <a:lnTo>
                    <a:pt x="18843" y="34859"/>
                  </a:lnTo>
                  <a:lnTo>
                    <a:pt x="16465" y="39616"/>
                  </a:lnTo>
                  <a:lnTo>
                    <a:pt x="14240" y="44446"/>
                  </a:lnTo>
                  <a:lnTo>
                    <a:pt x="12170" y="49344"/>
                  </a:lnTo>
                  <a:lnTo>
                    <a:pt x="10257" y="54306"/>
                  </a:lnTo>
                  <a:lnTo>
                    <a:pt x="8502" y="59326"/>
                  </a:lnTo>
                  <a:lnTo>
                    <a:pt x="6908" y="64400"/>
                  </a:lnTo>
                  <a:lnTo>
                    <a:pt x="5477" y="69521"/>
                  </a:lnTo>
                  <a:lnTo>
                    <a:pt x="4208" y="74686"/>
                  </a:lnTo>
                  <a:lnTo>
                    <a:pt x="3105" y="79888"/>
                  </a:lnTo>
                  <a:lnTo>
                    <a:pt x="2168" y="85123"/>
                  </a:lnTo>
                  <a:lnTo>
                    <a:pt x="1398" y="90384"/>
                  </a:lnTo>
                  <a:lnTo>
                    <a:pt x="795" y="95668"/>
                  </a:lnTo>
                  <a:lnTo>
                    <a:pt x="361" y="100968"/>
                  </a:lnTo>
                  <a:lnTo>
                    <a:pt x="96" y="106280"/>
                  </a:lnTo>
                  <a:lnTo>
                    <a:pt x="0" y="111597"/>
                  </a:lnTo>
                  <a:lnTo>
                    <a:pt x="72" y="116914"/>
                  </a:lnTo>
                  <a:lnTo>
                    <a:pt x="314" y="122227"/>
                  </a:lnTo>
                  <a:lnTo>
                    <a:pt x="725" y="127529"/>
                  </a:lnTo>
                  <a:lnTo>
                    <a:pt x="1305" y="132815"/>
                  </a:lnTo>
                  <a:lnTo>
                    <a:pt x="2052" y="138080"/>
                  </a:lnTo>
                  <a:lnTo>
                    <a:pt x="2966" y="143319"/>
                  </a:lnTo>
                  <a:lnTo>
                    <a:pt x="4047" y="148526"/>
                  </a:lnTo>
                  <a:lnTo>
                    <a:pt x="5292" y="153696"/>
                  </a:lnTo>
                  <a:lnTo>
                    <a:pt x="6701" y="158824"/>
                  </a:lnTo>
                  <a:lnTo>
                    <a:pt x="8273" y="163904"/>
                  </a:lnTo>
                  <a:lnTo>
                    <a:pt x="10006" y="168932"/>
                  </a:lnTo>
                  <a:lnTo>
                    <a:pt x="11897" y="173902"/>
                  </a:lnTo>
                  <a:lnTo>
                    <a:pt x="13946" y="178809"/>
                  </a:lnTo>
                  <a:lnTo>
                    <a:pt x="16150" y="183649"/>
                  </a:lnTo>
                  <a:lnTo>
                    <a:pt x="18506" y="188416"/>
                  </a:lnTo>
                  <a:lnTo>
                    <a:pt x="21013" y="193106"/>
                  </a:lnTo>
                  <a:lnTo>
                    <a:pt x="23668" y="197714"/>
                  </a:lnTo>
                  <a:lnTo>
                    <a:pt x="26469" y="202235"/>
                  </a:lnTo>
                  <a:lnTo>
                    <a:pt x="29411" y="206665"/>
                  </a:lnTo>
                  <a:lnTo>
                    <a:pt x="32493" y="210998"/>
                  </a:lnTo>
                  <a:lnTo>
                    <a:pt x="35711" y="215232"/>
                  </a:lnTo>
                  <a:lnTo>
                    <a:pt x="39063" y="219361"/>
                  </a:lnTo>
                  <a:lnTo>
                    <a:pt x="42544" y="223381"/>
                  </a:lnTo>
                  <a:lnTo>
                    <a:pt x="46151" y="227289"/>
                  </a:lnTo>
                  <a:lnTo>
                    <a:pt x="49880" y="231080"/>
                  </a:lnTo>
                  <a:lnTo>
                    <a:pt x="53728" y="234750"/>
                  </a:lnTo>
                  <a:lnTo>
                    <a:pt x="57691" y="238296"/>
                  </a:lnTo>
                  <a:lnTo>
                    <a:pt x="61765" y="241715"/>
                  </a:lnTo>
                  <a:lnTo>
                    <a:pt x="65946" y="245002"/>
                  </a:lnTo>
                  <a:lnTo>
                    <a:pt x="70229" y="248154"/>
                  </a:lnTo>
                  <a:lnTo>
                    <a:pt x="74610" y="251168"/>
                  </a:lnTo>
                  <a:lnTo>
                    <a:pt x="79084" y="254042"/>
                  </a:lnTo>
                  <a:lnTo>
                    <a:pt x="83648" y="256772"/>
                  </a:lnTo>
                  <a:lnTo>
                    <a:pt x="88296" y="259355"/>
                  </a:lnTo>
                  <a:lnTo>
                    <a:pt x="93024" y="261789"/>
                  </a:lnTo>
                  <a:lnTo>
                    <a:pt x="97828" y="264072"/>
                  </a:lnTo>
                  <a:lnTo>
                    <a:pt x="102701" y="266200"/>
                  </a:lnTo>
                  <a:lnTo>
                    <a:pt x="107640" y="268173"/>
                  </a:lnTo>
                  <a:lnTo>
                    <a:pt x="112638" y="269987"/>
                  </a:lnTo>
                  <a:lnTo>
                    <a:pt x="117692" y="271642"/>
                  </a:lnTo>
                  <a:lnTo>
                    <a:pt x="122797" y="273134"/>
                  </a:lnTo>
                  <a:lnTo>
                    <a:pt x="127946" y="274464"/>
                  </a:lnTo>
                  <a:lnTo>
                    <a:pt x="133134" y="275630"/>
                  </a:lnTo>
                  <a:lnTo>
                    <a:pt x="138357" y="276629"/>
                  </a:lnTo>
                  <a:lnTo>
                    <a:pt x="143610" y="277462"/>
                  </a:lnTo>
                  <a:lnTo>
                    <a:pt x="148886" y="278128"/>
                  </a:lnTo>
                  <a:lnTo>
                    <a:pt x="154180" y="278625"/>
                  </a:lnTo>
                  <a:lnTo>
                    <a:pt x="159488" y="278954"/>
                  </a:lnTo>
                  <a:lnTo>
                    <a:pt x="164804" y="279114"/>
                  </a:lnTo>
                  <a:lnTo>
                    <a:pt x="170121" y="279104"/>
                  </a:lnTo>
                  <a:lnTo>
                    <a:pt x="175436" y="278926"/>
                  </a:lnTo>
                  <a:lnTo>
                    <a:pt x="180743" y="278578"/>
                  </a:lnTo>
                  <a:lnTo>
                    <a:pt x="186036" y="278062"/>
                  </a:lnTo>
                  <a:lnTo>
                    <a:pt x="191309" y="277378"/>
                  </a:lnTo>
                  <a:lnTo>
                    <a:pt x="196559" y="276526"/>
                  </a:lnTo>
                  <a:lnTo>
                    <a:pt x="201778" y="275508"/>
                  </a:lnTo>
                  <a:lnTo>
                    <a:pt x="206963" y="274324"/>
                  </a:lnTo>
                  <a:lnTo>
                    <a:pt x="212107" y="272976"/>
                  </a:lnTo>
                  <a:lnTo>
                    <a:pt x="217206" y="271465"/>
                  </a:lnTo>
                  <a:lnTo>
                    <a:pt x="222254" y="269793"/>
                  </a:lnTo>
                  <a:lnTo>
                    <a:pt x="227246" y="267961"/>
                  </a:lnTo>
                  <a:lnTo>
                    <a:pt x="232178" y="265971"/>
                  </a:lnTo>
                  <a:lnTo>
                    <a:pt x="237044" y="263825"/>
                  </a:lnTo>
                  <a:lnTo>
                    <a:pt x="241839" y="261526"/>
                  </a:lnTo>
                  <a:lnTo>
                    <a:pt x="246558" y="259075"/>
                  </a:lnTo>
                  <a:lnTo>
                    <a:pt x="251197" y="256475"/>
                  </a:lnTo>
                  <a:lnTo>
                    <a:pt x="255752" y="253729"/>
                  </a:lnTo>
                  <a:lnTo>
                    <a:pt x="260216" y="250840"/>
                  </a:lnTo>
                  <a:lnTo>
                    <a:pt x="264586" y="247810"/>
                  </a:lnTo>
                  <a:lnTo>
                    <a:pt x="268858" y="244642"/>
                  </a:lnTo>
                  <a:lnTo>
                    <a:pt x="273027" y="241341"/>
                  </a:lnTo>
                  <a:lnTo>
                    <a:pt x="277088" y="237908"/>
                  </a:lnTo>
                  <a:lnTo>
                    <a:pt x="281039" y="234348"/>
                  </a:lnTo>
                  <a:lnTo>
                    <a:pt x="284874" y="230664"/>
                  </a:lnTo>
                  <a:lnTo>
                    <a:pt x="288590" y="226860"/>
                  </a:lnTo>
                  <a:lnTo>
                    <a:pt x="292183" y="222939"/>
                  </a:lnTo>
                  <a:lnTo>
                    <a:pt x="295650" y="218907"/>
                  </a:lnTo>
                  <a:lnTo>
                    <a:pt x="298987" y="214766"/>
                  </a:lnTo>
                  <a:lnTo>
                    <a:pt x="302190" y="210521"/>
                  </a:lnTo>
                  <a:lnTo>
                    <a:pt x="305256" y="206176"/>
                  </a:lnTo>
                  <a:lnTo>
                    <a:pt x="308183" y="201736"/>
                  </a:lnTo>
                  <a:lnTo>
                    <a:pt x="310967" y="197205"/>
                  </a:lnTo>
                  <a:lnTo>
                    <a:pt x="313606" y="192588"/>
                  </a:lnTo>
                  <a:lnTo>
                    <a:pt x="316097" y="187889"/>
                  </a:lnTo>
                  <a:lnTo>
                    <a:pt x="318436" y="183114"/>
                  </a:lnTo>
                  <a:lnTo>
                    <a:pt x="320623" y="178266"/>
                  </a:lnTo>
                  <a:lnTo>
                    <a:pt x="322654" y="173352"/>
                  </a:lnTo>
                  <a:lnTo>
                    <a:pt x="324528" y="168375"/>
                  </a:lnTo>
                  <a:lnTo>
                    <a:pt x="326243" y="163341"/>
                  </a:lnTo>
                  <a:lnTo>
                    <a:pt x="327797" y="158255"/>
                  </a:lnTo>
                  <a:lnTo>
                    <a:pt x="329188" y="153122"/>
                  </a:lnTo>
                  <a:lnTo>
                    <a:pt x="330415" y="147948"/>
                  </a:lnTo>
                  <a:lnTo>
                    <a:pt x="331477" y="142737"/>
                  </a:lnTo>
                  <a:lnTo>
                    <a:pt x="332373" y="137495"/>
                  </a:lnTo>
                  <a:lnTo>
                    <a:pt x="333101" y="132227"/>
                  </a:lnTo>
                  <a:lnTo>
                    <a:pt x="333662" y="126939"/>
                  </a:lnTo>
                  <a:lnTo>
                    <a:pt x="334054" y="121636"/>
                  </a:lnTo>
                  <a:lnTo>
                    <a:pt x="334277" y="116322"/>
                  </a:lnTo>
                  <a:lnTo>
                    <a:pt x="334331" y="111005"/>
                  </a:lnTo>
                  <a:lnTo>
                    <a:pt x="334216" y="105688"/>
                  </a:lnTo>
                  <a:lnTo>
                    <a:pt x="333932" y="100378"/>
                  </a:lnTo>
                  <a:lnTo>
                    <a:pt x="333479" y="95079"/>
                  </a:lnTo>
                  <a:lnTo>
                    <a:pt x="332858" y="89798"/>
                  </a:lnTo>
                  <a:lnTo>
                    <a:pt x="332069" y="84538"/>
                  </a:lnTo>
                  <a:lnTo>
                    <a:pt x="331113" y="79307"/>
                  </a:lnTo>
                  <a:lnTo>
                    <a:pt x="329992" y="74109"/>
                  </a:lnTo>
                  <a:lnTo>
                    <a:pt x="328705" y="68949"/>
                  </a:lnTo>
                  <a:lnTo>
                    <a:pt x="327255" y="63832"/>
                  </a:lnTo>
                  <a:lnTo>
                    <a:pt x="325643" y="58765"/>
                  </a:lnTo>
                  <a:lnTo>
                    <a:pt x="323871" y="53751"/>
                  </a:lnTo>
                  <a:lnTo>
                    <a:pt x="321940" y="48796"/>
                  </a:lnTo>
                  <a:lnTo>
                    <a:pt x="319853" y="43905"/>
                  </a:lnTo>
                  <a:lnTo>
                    <a:pt x="317611" y="39083"/>
                  </a:lnTo>
                  <a:lnTo>
                    <a:pt x="315216" y="34334"/>
                  </a:lnTo>
                  <a:lnTo>
                    <a:pt x="312672" y="29664"/>
                  </a:lnTo>
                  <a:lnTo>
                    <a:pt x="309981" y="25078"/>
                  </a:lnTo>
                  <a:lnTo>
                    <a:pt x="307145" y="20579"/>
                  </a:lnTo>
                  <a:lnTo>
                    <a:pt x="304167" y="16173"/>
                  </a:lnTo>
                  <a:lnTo>
                    <a:pt x="301051" y="11864"/>
                  </a:lnTo>
                  <a:lnTo>
                    <a:pt x="297799" y="7656"/>
                  </a:lnTo>
                  <a:lnTo>
                    <a:pt x="167167" y="1119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130632" cy="167167"/>
            </a:xfrm>
            <a:custGeom>
              <a:avLst/>
              <a:pathLst>
                <a:path w="130632" h="167167">
                  <a:moveTo>
                    <a:pt x="130632" y="62860"/>
                  </a:moveTo>
                  <a:lnTo>
                    <a:pt x="127096" y="58578"/>
                  </a:lnTo>
                  <a:lnTo>
                    <a:pt x="123419" y="54416"/>
                  </a:lnTo>
                  <a:lnTo>
                    <a:pt x="119605" y="50379"/>
                  </a:lnTo>
                  <a:lnTo>
                    <a:pt x="115660" y="46471"/>
                  </a:lnTo>
                  <a:lnTo>
                    <a:pt x="111588" y="42696"/>
                  </a:lnTo>
                  <a:lnTo>
                    <a:pt x="107392" y="39058"/>
                  </a:lnTo>
                  <a:lnTo>
                    <a:pt x="103077" y="35562"/>
                  </a:lnTo>
                  <a:lnTo>
                    <a:pt x="98649" y="32210"/>
                  </a:lnTo>
                  <a:lnTo>
                    <a:pt x="94112" y="29008"/>
                  </a:lnTo>
                  <a:lnTo>
                    <a:pt x="89471" y="25958"/>
                  </a:lnTo>
                  <a:lnTo>
                    <a:pt x="84731" y="23065"/>
                  </a:lnTo>
                  <a:lnTo>
                    <a:pt x="79898" y="20330"/>
                  </a:lnTo>
                  <a:lnTo>
                    <a:pt x="74977" y="17757"/>
                  </a:lnTo>
                  <a:lnTo>
                    <a:pt x="69973" y="15349"/>
                  </a:lnTo>
                  <a:lnTo>
                    <a:pt x="64891" y="13108"/>
                  </a:lnTo>
                  <a:lnTo>
                    <a:pt x="59738" y="11038"/>
                  </a:lnTo>
                  <a:lnTo>
                    <a:pt x="54519" y="9140"/>
                  </a:lnTo>
                  <a:lnTo>
                    <a:pt x="49240" y="7416"/>
                  </a:lnTo>
                  <a:lnTo>
                    <a:pt x="43907" y="5869"/>
                  </a:lnTo>
                  <a:lnTo>
                    <a:pt x="38525" y="4499"/>
                  </a:lnTo>
                  <a:lnTo>
                    <a:pt x="33101" y="3310"/>
                  </a:lnTo>
                  <a:lnTo>
                    <a:pt x="27640" y="2300"/>
                  </a:lnTo>
                  <a:lnTo>
                    <a:pt x="22148" y="1473"/>
                  </a:lnTo>
                  <a:lnTo>
                    <a:pt x="16633" y="829"/>
                  </a:lnTo>
                  <a:lnTo>
                    <a:pt x="11098" y="368"/>
                  </a:lnTo>
                  <a:lnTo>
                    <a:pt x="555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20240" y="1681503"/>
              <a:ext cx="66284" cy="167167"/>
            </a:xfrm>
            <a:custGeom>
              <a:avLst/>
              <a:pathLst>
                <a:path w="66284" h="167167">
                  <a:moveTo>
                    <a:pt x="66284" y="0"/>
                  </a:moveTo>
                  <a:lnTo>
                    <a:pt x="60090" y="114"/>
                  </a:lnTo>
                  <a:lnTo>
                    <a:pt x="53903" y="459"/>
                  </a:lnTo>
                  <a:lnTo>
                    <a:pt x="47734" y="1032"/>
                  </a:lnTo>
                  <a:lnTo>
                    <a:pt x="41590" y="1833"/>
                  </a:lnTo>
                  <a:lnTo>
                    <a:pt x="35481" y="2862"/>
                  </a:lnTo>
                  <a:lnTo>
                    <a:pt x="29413" y="4116"/>
                  </a:lnTo>
                  <a:lnTo>
                    <a:pt x="23396" y="5595"/>
                  </a:lnTo>
                  <a:lnTo>
                    <a:pt x="17438" y="7295"/>
                  </a:lnTo>
                  <a:lnTo>
                    <a:pt x="11548" y="9215"/>
                  </a:lnTo>
                  <a:lnTo>
                    <a:pt x="5732" y="11352"/>
                  </a:lnTo>
                  <a:lnTo>
                    <a:pt x="0" y="13703"/>
                  </a:lnTo>
                  <a:lnTo>
                    <a:pt x="6628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20240" y="1695206"/>
              <a:ext cx="66284" cy="153464"/>
            </a:xfrm>
            <a:custGeom>
              <a:avLst/>
              <a:pathLst>
                <a:path w="66284" h="153464">
                  <a:moveTo>
                    <a:pt x="0" y="0"/>
                  </a:moveTo>
                  <a:lnTo>
                    <a:pt x="66284" y="1534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19360" y="1681503"/>
              <a:ext cx="334325" cy="334317"/>
            </a:xfrm>
            <a:custGeom>
              <a:avLst/>
              <a:pathLst>
                <a:path w="334325" h="334317">
                  <a:moveTo>
                    <a:pt x="100879" y="13703"/>
                  </a:moveTo>
                  <a:lnTo>
                    <a:pt x="96066" y="15873"/>
                  </a:lnTo>
                  <a:lnTo>
                    <a:pt x="91323" y="18194"/>
                  </a:lnTo>
                  <a:lnTo>
                    <a:pt x="86655" y="20663"/>
                  </a:lnTo>
                  <a:lnTo>
                    <a:pt x="82069" y="23279"/>
                  </a:lnTo>
                  <a:lnTo>
                    <a:pt x="77567" y="26039"/>
                  </a:lnTo>
                  <a:lnTo>
                    <a:pt x="73154" y="28939"/>
                  </a:lnTo>
                  <a:lnTo>
                    <a:pt x="68835" y="31977"/>
                  </a:lnTo>
                  <a:lnTo>
                    <a:pt x="64614" y="35150"/>
                  </a:lnTo>
                  <a:lnTo>
                    <a:pt x="60496" y="38455"/>
                  </a:lnTo>
                  <a:lnTo>
                    <a:pt x="56484" y="41888"/>
                  </a:lnTo>
                  <a:lnTo>
                    <a:pt x="52583" y="45446"/>
                  </a:lnTo>
                  <a:lnTo>
                    <a:pt x="48795" y="49125"/>
                  </a:lnTo>
                  <a:lnTo>
                    <a:pt x="45126" y="52923"/>
                  </a:lnTo>
                  <a:lnTo>
                    <a:pt x="41579" y="56834"/>
                  </a:lnTo>
                  <a:lnTo>
                    <a:pt x="38157" y="60856"/>
                  </a:lnTo>
                  <a:lnTo>
                    <a:pt x="34864" y="64983"/>
                  </a:lnTo>
                  <a:lnTo>
                    <a:pt x="31702" y="69213"/>
                  </a:lnTo>
                  <a:lnTo>
                    <a:pt x="28676" y="73540"/>
                  </a:lnTo>
                  <a:lnTo>
                    <a:pt x="25788" y="77960"/>
                  </a:lnTo>
                  <a:lnTo>
                    <a:pt x="23041" y="82470"/>
                  </a:lnTo>
                  <a:lnTo>
                    <a:pt x="20438" y="87064"/>
                  </a:lnTo>
                  <a:lnTo>
                    <a:pt x="17982" y="91738"/>
                  </a:lnTo>
                  <a:lnTo>
                    <a:pt x="15674" y="96487"/>
                  </a:lnTo>
                  <a:lnTo>
                    <a:pt x="13517" y="101307"/>
                  </a:lnTo>
                  <a:lnTo>
                    <a:pt x="11514" y="106193"/>
                  </a:lnTo>
                  <a:lnTo>
                    <a:pt x="9666" y="111139"/>
                  </a:lnTo>
                  <a:lnTo>
                    <a:pt x="7975" y="116141"/>
                  </a:lnTo>
                  <a:lnTo>
                    <a:pt x="6442" y="121195"/>
                  </a:lnTo>
                  <a:lnTo>
                    <a:pt x="5071" y="126294"/>
                  </a:lnTo>
                  <a:lnTo>
                    <a:pt x="3861" y="131434"/>
                  </a:lnTo>
                  <a:lnTo>
                    <a:pt x="2813" y="136609"/>
                  </a:lnTo>
                  <a:lnTo>
                    <a:pt x="1930" y="141815"/>
                  </a:lnTo>
                  <a:lnTo>
                    <a:pt x="1212" y="147046"/>
                  </a:lnTo>
                  <a:lnTo>
                    <a:pt x="659" y="152298"/>
                  </a:lnTo>
                  <a:lnTo>
                    <a:pt x="273" y="157564"/>
                  </a:lnTo>
                  <a:lnTo>
                    <a:pt x="53" y="162840"/>
                  </a:lnTo>
                  <a:lnTo>
                    <a:pt x="0" y="168120"/>
                  </a:lnTo>
                  <a:lnTo>
                    <a:pt x="113" y="173399"/>
                  </a:lnTo>
                  <a:lnTo>
                    <a:pt x="393" y="178672"/>
                  </a:lnTo>
                  <a:lnTo>
                    <a:pt x="840" y="183933"/>
                  </a:lnTo>
                  <a:lnTo>
                    <a:pt x="1452" y="189178"/>
                  </a:lnTo>
                  <a:lnTo>
                    <a:pt x="2230" y="194401"/>
                  </a:lnTo>
                  <a:lnTo>
                    <a:pt x="3172" y="199596"/>
                  </a:lnTo>
                  <a:lnTo>
                    <a:pt x="4278" y="204759"/>
                  </a:lnTo>
                  <a:lnTo>
                    <a:pt x="5547" y="209885"/>
                  </a:lnTo>
                  <a:lnTo>
                    <a:pt x="6977" y="214968"/>
                  </a:lnTo>
                  <a:lnTo>
                    <a:pt x="8566" y="220004"/>
                  </a:lnTo>
                  <a:lnTo>
                    <a:pt x="10314" y="224986"/>
                  </a:lnTo>
                  <a:lnTo>
                    <a:pt x="12219" y="229911"/>
                  </a:lnTo>
                  <a:lnTo>
                    <a:pt x="14278" y="234774"/>
                  </a:lnTo>
                  <a:lnTo>
                    <a:pt x="16489" y="239569"/>
                  </a:lnTo>
                  <a:lnTo>
                    <a:pt x="18851" y="244291"/>
                  </a:lnTo>
                  <a:lnTo>
                    <a:pt x="21361" y="248937"/>
                  </a:lnTo>
                  <a:lnTo>
                    <a:pt x="24016" y="253501"/>
                  </a:lnTo>
                  <a:lnTo>
                    <a:pt x="26814" y="257979"/>
                  </a:lnTo>
                  <a:lnTo>
                    <a:pt x="29752" y="262367"/>
                  </a:lnTo>
                  <a:lnTo>
                    <a:pt x="32828" y="266659"/>
                  </a:lnTo>
                  <a:lnTo>
                    <a:pt x="36037" y="270852"/>
                  </a:lnTo>
                  <a:lnTo>
                    <a:pt x="39377" y="274942"/>
                  </a:lnTo>
                  <a:lnTo>
                    <a:pt x="42845" y="278924"/>
                  </a:lnTo>
                  <a:lnTo>
                    <a:pt x="46437" y="282795"/>
                  </a:lnTo>
                  <a:lnTo>
                    <a:pt x="50149" y="286550"/>
                  </a:lnTo>
                  <a:lnTo>
                    <a:pt x="53978" y="290186"/>
                  </a:lnTo>
                  <a:lnTo>
                    <a:pt x="57919" y="293700"/>
                  </a:lnTo>
                  <a:lnTo>
                    <a:pt x="61970" y="297087"/>
                  </a:lnTo>
                  <a:lnTo>
                    <a:pt x="66126" y="300344"/>
                  </a:lnTo>
                  <a:lnTo>
                    <a:pt x="70382" y="303469"/>
                  </a:lnTo>
                  <a:lnTo>
                    <a:pt x="74736" y="306458"/>
                  </a:lnTo>
                  <a:lnTo>
                    <a:pt x="79181" y="309307"/>
                  </a:lnTo>
                  <a:lnTo>
                    <a:pt x="83714" y="312015"/>
                  </a:lnTo>
                  <a:lnTo>
                    <a:pt x="88331" y="314579"/>
                  </a:lnTo>
                  <a:lnTo>
                    <a:pt x="93026" y="316995"/>
                  </a:lnTo>
                  <a:lnTo>
                    <a:pt x="97795" y="319262"/>
                  </a:lnTo>
                  <a:lnTo>
                    <a:pt x="102633" y="321377"/>
                  </a:lnTo>
                  <a:lnTo>
                    <a:pt x="107536" y="323338"/>
                  </a:lnTo>
                  <a:lnTo>
                    <a:pt x="112498" y="325143"/>
                  </a:lnTo>
                  <a:lnTo>
                    <a:pt x="117514" y="326791"/>
                  </a:lnTo>
                  <a:lnTo>
                    <a:pt x="122581" y="328279"/>
                  </a:lnTo>
                  <a:lnTo>
                    <a:pt x="127691" y="329607"/>
                  </a:lnTo>
                  <a:lnTo>
                    <a:pt x="132841" y="330773"/>
                  </a:lnTo>
                  <a:lnTo>
                    <a:pt x="138026" y="331775"/>
                  </a:lnTo>
                  <a:lnTo>
                    <a:pt x="143239" y="332613"/>
                  </a:lnTo>
                  <a:lnTo>
                    <a:pt x="148476" y="333287"/>
                  </a:lnTo>
                  <a:lnTo>
                    <a:pt x="153732" y="333794"/>
                  </a:lnTo>
                  <a:lnTo>
                    <a:pt x="159002" y="334135"/>
                  </a:lnTo>
                  <a:lnTo>
                    <a:pt x="164279" y="334309"/>
                  </a:lnTo>
                  <a:lnTo>
                    <a:pt x="169559" y="334317"/>
                  </a:lnTo>
                  <a:lnTo>
                    <a:pt x="174837" y="334158"/>
                  </a:lnTo>
                  <a:lnTo>
                    <a:pt x="180108" y="333833"/>
                  </a:lnTo>
                  <a:lnTo>
                    <a:pt x="185365" y="333341"/>
                  </a:lnTo>
                  <a:lnTo>
                    <a:pt x="190604" y="332683"/>
                  </a:lnTo>
                  <a:lnTo>
                    <a:pt x="195820" y="331860"/>
                  </a:lnTo>
                  <a:lnTo>
                    <a:pt x="201007" y="330873"/>
                  </a:lnTo>
                  <a:lnTo>
                    <a:pt x="206161" y="329722"/>
                  </a:lnTo>
                  <a:lnTo>
                    <a:pt x="211276" y="328409"/>
                  </a:lnTo>
                  <a:lnTo>
                    <a:pt x="216346" y="326936"/>
                  </a:lnTo>
                  <a:lnTo>
                    <a:pt x="221368" y="325303"/>
                  </a:lnTo>
                  <a:lnTo>
                    <a:pt x="226335" y="323512"/>
                  </a:lnTo>
                  <a:lnTo>
                    <a:pt x="231243" y="321565"/>
                  </a:lnTo>
                  <a:lnTo>
                    <a:pt x="236088" y="319464"/>
                  </a:lnTo>
                  <a:lnTo>
                    <a:pt x="240863" y="317212"/>
                  </a:lnTo>
                  <a:lnTo>
                    <a:pt x="245566" y="314809"/>
                  </a:lnTo>
                  <a:lnTo>
                    <a:pt x="250189" y="312259"/>
                  </a:lnTo>
                  <a:lnTo>
                    <a:pt x="254731" y="309565"/>
                  </a:lnTo>
                  <a:lnTo>
                    <a:pt x="259184" y="306728"/>
                  </a:lnTo>
                  <a:lnTo>
                    <a:pt x="263546" y="303752"/>
                  </a:lnTo>
                  <a:lnTo>
                    <a:pt x="267812" y="300640"/>
                  </a:lnTo>
                  <a:lnTo>
                    <a:pt x="271977" y="297394"/>
                  </a:lnTo>
                  <a:lnTo>
                    <a:pt x="276038" y="294019"/>
                  </a:lnTo>
                  <a:lnTo>
                    <a:pt x="279990" y="290517"/>
                  </a:lnTo>
                  <a:lnTo>
                    <a:pt x="283829" y="286892"/>
                  </a:lnTo>
                  <a:lnTo>
                    <a:pt x="287553" y="283148"/>
                  </a:lnTo>
                  <a:lnTo>
                    <a:pt x="291156" y="279288"/>
                  </a:lnTo>
                  <a:lnTo>
                    <a:pt x="294635" y="275316"/>
                  </a:lnTo>
                  <a:lnTo>
                    <a:pt x="297987" y="271236"/>
                  </a:lnTo>
                  <a:lnTo>
                    <a:pt x="301209" y="267052"/>
                  </a:lnTo>
                  <a:lnTo>
                    <a:pt x="304296" y="262769"/>
                  </a:lnTo>
                  <a:lnTo>
                    <a:pt x="307247" y="258390"/>
                  </a:lnTo>
                  <a:lnTo>
                    <a:pt x="310059" y="253920"/>
                  </a:lnTo>
                  <a:lnTo>
                    <a:pt x="312727" y="249364"/>
                  </a:lnTo>
                  <a:lnTo>
                    <a:pt x="315251" y="244726"/>
                  </a:lnTo>
                  <a:lnTo>
                    <a:pt x="317626" y="240010"/>
                  </a:lnTo>
                  <a:lnTo>
                    <a:pt x="319852" y="235221"/>
                  </a:lnTo>
                  <a:lnTo>
                    <a:pt x="321925" y="230365"/>
                  </a:lnTo>
                  <a:lnTo>
                    <a:pt x="323844" y="225446"/>
                  </a:lnTo>
                  <a:lnTo>
                    <a:pt x="325606" y="220468"/>
                  </a:lnTo>
                  <a:lnTo>
                    <a:pt x="327211" y="215437"/>
                  </a:lnTo>
                  <a:lnTo>
                    <a:pt x="328656" y="210359"/>
                  </a:lnTo>
                  <a:lnTo>
                    <a:pt x="329939" y="205237"/>
                  </a:lnTo>
                  <a:lnTo>
                    <a:pt x="331060" y="200077"/>
                  </a:lnTo>
                  <a:lnTo>
                    <a:pt x="332018" y="194884"/>
                  </a:lnTo>
                  <a:lnTo>
                    <a:pt x="332811" y="189663"/>
                  </a:lnTo>
                  <a:lnTo>
                    <a:pt x="333439" y="184420"/>
                  </a:lnTo>
                  <a:lnTo>
                    <a:pt x="333901" y="179160"/>
                  </a:lnTo>
                  <a:lnTo>
                    <a:pt x="334196" y="173888"/>
                  </a:lnTo>
                  <a:lnTo>
                    <a:pt x="334325" y="168610"/>
                  </a:lnTo>
                  <a:lnTo>
                    <a:pt x="334288" y="163329"/>
                  </a:lnTo>
                  <a:lnTo>
                    <a:pt x="334083" y="158053"/>
                  </a:lnTo>
                  <a:lnTo>
                    <a:pt x="333712" y="152786"/>
                  </a:lnTo>
                  <a:lnTo>
                    <a:pt x="333175" y="147533"/>
                  </a:lnTo>
                  <a:lnTo>
                    <a:pt x="332472" y="142299"/>
                  </a:lnTo>
                  <a:lnTo>
                    <a:pt x="331604" y="137091"/>
                  </a:lnTo>
                  <a:lnTo>
                    <a:pt x="330572" y="131912"/>
                  </a:lnTo>
                  <a:lnTo>
                    <a:pt x="329377" y="126769"/>
                  </a:lnTo>
                  <a:lnTo>
                    <a:pt x="328020" y="121666"/>
                  </a:lnTo>
                  <a:lnTo>
                    <a:pt x="326503" y="116608"/>
                  </a:lnTo>
                  <a:lnTo>
                    <a:pt x="324826" y="111601"/>
                  </a:lnTo>
                  <a:lnTo>
                    <a:pt x="322993" y="106649"/>
                  </a:lnTo>
                  <a:lnTo>
                    <a:pt x="321004" y="101758"/>
                  </a:lnTo>
                  <a:lnTo>
                    <a:pt x="318861" y="96932"/>
                  </a:lnTo>
                  <a:lnTo>
                    <a:pt x="316567" y="92176"/>
                  </a:lnTo>
                  <a:lnTo>
                    <a:pt x="314124" y="87494"/>
                  </a:lnTo>
                  <a:lnTo>
                    <a:pt x="311535" y="82893"/>
                  </a:lnTo>
                  <a:lnTo>
                    <a:pt x="308801" y="78375"/>
                  </a:lnTo>
                  <a:lnTo>
                    <a:pt x="305926" y="73946"/>
                  </a:lnTo>
                  <a:lnTo>
                    <a:pt x="302912" y="69610"/>
                  </a:lnTo>
                  <a:lnTo>
                    <a:pt x="299764" y="65371"/>
                  </a:lnTo>
                  <a:lnTo>
                    <a:pt x="296482" y="61234"/>
                  </a:lnTo>
                  <a:lnTo>
                    <a:pt x="293072" y="57203"/>
                  </a:lnTo>
                  <a:lnTo>
                    <a:pt x="289536" y="53281"/>
                  </a:lnTo>
                  <a:lnTo>
                    <a:pt x="285878" y="49473"/>
                  </a:lnTo>
                  <a:lnTo>
                    <a:pt x="282102" y="45782"/>
                  </a:lnTo>
                  <a:lnTo>
                    <a:pt x="278211" y="42213"/>
                  </a:lnTo>
                  <a:lnTo>
                    <a:pt x="274209" y="38768"/>
                  </a:lnTo>
                  <a:lnTo>
                    <a:pt x="270100" y="35451"/>
                  </a:lnTo>
                  <a:lnTo>
                    <a:pt x="265889" y="32266"/>
                  </a:lnTo>
                  <a:lnTo>
                    <a:pt x="261579" y="29215"/>
                  </a:lnTo>
                  <a:lnTo>
                    <a:pt x="257175" y="26302"/>
                  </a:lnTo>
                  <a:lnTo>
                    <a:pt x="252681" y="23529"/>
                  </a:lnTo>
                  <a:lnTo>
                    <a:pt x="248102" y="20900"/>
                  </a:lnTo>
                  <a:lnTo>
                    <a:pt x="243442" y="18417"/>
                  </a:lnTo>
                  <a:lnTo>
                    <a:pt x="238706" y="16082"/>
                  </a:lnTo>
                  <a:lnTo>
                    <a:pt x="233898" y="13898"/>
                  </a:lnTo>
                  <a:lnTo>
                    <a:pt x="229024" y="11866"/>
                  </a:lnTo>
                  <a:lnTo>
                    <a:pt x="224089" y="9990"/>
                  </a:lnTo>
                  <a:lnTo>
                    <a:pt x="219096" y="8271"/>
                  </a:lnTo>
                  <a:lnTo>
                    <a:pt x="214052" y="6710"/>
                  </a:lnTo>
                  <a:lnTo>
                    <a:pt x="208961" y="5309"/>
                  </a:lnTo>
                  <a:lnTo>
                    <a:pt x="203828" y="4070"/>
                  </a:lnTo>
                  <a:lnTo>
                    <a:pt x="198658" y="2993"/>
                  </a:lnTo>
                  <a:lnTo>
                    <a:pt x="193457" y="2080"/>
                  </a:lnTo>
                  <a:lnTo>
                    <a:pt x="188230" y="1332"/>
                  </a:lnTo>
                  <a:lnTo>
                    <a:pt x="182982" y="750"/>
                  </a:lnTo>
                  <a:lnTo>
                    <a:pt x="177718" y="333"/>
                  </a:lnTo>
                  <a:lnTo>
                    <a:pt x="172444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8670" y="2126963"/>
              <a:ext cx="102616" cy="167167"/>
            </a:xfrm>
            <a:custGeom>
              <a:avLst/>
              <a:pathLst>
                <a:path w="102616" h="167167">
                  <a:moveTo>
                    <a:pt x="102616" y="0"/>
                  </a:moveTo>
                  <a:lnTo>
                    <a:pt x="97093" y="91"/>
                  </a:lnTo>
                  <a:lnTo>
                    <a:pt x="91576" y="364"/>
                  </a:lnTo>
                  <a:lnTo>
                    <a:pt x="86070" y="820"/>
                  </a:lnTo>
                  <a:lnTo>
                    <a:pt x="80583" y="1458"/>
                  </a:lnTo>
                  <a:lnTo>
                    <a:pt x="75120" y="2276"/>
                  </a:lnTo>
                  <a:lnTo>
                    <a:pt x="69687" y="3275"/>
                  </a:lnTo>
                  <a:lnTo>
                    <a:pt x="64290" y="4452"/>
                  </a:lnTo>
                  <a:lnTo>
                    <a:pt x="58934" y="5808"/>
                  </a:lnTo>
                  <a:lnTo>
                    <a:pt x="53627" y="7339"/>
                  </a:lnTo>
                  <a:lnTo>
                    <a:pt x="48373" y="9045"/>
                  </a:lnTo>
                  <a:lnTo>
                    <a:pt x="43178" y="10923"/>
                  </a:lnTo>
                  <a:lnTo>
                    <a:pt x="38048" y="12973"/>
                  </a:lnTo>
                  <a:lnTo>
                    <a:pt x="32989" y="15190"/>
                  </a:lnTo>
                  <a:lnTo>
                    <a:pt x="28005" y="17574"/>
                  </a:lnTo>
                  <a:lnTo>
                    <a:pt x="23103" y="20121"/>
                  </a:lnTo>
                  <a:lnTo>
                    <a:pt x="18288" y="22828"/>
                  </a:lnTo>
                  <a:lnTo>
                    <a:pt x="13565" y="25693"/>
                  </a:lnTo>
                  <a:lnTo>
                    <a:pt x="8939" y="28713"/>
                  </a:lnTo>
                  <a:lnTo>
                    <a:pt x="4416" y="31883"/>
                  </a:lnTo>
                  <a:lnTo>
                    <a:pt x="0" y="35202"/>
                  </a:lnTo>
                  <a:lnTo>
                    <a:pt x="10261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78670" y="2162166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14128" y="2127849"/>
              <a:ext cx="334320" cy="333445"/>
            </a:xfrm>
            <a:custGeom>
              <a:avLst/>
              <a:pathLst>
                <a:path w="334320" h="333445">
                  <a:moveTo>
                    <a:pt x="64542" y="34316"/>
                  </a:moveTo>
                  <a:lnTo>
                    <a:pt x="60408" y="37637"/>
                  </a:lnTo>
                  <a:lnTo>
                    <a:pt x="56382" y="41087"/>
                  </a:lnTo>
                  <a:lnTo>
                    <a:pt x="52467" y="44663"/>
                  </a:lnTo>
                  <a:lnTo>
                    <a:pt x="48668" y="48362"/>
                  </a:lnTo>
                  <a:lnTo>
                    <a:pt x="44988" y="52179"/>
                  </a:lnTo>
                  <a:lnTo>
                    <a:pt x="41431" y="56111"/>
                  </a:lnTo>
                  <a:lnTo>
                    <a:pt x="38000" y="60154"/>
                  </a:lnTo>
                  <a:lnTo>
                    <a:pt x="34699" y="64303"/>
                  </a:lnTo>
                  <a:lnTo>
                    <a:pt x="31532" y="68556"/>
                  </a:lnTo>
                  <a:lnTo>
                    <a:pt x="28500" y="72906"/>
                  </a:lnTo>
                  <a:lnTo>
                    <a:pt x="25609" y="77350"/>
                  </a:lnTo>
                  <a:lnTo>
                    <a:pt x="22860" y="81884"/>
                  </a:lnTo>
                  <a:lnTo>
                    <a:pt x="20256" y="86503"/>
                  </a:lnTo>
                  <a:lnTo>
                    <a:pt x="17799" y="91202"/>
                  </a:lnTo>
                  <a:lnTo>
                    <a:pt x="15493" y="95977"/>
                  </a:lnTo>
                  <a:lnTo>
                    <a:pt x="13340" y="100822"/>
                  </a:lnTo>
                  <a:lnTo>
                    <a:pt x="11342" y="105733"/>
                  </a:lnTo>
                  <a:lnTo>
                    <a:pt x="9500" y="110706"/>
                  </a:lnTo>
                  <a:lnTo>
                    <a:pt x="7816" y="115734"/>
                  </a:lnTo>
                  <a:lnTo>
                    <a:pt x="6293" y="120812"/>
                  </a:lnTo>
                  <a:lnTo>
                    <a:pt x="4932" y="125937"/>
                  </a:lnTo>
                  <a:lnTo>
                    <a:pt x="3735" y="131102"/>
                  </a:lnTo>
                  <a:lnTo>
                    <a:pt x="2701" y="136303"/>
                  </a:lnTo>
                  <a:lnTo>
                    <a:pt x="1833" y="141534"/>
                  </a:lnTo>
                  <a:lnTo>
                    <a:pt x="1131" y="146789"/>
                  </a:lnTo>
                  <a:lnTo>
                    <a:pt x="597" y="152065"/>
                  </a:lnTo>
                  <a:lnTo>
                    <a:pt x="230" y="157354"/>
                  </a:lnTo>
                  <a:lnTo>
                    <a:pt x="30" y="162653"/>
                  </a:lnTo>
                  <a:lnTo>
                    <a:pt x="0" y="167955"/>
                  </a:lnTo>
                  <a:lnTo>
                    <a:pt x="137" y="173255"/>
                  </a:lnTo>
                  <a:lnTo>
                    <a:pt x="442" y="178549"/>
                  </a:lnTo>
                  <a:lnTo>
                    <a:pt x="915" y="183830"/>
                  </a:lnTo>
                  <a:lnTo>
                    <a:pt x="1555" y="189094"/>
                  </a:lnTo>
                  <a:lnTo>
                    <a:pt x="2362" y="194334"/>
                  </a:lnTo>
                  <a:lnTo>
                    <a:pt x="3334" y="199547"/>
                  </a:lnTo>
                  <a:lnTo>
                    <a:pt x="4472" y="204725"/>
                  </a:lnTo>
                  <a:lnTo>
                    <a:pt x="5773" y="209866"/>
                  </a:lnTo>
                  <a:lnTo>
                    <a:pt x="7236" y="214962"/>
                  </a:lnTo>
                  <a:lnTo>
                    <a:pt x="8861" y="220009"/>
                  </a:lnTo>
                  <a:lnTo>
                    <a:pt x="10644" y="225003"/>
                  </a:lnTo>
                  <a:lnTo>
                    <a:pt x="12585" y="229937"/>
                  </a:lnTo>
                  <a:lnTo>
                    <a:pt x="14682" y="234807"/>
                  </a:lnTo>
                  <a:lnTo>
                    <a:pt x="16932" y="239608"/>
                  </a:lnTo>
                  <a:lnTo>
                    <a:pt x="19333" y="244336"/>
                  </a:lnTo>
                  <a:lnTo>
                    <a:pt x="21883" y="248985"/>
                  </a:lnTo>
                  <a:lnTo>
                    <a:pt x="24579" y="253550"/>
                  </a:lnTo>
                  <a:lnTo>
                    <a:pt x="27418" y="258028"/>
                  </a:lnTo>
                  <a:lnTo>
                    <a:pt x="30398" y="262414"/>
                  </a:lnTo>
                  <a:lnTo>
                    <a:pt x="33516" y="266703"/>
                  </a:lnTo>
                  <a:lnTo>
                    <a:pt x="36768" y="270891"/>
                  </a:lnTo>
                  <a:lnTo>
                    <a:pt x="40151" y="274973"/>
                  </a:lnTo>
                  <a:lnTo>
                    <a:pt x="43662" y="278947"/>
                  </a:lnTo>
                  <a:lnTo>
                    <a:pt x="47297" y="282807"/>
                  </a:lnTo>
                  <a:lnTo>
                    <a:pt x="51053" y="286549"/>
                  </a:lnTo>
                  <a:lnTo>
                    <a:pt x="54926" y="290171"/>
                  </a:lnTo>
                  <a:lnTo>
                    <a:pt x="58912" y="293668"/>
                  </a:lnTo>
                  <a:lnTo>
                    <a:pt x="63006" y="297037"/>
                  </a:lnTo>
                  <a:lnTo>
                    <a:pt x="67205" y="300275"/>
                  </a:lnTo>
                  <a:lnTo>
                    <a:pt x="71505" y="303377"/>
                  </a:lnTo>
                  <a:lnTo>
                    <a:pt x="75901" y="306342"/>
                  </a:lnTo>
                  <a:lnTo>
                    <a:pt x="80389" y="309165"/>
                  </a:lnTo>
                  <a:lnTo>
                    <a:pt x="84964" y="311845"/>
                  </a:lnTo>
                  <a:lnTo>
                    <a:pt x="89622" y="314379"/>
                  </a:lnTo>
                  <a:lnTo>
                    <a:pt x="94358" y="316764"/>
                  </a:lnTo>
                  <a:lnTo>
                    <a:pt x="99167" y="318997"/>
                  </a:lnTo>
                  <a:lnTo>
                    <a:pt x="104044" y="321076"/>
                  </a:lnTo>
                  <a:lnTo>
                    <a:pt x="108985" y="323000"/>
                  </a:lnTo>
                  <a:lnTo>
                    <a:pt x="113985" y="324766"/>
                  </a:lnTo>
                  <a:lnTo>
                    <a:pt x="119038" y="326373"/>
                  </a:lnTo>
                  <a:lnTo>
                    <a:pt x="124139" y="327818"/>
                  </a:lnTo>
                  <a:lnTo>
                    <a:pt x="129284" y="329101"/>
                  </a:lnTo>
                  <a:lnTo>
                    <a:pt x="134467" y="330221"/>
                  </a:lnTo>
                  <a:lnTo>
                    <a:pt x="139683" y="331175"/>
                  </a:lnTo>
                  <a:lnTo>
                    <a:pt x="144926" y="331963"/>
                  </a:lnTo>
                  <a:lnTo>
                    <a:pt x="150192" y="332585"/>
                  </a:lnTo>
                  <a:lnTo>
                    <a:pt x="155475" y="333040"/>
                  </a:lnTo>
                  <a:lnTo>
                    <a:pt x="160769" y="333326"/>
                  </a:lnTo>
                  <a:lnTo>
                    <a:pt x="166070" y="333445"/>
                  </a:lnTo>
                  <a:lnTo>
                    <a:pt x="171372" y="333395"/>
                  </a:lnTo>
                  <a:lnTo>
                    <a:pt x="176670" y="333178"/>
                  </a:lnTo>
                  <a:lnTo>
                    <a:pt x="181958" y="332792"/>
                  </a:lnTo>
                  <a:lnTo>
                    <a:pt x="187232" y="332239"/>
                  </a:lnTo>
                  <a:lnTo>
                    <a:pt x="192485" y="331519"/>
                  </a:lnTo>
                  <a:lnTo>
                    <a:pt x="197712" y="330632"/>
                  </a:lnTo>
                  <a:lnTo>
                    <a:pt x="202909" y="329581"/>
                  </a:lnTo>
                  <a:lnTo>
                    <a:pt x="208070" y="328365"/>
                  </a:lnTo>
                  <a:lnTo>
                    <a:pt x="213190" y="326986"/>
                  </a:lnTo>
                  <a:lnTo>
                    <a:pt x="218264" y="325445"/>
                  </a:lnTo>
                  <a:lnTo>
                    <a:pt x="223286" y="323744"/>
                  </a:lnTo>
                  <a:lnTo>
                    <a:pt x="228251" y="321885"/>
                  </a:lnTo>
                  <a:lnTo>
                    <a:pt x="233156" y="319869"/>
                  </a:lnTo>
                  <a:lnTo>
                    <a:pt x="237993" y="317699"/>
                  </a:lnTo>
                  <a:lnTo>
                    <a:pt x="242760" y="315376"/>
                  </a:lnTo>
                  <a:lnTo>
                    <a:pt x="247450" y="312904"/>
                  </a:lnTo>
                  <a:lnTo>
                    <a:pt x="252060" y="310283"/>
                  </a:lnTo>
                  <a:lnTo>
                    <a:pt x="256584" y="307518"/>
                  </a:lnTo>
                  <a:lnTo>
                    <a:pt x="261019" y="304611"/>
                  </a:lnTo>
                  <a:lnTo>
                    <a:pt x="265358" y="301565"/>
                  </a:lnTo>
                  <a:lnTo>
                    <a:pt x="269599" y="298382"/>
                  </a:lnTo>
                  <a:lnTo>
                    <a:pt x="273737" y="295067"/>
                  </a:lnTo>
                  <a:lnTo>
                    <a:pt x="277768" y="291622"/>
                  </a:lnTo>
                  <a:lnTo>
                    <a:pt x="281688" y="288051"/>
                  </a:lnTo>
                  <a:lnTo>
                    <a:pt x="285492" y="284358"/>
                  </a:lnTo>
                  <a:lnTo>
                    <a:pt x="289177" y="280546"/>
                  </a:lnTo>
                  <a:lnTo>
                    <a:pt x="292740" y="276618"/>
                  </a:lnTo>
                  <a:lnTo>
                    <a:pt x="296176" y="272580"/>
                  </a:lnTo>
                  <a:lnTo>
                    <a:pt x="299482" y="268435"/>
                  </a:lnTo>
                  <a:lnTo>
                    <a:pt x="302655" y="264187"/>
                  </a:lnTo>
                  <a:lnTo>
                    <a:pt x="305692" y="259840"/>
                  </a:lnTo>
                  <a:lnTo>
                    <a:pt x="308590" y="255400"/>
                  </a:lnTo>
                  <a:lnTo>
                    <a:pt x="311345" y="250870"/>
                  </a:lnTo>
                  <a:lnTo>
                    <a:pt x="313955" y="246254"/>
                  </a:lnTo>
                  <a:lnTo>
                    <a:pt x="316418" y="241558"/>
                  </a:lnTo>
                  <a:lnTo>
                    <a:pt x="318730" y="236787"/>
                  </a:lnTo>
                  <a:lnTo>
                    <a:pt x="320890" y="231944"/>
                  </a:lnTo>
                  <a:lnTo>
                    <a:pt x="322895" y="227036"/>
                  </a:lnTo>
                  <a:lnTo>
                    <a:pt x="324743" y="222066"/>
                  </a:lnTo>
                  <a:lnTo>
                    <a:pt x="326433" y="217040"/>
                  </a:lnTo>
                  <a:lnTo>
                    <a:pt x="327963" y="211964"/>
                  </a:lnTo>
                  <a:lnTo>
                    <a:pt x="329331" y="206841"/>
                  </a:lnTo>
                  <a:lnTo>
                    <a:pt x="330536" y="201677"/>
                  </a:lnTo>
                  <a:lnTo>
                    <a:pt x="331576" y="196478"/>
                  </a:lnTo>
                  <a:lnTo>
                    <a:pt x="332451" y="191248"/>
                  </a:lnTo>
                  <a:lnTo>
                    <a:pt x="333160" y="185994"/>
                  </a:lnTo>
                  <a:lnTo>
                    <a:pt x="333701" y="180719"/>
                  </a:lnTo>
                  <a:lnTo>
                    <a:pt x="334075" y="175430"/>
                  </a:lnTo>
                  <a:lnTo>
                    <a:pt x="334282" y="170132"/>
                  </a:lnTo>
                  <a:lnTo>
                    <a:pt x="334320" y="164830"/>
                  </a:lnTo>
                  <a:lnTo>
                    <a:pt x="334190" y="159529"/>
                  </a:lnTo>
                  <a:lnTo>
                    <a:pt x="333891" y="154235"/>
                  </a:lnTo>
                  <a:lnTo>
                    <a:pt x="333426" y="148953"/>
                  </a:lnTo>
                  <a:lnTo>
                    <a:pt x="332792" y="143689"/>
                  </a:lnTo>
                  <a:lnTo>
                    <a:pt x="331993" y="138447"/>
                  </a:lnTo>
                  <a:lnTo>
                    <a:pt x="331027" y="133234"/>
                  </a:lnTo>
                  <a:lnTo>
                    <a:pt x="329896" y="128053"/>
                  </a:lnTo>
                  <a:lnTo>
                    <a:pt x="328602" y="122911"/>
                  </a:lnTo>
                  <a:lnTo>
                    <a:pt x="327145" y="117813"/>
                  </a:lnTo>
                  <a:lnTo>
                    <a:pt x="325528" y="112763"/>
                  </a:lnTo>
                  <a:lnTo>
                    <a:pt x="323751" y="107768"/>
                  </a:lnTo>
                  <a:lnTo>
                    <a:pt x="321816" y="102831"/>
                  </a:lnTo>
                  <a:lnTo>
                    <a:pt x="319726" y="97958"/>
                  </a:lnTo>
                  <a:lnTo>
                    <a:pt x="317483" y="93154"/>
                  </a:lnTo>
                  <a:lnTo>
                    <a:pt x="315088" y="88423"/>
                  </a:lnTo>
                  <a:lnTo>
                    <a:pt x="312544" y="83771"/>
                  </a:lnTo>
                  <a:lnTo>
                    <a:pt x="309854" y="79201"/>
                  </a:lnTo>
                  <a:lnTo>
                    <a:pt x="307021" y="74720"/>
                  </a:lnTo>
                  <a:lnTo>
                    <a:pt x="304047" y="70330"/>
                  </a:lnTo>
                  <a:lnTo>
                    <a:pt x="300935" y="66037"/>
                  </a:lnTo>
                  <a:lnTo>
                    <a:pt x="297688" y="61845"/>
                  </a:lnTo>
                  <a:lnTo>
                    <a:pt x="294311" y="57758"/>
                  </a:lnTo>
                  <a:lnTo>
                    <a:pt x="290805" y="53780"/>
                  </a:lnTo>
                  <a:lnTo>
                    <a:pt x="287175" y="49915"/>
                  </a:lnTo>
                  <a:lnTo>
                    <a:pt x="283424" y="46167"/>
                  </a:lnTo>
                  <a:lnTo>
                    <a:pt x="279556" y="42540"/>
                  </a:lnTo>
                  <a:lnTo>
                    <a:pt x="275575" y="39038"/>
                  </a:lnTo>
                  <a:lnTo>
                    <a:pt x="271485" y="35664"/>
                  </a:lnTo>
                  <a:lnTo>
                    <a:pt x="267290" y="32421"/>
                  </a:lnTo>
                  <a:lnTo>
                    <a:pt x="262995" y="29312"/>
                  </a:lnTo>
                  <a:lnTo>
                    <a:pt x="258602" y="26342"/>
                  </a:lnTo>
                  <a:lnTo>
                    <a:pt x="254118" y="23512"/>
                  </a:lnTo>
                  <a:lnTo>
                    <a:pt x="249547" y="20826"/>
                  </a:lnTo>
                  <a:lnTo>
                    <a:pt x="244892" y="18286"/>
                  </a:lnTo>
                  <a:lnTo>
                    <a:pt x="240160" y="15895"/>
                  </a:lnTo>
                  <a:lnTo>
                    <a:pt x="235354" y="13656"/>
                  </a:lnTo>
                  <a:lnTo>
                    <a:pt x="230479" y="11570"/>
                  </a:lnTo>
                  <a:lnTo>
                    <a:pt x="225540" y="9640"/>
                  </a:lnTo>
                  <a:lnTo>
                    <a:pt x="220543" y="7867"/>
                  </a:lnTo>
                  <a:lnTo>
                    <a:pt x="215492" y="6253"/>
                  </a:lnTo>
                  <a:lnTo>
                    <a:pt x="210393" y="4801"/>
                  </a:lnTo>
                  <a:lnTo>
                    <a:pt x="205250" y="3511"/>
                  </a:lnTo>
                  <a:lnTo>
                    <a:pt x="200068" y="2385"/>
                  </a:lnTo>
                  <a:lnTo>
                    <a:pt x="194854" y="1424"/>
                  </a:lnTo>
                  <a:lnTo>
                    <a:pt x="189612" y="628"/>
                  </a:lnTo>
                  <a:lnTo>
                    <a:pt x="184347" y="0"/>
                  </a:lnTo>
                  <a:lnTo>
                    <a:pt x="167159" y="1662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17188" cy="167167"/>
            </a:xfrm>
            <a:custGeom>
              <a:avLst/>
              <a:pathLst>
                <a:path w="17188" h="167167">
                  <a:moveTo>
                    <a:pt x="17188" y="886"/>
                  </a:moveTo>
                  <a:lnTo>
                    <a:pt x="8605" y="2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423593" y="2633064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6" y="760"/>
                  </a:lnTo>
                  <a:lnTo>
                    <a:pt x="145942" y="1351"/>
                  </a:lnTo>
                  <a:lnTo>
                    <a:pt x="140679" y="2109"/>
                  </a:lnTo>
                  <a:lnTo>
                    <a:pt x="135443" y="3035"/>
                  </a:lnTo>
                  <a:lnTo>
                    <a:pt x="130239" y="4127"/>
                  </a:lnTo>
                  <a:lnTo>
                    <a:pt x="125072" y="5383"/>
                  </a:lnTo>
                  <a:lnTo>
                    <a:pt x="119948" y="6803"/>
                  </a:lnTo>
                  <a:lnTo>
                    <a:pt x="114871" y="8386"/>
                  </a:lnTo>
                  <a:lnTo>
                    <a:pt x="109848" y="10129"/>
                  </a:lnTo>
                  <a:lnTo>
                    <a:pt x="104882" y="12031"/>
                  </a:lnTo>
                  <a:lnTo>
                    <a:pt x="99980" y="14090"/>
                  </a:lnTo>
                  <a:lnTo>
                    <a:pt x="95145" y="16304"/>
                  </a:lnTo>
                  <a:lnTo>
                    <a:pt x="90384" y="18671"/>
                  </a:lnTo>
                  <a:lnTo>
                    <a:pt x="85700" y="21187"/>
                  </a:lnTo>
                  <a:lnTo>
                    <a:pt x="81098" y="23852"/>
                  </a:lnTo>
                  <a:lnTo>
                    <a:pt x="76584" y="26661"/>
                  </a:lnTo>
                  <a:lnTo>
                    <a:pt x="72161" y="29613"/>
                  </a:lnTo>
                  <a:lnTo>
                    <a:pt x="67834" y="32704"/>
                  </a:lnTo>
                  <a:lnTo>
                    <a:pt x="63608" y="35931"/>
                  </a:lnTo>
                  <a:lnTo>
                    <a:pt x="59486" y="39290"/>
                  </a:lnTo>
                  <a:lnTo>
                    <a:pt x="55474" y="42779"/>
                  </a:lnTo>
                  <a:lnTo>
                    <a:pt x="51574" y="46394"/>
                  </a:lnTo>
                  <a:lnTo>
                    <a:pt x="47791" y="50131"/>
                  </a:lnTo>
                  <a:lnTo>
                    <a:pt x="44129" y="53987"/>
                  </a:lnTo>
                  <a:lnTo>
                    <a:pt x="40592" y="57957"/>
                  </a:lnTo>
                  <a:lnTo>
                    <a:pt x="37183" y="62037"/>
                  </a:lnTo>
                  <a:lnTo>
                    <a:pt x="33905" y="66224"/>
                  </a:lnTo>
                  <a:lnTo>
                    <a:pt x="30762" y="70513"/>
                  </a:lnTo>
                  <a:lnTo>
                    <a:pt x="27757" y="74900"/>
                  </a:lnTo>
                  <a:lnTo>
                    <a:pt x="24893" y="79380"/>
                  </a:lnTo>
                  <a:lnTo>
                    <a:pt x="22173" y="83949"/>
                  </a:lnTo>
                  <a:lnTo>
                    <a:pt x="19600" y="88602"/>
                  </a:lnTo>
                  <a:lnTo>
                    <a:pt x="17175" y="93335"/>
                  </a:lnTo>
                  <a:lnTo>
                    <a:pt x="14903" y="98142"/>
                  </a:lnTo>
                  <a:lnTo>
                    <a:pt x="12785" y="103019"/>
                  </a:lnTo>
                  <a:lnTo>
                    <a:pt x="10823" y="107961"/>
                  </a:lnTo>
                  <a:lnTo>
                    <a:pt x="9019" y="112963"/>
                  </a:lnTo>
                  <a:lnTo>
                    <a:pt x="7375" y="118020"/>
                  </a:lnTo>
                  <a:lnTo>
                    <a:pt x="5893" y="123127"/>
                  </a:lnTo>
                  <a:lnTo>
                    <a:pt x="4574" y="128278"/>
                  </a:lnTo>
                  <a:lnTo>
                    <a:pt x="3419" y="133468"/>
                  </a:lnTo>
                  <a:lnTo>
                    <a:pt x="2430" y="138693"/>
                  </a:lnTo>
                  <a:lnTo>
                    <a:pt x="1608" y="143946"/>
                  </a:lnTo>
                  <a:lnTo>
                    <a:pt x="953" y="149223"/>
                  </a:lnTo>
                  <a:lnTo>
                    <a:pt x="466" y="154518"/>
                  </a:lnTo>
                  <a:lnTo>
                    <a:pt x="148" y="159826"/>
                  </a:lnTo>
                  <a:lnTo>
                    <a:pt x="0" y="165141"/>
                  </a:lnTo>
                  <a:lnTo>
                    <a:pt x="20" y="170459"/>
                  </a:lnTo>
                  <a:lnTo>
                    <a:pt x="209" y="175773"/>
                  </a:lnTo>
                  <a:lnTo>
                    <a:pt x="567" y="181078"/>
                  </a:lnTo>
                  <a:lnTo>
                    <a:pt x="1094" y="186369"/>
                  </a:lnTo>
                  <a:lnTo>
                    <a:pt x="1788" y="191641"/>
                  </a:lnTo>
                  <a:lnTo>
                    <a:pt x="2650" y="196888"/>
                  </a:lnTo>
                  <a:lnTo>
                    <a:pt x="3679" y="202105"/>
                  </a:lnTo>
                  <a:lnTo>
                    <a:pt x="4873" y="207286"/>
                  </a:lnTo>
                  <a:lnTo>
                    <a:pt x="6231" y="212427"/>
                  </a:lnTo>
                  <a:lnTo>
                    <a:pt x="7752" y="217522"/>
                  </a:lnTo>
                  <a:lnTo>
                    <a:pt x="9434" y="222567"/>
                  </a:lnTo>
                  <a:lnTo>
                    <a:pt x="11276" y="227555"/>
                  </a:lnTo>
                  <a:lnTo>
                    <a:pt x="13275" y="232482"/>
                  </a:lnTo>
                  <a:lnTo>
                    <a:pt x="15430" y="237343"/>
                  </a:lnTo>
                  <a:lnTo>
                    <a:pt x="17739" y="242133"/>
                  </a:lnTo>
                  <a:lnTo>
                    <a:pt x="20199" y="246847"/>
                  </a:lnTo>
                  <a:lnTo>
                    <a:pt x="22807" y="251481"/>
                  </a:lnTo>
                  <a:lnTo>
                    <a:pt x="25562" y="256029"/>
                  </a:lnTo>
                  <a:lnTo>
                    <a:pt x="28460" y="260487"/>
                  </a:lnTo>
                  <a:lnTo>
                    <a:pt x="31498" y="264851"/>
                  </a:lnTo>
                  <a:lnTo>
                    <a:pt x="34673" y="269116"/>
                  </a:lnTo>
                  <a:lnTo>
                    <a:pt x="37983" y="273278"/>
                  </a:lnTo>
                  <a:lnTo>
                    <a:pt x="41423" y="277333"/>
                  </a:lnTo>
                  <a:lnTo>
                    <a:pt x="44990" y="281276"/>
                  </a:lnTo>
                  <a:lnTo>
                    <a:pt x="48681" y="285103"/>
                  </a:lnTo>
                  <a:lnTo>
                    <a:pt x="52492" y="288812"/>
                  </a:lnTo>
                  <a:lnTo>
                    <a:pt x="56419" y="292397"/>
                  </a:lnTo>
                  <a:lnTo>
                    <a:pt x="60458" y="295855"/>
                  </a:lnTo>
                  <a:lnTo>
                    <a:pt x="64605" y="299184"/>
                  </a:lnTo>
                  <a:lnTo>
                    <a:pt x="68855" y="302378"/>
                  </a:lnTo>
                  <a:lnTo>
                    <a:pt x="73205" y="305436"/>
                  </a:lnTo>
                  <a:lnTo>
                    <a:pt x="77650" y="308354"/>
                  </a:lnTo>
                  <a:lnTo>
                    <a:pt x="82186" y="311130"/>
                  </a:lnTo>
                  <a:lnTo>
                    <a:pt x="86808" y="313759"/>
                  </a:lnTo>
                  <a:lnTo>
                    <a:pt x="91511" y="316240"/>
                  </a:lnTo>
                  <a:lnTo>
                    <a:pt x="96290" y="318571"/>
                  </a:lnTo>
                  <a:lnTo>
                    <a:pt x="101141" y="320748"/>
                  </a:lnTo>
                  <a:lnTo>
                    <a:pt x="106059" y="322770"/>
                  </a:lnTo>
                  <a:lnTo>
                    <a:pt x="111039" y="324634"/>
                  </a:lnTo>
                  <a:lnTo>
                    <a:pt x="116075" y="326339"/>
                  </a:lnTo>
                  <a:lnTo>
                    <a:pt x="121164" y="327883"/>
                  </a:lnTo>
                  <a:lnTo>
                    <a:pt x="126298" y="329265"/>
                  </a:lnTo>
                  <a:lnTo>
                    <a:pt x="131474" y="330482"/>
                  </a:lnTo>
                  <a:lnTo>
                    <a:pt x="136687" y="331534"/>
                  </a:lnTo>
                  <a:lnTo>
                    <a:pt x="141930" y="332420"/>
                  </a:lnTo>
                  <a:lnTo>
                    <a:pt x="147198" y="333139"/>
                  </a:lnTo>
                  <a:lnTo>
                    <a:pt x="152487" y="333690"/>
                  </a:lnTo>
                  <a:lnTo>
                    <a:pt x="157791" y="334072"/>
                  </a:lnTo>
                  <a:lnTo>
                    <a:pt x="163104" y="334285"/>
                  </a:lnTo>
                  <a:lnTo>
                    <a:pt x="168421" y="334330"/>
                  </a:lnTo>
                  <a:lnTo>
                    <a:pt x="173737" y="334205"/>
                  </a:lnTo>
                  <a:lnTo>
                    <a:pt x="179046" y="333911"/>
                  </a:lnTo>
                  <a:lnTo>
                    <a:pt x="184343" y="333448"/>
                  </a:lnTo>
                  <a:lnTo>
                    <a:pt x="189623" y="332818"/>
                  </a:lnTo>
                  <a:lnTo>
                    <a:pt x="194880" y="332019"/>
                  </a:lnTo>
                  <a:lnTo>
                    <a:pt x="200109" y="331054"/>
                  </a:lnTo>
                  <a:lnTo>
                    <a:pt x="205304" y="329923"/>
                  </a:lnTo>
                  <a:lnTo>
                    <a:pt x="210462" y="328627"/>
                  </a:lnTo>
                  <a:lnTo>
                    <a:pt x="215575" y="327168"/>
                  </a:lnTo>
                  <a:lnTo>
                    <a:pt x="220639" y="325547"/>
                  </a:lnTo>
                  <a:lnTo>
                    <a:pt x="225649" y="323766"/>
                  </a:lnTo>
                  <a:lnTo>
                    <a:pt x="230600" y="321827"/>
                  </a:lnTo>
                  <a:lnTo>
                    <a:pt x="235487" y="319731"/>
                  </a:lnTo>
                  <a:lnTo>
                    <a:pt x="240305" y="317480"/>
                  </a:lnTo>
                  <a:lnTo>
                    <a:pt x="245048" y="315078"/>
                  </a:lnTo>
                  <a:lnTo>
                    <a:pt x="249713" y="312525"/>
                  </a:lnTo>
                  <a:lnTo>
                    <a:pt x="254294" y="309826"/>
                  </a:lnTo>
                  <a:lnTo>
                    <a:pt x="258787" y="306983"/>
                  </a:lnTo>
                  <a:lnTo>
                    <a:pt x="263188" y="303998"/>
                  </a:lnTo>
                  <a:lnTo>
                    <a:pt x="267491" y="300874"/>
                  </a:lnTo>
                  <a:lnTo>
                    <a:pt x="271693" y="297615"/>
                  </a:lnTo>
                  <a:lnTo>
                    <a:pt x="275789" y="294224"/>
                  </a:lnTo>
                  <a:lnTo>
                    <a:pt x="279775" y="290705"/>
                  </a:lnTo>
                  <a:lnTo>
                    <a:pt x="283647" y="287061"/>
                  </a:lnTo>
                  <a:lnTo>
                    <a:pt x="287401" y="283295"/>
                  </a:lnTo>
                  <a:lnTo>
                    <a:pt x="291034" y="279412"/>
                  </a:lnTo>
                  <a:lnTo>
                    <a:pt x="294541" y="275415"/>
                  </a:lnTo>
                  <a:lnTo>
                    <a:pt x="297919" y="271309"/>
                  </a:lnTo>
                  <a:lnTo>
                    <a:pt x="301165" y="267098"/>
                  </a:lnTo>
                  <a:lnTo>
                    <a:pt x="304276" y="262785"/>
                  </a:lnTo>
                  <a:lnTo>
                    <a:pt x="307247" y="258376"/>
                  </a:lnTo>
                  <a:lnTo>
                    <a:pt x="310077" y="253874"/>
                  </a:lnTo>
                  <a:lnTo>
                    <a:pt x="312763" y="249284"/>
                  </a:lnTo>
                  <a:lnTo>
                    <a:pt x="315301" y="244612"/>
                  </a:lnTo>
                  <a:lnTo>
                    <a:pt x="317689" y="239861"/>
                  </a:lnTo>
                  <a:lnTo>
                    <a:pt x="319925" y="235037"/>
                  </a:lnTo>
                  <a:lnTo>
                    <a:pt x="322006" y="230144"/>
                  </a:lnTo>
                  <a:lnTo>
                    <a:pt x="323930" y="225187"/>
                  </a:lnTo>
                  <a:lnTo>
                    <a:pt x="325696" y="220171"/>
                  </a:lnTo>
                  <a:lnTo>
                    <a:pt x="327302" y="215102"/>
                  </a:lnTo>
                  <a:lnTo>
                    <a:pt x="328746" y="209984"/>
                  </a:lnTo>
                  <a:lnTo>
                    <a:pt x="330026" y="204824"/>
                  </a:lnTo>
                  <a:lnTo>
                    <a:pt x="331141" y="199624"/>
                  </a:lnTo>
                  <a:lnTo>
                    <a:pt x="332090" y="194393"/>
                  </a:lnTo>
                  <a:lnTo>
                    <a:pt x="332873" y="189133"/>
                  </a:lnTo>
                  <a:lnTo>
                    <a:pt x="333487" y="183851"/>
                  </a:lnTo>
                  <a:lnTo>
                    <a:pt x="333934" y="178553"/>
                  </a:lnTo>
                  <a:lnTo>
                    <a:pt x="334212" y="173243"/>
                  </a:lnTo>
                  <a:lnTo>
                    <a:pt x="334320" y="167927"/>
                  </a:lnTo>
                  <a:lnTo>
                    <a:pt x="334260" y="162610"/>
                  </a:lnTo>
                  <a:lnTo>
                    <a:pt x="334030" y="157297"/>
                  </a:lnTo>
                  <a:lnTo>
                    <a:pt x="333632" y="151995"/>
                  </a:lnTo>
                  <a:lnTo>
                    <a:pt x="333065" y="146708"/>
                  </a:lnTo>
                  <a:lnTo>
                    <a:pt x="332331" y="141441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74506"/>
              <a:ext cx="165176" cy="25725"/>
            </a:xfrm>
            <a:custGeom>
              <a:avLst/>
              <a:pathLst>
                <a:path w="165176" h="25725">
                  <a:moveTo>
                    <a:pt x="165176" y="0"/>
                  </a:moveTo>
                  <a:lnTo>
                    <a:pt x="0" y="25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74506"/>
              <a:ext cx="165176" cy="25725"/>
            </a:xfrm>
            <a:custGeom>
              <a:avLst/>
              <a:pathLst>
                <a:path w="165176" h="25725">
                  <a:moveTo>
                    <a:pt x="165176" y="0"/>
                  </a:moveTo>
                  <a:lnTo>
                    <a:pt x="0" y="25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74506"/>
              <a:ext cx="165176" cy="25725"/>
            </a:xfrm>
            <a:custGeom>
              <a:avLst/>
              <a:pathLst>
                <a:path w="165176" h="25725">
                  <a:moveTo>
                    <a:pt x="165176" y="0"/>
                  </a:moveTo>
                  <a:lnTo>
                    <a:pt x="0" y="25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74506"/>
              <a:ext cx="165176" cy="25725"/>
            </a:xfrm>
            <a:custGeom>
              <a:avLst/>
              <a:pathLst>
                <a:path w="165176" h="25725">
                  <a:moveTo>
                    <a:pt x="165176" y="0"/>
                  </a:moveTo>
                  <a:lnTo>
                    <a:pt x="0" y="257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74506"/>
              <a:ext cx="165176" cy="25725"/>
            </a:xfrm>
            <a:custGeom>
              <a:avLst/>
              <a:pathLst>
                <a:path w="165176" h="25725">
                  <a:moveTo>
                    <a:pt x="165176" y="0"/>
                  </a:moveTo>
                  <a:lnTo>
                    <a:pt x="0" y="257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74506"/>
              <a:ext cx="165176" cy="25725"/>
            </a:xfrm>
            <a:custGeom>
              <a:avLst/>
              <a:pathLst>
                <a:path w="165176" h="25725">
                  <a:moveTo>
                    <a:pt x="165176" y="0"/>
                  </a:moveTo>
                  <a:lnTo>
                    <a:pt x="0" y="257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74506"/>
              <a:ext cx="165176" cy="25725"/>
            </a:xfrm>
            <a:custGeom>
              <a:avLst/>
              <a:pathLst>
                <a:path w="165176" h="25725">
                  <a:moveTo>
                    <a:pt x="165176" y="0"/>
                  </a:moveTo>
                  <a:lnTo>
                    <a:pt x="0" y="257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74506"/>
              <a:ext cx="165176" cy="25725"/>
            </a:xfrm>
            <a:custGeom>
              <a:avLst/>
              <a:pathLst>
                <a:path w="165176" h="25725">
                  <a:moveTo>
                    <a:pt x="165176" y="0"/>
                  </a:moveTo>
                  <a:lnTo>
                    <a:pt x="0" y="25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74506"/>
              <a:ext cx="165176" cy="25725"/>
            </a:xfrm>
            <a:custGeom>
              <a:avLst/>
              <a:pathLst>
                <a:path w="165176" h="25725">
                  <a:moveTo>
                    <a:pt x="165176" y="0"/>
                  </a:moveTo>
                  <a:lnTo>
                    <a:pt x="0" y="25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74506"/>
              <a:ext cx="165176" cy="25725"/>
            </a:xfrm>
            <a:custGeom>
              <a:avLst/>
              <a:pathLst>
                <a:path w="165176" h="25725">
                  <a:moveTo>
                    <a:pt x="165176" y="0"/>
                  </a:moveTo>
                  <a:lnTo>
                    <a:pt x="0" y="25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74506"/>
              <a:ext cx="165176" cy="25725"/>
            </a:xfrm>
            <a:custGeom>
              <a:avLst/>
              <a:pathLst>
                <a:path w="165176" h="25725">
                  <a:moveTo>
                    <a:pt x="165176" y="0"/>
                  </a:moveTo>
                  <a:lnTo>
                    <a:pt x="0" y="25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74506"/>
              <a:ext cx="165176" cy="25725"/>
            </a:xfrm>
            <a:custGeom>
              <a:avLst/>
              <a:pathLst>
                <a:path w="165176" h="25725">
                  <a:moveTo>
                    <a:pt x="165176" y="0"/>
                  </a:moveTo>
                  <a:lnTo>
                    <a:pt x="0" y="257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74506"/>
              <a:ext cx="165176" cy="25725"/>
            </a:xfrm>
            <a:custGeom>
              <a:avLst/>
              <a:pathLst>
                <a:path w="165176" h="25725">
                  <a:moveTo>
                    <a:pt x="165176" y="0"/>
                  </a:moveTo>
                  <a:lnTo>
                    <a:pt x="0" y="257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41649"/>
              <a:ext cx="165176" cy="158581"/>
            </a:xfrm>
            <a:custGeom>
              <a:avLst/>
              <a:pathLst>
                <a:path w="165176" h="158581">
                  <a:moveTo>
                    <a:pt x="165176" y="132856"/>
                  </a:moveTo>
                  <a:lnTo>
                    <a:pt x="164232" y="127393"/>
                  </a:lnTo>
                  <a:lnTo>
                    <a:pt x="163107" y="121965"/>
                  </a:lnTo>
                  <a:lnTo>
                    <a:pt x="161804" y="116577"/>
                  </a:lnTo>
                  <a:lnTo>
                    <a:pt x="160322" y="111235"/>
                  </a:lnTo>
                  <a:lnTo>
                    <a:pt x="158664" y="105945"/>
                  </a:lnTo>
                  <a:lnTo>
                    <a:pt x="156831" y="100713"/>
                  </a:lnTo>
                  <a:lnTo>
                    <a:pt x="154826" y="95544"/>
                  </a:lnTo>
                  <a:lnTo>
                    <a:pt x="152651" y="90445"/>
                  </a:lnTo>
                  <a:lnTo>
                    <a:pt x="150308" y="85421"/>
                  </a:lnTo>
                  <a:lnTo>
                    <a:pt x="147799" y="80478"/>
                  </a:lnTo>
                  <a:lnTo>
                    <a:pt x="145128" y="75620"/>
                  </a:lnTo>
                  <a:lnTo>
                    <a:pt x="142298" y="70853"/>
                  </a:lnTo>
                  <a:lnTo>
                    <a:pt x="139310" y="66183"/>
                  </a:lnTo>
                  <a:lnTo>
                    <a:pt x="136170" y="61615"/>
                  </a:lnTo>
                  <a:lnTo>
                    <a:pt x="132880" y="57153"/>
                  </a:lnTo>
                  <a:lnTo>
                    <a:pt x="129444" y="52803"/>
                  </a:lnTo>
                  <a:lnTo>
                    <a:pt x="125865" y="48569"/>
                  </a:lnTo>
                  <a:lnTo>
                    <a:pt x="122148" y="44456"/>
                  </a:lnTo>
                  <a:lnTo>
                    <a:pt x="118297" y="40468"/>
                  </a:lnTo>
                  <a:lnTo>
                    <a:pt x="114316" y="36611"/>
                  </a:lnTo>
                  <a:lnTo>
                    <a:pt x="110208" y="32887"/>
                  </a:lnTo>
                  <a:lnTo>
                    <a:pt x="105980" y="29302"/>
                  </a:lnTo>
                  <a:lnTo>
                    <a:pt x="101635" y="25859"/>
                  </a:lnTo>
                  <a:lnTo>
                    <a:pt x="97179" y="22562"/>
                  </a:lnTo>
                  <a:lnTo>
                    <a:pt x="92615" y="19415"/>
                  </a:lnTo>
                  <a:lnTo>
                    <a:pt x="87950" y="16420"/>
                  </a:lnTo>
                  <a:lnTo>
                    <a:pt x="83188" y="13582"/>
                  </a:lnTo>
                  <a:lnTo>
                    <a:pt x="78334" y="10904"/>
                  </a:lnTo>
                  <a:lnTo>
                    <a:pt x="73394" y="8388"/>
                  </a:lnTo>
                  <a:lnTo>
                    <a:pt x="68374" y="6037"/>
                  </a:lnTo>
                  <a:lnTo>
                    <a:pt x="63278" y="3853"/>
                  </a:lnTo>
                  <a:lnTo>
                    <a:pt x="58113" y="1840"/>
                  </a:lnTo>
                  <a:lnTo>
                    <a:pt x="52884" y="0"/>
                  </a:lnTo>
                  <a:lnTo>
                    <a:pt x="0" y="1585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52884" cy="167167"/>
            </a:xfrm>
            <a:custGeom>
              <a:avLst/>
              <a:pathLst>
                <a:path w="52884" h="167167">
                  <a:moveTo>
                    <a:pt x="52884" y="8585"/>
                  </a:moveTo>
                  <a:lnTo>
                    <a:pt x="47179" y="6795"/>
                  </a:lnTo>
                  <a:lnTo>
                    <a:pt x="41415" y="5211"/>
                  </a:lnTo>
                  <a:lnTo>
                    <a:pt x="35597" y="3834"/>
                  </a:lnTo>
                  <a:lnTo>
                    <a:pt x="29734" y="2665"/>
                  </a:lnTo>
                  <a:lnTo>
                    <a:pt x="23833" y="1707"/>
                  </a:lnTo>
                  <a:lnTo>
                    <a:pt x="17901" y="961"/>
                  </a:lnTo>
                  <a:lnTo>
                    <a:pt x="11947" y="427"/>
                  </a:lnTo>
                  <a:lnTo>
                    <a:pt x="597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1" y="2084"/>
                  </a:lnTo>
                  <a:lnTo>
                    <a:pt x="135636" y="2999"/>
                  </a:lnTo>
                  <a:lnTo>
                    <a:pt x="130462" y="4077"/>
                  </a:lnTo>
                  <a:lnTo>
                    <a:pt x="125324" y="5319"/>
                  </a:lnTo>
                  <a:lnTo>
                    <a:pt x="120229" y="6722"/>
                  </a:lnTo>
                  <a:lnTo>
                    <a:pt x="115180" y="8286"/>
                  </a:lnTo>
                  <a:lnTo>
                    <a:pt x="110183" y="10008"/>
                  </a:lnTo>
                  <a:lnTo>
                    <a:pt x="105244" y="11888"/>
                  </a:lnTo>
                  <a:lnTo>
                    <a:pt x="100366" y="13923"/>
                  </a:lnTo>
                  <a:lnTo>
                    <a:pt x="95555" y="16111"/>
                  </a:lnTo>
                  <a:lnTo>
                    <a:pt x="90815" y="18450"/>
                  </a:lnTo>
                  <a:lnTo>
                    <a:pt x="86152" y="20938"/>
                  </a:lnTo>
                  <a:lnTo>
                    <a:pt x="81570" y="23572"/>
                  </a:lnTo>
                  <a:lnTo>
                    <a:pt x="77074" y="26349"/>
                  </a:lnTo>
                  <a:lnTo>
                    <a:pt x="72667" y="29267"/>
                  </a:lnTo>
                  <a:lnTo>
                    <a:pt x="68355" y="32323"/>
                  </a:lnTo>
                  <a:lnTo>
                    <a:pt x="64141" y="35514"/>
                  </a:lnTo>
                  <a:lnTo>
                    <a:pt x="60031" y="38837"/>
                  </a:lnTo>
                  <a:lnTo>
                    <a:pt x="56028" y="42287"/>
                  </a:lnTo>
                  <a:lnTo>
                    <a:pt x="52136" y="45863"/>
                  </a:lnTo>
                  <a:lnTo>
                    <a:pt x="48358" y="49560"/>
                  </a:lnTo>
                  <a:lnTo>
                    <a:pt x="44700" y="53374"/>
                  </a:lnTo>
                  <a:lnTo>
                    <a:pt x="41164" y="57302"/>
                  </a:lnTo>
                  <a:lnTo>
                    <a:pt x="37754" y="61340"/>
                  </a:lnTo>
                  <a:lnTo>
                    <a:pt x="34473" y="65484"/>
                  </a:lnTo>
                  <a:lnTo>
                    <a:pt x="31325" y="69729"/>
                  </a:lnTo>
                  <a:lnTo>
                    <a:pt x="28312" y="74072"/>
                  </a:lnTo>
                  <a:lnTo>
                    <a:pt x="25439" y="78507"/>
                  </a:lnTo>
                  <a:lnTo>
                    <a:pt x="22707" y="83032"/>
                  </a:lnTo>
                  <a:lnTo>
                    <a:pt x="20119" y="87640"/>
                  </a:lnTo>
                  <a:lnTo>
                    <a:pt x="17679" y="92328"/>
                  </a:lnTo>
                  <a:lnTo>
                    <a:pt x="15388" y="97091"/>
                  </a:lnTo>
                  <a:lnTo>
                    <a:pt x="13248" y="101924"/>
                  </a:lnTo>
                  <a:lnTo>
                    <a:pt x="11263" y="106822"/>
                  </a:lnTo>
                  <a:lnTo>
                    <a:pt x="9433" y="111781"/>
                  </a:lnTo>
                  <a:lnTo>
                    <a:pt x="7761" y="116794"/>
                  </a:lnTo>
                  <a:lnTo>
                    <a:pt x="6248" y="121859"/>
                  </a:lnTo>
                  <a:lnTo>
                    <a:pt x="4896" y="126968"/>
                  </a:lnTo>
                  <a:lnTo>
                    <a:pt x="3707" y="132118"/>
                  </a:lnTo>
                  <a:lnTo>
                    <a:pt x="2680" y="137302"/>
                  </a:lnTo>
                  <a:lnTo>
                    <a:pt x="1818" y="142517"/>
                  </a:lnTo>
                  <a:lnTo>
                    <a:pt x="1122" y="147756"/>
                  </a:lnTo>
                  <a:lnTo>
                    <a:pt x="591" y="153014"/>
                  </a:lnTo>
                  <a:lnTo>
                    <a:pt x="227" y="158287"/>
                  </a:lnTo>
                  <a:lnTo>
                    <a:pt x="30" y="163569"/>
                  </a:lnTo>
                  <a:lnTo>
                    <a:pt x="0" y="168854"/>
                  </a:lnTo>
                  <a:lnTo>
                    <a:pt x="136" y="174137"/>
                  </a:lnTo>
                  <a:lnTo>
                    <a:pt x="440" y="179414"/>
                  </a:lnTo>
                  <a:lnTo>
                    <a:pt x="911" y="184678"/>
                  </a:lnTo>
                  <a:lnTo>
                    <a:pt x="1547" y="189925"/>
                  </a:lnTo>
                  <a:lnTo>
                    <a:pt x="2350" y="195149"/>
                  </a:lnTo>
                  <a:lnTo>
                    <a:pt x="3316" y="200345"/>
                  </a:lnTo>
                  <a:lnTo>
                    <a:pt x="4447" y="205508"/>
                  </a:lnTo>
                  <a:lnTo>
                    <a:pt x="5741" y="210632"/>
                  </a:lnTo>
                  <a:lnTo>
                    <a:pt x="7195" y="215713"/>
                  </a:lnTo>
                  <a:lnTo>
                    <a:pt x="8810" y="220746"/>
                  </a:lnTo>
                  <a:lnTo>
                    <a:pt x="10583" y="225725"/>
                  </a:lnTo>
                  <a:lnTo>
                    <a:pt x="12512" y="230645"/>
                  </a:lnTo>
                  <a:lnTo>
                    <a:pt x="14596" y="235502"/>
                  </a:lnTo>
                  <a:lnTo>
                    <a:pt x="16833" y="240291"/>
                  </a:lnTo>
                  <a:lnTo>
                    <a:pt x="19219" y="245007"/>
                  </a:lnTo>
                  <a:lnTo>
                    <a:pt x="21754" y="249644"/>
                  </a:lnTo>
                  <a:lnTo>
                    <a:pt x="24434" y="254200"/>
                  </a:lnTo>
                  <a:lnTo>
                    <a:pt x="27257" y="258668"/>
                  </a:lnTo>
                  <a:lnTo>
                    <a:pt x="30219" y="263045"/>
                  </a:lnTo>
                  <a:lnTo>
                    <a:pt x="33319" y="267326"/>
                  </a:lnTo>
                  <a:lnTo>
                    <a:pt x="36552" y="271507"/>
                  </a:lnTo>
                  <a:lnTo>
                    <a:pt x="39916" y="275584"/>
                  </a:lnTo>
                  <a:lnTo>
                    <a:pt x="43406" y="279552"/>
                  </a:lnTo>
                  <a:lnTo>
                    <a:pt x="47021" y="283408"/>
                  </a:lnTo>
                  <a:lnTo>
                    <a:pt x="50756" y="287148"/>
                  </a:lnTo>
                  <a:lnTo>
                    <a:pt x="54607" y="290767"/>
                  </a:lnTo>
                  <a:lnTo>
                    <a:pt x="58570" y="294264"/>
                  </a:lnTo>
                  <a:lnTo>
                    <a:pt x="62643" y="297633"/>
                  </a:lnTo>
                  <a:lnTo>
                    <a:pt x="66819" y="300872"/>
                  </a:lnTo>
                  <a:lnTo>
                    <a:pt x="71096" y="303977"/>
                  </a:lnTo>
                  <a:lnTo>
                    <a:pt x="75469" y="306945"/>
                  </a:lnTo>
                  <a:lnTo>
                    <a:pt x="79933" y="309774"/>
                  </a:lnTo>
                  <a:lnTo>
                    <a:pt x="84485" y="312460"/>
                  </a:lnTo>
                  <a:lnTo>
                    <a:pt x="89120" y="315001"/>
                  </a:lnTo>
                  <a:lnTo>
                    <a:pt x="93832" y="317394"/>
                  </a:lnTo>
                  <a:lnTo>
                    <a:pt x="98618" y="319637"/>
                  </a:lnTo>
                  <a:lnTo>
                    <a:pt x="103472" y="321728"/>
                  </a:lnTo>
                  <a:lnTo>
                    <a:pt x="108390" y="323664"/>
                  </a:lnTo>
                  <a:lnTo>
                    <a:pt x="113366" y="325443"/>
                  </a:lnTo>
                  <a:lnTo>
                    <a:pt x="118397" y="327065"/>
                  </a:lnTo>
                  <a:lnTo>
                    <a:pt x="123476" y="328526"/>
                  </a:lnTo>
                  <a:lnTo>
                    <a:pt x="128599" y="329826"/>
                  </a:lnTo>
                  <a:lnTo>
                    <a:pt x="133760" y="330964"/>
                  </a:lnTo>
                  <a:lnTo>
                    <a:pt x="138955" y="331938"/>
                  </a:lnTo>
                  <a:lnTo>
                    <a:pt x="144178" y="332747"/>
                  </a:lnTo>
                  <a:lnTo>
                    <a:pt x="149424" y="333391"/>
                  </a:lnTo>
                  <a:lnTo>
                    <a:pt x="154687" y="333869"/>
                  </a:lnTo>
                  <a:lnTo>
                    <a:pt x="159963" y="334179"/>
                  </a:lnTo>
                  <a:lnTo>
                    <a:pt x="165247" y="334323"/>
                  </a:lnTo>
                  <a:lnTo>
                    <a:pt x="170532" y="334300"/>
                  </a:lnTo>
                  <a:lnTo>
                    <a:pt x="175814" y="334110"/>
                  </a:lnTo>
                  <a:lnTo>
                    <a:pt x="181087" y="333753"/>
                  </a:lnTo>
                  <a:lnTo>
                    <a:pt x="186346" y="333230"/>
                  </a:lnTo>
                  <a:lnTo>
                    <a:pt x="191586" y="332540"/>
                  </a:lnTo>
                  <a:lnTo>
                    <a:pt x="196802" y="331685"/>
                  </a:lnTo>
                  <a:lnTo>
                    <a:pt x="201988" y="330666"/>
                  </a:lnTo>
                  <a:lnTo>
                    <a:pt x="207139" y="329483"/>
                  </a:lnTo>
                  <a:lnTo>
                    <a:pt x="212250" y="328138"/>
                  </a:lnTo>
                  <a:lnTo>
                    <a:pt x="217316" y="326632"/>
                  </a:lnTo>
                  <a:lnTo>
                    <a:pt x="222332" y="324967"/>
                  </a:lnTo>
                  <a:lnTo>
                    <a:pt x="227293" y="323144"/>
                  </a:lnTo>
                  <a:lnTo>
                    <a:pt x="232194" y="321165"/>
                  </a:lnTo>
                  <a:lnTo>
                    <a:pt x="237030" y="319032"/>
                  </a:lnTo>
                  <a:lnTo>
                    <a:pt x="241796" y="316747"/>
                  </a:lnTo>
                  <a:lnTo>
                    <a:pt x="246487" y="314313"/>
                  </a:lnTo>
                  <a:lnTo>
                    <a:pt x="251099" y="311732"/>
                  </a:lnTo>
                  <a:lnTo>
                    <a:pt x="255627" y="309006"/>
                  </a:lnTo>
                  <a:lnTo>
                    <a:pt x="260067" y="306138"/>
                  </a:lnTo>
                  <a:lnTo>
                    <a:pt x="264413" y="303132"/>
                  </a:lnTo>
                  <a:lnTo>
                    <a:pt x="268663" y="299989"/>
                  </a:lnTo>
                  <a:lnTo>
                    <a:pt x="272811" y="296714"/>
                  </a:lnTo>
                  <a:lnTo>
                    <a:pt x="276854" y="293309"/>
                  </a:lnTo>
                  <a:lnTo>
                    <a:pt x="280786" y="289779"/>
                  </a:lnTo>
                  <a:lnTo>
                    <a:pt x="284606" y="286125"/>
                  </a:lnTo>
                  <a:lnTo>
                    <a:pt x="288308" y="282353"/>
                  </a:lnTo>
                  <a:lnTo>
                    <a:pt x="291888" y="278466"/>
                  </a:lnTo>
                  <a:lnTo>
                    <a:pt x="295344" y="274467"/>
                  </a:lnTo>
                  <a:lnTo>
                    <a:pt x="298672" y="270361"/>
                  </a:lnTo>
                  <a:lnTo>
                    <a:pt x="301869" y="266152"/>
                  </a:lnTo>
                  <a:lnTo>
                    <a:pt x="304931" y="261844"/>
                  </a:lnTo>
                  <a:lnTo>
                    <a:pt x="307855" y="257441"/>
                  </a:lnTo>
                  <a:lnTo>
                    <a:pt x="310638" y="252949"/>
                  </a:lnTo>
                  <a:lnTo>
                    <a:pt x="313278" y="248370"/>
                  </a:lnTo>
                  <a:lnTo>
                    <a:pt x="315772" y="243710"/>
                  </a:lnTo>
                  <a:lnTo>
                    <a:pt x="318118" y="238974"/>
                  </a:lnTo>
                  <a:lnTo>
                    <a:pt x="320312" y="234166"/>
                  </a:lnTo>
                  <a:lnTo>
                    <a:pt x="322354" y="229291"/>
                  </a:lnTo>
                  <a:lnTo>
                    <a:pt x="324240" y="224354"/>
                  </a:lnTo>
                  <a:lnTo>
                    <a:pt x="325969" y="219359"/>
                  </a:lnTo>
                  <a:lnTo>
                    <a:pt x="327540" y="214313"/>
                  </a:lnTo>
                  <a:lnTo>
                    <a:pt x="328950" y="209219"/>
                  </a:lnTo>
                  <a:lnTo>
                    <a:pt x="330199" y="204083"/>
                  </a:lnTo>
                  <a:lnTo>
                    <a:pt x="331284" y="198911"/>
                  </a:lnTo>
                  <a:lnTo>
                    <a:pt x="332206" y="193707"/>
                  </a:lnTo>
                  <a:lnTo>
                    <a:pt x="332962" y="188476"/>
                  </a:lnTo>
                  <a:lnTo>
                    <a:pt x="333553" y="183224"/>
                  </a:lnTo>
                  <a:lnTo>
                    <a:pt x="333977" y="177956"/>
                  </a:lnTo>
                  <a:lnTo>
                    <a:pt x="334235" y="172677"/>
                  </a:lnTo>
                  <a:lnTo>
                    <a:pt x="334326" y="167392"/>
                  </a:lnTo>
                  <a:lnTo>
                    <a:pt x="334249" y="162107"/>
                  </a:lnTo>
                  <a:lnTo>
                    <a:pt x="334006" y="156828"/>
                  </a:lnTo>
                  <a:lnTo>
                    <a:pt x="333596" y="151559"/>
                  </a:lnTo>
                  <a:lnTo>
                    <a:pt x="333019" y="146305"/>
                  </a:lnTo>
                  <a:lnTo>
                    <a:pt x="332277" y="141072"/>
                  </a:lnTo>
                  <a:lnTo>
                    <a:pt x="331369" y="135865"/>
                  </a:lnTo>
                  <a:lnTo>
                    <a:pt x="330298" y="130690"/>
                  </a:lnTo>
                  <a:lnTo>
                    <a:pt x="329063" y="125551"/>
                  </a:lnTo>
                  <a:lnTo>
                    <a:pt x="327666" y="120453"/>
                  </a:lnTo>
                  <a:lnTo>
                    <a:pt x="326109" y="115403"/>
                  </a:lnTo>
                  <a:lnTo>
                    <a:pt x="324394" y="110404"/>
                  </a:lnTo>
                  <a:lnTo>
                    <a:pt x="322521" y="105461"/>
                  </a:lnTo>
                  <a:lnTo>
                    <a:pt x="320492" y="100581"/>
                  </a:lnTo>
                  <a:lnTo>
                    <a:pt x="318311" y="95767"/>
                  </a:lnTo>
                  <a:lnTo>
                    <a:pt x="315978" y="91024"/>
                  </a:lnTo>
                  <a:lnTo>
                    <a:pt x="313497" y="86358"/>
                  </a:lnTo>
                  <a:lnTo>
                    <a:pt x="310869" y="81772"/>
                  </a:lnTo>
                  <a:lnTo>
                    <a:pt x="308097" y="77272"/>
                  </a:lnTo>
                  <a:lnTo>
                    <a:pt x="305185" y="72861"/>
                  </a:lnTo>
                  <a:lnTo>
                    <a:pt x="302135" y="68545"/>
                  </a:lnTo>
                  <a:lnTo>
                    <a:pt x="298950" y="64327"/>
                  </a:lnTo>
                  <a:lnTo>
                    <a:pt x="295633" y="60213"/>
                  </a:lnTo>
                  <a:lnTo>
                    <a:pt x="292188" y="56205"/>
                  </a:lnTo>
                  <a:lnTo>
                    <a:pt x="288617" y="52308"/>
                  </a:lnTo>
                  <a:lnTo>
                    <a:pt x="284926" y="48525"/>
                  </a:lnTo>
                  <a:lnTo>
                    <a:pt x="281116" y="44862"/>
                  </a:lnTo>
                  <a:lnTo>
                    <a:pt x="277193" y="41320"/>
                  </a:lnTo>
                  <a:lnTo>
                    <a:pt x="273160" y="37905"/>
                  </a:lnTo>
                  <a:lnTo>
                    <a:pt x="269020" y="34618"/>
                  </a:lnTo>
                  <a:lnTo>
                    <a:pt x="264779" y="31465"/>
                  </a:lnTo>
                  <a:lnTo>
                    <a:pt x="260441" y="28446"/>
                  </a:lnTo>
                  <a:lnTo>
                    <a:pt x="256009" y="25567"/>
                  </a:lnTo>
                  <a:lnTo>
                    <a:pt x="251488" y="22829"/>
                  </a:lnTo>
                  <a:lnTo>
                    <a:pt x="246883" y="20235"/>
                  </a:lnTo>
                  <a:lnTo>
                    <a:pt x="242198" y="17788"/>
                  </a:lnTo>
                  <a:lnTo>
                    <a:pt x="237438" y="15491"/>
                  </a:lnTo>
                  <a:lnTo>
                    <a:pt x="232608" y="13345"/>
                  </a:lnTo>
                  <a:lnTo>
                    <a:pt x="227713" y="11353"/>
                  </a:lnTo>
                  <a:lnTo>
                    <a:pt x="222757" y="951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9909"/>
              <a:ext cx="55598" cy="157650"/>
            </a:xfrm>
            <a:custGeom>
              <a:avLst/>
              <a:pathLst>
                <a:path w="55598" h="157650">
                  <a:moveTo>
                    <a:pt x="55598" y="0"/>
                  </a:moveTo>
                  <a:lnTo>
                    <a:pt x="0" y="1576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9909"/>
              <a:ext cx="55598" cy="157650"/>
            </a:xfrm>
            <a:custGeom>
              <a:avLst/>
              <a:pathLst>
                <a:path w="55598" h="157650">
                  <a:moveTo>
                    <a:pt x="55598" y="0"/>
                  </a:moveTo>
                  <a:lnTo>
                    <a:pt x="0" y="1576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9909"/>
              <a:ext cx="55598" cy="157650"/>
            </a:xfrm>
            <a:custGeom>
              <a:avLst/>
              <a:pathLst>
                <a:path w="55598" h="157650">
                  <a:moveTo>
                    <a:pt x="55598" y="0"/>
                  </a:moveTo>
                  <a:lnTo>
                    <a:pt x="0" y="1576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9909"/>
              <a:ext cx="55598" cy="157650"/>
            </a:xfrm>
            <a:custGeom>
              <a:avLst/>
              <a:pathLst>
                <a:path w="55598" h="157650">
                  <a:moveTo>
                    <a:pt x="55598" y="0"/>
                  </a:moveTo>
                  <a:lnTo>
                    <a:pt x="0" y="1576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9909"/>
              <a:ext cx="55598" cy="157650"/>
            </a:xfrm>
            <a:custGeom>
              <a:avLst/>
              <a:pathLst>
                <a:path w="55598" h="157650">
                  <a:moveTo>
                    <a:pt x="55598" y="0"/>
                  </a:moveTo>
                  <a:lnTo>
                    <a:pt x="0" y="1576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9909"/>
              <a:ext cx="55598" cy="157650"/>
            </a:xfrm>
            <a:custGeom>
              <a:avLst/>
              <a:pathLst>
                <a:path w="55598" h="157650">
                  <a:moveTo>
                    <a:pt x="55598" y="0"/>
                  </a:moveTo>
                  <a:lnTo>
                    <a:pt x="0" y="1576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79909"/>
              <a:ext cx="55598" cy="157650"/>
            </a:xfrm>
            <a:custGeom>
              <a:avLst/>
              <a:pathLst>
                <a:path w="55598" h="157650">
                  <a:moveTo>
                    <a:pt x="55598" y="0"/>
                  </a:moveTo>
                  <a:lnTo>
                    <a:pt x="0" y="157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79909"/>
              <a:ext cx="55598" cy="157650"/>
            </a:xfrm>
            <a:custGeom>
              <a:avLst/>
              <a:pathLst>
                <a:path w="55598" h="157650">
                  <a:moveTo>
                    <a:pt x="55598" y="0"/>
                  </a:moveTo>
                  <a:lnTo>
                    <a:pt x="0" y="157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79909"/>
              <a:ext cx="55598" cy="157650"/>
            </a:xfrm>
            <a:custGeom>
              <a:avLst/>
              <a:pathLst>
                <a:path w="55598" h="157650">
                  <a:moveTo>
                    <a:pt x="55598" y="0"/>
                  </a:moveTo>
                  <a:lnTo>
                    <a:pt x="0" y="157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79909"/>
              <a:ext cx="55598" cy="157650"/>
            </a:xfrm>
            <a:custGeom>
              <a:avLst/>
              <a:pathLst>
                <a:path w="55598" h="157650">
                  <a:moveTo>
                    <a:pt x="55598" y="0"/>
                  </a:moveTo>
                  <a:lnTo>
                    <a:pt x="0" y="157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79909"/>
              <a:ext cx="55598" cy="157650"/>
            </a:xfrm>
            <a:custGeom>
              <a:avLst/>
              <a:pathLst>
                <a:path w="55598" h="157650">
                  <a:moveTo>
                    <a:pt x="55598" y="0"/>
                  </a:moveTo>
                  <a:lnTo>
                    <a:pt x="0" y="1576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79909"/>
              <a:ext cx="55598" cy="157650"/>
            </a:xfrm>
            <a:custGeom>
              <a:avLst/>
              <a:pathLst>
                <a:path w="55598" h="157650">
                  <a:moveTo>
                    <a:pt x="55598" y="0"/>
                  </a:moveTo>
                  <a:lnTo>
                    <a:pt x="0" y="1576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77669"/>
              <a:ext cx="55598" cy="159890"/>
            </a:xfrm>
            <a:custGeom>
              <a:avLst/>
              <a:pathLst>
                <a:path w="55598" h="159890">
                  <a:moveTo>
                    <a:pt x="55598" y="2240"/>
                  </a:moveTo>
                  <a:lnTo>
                    <a:pt x="48783" y="0"/>
                  </a:lnTo>
                  <a:lnTo>
                    <a:pt x="0" y="1598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48783" cy="167167"/>
            </a:xfrm>
            <a:custGeom>
              <a:avLst/>
              <a:pathLst>
                <a:path w="48783" h="167167">
                  <a:moveTo>
                    <a:pt x="48783" y="7276"/>
                  </a:moveTo>
                  <a:lnTo>
                    <a:pt x="42832" y="5580"/>
                  </a:lnTo>
                  <a:lnTo>
                    <a:pt x="36823" y="4106"/>
                  </a:lnTo>
                  <a:lnTo>
                    <a:pt x="30763" y="2855"/>
                  </a:lnTo>
                  <a:lnTo>
                    <a:pt x="24661" y="1829"/>
                  </a:lnTo>
                  <a:lnTo>
                    <a:pt x="18525" y="1029"/>
                  </a:lnTo>
                  <a:lnTo>
                    <a:pt x="12364" y="457"/>
                  </a:lnTo>
                  <a:lnTo>
                    <a:pt x="6186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23586" y="3707720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4125" y="421382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0318" y="4659281"/>
              <a:ext cx="166206" cy="167167"/>
            </a:xfrm>
            <a:custGeom>
              <a:avLst/>
              <a:pathLst>
                <a:path w="166206" h="167167">
                  <a:moveTo>
                    <a:pt x="166206" y="0"/>
                  </a:moveTo>
                  <a:lnTo>
                    <a:pt x="160770" y="88"/>
                  </a:lnTo>
                  <a:lnTo>
                    <a:pt x="155340" y="353"/>
                  </a:lnTo>
                  <a:lnTo>
                    <a:pt x="149922" y="795"/>
                  </a:lnTo>
                  <a:lnTo>
                    <a:pt x="144520" y="1412"/>
                  </a:lnTo>
                  <a:lnTo>
                    <a:pt x="139142" y="2205"/>
                  </a:lnTo>
                  <a:lnTo>
                    <a:pt x="133792" y="3172"/>
                  </a:lnTo>
                  <a:lnTo>
                    <a:pt x="128477" y="4313"/>
                  </a:lnTo>
                  <a:lnTo>
                    <a:pt x="123201" y="5626"/>
                  </a:lnTo>
                  <a:lnTo>
                    <a:pt x="117971" y="7109"/>
                  </a:lnTo>
                  <a:lnTo>
                    <a:pt x="112792" y="8762"/>
                  </a:lnTo>
                  <a:lnTo>
                    <a:pt x="107670" y="10583"/>
                  </a:lnTo>
                  <a:lnTo>
                    <a:pt x="102609" y="12569"/>
                  </a:lnTo>
                  <a:lnTo>
                    <a:pt x="97616" y="14719"/>
                  </a:lnTo>
                  <a:lnTo>
                    <a:pt x="92695" y="17030"/>
                  </a:lnTo>
                  <a:lnTo>
                    <a:pt x="87852" y="19500"/>
                  </a:lnTo>
                  <a:lnTo>
                    <a:pt x="83092" y="22125"/>
                  </a:lnTo>
                  <a:lnTo>
                    <a:pt x="78420" y="24905"/>
                  </a:lnTo>
                  <a:lnTo>
                    <a:pt x="73840" y="27834"/>
                  </a:lnTo>
                  <a:lnTo>
                    <a:pt x="69358" y="30912"/>
                  </a:lnTo>
                  <a:lnTo>
                    <a:pt x="64979" y="34133"/>
                  </a:lnTo>
                  <a:lnTo>
                    <a:pt x="60707" y="37495"/>
                  </a:lnTo>
                  <a:lnTo>
                    <a:pt x="56546" y="40994"/>
                  </a:lnTo>
                  <a:lnTo>
                    <a:pt x="52501" y="44626"/>
                  </a:lnTo>
                  <a:lnTo>
                    <a:pt x="48577" y="48388"/>
                  </a:lnTo>
                  <a:lnTo>
                    <a:pt x="44777" y="52276"/>
                  </a:lnTo>
                  <a:lnTo>
                    <a:pt x="41105" y="56285"/>
                  </a:lnTo>
                  <a:lnTo>
                    <a:pt x="37566" y="60412"/>
                  </a:lnTo>
                  <a:lnTo>
                    <a:pt x="34162" y="64651"/>
                  </a:lnTo>
                  <a:lnTo>
                    <a:pt x="30899" y="68999"/>
                  </a:lnTo>
                  <a:lnTo>
                    <a:pt x="27778" y="73450"/>
                  </a:lnTo>
                  <a:lnTo>
                    <a:pt x="24804" y="78001"/>
                  </a:lnTo>
                  <a:lnTo>
                    <a:pt x="21979" y="82646"/>
                  </a:lnTo>
                  <a:lnTo>
                    <a:pt x="19307" y="87381"/>
                  </a:lnTo>
                  <a:lnTo>
                    <a:pt x="16791" y="92199"/>
                  </a:lnTo>
                  <a:lnTo>
                    <a:pt x="14432" y="97097"/>
                  </a:lnTo>
                  <a:lnTo>
                    <a:pt x="12234" y="102070"/>
                  </a:lnTo>
                  <a:lnTo>
                    <a:pt x="10199" y="107111"/>
                  </a:lnTo>
                  <a:lnTo>
                    <a:pt x="8328" y="112215"/>
                  </a:lnTo>
                  <a:lnTo>
                    <a:pt x="6625" y="117378"/>
                  </a:lnTo>
                  <a:lnTo>
                    <a:pt x="5090" y="122593"/>
                  </a:lnTo>
                  <a:lnTo>
                    <a:pt x="3726" y="127856"/>
                  </a:lnTo>
                  <a:lnTo>
                    <a:pt x="2534" y="133160"/>
                  </a:lnTo>
                  <a:lnTo>
                    <a:pt x="1515" y="138500"/>
                  </a:lnTo>
                  <a:lnTo>
                    <a:pt x="669" y="143870"/>
                  </a:lnTo>
                  <a:lnTo>
                    <a:pt x="0" y="149265"/>
                  </a:lnTo>
                  <a:lnTo>
                    <a:pt x="16620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0318" y="4808547"/>
              <a:ext cx="166206" cy="17901"/>
            </a:xfrm>
            <a:custGeom>
              <a:avLst/>
              <a:pathLst>
                <a:path w="166206" h="17901">
                  <a:moveTo>
                    <a:pt x="0" y="0"/>
                  </a:moveTo>
                  <a:lnTo>
                    <a:pt x="166206" y="179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0318" y="4808547"/>
              <a:ext cx="166206" cy="17901"/>
            </a:xfrm>
            <a:custGeom>
              <a:avLst/>
              <a:pathLst>
                <a:path w="166206" h="17901">
                  <a:moveTo>
                    <a:pt x="0" y="0"/>
                  </a:moveTo>
                  <a:lnTo>
                    <a:pt x="166206" y="179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0318" y="4808547"/>
              <a:ext cx="166206" cy="17901"/>
            </a:xfrm>
            <a:custGeom>
              <a:avLst/>
              <a:pathLst>
                <a:path w="166206" h="17901">
                  <a:moveTo>
                    <a:pt x="0" y="0"/>
                  </a:moveTo>
                  <a:lnTo>
                    <a:pt x="166206" y="179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0318" y="4808547"/>
              <a:ext cx="166206" cy="17901"/>
            </a:xfrm>
            <a:custGeom>
              <a:avLst/>
              <a:pathLst>
                <a:path w="166206" h="17901">
                  <a:moveTo>
                    <a:pt x="0" y="0"/>
                  </a:moveTo>
                  <a:lnTo>
                    <a:pt x="166206" y="179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0318" y="4808547"/>
              <a:ext cx="166206" cy="17901"/>
            </a:xfrm>
            <a:custGeom>
              <a:avLst/>
              <a:pathLst>
                <a:path w="166206" h="17901">
                  <a:moveTo>
                    <a:pt x="0" y="0"/>
                  </a:moveTo>
                  <a:lnTo>
                    <a:pt x="166206" y="179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0318" y="4808547"/>
              <a:ext cx="166206" cy="17901"/>
            </a:xfrm>
            <a:custGeom>
              <a:avLst/>
              <a:pathLst>
                <a:path w="166206" h="17901">
                  <a:moveTo>
                    <a:pt x="0" y="0"/>
                  </a:moveTo>
                  <a:lnTo>
                    <a:pt x="166206" y="179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0318" y="4808547"/>
              <a:ext cx="166206" cy="17901"/>
            </a:xfrm>
            <a:custGeom>
              <a:avLst/>
              <a:pathLst>
                <a:path w="166206" h="17901">
                  <a:moveTo>
                    <a:pt x="0" y="0"/>
                  </a:moveTo>
                  <a:lnTo>
                    <a:pt x="166206" y="179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0318" y="4808547"/>
              <a:ext cx="166206" cy="17901"/>
            </a:xfrm>
            <a:custGeom>
              <a:avLst/>
              <a:pathLst>
                <a:path w="166206" h="17901">
                  <a:moveTo>
                    <a:pt x="0" y="0"/>
                  </a:moveTo>
                  <a:lnTo>
                    <a:pt x="166206" y="179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0318" y="4808547"/>
              <a:ext cx="166206" cy="17901"/>
            </a:xfrm>
            <a:custGeom>
              <a:avLst/>
              <a:pathLst>
                <a:path w="166206" h="17901">
                  <a:moveTo>
                    <a:pt x="0" y="0"/>
                  </a:moveTo>
                  <a:lnTo>
                    <a:pt x="166206" y="179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19371" y="4808547"/>
              <a:ext cx="167153" cy="20054"/>
            </a:xfrm>
            <a:custGeom>
              <a:avLst/>
              <a:pathLst>
                <a:path w="167153" h="20054">
                  <a:moveTo>
                    <a:pt x="947" y="0"/>
                  </a:moveTo>
                  <a:lnTo>
                    <a:pt x="172" y="10012"/>
                  </a:lnTo>
                  <a:lnTo>
                    <a:pt x="0" y="20054"/>
                  </a:lnTo>
                  <a:lnTo>
                    <a:pt x="167153" y="179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19371" y="4659281"/>
              <a:ext cx="334302" cy="334334"/>
            </a:xfrm>
            <a:custGeom>
              <a:avLst/>
              <a:pathLst>
                <a:path w="334302" h="334334">
                  <a:moveTo>
                    <a:pt x="0" y="169319"/>
                  </a:moveTo>
                  <a:lnTo>
                    <a:pt x="152" y="174625"/>
                  </a:lnTo>
                  <a:lnTo>
                    <a:pt x="473" y="179923"/>
                  </a:lnTo>
                  <a:lnTo>
                    <a:pt x="962" y="185209"/>
                  </a:lnTo>
                  <a:lnTo>
                    <a:pt x="1619" y="190476"/>
                  </a:lnTo>
                  <a:lnTo>
                    <a:pt x="2442" y="195719"/>
                  </a:lnTo>
                  <a:lnTo>
                    <a:pt x="3432" y="200934"/>
                  </a:lnTo>
                  <a:lnTo>
                    <a:pt x="4586" y="206115"/>
                  </a:lnTo>
                  <a:lnTo>
                    <a:pt x="5905" y="211257"/>
                  </a:lnTo>
                  <a:lnTo>
                    <a:pt x="7386" y="216354"/>
                  </a:lnTo>
                  <a:lnTo>
                    <a:pt x="9028" y="221401"/>
                  </a:lnTo>
                  <a:lnTo>
                    <a:pt x="10829" y="226394"/>
                  </a:lnTo>
                  <a:lnTo>
                    <a:pt x="12789" y="231327"/>
                  </a:lnTo>
                  <a:lnTo>
                    <a:pt x="14903" y="236196"/>
                  </a:lnTo>
                  <a:lnTo>
                    <a:pt x="17172" y="240994"/>
                  </a:lnTo>
                  <a:lnTo>
                    <a:pt x="19591" y="245719"/>
                  </a:lnTo>
                  <a:lnTo>
                    <a:pt x="22159" y="250364"/>
                  </a:lnTo>
                  <a:lnTo>
                    <a:pt x="24874" y="254925"/>
                  </a:lnTo>
                  <a:lnTo>
                    <a:pt x="27732" y="259398"/>
                  </a:lnTo>
                  <a:lnTo>
                    <a:pt x="30730" y="263778"/>
                  </a:lnTo>
                  <a:lnTo>
                    <a:pt x="33866" y="268061"/>
                  </a:lnTo>
                  <a:lnTo>
                    <a:pt x="37137" y="272241"/>
                  </a:lnTo>
                  <a:lnTo>
                    <a:pt x="40538" y="276316"/>
                  </a:lnTo>
                  <a:lnTo>
                    <a:pt x="44067" y="280281"/>
                  </a:lnTo>
                  <a:lnTo>
                    <a:pt x="47720" y="284132"/>
                  </a:lnTo>
                  <a:lnTo>
                    <a:pt x="51494" y="287865"/>
                  </a:lnTo>
                  <a:lnTo>
                    <a:pt x="55384" y="291476"/>
                  </a:lnTo>
                  <a:lnTo>
                    <a:pt x="59387" y="294961"/>
                  </a:lnTo>
                  <a:lnTo>
                    <a:pt x="63499" y="298318"/>
                  </a:lnTo>
                  <a:lnTo>
                    <a:pt x="67715" y="301543"/>
                  </a:lnTo>
                  <a:lnTo>
                    <a:pt x="72031" y="304632"/>
                  </a:lnTo>
                  <a:lnTo>
                    <a:pt x="76443" y="307583"/>
                  </a:lnTo>
                  <a:lnTo>
                    <a:pt x="80947" y="310392"/>
                  </a:lnTo>
                  <a:lnTo>
                    <a:pt x="85538" y="313057"/>
                  </a:lnTo>
                  <a:lnTo>
                    <a:pt x="90210" y="315574"/>
                  </a:lnTo>
                  <a:lnTo>
                    <a:pt x="94961" y="317942"/>
                  </a:lnTo>
                  <a:lnTo>
                    <a:pt x="99784" y="320158"/>
                  </a:lnTo>
                  <a:lnTo>
                    <a:pt x="104675" y="322220"/>
                  </a:lnTo>
                  <a:lnTo>
                    <a:pt x="109629" y="324125"/>
                  </a:lnTo>
                  <a:lnTo>
                    <a:pt x="114641" y="325873"/>
                  </a:lnTo>
                  <a:lnTo>
                    <a:pt x="119707" y="327460"/>
                  </a:lnTo>
                  <a:lnTo>
                    <a:pt x="124819" y="328885"/>
                  </a:lnTo>
                  <a:lnTo>
                    <a:pt x="129975" y="330148"/>
                  </a:lnTo>
                  <a:lnTo>
                    <a:pt x="135168" y="331246"/>
                  </a:lnTo>
                  <a:lnTo>
                    <a:pt x="140393" y="332179"/>
                  </a:lnTo>
                  <a:lnTo>
                    <a:pt x="145646" y="332945"/>
                  </a:lnTo>
                  <a:lnTo>
                    <a:pt x="150920" y="333544"/>
                  </a:lnTo>
                  <a:lnTo>
                    <a:pt x="156210" y="333976"/>
                  </a:lnTo>
                  <a:lnTo>
                    <a:pt x="161512" y="334239"/>
                  </a:lnTo>
                  <a:lnTo>
                    <a:pt x="166819" y="334334"/>
                  </a:lnTo>
                  <a:lnTo>
                    <a:pt x="172126" y="334260"/>
                  </a:lnTo>
                  <a:lnTo>
                    <a:pt x="177428" y="334018"/>
                  </a:lnTo>
                  <a:lnTo>
                    <a:pt x="182720" y="333608"/>
                  </a:lnTo>
                  <a:lnTo>
                    <a:pt x="187997" y="333030"/>
                  </a:lnTo>
                  <a:lnTo>
                    <a:pt x="193252" y="332284"/>
                  </a:lnTo>
                  <a:lnTo>
                    <a:pt x="198481" y="331373"/>
                  </a:lnTo>
                  <a:lnTo>
                    <a:pt x="203679" y="330295"/>
                  </a:lnTo>
                  <a:lnTo>
                    <a:pt x="208839" y="329053"/>
                  </a:lnTo>
                  <a:lnTo>
                    <a:pt x="213958" y="327648"/>
                  </a:lnTo>
                  <a:lnTo>
                    <a:pt x="219029" y="326081"/>
                  </a:lnTo>
                  <a:lnTo>
                    <a:pt x="224048" y="324354"/>
                  </a:lnTo>
                  <a:lnTo>
                    <a:pt x="229010" y="322469"/>
                  </a:lnTo>
                  <a:lnTo>
                    <a:pt x="233909" y="320427"/>
                  </a:lnTo>
                  <a:lnTo>
                    <a:pt x="238741" y="318230"/>
                  </a:lnTo>
                  <a:lnTo>
                    <a:pt x="243501" y="315881"/>
                  </a:lnTo>
                  <a:lnTo>
                    <a:pt x="248184" y="313382"/>
                  </a:lnTo>
                  <a:lnTo>
                    <a:pt x="252785" y="310736"/>
                  </a:lnTo>
                  <a:lnTo>
                    <a:pt x="257300" y="307945"/>
                  </a:lnTo>
                  <a:lnTo>
                    <a:pt x="261724" y="305012"/>
                  </a:lnTo>
                  <a:lnTo>
                    <a:pt x="266053" y="301940"/>
                  </a:lnTo>
                  <a:lnTo>
                    <a:pt x="270282" y="298732"/>
                  </a:lnTo>
                  <a:lnTo>
                    <a:pt x="274407" y="295392"/>
                  </a:lnTo>
                  <a:lnTo>
                    <a:pt x="278424" y="291922"/>
                  </a:lnTo>
                  <a:lnTo>
                    <a:pt x="282328" y="288326"/>
                  </a:lnTo>
                  <a:lnTo>
                    <a:pt x="286117" y="284609"/>
                  </a:lnTo>
                  <a:lnTo>
                    <a:pt x="289785" y="280773"/>
                  </a:lnTo>
                  <a:lnTo>
                    <a:pt x="293330" y="276822"/>
                  </a:lnTo>
                  <a:lnTo>
                    <a:pt x="296748" y="272761"/>
                  </a:lnTo>
                  <a:lnTo>
                    <a:pt x="300035" y="268593"/>
                  </a:lnTo>
                  <a:lnTo>
                    <a:pt x="303188" y="264323"/>
                  </a:lnTo>
                  <a:lnTo>
                    <a:pt x="306204" y="259956"/>
                  </a:lnTo>
                  <a:lnTo>
                    <a:pt x="309080" y="255494"/>
                  </a:lnTo>
                  <a:lnTo>
                    <a:pt x="311813" y="250944"/>
                  </a:lnTo>
                  <a:lnTo>
                    <a:pt x="314400" y="246309"/>
                  </a:lnTo>
                  <a:lnTo>
                    <a:pt x="316838" y="241594"/>
                  </a:lnTo>
                  <a:lnTo>
                    <a:pt x="319125" y="236804"/>
                  </a:lnTo>
                  <a:lnTo>
                    <a:pt x="321260" y="231944"/>
                  </a:lnTo>
                  <a:lnTo>
                    <a:pt x="323239" y="227019"/>
                  </a:lnTo>
                  <a:lnTo>
                    <a:pt x="325060" y="222034"/>
                  </a:lnTo>
                  <a:lnTo>
                    <a:pt x="326722" y="216993"/>
                  </a:lnTo>
                  <a:lnTo>
                    <a:pt x="328224" y="211902"/>
                  </a:lnTo>
                  <a:lnTo>
                    <a:pt x="329563" y="206765"/>
                  </a:lnTo>
                  <a:lnTo>
                    <a:pt x="330738" y="201589"/>
                  </a:lnTo>
                  <a:lnTo>
                    <a:pt x="331749" y="196378"/>
                  </a:lnTo>
                  <a:lnTo>
                    <a:pt x="332593" y="191138"/>
                  </a:lnTo>
                  <a:lnTo>
                    <a:pt x="333271" y="185873"/>
                  </a:lnTo>
                  <a:lnTo>
                    <a:pt x="333781" y="180590"/>
                  </a:lnTo>
                  <a:lnTo>
                    <a:pt x="334123" y="175293"/>
                  </a:lnTo>
                  <a:lnTo>
                    <a:pt x="334297" y="169988"/>
                  </a:lnTo>
                  <a:lnTo>
                    <a:pt x="334302" y="164680"/>
                  </a:lnTo>
                  <a:lnTo>
                    <a:pt x="334139" y="159375"/>
                  </a:lnTo>
                  <a:lnTo>
                    <a:pt x="333807" y="154077"/>
                  </a:lnTo>
                  <a:lnTo>
                    <a:pt x="333308" y="148793"/>
                  </a:lnTo>
                  <a:lnTo>
                    <a:pt x="332641" y="143527"/>
                  </a:lnTo>
                  <a:lnTo>
                    <a:pt x="331807" y="138285"/>
                  </a:lnTo>
                  <a:lnTo>
                    <a:pt x="330807" y="133072"/>
                  </a:lnTo>
                  <a:lnTo>
                    <a:pt x="329642" y="127894"/>
                  </a:lnTo>
                  <a:lnTo>
                    <a:pt x="328313" y="122755"/>
                  </a:lnTo>
                  <a:lnTo>
                    <a:pt x="326822" y="117661"/>
                  </a:lnTo>
                  <a:lnTo>
                    <a:pt x="325170" y="112616"/>
                  </a:lnTo>
                  <a:lnTo>
                    <a:pt x="323358" y="107627"/>
                  </a:lnTo>
                  <a:lnTo>
                    <a:pt x="321389" y="102698"/>
                  </a:lnTo>
                  <a:lnTo>
                    <a:pt x="319264" y="97834"/>
                  </a:lnTo>
                  <a:lnTo>
                    <a:pt x="316987" y="93039"/>
                  </a:lnTo>
                  <a:lnTo>
                    <a:pt x="314558" y="88320"/>
                  </a:lnTo>
                  <a:lnTo>
                    <a:pt x="311980" y="83680"/>
                  </a:lnTo>
                  <a:lnTo>
                    <a:pt x="309256" y="79124"/>
                  </a:lnTo>
                  <a:lnTo>
                    <a:pt x="306390" y="74657"/>
                  </a:lnTo>
                  <a:lnTo>
                    <a:pt x="303382" y="70283"/>
                  </a:lnTo>
                  <a:lnTo>
                    <a:pt x="300238" y="66007"/>
                  </a:lnTo>
                  <a:lnTo>
                    <a:pt x="296959" y="61833"/>
                  </a:lnTo>
                  <a:lnTo>
                    <a:pt x="293550" y="57765"/>
                  </a:lnTo>
                  <a:lnTo>
                    <a:pt x="290012" y="53807"/>
                  </a:lnTo>
                  <a:lnTo>
                    <a:pt x="286352" y="49963"/>
                  </a:lnTo>
                  <a:lnTo>
                    <a:pt x="282571" y="46238"/>
                  </a:lnTo>
                  <a:lnTo>
                    <a:pt x="278673" y="42635"/>
                  </a:lnTo>
                  <a:lnTo>
                    <a:pt x="274663" y="39157"/>
                  </a:lnTo>
                  <a:lnTo>
                    <a:pt x="270545" y="35808"/>
                  </a:lnTo>
                  <a:lnTo>
                    <a:pt x="266322" y="32592"/>
                  </a:lnTo>
                  <a:lnTo>
                    <a:pt x="262000" y="29511"/>
                  </a:lnTo>
                  <a:lnTo>
                    <a:pt x="257582" y="26570"/>
                  </a:lnTo>
                  <a:lnTo>
                    <a:pt x="253072" y="23770"/>
                  </a:lnTo>
                  <a:lnTo>
                    <a:pt x="248477" y="21114"/>
                  </a:lnTo>
                  <a:lnTo>
                    <a:pt x="243799" y="18606"/>
                  </a:lnTo>
                  <a:lnTo>
                    <a:pt x="239044" y="16247"/>
                  </a:lnTo>
                  <a:lnTo>
                    <a:pt x="234216" y="14041"/>
                  </a:lnTo>
                  <a:lnTo>
                    <a:pt x="229321" y="11989"/>
                  </a:lnTo>
                  <a:lnTo>
                    <a:pt x="224363" y="10094"/>
                  </a:lnTo>
                  <a:lnTo>
                    <a:pt x="219347" y="8357"/>
                  </a:lnTo>
                  <a:lnTo>
                    <a:pt x="214279" y="6780"/>
                  </a:lnTo>
                  <a:lnTo>
                    <a:pt x="209163" y="5364"/>
                  </a:lnTo>
                  <a:lnTo>
                    <a:pt x="204005" y="4112"/>
                  </a:lnTo>
                  <a:lnTo>
                    <a:pt x="198810" y="3024"/>
                  </a:lnTo>
                  <a:lnTo>
                    <a:pt x="193582" y="2102"/>
                  </a:lnTo>
                  <a:lnTo>
                    <a:pt x="188329" y="1346"/>
                  </a:lnTo>
                  <a:lnTo>
                    <a:pt x="183053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6568" y="5018213"/>
              <a:ext cx="2152" cy="167167"/>
            </a:xfrm>
            <a:custGeom>
              <a:avLst/>
              <a:pathLst>
                <a:path w="2152" h="167167">
                  <a:moveTo>
                    <a:pt x="2152" y="0"/>
                  </a:moveTo>
                  <a:lnTo>
                    <a:pt x="0" y="13"/>
                  </a:lnTo>
                  <a:lnTo>
                    <a:pt x="215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321559" y="5018219"/>
              <a:ext cx="334315" cy="334328"/>
            </a:xfrm>
            <a:custGeom>
              <a:avLst/>
              <a:pathLst>
                <a:path w="334315" h="334328">
                  <a:moveTo>
                    <a:pt x="165009" y="7"/>
                  </a:moveTo>
                  <a:lnTo>
                    <a:pt x="159725" y="159"/>
                  </a:lnTo>
                  <a:lnTo>
                    <a:pt x="154448" y="477"/>
                  </a:lnTo>
                  <a:lnTo>
                    <a:pt x="149184" y="963"/>
                  </a:lnTo>
                  <a:lnTo>
                    <a:pt x="143938" y="1614"/>
                  </a:lnTo>
                  <a:lnTo>
                    <a:pt x="138715" y="2431"/>
                  </a:lnTo>
                  <a:lnTo>
                    <a:pt x="133520" y="3413"/>
                  </a:lnTo>
                  <a:lnTo>
                    <a:pt x="128359" y="4559"/>
                  </a:lnTo>
                  <a:lnTo>
                    <a:pt x="123237" y="5867"/>
                  </a:lnTo>
                  <a:lnTo>
                    <a:pt x="118159" y="7337"/>
                  </a:lnTo>
                  <a:lnTo>
                    <a:pt x="113130" y="8966"/>
                  </a:lnTo>
                  <a:lnTo>
                    <a:pt x="108155" y="10753"/>
                  </a:lnTo>
                  <a:lnTo>
                    <a:pt x="103239" y="12697"/>
                  </a:lnTo>
                  <a:lnTo>
                    <a:pt x="98387" y="14796"/>
                  </a:lnTo>
                  <a:lnTo>
                    <a:pt x="93604" y="17047"/>
                  </a:lnTo>
                  <a:lnTo>
                    <a:pt x="88894" y="19448"/>
                  </a:lnTo>
                  <a:lnTo>
                    <a:pt x="84262" y="21996"/>
                  </a:lnTo>
                  <a:lnTo>
                    <a:pt x="79714" y="24690"/>
                  </a:lnTo>
                  <a:lnTo>
                    <a:pt x="75253" y="27526"/>
                  </a:lnTo>
                  <a:lnTo>
                    <a:pt x="70884" y="30502"/>
                  </a:lnTo>
                  <a:lnTo>
                    <a:pt x="66611" y="33615"/>
                  </a:lnTo>
                  <a:lnTo>
                    <a:pt x="62438" y="36861"/>
                  </a:lnTo>
                  <a:lnTo>
                    <a:pt x="58370" y="40237"/>
                  </a:lnTo>
                  <a:lnTo>
                    <a:pt x="54412" y="43741"/>
                  </a:lnTo>
                  <a:lnTo>
                    <a:pt x="50566" y="47368"/>
                  </a:lnTo>
                  <a:lnTo>
                    <a:pt x="46836" y="51114"/>
                  </a:lnTo>
                  <a:lnTo>
                    <a:pt x="43227" y="54977"/>
                  </a:lnTo>
                  <a:lnTo>
                    <a:pt x="39742" y="58952"/>
                  </a:lnTo>
                  <a:lnTo>
                    <a:pt x="36384" y="63035"/>
                  </a:lnTo>
                  <a:lnTo>
                    <a:pt x="33157" y="67222"/>
                  </a:lnTo>
                  <a:lnTo>
                    <a:pt x="30064" y="71509"/>
                  </a:lnTo>
                  <a:lnTo>
                    <a:pt x="27108" y="75892"/>
                  </a:lnTo>
                  <a:lnTo>
                    <a:pt x="24292" y="80366"/>
                  </a:lnTo>
                  <a:lnTo>
                    <a:pt x="21619" y="84927"/>
                  </a:lnTo>
                  <a:lnTo>
                    <a:pt x="19092" y="89570"/>
                  </a:lnTo>
                  <a:lnTo>
                    <a:pt x="16712" y="94291"/>
                  </a:lnTo>
                  <a:lnTo>
                    <a:pt x="14483" y="99084"/>
                  </a:lnTo>
                  <a:lnTo>
                    <a:pt x="12407" y="103946"/>
                  </a:lnTo>
                  <a:lnTo>
                    <a:pt x="10486" y="108871"/>
                  </a:lnTo>
                  <a:lnTo>
                    <a:pt x="8721" y="113854"/>
                  </a:lnTo>
                  <a:lnTo>
                    <a:pt x="7115" y="118890"/>
                  </a:lnTo>
                  <a:lnTo>
                    <a:pt x="5668" y="123975"/>
                  </a:lnTo>
                  <a:lnTo>
                    <a:pt x="4384" y="129103"/>
                  </a:lnTo>
                  <a:lnTo>
                    <a:pt x="3262" y="134269"/>
                  </a:lnTo>
                  <a:lnTo>
                    <a:pt x="2303" y="139468"/>
                  </a:lnTo>
                  <a:lnTo>
                    <a:pt x="1510" y="144695"/>
                  </a:lnTo>
                  <a:lnTo>
                    <a:pt x="883" y="149944"/>
                  </a:lnTo>
                  <a:lnTo>
                    <a:pt x="421" y="155210"/>
                  </a:lnTo>
                  <a:lnTo>
                    <a:pt x="127" y="160488"/>
                  </a:lnTo>
                  <a:lnTo>
                    <a:pt x="0" y="165773"/>
                  </a:lnTo>
                  <a:lnTo>
                    <a:pt x="39" y="171059"/>
                  </a:lnTo>
                  <a:lnTo>
                    <a:pt x="246" y="176342"/>
                  </a:lnTo>
                  <a:lnTo>
                    <a:pt x="620" y="181615"/>
                  </a:lnTo>
                  <a:lnTo>
                    <a:pt x="1160" y="186874"/>
                  </a:lnTo>
                  <a:lnTo>
                    <a:pt x="1866" y="192113"/>
                  </a:lnTo>
                  <a:lnTo>
                    <a:pt x="2738" y="197327"/>
                  </a:lnTo>
                  <a:lnTo>
                    <a:pt x="3774" y="202511"/>
                  </a:lnTo>
                  <a:lnTo>
                    <a:pt x="4974" y="207659"/>
                  </a:lnTo>
                  <a:lnTo>
                    <a:pt x="6335" y="212767"/>
                  </a:lnTo>
                  <a:lnTo>
                    <a:pt x="7858" y="217830"/>
                  </a:lnTo>
                  <a:lnTo>
                    <a:pt x="9539" y="222841"/>
                  </a:lnTo>
                  <a:lnTo>
                    <a:pt x="11379" y="227798"/>
                  </a:lnTo>
                  <a:lnTo>
                    <a:pt x="13374" y="232693"/>
                  </a:lnTo>
                  <a:lnTo>
                    <a:pt x="15523" y="237523"/>
                  </a:lnTo>
                  <a:lnTo>
                    <a:pt x="17824" y="242283"/>
                  </a:lnTo>
                  <a:lnTo>
                    <a:pt x="20274" y="246967"/>
                  </a:lnTo>
                  <a:lnTo>
                    <a:pt x="22871" y="251572"/>
                  </a:lnTo>
                  <a:lnTo>
                    <a:pt x="25612" y="256092"/>
                  </a:lnTo>
                  <a:lnTo>
                    <a:pt x="28495" y="260523"/>
                  </a:lnTo>
                  <a:lnTo>
                    <a:pt x="31516" y="264861"/>
                  </a:lnTo>
                  <a:lnTo>
                    <a:pt x="34673" y="269101"/>
                  </a:lnTo>
                  <a:lnTo>
                    <a:pt x="37963" y="273239"/>
                  </a:lnTo>
                  <a:lnTo>
                    <a:pt x="41381" y="277272"/>
                  </a:lnTo>
                  <a:lnTo>
                    <a:pt x="44926" y="281194"/>
                  </a:lnTo>
                  <a:lnTo>
                    <a:pt x="48593" y="285002"/>
                  </a:lnTo>
                  <a:lnTo>
                    <a:pt x="52378" y="288692"/>
                  </a:lnTo>
                  <a:lnTo>
                    <a:pt x="56278" y="292260"/>
                  </a:lnTo>
                  <a:lnTo>
                    <a:pt x="60289" y="295704"/>
                  </a:lnTo>
                  <a:lnTo>
                    <a:pt x="64407" y="299019"/>
                  </a:lnTo>
                  <a:lnTo>
                    <a:pt x="68628" y="302202"/>
                  </a:lnTo>
                  <a:lnTo>
                    <a:pt x="72947" y="305250"/>
                  </a:lnTo>
                  <a:lnTo>
                    <a:pt x="77361" y="308160"/>
                  </a:lnTo>
                  <a:lnTo>
                    <a:pt x="81864" y="310929"/>
                  </a:lnTo>
                  <a:lnTo>
                    <a:pt x="86452" y="313554"/>
                  </a:lnTo>
                  <a:lnTo>
                    <a:pt x="91122" y="316033"/>
                  </a:lnTo>
                  <a:lnTo>
                    <a:pt x="95867" y="318363"/>
                  </a:lnTo>
                  <a:lnTo>
                    <a:pt x="100683" y="320542"/>
                  </a:lnTo>
                  <a:lnTo>
                    <a:pt x="105567" y="322567"/>
                  </a:lnTo>
                  <a:lnTo>
                    <a:pt x="110511" y="324437"/>
                  </a:lnTo>
                  <a:lnTo>
                    <a:pt x="115513" y="326149"/>
                  </a:lnTo>
                  <a:lnTo>
                    <a:pt x="120566" y="327703"/>
                  </a:lnTo>
                  <a:lnTo>
                    <a:pt x="125665" y="329096"/>
                  </a:lnTo>
                  <a:lnTo>
                    <a:pt x="130806" y="330327"/>
                  </a:lnTo>
                  <a:lnTo>
                    <a:pt x="135984" y="331395"/>
                  </a:lnTo>
                  <a:lnTo>
                    <a:pt x="141192" y="332299"/>
                  </a:lnTo>
                  <a:lnTo>
                    <a:pt x="146427" y="333037"/>
                  </a:lnTo>
                  <a:lnTo>
                    <a:pt x="151682" y="333610"/>
                  </a:lnTo>
                  <a:lnTo>
                    <a:pt x="156953" y="334016"/>
                  </a:lnTo>
                  <a:lnTo>
                    <a:pt x="162234" y="334256"/>
                  </a:lnTo>
                  <a:lnTo>
                    <a:pt x="167520" y="334328"/>
                  </a:lnTo>
                  <a:lnTo>
                    <a:pt x="172805" y="334233"/>
                  </a:lnTo>
                  <a:lnTo>
                    <a:pt x="178085" y="333971"/>
                  </a:lnTo>
                  <a:lnTo>
                    <a:pt x="183354" y="333542"/>
                  </a:lnTo>
                  <a:lnTo>
                    <a:pt x="188607" y="332947"/>
                  </a:lnTo>
                  <a:lnTo>
                    <a:pt x="193839" y="332186"/>
                  </a:lnTo>
                  <a:lnTo>
                    <a:pt x="199043" y="331260"/>
                  </a:lnTo>
                  <a:lnTo>
                    <a:pt x="204216" y="330170"/>
                  </a:lnTo>
                  <a:lnTo>
                    <a:pt x="209352" y="328916"/>
                  </a:lnTo>
                  <a:lnTo>
                    <a:pt x="214445" y="327502"/>
                  </a:lnTo>
                  <a:lnTo>
                    <a:pt x="219492" y="325926"/>
                  </a:lnTo>
                  <a:lnTo>
                    <a:pt x="224486" y="324192"/>
                  </a:lnTo>
                  <a:lnTo>
                    <a:pt x="229422" y="322301"/>
                  </a:lnTo>
                  <a:lnTo>
                    <a:pt x="234297" y="320255"/>
                  </a:lnTo>
                  <a:lnTo>
                    <a:pt x="239104" y="318056"/>
                  </a:lnTo>
                  <a:lnTo>
                    <a:pt x="243839" y="315705"/>
                  </a:lnTo>
                  <a:lnTo>
                    <a:pt x="248498" y="313206"/>
                  </a:lnTo>
                  <a:lnTo>
                    <a:pt x="253075" y="310562"/>
                  </a:lnTo>
                  <a:lnTo>
                    <a:pt x="257566" y="307773"/>
                  </a:lnTo>
                  <a:lnTo>
                    <a:pt x="261967" y="304844"/>
                  </a:lnTo>
                  <a:lnTo>
                    <a:pt x="266273" y="301778"/>
                  </a:lnTo>
                  <a:lnTo>
                    <a:pt x="270480" y="298577"/>
                  </a:lnTo>
                  <a:lnTo>
                    <a:pt x="274584" y="295244"/>
                  </a:lnTo>
                  <a:lnTo>
                    <a:pt x="278580" y="291783"/>
                  </a:lnTo>
                  <a:lnTo>
                    <a:pt x="282465" y="288198"/>
                  </a:lnTo>
                  <a:lnTo>
                    <a:pt x="286234" y="284492"/>
                  </a:lnTo>
                  <a:lnTo>
                    <a:pt x="289885" y="280668"/>
                  </a:lnTo>
                  <a:lnTo>
                    <a:pt x="293412" y="276731"/>
                  </a:lnTo>
                  <a:lnTo>
                    <a:pt x="296814" y="272684"/>
                  </a:lnTo>
                  <a:lnTo>
                    <a:pt x="300086" y="268532"/>
                  </a:lnTo>
                  <a:lnTo>
                    <a:pt x="303224" y="264278"/>
                  </a:lnTo>
                  <a:lnTo>
                    <a:pt x="306227" y="259927"/>
                  </a:lnTo>
                  <a:lnTo>
                    <a:pt x="309091" y="255483"/>
                  </a:lnTo>
                  <a:lnTo>
                    <a:pt x="311813" y="250952"/>
                  </a:lnTo>
                  <a:lnTo>
                    <a:pt x="314390" y="246336"/>
                  </a:lnTo>
                  <a:lnTo>
                    <a:pt x="316820" y="241641"/>
                  </a:lnTo>
                  <a:lnTo>
                    <a:pt x="319100" y="236872"/>
                  </a:lnTo>
                  <a:lnTo>
                    <a:pt x="321228" y="232032"/>
                  </a:lnTo>
                  <a:lnTo>
                    <a:pt x="323202" y="227128"/>
                  </a:lnTo>
                  <a:lnTo>
                    <a:pt x="325020" y="222165"/>
                  </a:lnTo>
                  <a:lnTo>
                    <a:pt x="326681" y="217146"/>
                  </a:lnTo>
                  <a:lnTo>
                    <a:pt x="328181" y="212077"/>
                  </a:lnTo>
                  <a:lnTo>
                    <a:pt x="329521" y="206963"/>
                  </a:lnTo>
                  <a:lnTo>
                    <a:pt x="330698" y="201809"/>
                  </a:lnTo>
                  <a:lnTo>
                    <a:pt x="331712" y="196621"/>
                  </a:lnTo>
                  <a:lnTo>
                    <a:pt x="332562" y="191403"/>
                  </a:lnTo>
                  <a:lnTo>
                    <a:pt x="333245" y="186161"/>
                  </a:lnTo>
                  <a:lnTo>
                    <a:pt x="333763" y="180900"/>
                  </a:lnTo>
                  <a:lnTo>
                    <a:pt x="334114" y="175625"/>
                  </a:lnTo>
                  <a:lnTo>
                    <a:pt x="334298" y="170342"/>
                  </a:lnTo>
                  <a:lnTo>
                    <a:pt x="334315" y="165056"/>
                  </a:lnTo>
                  <a:lnTo>
                    <a:pt x="334165" y="159771"/>
                  </a:lnTo>
                  <a:lnTo>
                    <a:pt x="333848" y="154494"/>
                  </a:lnTo>
                  <a:lnTo>
                    <a:pt x="333364" y="149230"/>
                  </a:lnTo>
                  <a:lnTo>
                    <a:pt x="332714" y="143984"/>
                  </a:lnTo>
                  <a:lnTo>
                    <a:pt x="331899" y="138761"/>
                  </a:lnTo>
                  <a:lnTo>
                    <a:pt x="330918" y="133566"/>
                  </a:lnTo>
                  <a:lnTo>
                    <a:pt x="329774" y="128405"/>
                  </a:lnTo>
                  <a:lnTo>
                    <a:pt x="328467" y="123282"/>
                  </a:lnTo>
                  <a:lnTo>
                    <a:pt x="326999" y="118204"/>
                  </a:lnTo>
                  <a:lnTo>
                    <a:pt x="325371" y="113174"/>
                  </a:lnTo>
                  <a:lnTo>
                    <a:pt x="323585" y="108199"/>
                  </a:lnTo>
                  <a:lnTo>
                    <a:pt x="321643" y="103282"/>
                  </a:lnTo>
                  <a:lnTo>
                    <a:pt x="319546" y="98430"/>
                  </a:lnTo>
                  <a:lnTo>
                    <a:pt x="317296" y="93646"/>
                  </a:lnTo>
                  <a:lnTo>
                    <a:pt x="314896" y="88935"/>
                  </a:lnTo>
                  <a:lnTo>
                    <a:pt x="312349" y="84303"/>
                  </a:lnTo>
                  <a:lnTo>
                    <a:pt x="309657" y="79754"/>
                  </a:lnTo>
                  <a:lnTo>
                    <a:pt x="306822" y="75292"/>
                  </a:lnTo>
                  <a:lnTo>
                    <a:pt x="303847" y="70922"/>
                  </a:lnTo>
                  <a:lnTo>
                    <a:pt x="300735" y="66648"/>
                  </a:lnTo>
                  <a:lnTo>
                    <a:pt x="297491" y="62474"/>
                  </a:lnTo>
                  <a:lnTo>
                    <a:pt x="294115" y="58406"/>
                  </a:lnTo>
                  <a:lnTo>
                    <a:pt x="290613" y="54446"/>
                  </a:lnTo>
                  <a:lnTo>
                    <a:pt x="286987" y="50599"/>
                  </a:lnTo>
                  <a:lnTo>
                    <a:pt x="283242" y="46868"/>
                  </a:lnTo>
                  <a:lnTo>
                    <a:pt x="279380" y="43258"/>
                  </a:lnTo>
                  <a:lnTo>
                    <a:pt x="275406" y="39772"/>
                  </a:lnTo>
                  <a:lnTo>
                    <a:pt x="271324" y="36413"/>
                  </a:lnTo>
                  <a:lnTo>
                    <a:pt x="267138" y="33185"/>
                  </a:lnTo>
                  <a:lnTo>
                    <a:pt x="262851" y="30090"/>
                  </a:lnTo>
                  <a:lnTo>
                    <a:pt x="258469" y="27133"/>
                  </a:lnTo>
                  <a:lnTo>
                    <a:pt x="253996" y="24316"/>
                  </a:lnTo>
                  <a:lnTo>
                    <a:pt x="249436" y="21642"/>
                  </a:lnTo>
                  <a:lnTo>
                    <a:pt x="244794" y="19113"/>
                  </a:lnTo>
                  <a:lnTo>
                    <a:pt x="240074" y="16732"/>
                  </a:lnTo>
                  <a:lnTo>
                    <a:pt x="235281" y="14502"/>
                  </a:lnTo>
                  <a:lnTo>
                    <a:pt x="230420" y="12424"/>
                  </a:lnTo>
                  <a:lnTo>
                    <a:pt x="225495" y="10502"/>
                  </a:lnTo>
                  <a:lnTo>
                    <a:pt x="220513" y="8735"/>
                  </a:lnTo>
                  <a:lnTo>
                    <a:pt x="215477" y="7128"/>
                  </a:lnTo>
                  <a:lnTo>
                    <a:pt x="210392" y="5680"/>
                  </a:lnTo>
                  <a:lnTo>
                    <a:pt x="205265" y="4394"/>
                  </a:lnTo>
                  <a:lnTo>
                    <a:pt x="200099" y="3270"/>
                  </a:lnTo>
                  <a:lnTo>
                    <a:pt x="194900" y="2311"/>
                  </a:lnTo>
                  <a:lnTo>
                    <a:pt x="189674" y="1516"/>
                  </a:lnTo>
                  <a:lnTo>
                    <a:pt x="184425" y="887"/>
                  </a:lnTo>
                  <a:lnTo>
                    <a:pt x="179159" y="424"/>
                  </a:lnTo>
                  <a:lnTo>
                    <a:pt x="173881" y="128"/>
                  </a:lnTo>
                  <a:lnTo>
                    <a:pt x="168596" y="0"/>
                  </a:lnTo>
                  <a:lnTo>
                    <a:pt x="167161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7520" y="5269756"/>
              <a:ext cx="166981" cy="167167"/>
            </a:xfrm>
            <a:custGeom>
              <a:avLst/>
              <a:pathLst>
                <a:path w="166981" h="167167">
                  <a:moveTo>
                    <a:pt x="166981" y="0"/>
                  </a:moveTo>
                  <a:lnTo>
                    <a:pt x="161563" y="87"/>
                  </a:lnTo>
                  <a:lnTo>
                    <a:pt x="156150" y="351"/>
                  </a:lnTo>
                  <a:lnTo>
                    <a:pt x="150749" y="789"/>
                  </a:lnTo>
                  <a:lnTo>
                    <a:pt x="145365" y="1403"/>
                  </a:lnTo>
                  <a:lnTo>
                    <a:pt x="140004" y="2191"/>
                  </a:lnTo>
                  <a:lnTo>
                    <a:pt x="134671" y="3152"/>
                  </a:lnTo>
                  <a:lnTo>
                    <a:pt x="129372" y="4285"/>
                  </a:lnTo>
                  <a:lnTo>
                    <a:pt x="124113" y="5589"/>
                  </a:lnTo>
                  <a:lnTo>
                    <a:pt x="118898" y="7064"/>
                  </a:lnTo>
                  <a:lnTo>
                    <a:pt x="113735" y="8706"/>
                  </a:lnTo>
                  <a:lnTo>
                    <a:pt x="108627" y="10515"/>
                  </a:lnTo>
                  <a:lnTo>
                    <a:pt x="103580" y="12489"/>
                  </a:lnTo>
                  <a:lnTo>
                    <a:pt x="98600" y="14625"/>
                  </a:lnTo>
                  <a:lnTo>
                    <a:pt x="93692" y="16921"/>
                  </a:lnTo>
                  <a:lnTo>
                    <a:pt x="88861" y="19376"/>
                  </a:lnTo>
                  <a:lnTo>
                    <a:pt x="84112" y="21985"/>
                  </a:lnTo>
                  <a:lnTo>
                    <a:pt x="79450" y="24747"/>
                  </a:lnTo>
                  <a:lnTo>
                    <a:pt x="74880" y="27659"/>
                  </a:lnTo>
                  <a:lnTo>
                    <a:pt x="70407" y="30718"/>
                  </a:lnTo>
                  <a:lnTo>
                    <a:pt x="66035" y="33919"/>
                  </a:lnTo>
                  <a:lnTo>
                    <a:pt x="61769" y="37261"/>
                  </a:lnTo>
                  <a:lnTo>
                    <a:pt x="57614" y="40739"/>
                  </a:lnTo>
                  <a:lnTo>
                    <a:pt x="53574" y="44350"/>
                  </a:lnTo>
                  <a:lnTo>
                    <a:pt x="49653" y="48091"/>
                  </a:lnTo>
                  <a:lnTo>
                    <a:pt x="45855" y="51956"/>
                  </a:lnTo>
                  <a:lnTo>
                    <a:pt x="42185" y="55942"/>
                  </a:lnTo>
                  <a:lnTo>
                    <a:pt x="38645" y="60045"/>
                  </a:lnTo>
                  <a:lnTo>
                    <a:pt x="35241" y="64261"/>
                  </a:lnTo>
                  <a:lnTo>
                    <a:pt x="31975" y="68585"/>
                  </a:lnTo>
                  <a:lnTo>
                    <a:pt x="28851" y="73013"/>
                  </a:lnTo>
                  <a:lnTo>
                    <a:pt x="25872" y="77539"/>
                  </a:lnTo>
                  <a:lnTo>
                    <a:pt x="23041" y="82160"/>
                  </a:lnTo>
                  <a:lnTo>
                    <a:pt x="20361" y="86869"/>
                  </a:lnTo>
                  <a:lnTo>
                    <a:pt x="17836" y="91664"/>
                  </a:lnTo>
                  <a:lnTo>
                    <a:pt x="15467" y="96537"/>
                  </a:lnTo>
                  <a:lnTo>
                    <a:pt x="13257" y="101485"/>
                  </a:lnTo>
                  <a:lnTo>
                    <a:pt x="11209" y="106502"/>
                  </a:lnTo>
                  <a:lnTo>
                    <a:pt x="9325" y="111583"/>
                  </a:lnTo>
                  <a:lnTo>
                    <a:pt x="7606" y="116722"/>
                  </a:lnTo>
                  <a:lnTo>
                    <a:pt x="6055" y="121914"/>
                  </a:lnTo>
                  <a:lnTo>
                    <a:pt x="4673" y="127153"/>
                  </a:lnTo>
                  <a:lnTo>
                    <a:pt x="3461" y="132435"/>
                  </a:lnTo>
                  <a:lnTo>
                    <a:pt x="2421" y="137753"/>
                  </a:lnTo>
                  <a:lnTo>
                    <a:pt x="1554" y="143102"/>
                  </a:lnTo>
                  <a:lnTo>
                    <a:pt x="861" y="148476"/>
                  </a:lnTo>
                  <a:lnTo>
                    <a:pt x="343" y="153870"/>
                  </a:lnTo>
                  <a:lnTo>
                    <a:pt x="0" y="159278"/>
                  </a:lnTo>
                  <a:lnTo>
                    <a:pt x="16698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54" y="5269756"/>
              <a:ext cx="334294" cy="334334"/>
            </a:xfrm>
            <a:custGeom>
              <a:avLst/>
              <a:pathLst>
                <a:path w="334294" h="334334">
                  <a:moveTo>
                    <a:pt x="166" y="159278"/>
                  </a:moveTo>
                  <a:lnTo>
                    <a:pt x="0" y="164579"/>
                  </a:lnTo>
                  <a:lnTo>
                    <a:pt x="2" y="169884"/>
                  </a:lnTo>
                  <a:lnTo>
                    <a:pt x="172" y="175185"/>
                  </a:lnTo>
                  <a:lnTo>
                    <a:pt x="510" y="180478"/>
                  </a:lnTo>
                  <a:lnTo>
                    <a:pt x="1016" y="185758"/>
                  </a:lnTo>
                  <a:lnTo>
                    <a:pt x="1690" y="191019"/>
                  </a:lnTo>
                  <a:lnTo>
                    <a:pt x="2530" y="196256"/>
                  </a:lnTo>
                  <a:lnTo>
                    <a:pt x="3536" y="201464"/>
                  </a:lnTo>
                  <a:lnTo>
                    <a:pt x="4706" y="206638"/>
                  </a:lnTo>
                  <a:lnTo>
                    <a:pt x="6040" y="211771"/>
                  </a:lnTo>
                  <a:lnTo>
                    <a:pt x="7536" y="216860"/>
                  </a:lnTo>
                  <a:lnTo>
                    <a:pt x="9193" y="221899"/>
                  </a:lnTo>
                  <a:lnTo>
                    <a:pt x="11009" y="226882"/>
                  </a:lnTo>
                  <a:lnTo>
                    <a:pt x="12982" y="231806"/>
                  </a:lnTo>
                  <a:lnTo>
                    <a:pt x="15110" y="236664"/>
                  </a:lnTo>
                  <a:lnTo>
                    <a:pt x="17392" y="241453"/>
                  </a:lnTo>
                  <a:lnTo>
                    <a:pt x="19824" y="246166"/>
                  </a:lnTo>
                  <a:lnTo>
                    <a:pt x="22404" y="250800"/>
                  </a:lnTo>
                  <a:lnTo>
                    <a:pt x="25131" y="255350"/>
                  </a:lnTo>
                  <a:lnTo>
                    <a:pt x="28000" y="259811"/>
                  </a:lnTo>
                  <a:lnTo>
                    <a:pt x="31009" y="264179"/>
                  </a:lnTo>
                  <a:lnTo>
                    <a:pt x="34155" y="268449"/>
                  </a:lnTo>
                  <a:lnTo>
                    <a:pt x="37435" y="272618"/>
                  </a:lnTo>
                  <a:lnTo>
                    <a:pt x="40846" y="276680"/>
                  </a:lnTo>
                  <a:lnTo>
                    <a:pt x="44384" y="280632"/>
                  </a:lnTo>
                  <a:lnTo>
                    <a:pt x="48045" y="284469"/>
                  </a:lnTo>
                  <a:lnTo>
                    <a:pt x="51827" y="288189"/>
                  </a:lnTo>
                  <a:lnTo>
                    <a:pt x="55724" y="291786"/>
                  </a:lnTo>
                  <a:lnTo>
                    <a:pt x="59734" y="295258"/>
                  </a:lnTo>
                  <a:lnTo>
                    <a:pt x="63852" y="298602"/>
                  </a:lnTo>
                  <a:lnTo>
                    <a:pt x="68074" y="301813"/>
                  </a:lnTo>
                  <a:lnTo>
                    <a:pt x="72395" y="304888"/>
                  </a:lnTo>
                  <a:lnTo>
                    <a:pt x="76812" y="307825"/>
                  </a:lnTo>
                  <a:lnTo>
                    <a:pt x="81320" y="310620"/>
                  </a:lnTo>
                  <a:lnTo>
                    <a:pt x="85914" y="313270"/>
                  </a:lnTo>
                  <a:lnTo>
                    <a:pt x="90590" y="315774"/>
                  </a:lnTo>
                  <a:lnTo>
                    <a:pt x="95344" y="318128"/>
                  </a:lnTo>
                  <a:lnTo>
                    <a:pt x="100169" y="320330"/>
                  </a:lnTo>
                  <a:lnTo>
                    <a:pt x="105062" y="322378"/>
                  </a:lnTo>
                  <a:lnTo>
                    <a:pt x="110017" y="324269"/>
                  </a:lnTo>
                  <a:lnTo>
                    <a:pt x="115030" y="326003"/>
                  </a:lnTo>
                  <a:lnTo>
                    <a:pt x="120095" y="327576"/>
                  </a:lnTo>
                  <a:lnTo>
                    <a:pt x="125208" y="328988"/>
                  </a:lnTo>
                  <a:lnTo>
                    <a:pt x="130363" y="330237"/>
                  </a:lnTo>
                  <a:lnTo>
                    <a:pt x="135555" y="331322"/>
                  </a:lnTo>
                  <a:lnTo>
                    <a:pt x="140779" y="332242"/>
                  </a:lnTo>
                  <a:lnTo>
                    <a:pt x="146029" y="332995"/>
                  </a:lnTo>
                  <a:lnTo>
                    <a:pt x="151301" y="333582"/>
                  </a:lnTo>
                  <a:lnTo>
                    <a:pt x="156588" y="334001"/>
                  </a:lnTo>
                  <a:lnTo>
                    <a:pt x="161886" y="334252"/>
                  </a:lnTo>
                  <a:lnTo>
                    <a:pt x="167190" y="334334"/>
                  </a:lnTo>
                  <a:lnTo>
                    <a:pt x="172493" y="334249"/>
                  </a:lnTo>
                  <a:lnTo>
                    <a:pt x="177791" y="333995"/>
                  </a:lnTo>
                  <a:lnTo>
                    <a:pt x="183079" y="333573"/>
                  </a:lnTo>
                  <a:lnTo>
                    <a:pt x="188350" y="332984"/>
                  </a:lnTo>
                  <a:lnTo>
                    <a:pt x="193600" y="332228"/>
                  </a:lnTo>
                  <a:lnTo>
                    <a:pt x="198823" y="331306"/>
                  </a:lnTo>
                  <a:lnTo>
                    <a:pt x="204015" y="330218"/>
                  </a:lnTo>
                  <a:lnTo>
                    <a:pt x="209169" y="328967"/>
                  </a:lnTo>
                  <a:lnTo>
                    <a:pt x="214281" y="327552"/>
                  </a:lnTo>
                  <a:lnTo>
                    <a:pt x="219346" y="325976"/>
                  </a:lnTo>
                  <a:lnTo>
                    <a:pt x="224358" y="324240"/>
                  </a:lnTo>
                  <a:lnTo>
                    <a:pt x="229312" y="322346"/>
                  </a:lnTo>
                  <a:lnTo>
                    <a:pt x="234204" y="320295"/>
                  </a:lnTo>
                  <a:lnTo>
                    <a:pt x="239028" y="318091"/>
                  </a:lnTo>
                  <a:lnTo>
                    <a:pt x="243780" y="315735"/>
                  </a:lnTo>
                  <a:lnTo>
                    <a:pt x="248455" y="313229"/>
                  </a:lnTo>
                  <a:lnTo>
                    <a:pt x="253048" y="310576"/>
                  </a:lnTo>
                  <a:lnTo>
                    <a:pt x="257554" y="307778"/>
                  </a:lnTo>
                  <a:lnTo>
                    <a:pt x="261970" y="304839"/>
                  </a:lnTo>
                  <a:lnTo>
                    <a:pt x="266289" y="301762"/>
                  </a:lnTo>
                  <a:lnTo>
                    <a:pt x="270510" y="298548"/>
                  </a:lnTo>
                  <a:lnTo>
                    <a:pt x="274626" y="295203"/>
                  </a:lnTo>
                  <a:lnTo>
                    <a:pt x="278634" y="291729"/>
                  </a:lnTo>
                  <a:lnTo>
                    <a:pt x="282529" y="288129"/>
                  </a:lnTo>
                  <a:lnTo>
                    <a:pt x="286309" y="284408"/>
                  </a:lnTo>
                  <a:lnTo>
                    <a:pt x="289968" y="280568"/>
                  </a:lnTo>
                  <a:lnTo>
                    <a:pt x="293504" y="276615"/>
                  </a:lnTo>
                  <a:lnTo>
                    <a:pt x="296913" y="272551"/>
                  </a:lnTo>
                  <a:lnTo>
                    <a:pt x="300191" y="268381"/>
                  </a:lnTo>
                  <a:lnTo>
                    <a:pt x="303335" y="264109"/>
                  </a:lnTo>
                  <a:lnTo>
                    <a:pt x="306342" y="259740"/>
                  </a:lnTo>
                  <a:lnTo>
                    <a:pt x="309209" y="255277"/>
                  </a:lnTo>
                  <a:lnTo>
                    <a:pt x="311933" y="250726"/>
                  </a:lnTo>
                  <a:lnTo>
                    <a:pt x="314511" y="246090"/>
                  </a:lnTo>
                  <a:lnTo>
                    <a:pt x="316940" y="241375"/>
                  </a:lnTo>
                  <a:lnTo>
                    <a:pt x="319219" y="236586"/>
                  </a:lnTo>
                  <a:lnTo>
                    <a:pt x="321345" y="231726"/>
                  </a:lnTo>
                  <a:lnTo>
                    <a:pt x="323315" y="226802"/>
                  </a:lnTo>
                  <a:lnTo>
                    <a:pt x="325129" y="221817"/>
                  </a:lnTo>
                  <a:lnTo>
                    <a:pt x="326783" y="216778"/>
                  </a:lnTo>
                  <a:lnTo>
                    <a:pt x="328277" y="211688"/>
                  </a:lnTo>
                  <a:lnTo>
                    <a:pt x="329608" y="206554"/>
                  </a:lnTo>
                  <a:lnTo>
                    <a:pt x="330776" y="201380"/>
                  </a:lnTo>
                  <a:lnTo>
                    <a:pt x="331779" y="196172"/>
                  </a:lnTo>
                  <a:lnTo>
                    <a:pt x="332616" y="190934"/>
                  </a:lnTo>
                  <a:lnTo>
                    <a:pt x="333287" y="185673"/>
                  </a:lnTo>
                  <a:lnTo>
                    <a:pt x="333790" y="180392"/>
                  </a:lnTo>
                  <a:lnTo>
                    <a:pt x="334126" y="175099"/>
                  </a:lnTo>
                  <a:lnTo>
                    <a:pt x="334294" y="169797"/>
                  </a:lnTo>
                  <a:lnTo>
                    <a:pt x="334293" y="164493"/>
                  </a:lnTo>
                  <a:lnTo>
                    <a:pt x="334124" y="159192"/>
                  </a:lnTo>
                  <a:lnTo>
                    <a:pt x="333787" y="153899"/>
                  </a:lnTo>
                  <a:lnTo>
                    <a:pt x="333282" y="148619"/>
                  </a:lnTo>
                  <a:lnTo>
                    <a:pt x="332610" y="143357"/>
                  </a:lnTo>
                  <a:lnTo>
                    <a:pt x="331771" y="138120"/>
                  </a:lnTo>
                  <a:lnTo>
                    <a:pt x="330767" y="132912"/>
                  </a:lnTo>
                  <a:lnTo>
                    <a:pt x="329598" y="127738"/>
                  </a:lnTo>
                  <a:lnTo>
                    <a:pt x="328265" y="122604"/>
                  </a:lnTo>
                  <a:lnTo>
                    <a:pt x="326770" y="117515"/>
                  </a:lnTo>
                  <a:lnTo>
                    <a:pt x="325115" y="112476"/>
                  </a:lnTo>
                  <a:lnTo>
                    <a:pt x="323300" y="107492"/>
                  </a:lnTo>
                  <a:lnTo>
                    <a:pt x="321328" y="102568"/>
                  </a:lnTo>
                  <a:lnTo>
                    <a:pt x="319201" y="97709"/>
                  </a:lnTo>
                  <a:lnTo>
                    <a:pt x="316921" y="92920"/>
                  </a:lnTo>
                  <a:lnTo>
                    <a:pt x="314490" y="88206"/>
                  </a:lnTo>
                  <a:lnTo>
                    <a:pt x="311911" y="83571"/>
                  </a:lnTo>
                  <a:lnTo>
                    <a:pt x="309186" y="79020"/>
                  </a:lnTo>
                  <a:lnTo>
                    <a:pt x="306318" y="74558"/>
                  </a:lnTo>
                  <a:lnTo>
                    <a:pt x="303310" y="70190"/>
                  </a:lnTo>
                  <a:lnTo>
                    <a:pt x="300165" y="65919"/>
                  </a:lnTo>
                  <a:lnTo>
                    <a:pt x="296886" y="61750"/>
                  </a:lnTo>
                  <a:lnTo>
                    <a:pt x="293476" y="57687"/>
                  </a:lnTo>
                  <a:lnTo>
                    <a:pt x="289939" y="53734"/>
                  </a:lnTo>
                  <a:lnTo>
                    <a:pt x="286279" y="49895"/>
                  </a:lnTo>
                  <a:lnTo>
                    <a:pt x="282498" y="46175"/>
                  </a:lnTo>
                  <a:lnTo>
                    <a:pt x="278602" y="42576"/>
                  </a:lnTo>
                  <a:lnTo>
                    <a:pt x="274593" y="39103"/>
                  </a:lnTo>
                  <a:lnTo>
                    <a:pt x="270476" y="35759"/>
                  </a:lnTo>
                  <a:lnTo>
                    <a:pt x="266255" y="32547"/>
                  </a:lnTo>
                  <a:lnTo>
                    <a:pt x="261934" y="29470"/>
                  </a:lnTo>
                  <a:lnTo>
                    <a:pt x="257518" y="26533"/>
                  </a:lnTo>
                  <a:lnTo>
                    <a:pt x="253011" y="23736"/>
                  </a:lnTo>
                  <a:lnTo>
                    <a:pt x="248417" y="21084"/>
                  </a:lnTo>
                  <a:lnTo>
                    <a:pt x="243742" y="18580"/>
                  </a:lnTo>
                  <a:lnTo>
                    <a:pt x="238989" y="16224"/>
                  </a:lnTo>
                  <a:lnTo>
                    <a:pt x="234164" y="14021"/>
                  </a:lnTo>
                  <a:lnTo>
                    <a:pt x="229272" y="11972"/>
                  </a:lnTo>
                  <a:lnTo>
                    <a:pt x="224317" y="10079"/>
                  </a:lnTo>
                  <a:lnTo>
                    <a:pt x="219305" y="8345"/>
                  </a:lnTo>
                  <a:lnTo>
                    <a:pt x="214240" y="6770"/>
                  </a:lnTo>
                  <a:lnTo>
                    <a:pt x="209127" y="5357"/>
                  </a:lnTo>
                  <a:lnTo>
                    <a:pt x="203973" y="4106"/>
                  </a:lnTo>
                  <a:lnTo>
                    <a:pt x="198781" y="3020"/>
                  </a:lnTo>
                  <a:lnTo>
                    <a:pt x="193557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6245" y="5399291"/>
              <a:ext cx="29969" cy="167167"/>
            </a:xfrm>
            <a:custGeom>
              <a:avLst/>
              <a:pathLst>
                <a:path w="29969" h="167167">
                  <a:moveTo>
                    <a:pt x="29969" y="0"/>
                  </a:moveTo>
                  <a:lnTo>
                    <a:pt x="22439" y="169"/>
                  </a:lnTo>
                  <a:lnTo>
                    <a:pt x="14923" y="678"/>
                  </a:lnTo>
                  <a:lnTo>
                    <a:pt x="7439" y="1525"/>
                  </a:lnTo>
                  <a:lnTo>
                    <a:pt x="0" y="2708"/>
                  </a:lnTo>
                  <a:lnTo>
                    <a:pt x="2996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6245" y="5402000"/>
              <a:ext cx="29969" cy="164458"/>
            </a:xfrm>
            <a:custGeom>
              <a:avLst/>
              <a:pathLst>
                <a:path w="29969" h="164458">
                  <a:moveTo>
                    <a:pt x="0" y="0"/>
                  </a:moveTo>
                  <a:lnTo>
                    <a:pt x="29969" y="1644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6245" y="5402000"/>
              <a:ext cx="29969" cy="164458"/>
            </a:xfrm>
            <a:custGeom>
              <a:avLst/>
              <a:pathLst>
                <a:path w="29969" h="164458">
                  <a:moveTo>
                    <a:pt x="0" y="0"/>
                  </a:moveTo>
                  <a:lnTo>
                    <a:pt x="29969" y="1644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6245" y="5402000"/>
              <a:ext cx="29969" cy="164458"/>
            </a:xfrm>
            <a:custGeom>
              <a:avLst/>
              <a:pathLst>
                <a:path w="29969" h="164458">
                  <a:moveTo>
                    <a:pt x="0" y="0"/>
                  </a:moveTo>
                  <a:lnTo>
                    <a:pt x="29969" y="1644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6245" y="5402000"/>
              <a:ext cx="29969" cy="164458"/>
            </a:xfrm>
            <a:custGeom>
              <a:avLst/>
              <a:pathLst>
                <a:path w="29969" h="164458">
                  <a:moveTo>
                    <a:pt x="0" y="0"/>
                  </a:moveTo>
                  <a:lnTo>
                    <a:pt x="29969" y="1644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6245" y="5402000"/>
              <a:ext cx="29969" cy="164458"/>
            </a:xfrm>
            <a:custGeom>
              <a:avLst/>
              <a:pathLst>
                <a:path w="29969" h="164458">
                  <a:moveTo>
                    <a:pt x="0" y="0"/>
                  </a:moveTo>
                  <a:lnTo>
                    <a:pt x="29969" y="1644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6245" y="5402000"/>
              <a:ext cx="29969" cy="164458"/>
            </a:xfrm>
            <a:custGeom>
              <a:avLst/>
              <a:pathLst>
                <a:path w="29969" h="164458">
                  <a:moveTo>
                    <a:pt x="0" y="0"/>
                  </a:moveTo>
                  <a:lnTo>
                    <a:pt x="29969" y="1644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319051" y="5402000"/>
              <a:ext cx="334328" cy="331618"/>
            </a:xfrm>
            <a:custGeom>
              <a:avLst/>
              <a:pathLst>
                <a:path w="334328" h="331618">
                  <a:moveTo>
                    <a:pt x="137194" y="0"/>
                  </a:moveTo>
                  <a:lnTo>
                    <a:pt x="131991" y="1033"/>
                  </a:lnTo>
                  <a:lnTo>
                    <a:pt x="126823" y="2232"/>
                  </a:lnTo>
                  <a:lnTo>
                    <a:pt x="121696" y="3593"/>
                  </a:lnTo>
                  <a:lnTo>
                    <a:pt x="116614" y="5117"/>
                  </a:lnTo>
                  <a:lnTo>
                    <a:pt x="111584" y="6801"/>
                  </a:lnTo>
                  <a:lnTo>
                    <a:pt x="106609" y="8644"/>
                  </a:lnTo>
                  <a:lnTo>
                    <a:pt x="101695" y="10644"/>
                  </a:lnTo>
                  <a:lnTo>
                    <a:pt x="96848" y="12799"/>
                  </a:lnTo>
                  <a:lnTo>
                    <a:pt x="92071" y="15107"/>
                  </a:lnTo>
                  <a:lnTo>
                    <a:pt x="87370" y="17565"/>
                  </a:lnTo>
                  <a:lnTo>
                    <a:pt x="82749" y="20171"/>
                  </a:lnTo>
                  <a:lnTo>
                    <a:pt x="78213" y="22922"/>
                  </a:lnTo>
                  <a:lnTo>
                    <a:pt x="73767" y="25815"/>
                  </a:lnTo>
                  <a:lnTo>
                    <a:pt x="69414" y="28849"/>
                  </a:lnTo>
                  <a:lnTo>
                    <a:pt x="65161" y="32019"/>
                  </a:lnTo>
                  <a:lnTo>
                    <a:pt x="61010" y="35322"/>
                  </a:lnTo>
                  <a:lnTo>
                    <a:pt x="56966" y="38756"/>
                  </a:lnTo>
                  <a:lnTo>
                    <a:pt x="53032" y="42316"/>
                  </a:lnTo>
                  <a:lnTo>
                    <a:pt x="49214" y="45999"/>
                  </a:lnTo>
                  <a:lnTo>
                    <a:pt x="45515" y="49801"/>
                  </a:lnTo>
                  <a:lnTo>
                    <a:pt x="41938" y="53719"/>
                  </a:lnTo>
                  <a:lnTo>
                    <a:pt x="38487" y="57748"/>
                  </a:lnTo>
                  <a:lnTo>
                    <a:pt x="35166" y="61885"/>
                  </a:lnTo>
                  <a:lnTo>
                    <a:pt x="31978" y="66125"/>
                  </a:lnTo>
                  <a:lnTo>
                    <a:pt x="28925" y="70464"/>
                  </a:lnTo>
                  <a:lnTo>
                    <a:pt x="26012" y="74897"/>
                  </a:lnTo>
                  <a:lnTo>
                    <a:pt x="23242" y="79421"/>
                  </a:lnTo>
                  <a:lnTo>
                    <a:pt x="20616" y="84031"/>
                  </a:lnTo>
                  <a:lnTo>
                    <a:pt x="18138" y="88722"/>
                  </a:lnTo>
                  <a:lnTo>
                    <a:pt x="15810" y="93488"/>
                  </a:lnTo>
                  <a:lnTo>
                    <a:pt x="13634" y="98327"/>
                  </a:lnTo>
                  <a:lnTo>
                    <a:pt x="11613" y="103232"/>
                  </a:lnTo>
                  <a:lnTo>
                    <a:pt x="9748" y="108198"/>
                  </a:lnTo>
                  <a:lnTo>
                    <a:pt x="8042" y="113222"/>
                  </a:lnTo>
                  <a:lnTo>
                    <a:pt x="6497" y="118296"/>
                  </a:lnTo>
                  <a:lnTo>
                    <a:pt x="5113" y="123418"/>
                  </a:lnTo>
                  <a:lnTo>
                    <a:pt x="3892" y="128580"/>
                  </a:lnTo>
                  <a:lnTo>
                    <a:pt x="2836" y="133779"/>
                  </a:lnTo>
                  <a:lnTo>
                    <a:pt x="1945" y="139009"/>
                  </a:lnTo>
                  <a:lnTo>
                    <a:pt x="1221" y="144264"/>
                  </a:lnTo>
                  <a:lnTo>
                    <a:pt x="664" y="149540"/>
                  </a:lnTo>
                  <a:lnTo>
                    <a:pt x="274" y="154831"/>
                  </a:lnTo>
                  <a:lnTo>
                    <a:pt x="53" y="160131"/>
                  </a:lnTo>
                  <a:lnTo>
                    <a:pt x="0" y="165436"/>
                  </a:lnTo>
                  <a:lnTo>
                    <a:pt x="115" y="170740"/>
                  </a:lnTo>
                  <a:lnTo>
                    <a:pt x="398" y="176037"/>
                  </a:lnTo>
                  <a:lnTo>
                    <a:pt x="849" y="181323"/>
                  </a:lnTo>
                  <a:lnTo>
                    <a:pt x="1468" y="186592"/>
                  </a:lnTo>
                  <a:lnTo>
                    <a:pt x="2254" y="191838"/>
                  </a:lnTo>
                  <a:lnTo>
                    <a:pt x="3206" y="197057"/>
                  </a:lnTo>
                  <a:lnTo>
                    <a:pt x="4323" y="202243"/>
                  </a:lnTo>
                  <a:lnTo>
                    <a:pt x="5604" y="207391"/>
                  </a:lnTo>
                  <a:lnTo>
                    <a:pt x="7047" y="212496"/>
                  </a:lnTo>
                  <a:lnTo>
                    <a:pt x="8652" y="217552"/>
                  </a:lnTo>
                  <a:lnTo>
                    <a:pt x="10417" y="222555"/>
                  </a:lnTo>
                  <a:lnTo>
                    <a:pt x="12339" y="227500"/>
                  </a:lnTo>
                  <a:lnTo>
                    <a:pt x="14417" y="232381"/>
                  </a:lnTo>
                  <a:lnTo>
                    <a:pt x="16650" y="237193"/>
                  </a:lnTo>
                  <a:lnTo>
                    <a:pt x="19033" y="241933"/>
                  </a:lnTo>
                  <a:lnTo>
                    <a:pt x="21566" y="246594"/>
                  </a:lnTo>
                  <a:lnTo>
                    <a:pt x="24246" y="251172"/>
                  </a:lnTo>
                  <a:lnTo>
                    <a:pt x="27069" y="255664"/>
                  </a:lnTo>
                  <a:lnTo>
                    <a:pt x="30034" y="260063"/>
                  </a:lnTo>
                  <a:lnTo>
                    <a:pt x="33136" y="264366"/>
                  </a:lnTo>
                  <a:lnTo>
                    <a:pt x="36374" y="268569"/>
                  </a:lnTo>
                  <a:lnTo>
                    <a:pt x="39743" y="272666"/>
                  </a:lnTo>
                  <a:lnTo>
                    <a:pt x="43241" y="276655"/>
                  </a:lnTo>
                  <a:lnTo>
                    <a:pt x="46864" y="280531"/>
                  </a:lnTo>
                  <a:lnTo>
                    <a:pt x="50607" y="284289"/>
                  </a:lnTo>
                  <a:lnTo>
                    <a:pt x="54468" y="287928"/>
                  </a:lnTo>
                  <a:lnTo>
                    <a:pt x="58443" y="291441"/>
                  </a:lnTo>
                  <a:lnTo>
                    <a:pt x="62527" y="294827"/>
                  </a:lnTo>
                  <a:lnTo>
                    <a:pt x="66716" y="298082"/>
                  </a:lnTo>
                  <a:lnTo>
                    <a:pt x="71007" y="301202"/>
                  </a:lnTo>
                  <a:lnTo>
                    <a:pt x="75394" y="304184"/>
                  </a:lnTo>
                  <a:lnTo>
                    <a:pt x="79874" y="307026"/>
                  </a:lnTo>
                  <a:lnTo>
                    <a:pt x="84442" y="309724"/>
                  </a:lnTo>
                  <a:lnTo>
                    <a:pt x="89093" y="312275"/>
                  </a:lnTo>
                  <a:lnTo>
                    <a:pt x="93822" y="314678"/>
                  </a:lnTo>
                  <a:lnTo>
                    <a:pt x="98626" y="316930"/>
                  </a:lnTo>
                  <a:lnTo>
                    <a:pt x="103498" y="319028"/>
                  </a:lnTo>
                  <a:lnTo>
                    <a:pt x="108435" y="320970"/>
                  </a:lnTo>
                  <a:lnTo>
                    <a:pt x="113431" y="322755"/>
                  </a:lnTo>
                  <a:lnTo>
                    <a:pt x="118481" y="324380"/>
                  </a:lnTo>
                  <a:lnTo>
                    <a:pt x="123580" y="325844"/>
                  </a:lnTo>
                  <a:lnTo>
                    <a:pt x="128722" y="327146"/>
                  </a:lnTo>
                  <a:lnTo>
                    <a:pt x="133904" y="328284"/>
                  </a:lnTo>
                  <a:lnTo>
                    <a:pt x="139119" y="329257"/>
                  </a:lnTo>
                  <a:lnTo>
                    <a:pt x="144362" y="330064"/>
                  </a:lnTo>
                  <a:lnTo>
                    <a:pt x="149629" y="330704"/>
                  </a:lnTo>
                  <a:lnTo>
                    <a:pt x="154913" y="331176"/>
                  </a:lnTo>
                  <a:lnTo>
                    <a:pt x="160209" y="331481"/>
                  </a:lnTo>
                  <a:lnTo>
                    <a:pt x="165512" y="331618"/>
                  </a:lnTo>
                  <a:lnTo>
                    <a:pt x="170817" y="331586"/>
                  </a:lnTo>
                  <a:lnTo>
                    <a:pt x="176118" y="331386"/>
                  </a:lnTo>
                  <a:lnTo>
                    <a:pt x="181410" y="331018"/>
                  </a:lnTo>
                  <a:lnTo>
                    <a:pt x="186688" y="330482"/>
                  </a:lnTo>
                  <a:lnTo>
                    <a:pt x="191947" y="329779"/>
                  </a:lnTo>
                  <a:lnTo>
                    <a:pt x="197180" y="328909"/>
                  </a:lnTo>
                  <a:lnTo>
                    <a:pt x="202383" y="327874"/>
                  </a:lnTo>
                  <a:lnTo>
                    <a:pt x="207550" y="326674"/>
                  </a:lnTo>
                  <a:lnTo>
                    <a:pt x="212677" y="325311"/>
                  </a:lnTo>
                  <a:lnTo>
                    <a:pt x="217758" y="323786"/>
                  </a:lnTo>
                  <a:lnTo>
                    <a:pt x="222788" y="322100"/>
                  </a:lnTo>
                  <a:lnTo>
                    <a:pt x="227762" y="320256"/>
                  </a:lnTo>
                  <a:lnTo>
                    <a:pt x="232676" y="318254"/>
                  </a:lnTo>
                  <a:lnTo>
                    <a:pt x="237523" y="316098"/>
                  </a:lnTo>
                  <a:lnTo>
                    <a:pt x="242299" y="313789"/>
                  </a:lnTo>
                  <a:lnTo>
                    <a:pt x="246999" y="311330"/>
                  </a:lnTo>
                  <a:lnTo>
                    <a:pt x="251619" y="308723"/>
                  </a:lnTo>
                  <a:lnTo>
                    <a:pt x="256155" y="305970"/>
                  </a:lnTo>
                  <a:lnTo>
                    <a:pt x="260600" y="303075"/>
                  </a:lnTo>
                  <a:lnTo>
                    <a:pt x="264951" y="300041"/>
                  </a:lnTo>
                  <a:lnTo>
                    <a:pt x="269204" y="296870"/>
                  </a:lnTo>
                  <a:lnTo>
                    <a:pt x="273354" y="293565"/>
                  </a:lnTo>
                  <a:lnTo>
                    <a:pt x="277398" y="290131"/>
                  </a:lnTo>
                  <a:lnTo>
                    <a:pt x="281330" y="286570"/>
                  </a:lnTo>
                  <a:lnTo>
                    <a:pt x="285147" y="282886"/>
                  </a:lnTo>
                  <a:lnTo>
                    <a:pt x="288845" y="279082"/>
                  </a:lnTo>
                  <a:lnTo>
                    <a:pt x="292421" y="275164"/>
                  </a:lnTo>
                  <a:lnTo>
                    <a:pt x="295871" y="271133"/>
                  </a:lnTo>
                  <a:lnTo>
                    <a:pt x="299191" y="266996"/>
                  </a:lnTo>
                  <a:lnTo>
                    <a:pt x="302378" y="262755"/>
                  </a:lnTo>
                  <a:lnTo>
                    <a:pt x="305429" y="258415"/>
                  </a:lnTo>
                  <a:lnTo>
                    <a:pt x="308341" y="253980"/>
                  </a:lnTo>
                  <a:lnTo>
                    <a:pt x="311110" y="249455"/>
                  </a:lnTo>
                  <a:lnTo>
                    <a:pt x="313735" y="244845"/>
                  </a:lnTo>
                  <a:lnTo>
                    <a:pt x="316212" y="240154"/>
                  </a:lnTo>
                  <a:lnTo>
                    <a:pt x="318538" y="235386"/>
                  </a:lnTo>
                  <a:lnTo>
                    <a:pt x="320713" y="230547"/>
                  </a:lnTo>
                  <a:lnTo>
                    <a:pt x="322733" y="225642"/>
                  </a:lnTo>
                  <a:lnTo>
                    <a:pt x="324596" y="220675"/>
                  </a:lnTo>
                  <a:lnTo>
                    <a:pt x="326300" y="215651"/>
                  </a:lnTo>
                  <a:lnTo>
                    <a:pt x="327844" y="210576"/>
                  </a:lnTo>
                  <a:lnTo>
                    <a:pt x="329227" y="205454"/>
                  </a:lnTo>
                  <a:lnTo>
                    <a:pt x="330446" y="200291"/>
                  </a:lnTo>
                  <a:lnTo>
                    <a:pt x="331501" y="195092"/>
                  </a:lnTo>
                  <a:lnTo>
                    <a:pt x="332390" y="189862"/>
                  </a:lnTo>
                  <a:lnTo>
                    <a:pt x="333113" y="184607"/>
                  </a:lnTo>
                  <a:lnTo>
                    <a:pt x="333669" y="179331"/>
                  </a:lnTo>
                  <a:lnTo>
                    <a:pt x="334057" y="174040"/>
                  </a:lnTo>
                  <a:lnTo>
                    <a:pt x="334277" y="168739"/>
                  </a:lnTo>
                  <a:lnTo>
                    <a:pt x="334328" y="163435"/>
                  </a:lnTo>
                  <a:lnTo>
                    <a:pt x="334212" y="158131"/>
                  </a:lnTo>
                  <a:lnTo>
                    <a:pt x="333927" y="152834"/>
                  </a:lnTo>
                  <a:lnTo>
                    <a:pt x="333474" y="147548"/>
                  </a:lnTo>
                  <a:lnTo>
                    <a:pt x="332854" y="142279"/>
                  </a:lnTo>
                  <a:lnTo>
                    <a:pt x="332066" y="137033"/>
                  </a:lnTo>
                  <a:lnTo>
                    <a:pt x="331113" y="131814"/>
                  </a:lnTo>
                  <a:lnTo>
                    <a:pt x="329995" y="126629"/>
                  </a:lnTo>
                  <a:lnTo>
                    <a:pt x="328712" y="121481"/>
                  </a:lnTo>
                  <a:lnTo>
                    <a:pt x="327267" y="116376"/>
                  </a:lnTo>
                  <a:lnTo>
                    <a:pt x="325661" y="111320"/>
                  </a:lnTo>
                  <a:lnTo>
                    <a:pt x="323895" y="106318"/>
                  </a:lnTo>
                  <a:lnTo>
                    <a:pt x="321971" y="101374"/>
                  </a:lnTo>
                  <a:lnTo>
                    <a:pt x="319892" y="96494"/>
                  </a:lnTo>
                  <a:lnTo>
                    <a:pt x="317658" y="91682"/>
                  </a:lnTo>
                  <a:lnTo>
                    <a:pt x="315273" y="86943"/>
                  </a:lnTo>
                  <a:lnTo>
                    <a:pt x="312739" y="82283"/>
                  </a:lnTo>
                  <a:lnTo>
                    <a:pt x="310058" y="77705"/>
                  </a:lnTo>
                  <a:lnTo>
                    <a:pt x="307234" y="73214"/>
                  </a:lnTo>
                  <a:lnTo>
                    <a:pt x="304268" y="68816"/>
                  </a:lnTo>
                  <a:lnTo>
                    <a:pt x="301164" y="64513"/>
                  </a:lnTo>
                  <a:lnTo>
                    <a:pt x="297925" y="60312"/>
                  </a:lnTo>
                  <a:lnTo>
                    <a:pt x="294555" y="56215"/>
                  </a:lnTo>
                  <a:lnTo>
                    <a:pt x="291056" y="52227"/>
                  </a:lnTo>
                  <a:lnTo>
                    <a:pt x="287432" y="48353"/>
                  </a:lnTo>
                  <a:lnTo>
                    <a:pt x="283688" y="44595"/>
                  </a:lnTo>
                  <a:lnTo>
                    <a:pt x="279826" y="40958"/>
                  </a:lnTo>
                  <a:lnTo>
                    <a:pt x="275850" y="37445"/>
                  </a:lnTo>
                  <a:lnTo>
                    <a:pt x="271765" y="34061"/>
                  </a:lnTo>
                  <a:lnTo>
                    <a:pt x="267575" y="30807"/>
                  </a:lnTo>
                  <a:lnTo>
                    <a:pt x="263283" y="27688"/>
                  </a:lnTo>
                  <a:lnTo>
                    <a:pt x="258895" y="24707"/>
                  </a:lnTo>
                  <a:lnTo>
                    <a:pt x="254415" y="21867"/>
                  </a:lnTo>
                  <a:lnTo>
                    <a:pt x="249846" y="19170"/>
                  </a:lnTo>
                  <a:lnTo>
                    <a:pt x="245194" y="16620"/>
                  </a:lnTo>
                  <a:lnTo>
                    <a:pt x="240464" y="14218"/>
                  </a:lnTo>
                  <a:lnTo>
                    <a:pt x="235660" y="11968"/>
                  </a:lnTo>
                  <a:lnTo>
                    <a:pt x="230787" y="9872"/>
                  </a:lnTo>
                  <a:lnTo>
                    <a:pt x="225850" y="7931"/>
                  </a:lnTo>
                  <a:lnTo>
                    <a:pt x="220853" y="6147"/>
                  </a:lnTo>
                  <a:lnTo>
                    <a:pt x="215803" y="4523"/>
                  </a:lnTo>
                  <a:lnTo>
                    <a:pt x="210704" y="3061"/>
                  </a:lnTo>
                  <a:lnTo>
                    <a:pt x="205560" y="1760"/>
                  </a:lnTo>
                  <a:lnTo>
                    <a:pt x="167164" y="1644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38396" cy="167167"/>
            </a:xfrm>
            <a:custGeom>
              <a:avLst/>
              <a:pathLst>
                <a:path w="38396" h="167167">
                  <a:moveTo>
                    <a:pt x="38396" y="4469"/>
                  </a:moveTo>
                  <a:lnTo>
                    <a:pt x="32084" y="3107"/>
                  </a:lnTo>
                  <a:lnTo>
                    <a:pt x="25725" y="1991"/>
                  </a:lnTo>
                  <a:lnTo>
                    <a:pt x="19327" y="1121"/>
                  </a:lnTo>
                  <a:lnTo>
                    <a:pt x="12901" y="498"/>
                  </a:lnTo>
                  <a:lnTo>
                    <a:pt x="6455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56377" y="5399291"/>
              <a:ext cx="167166" cy="325520"/>
            </a:xfrm>
            <a:custGeom>
              <a:avLst/>
              <a:pathLst>
                <a:path w="167166" h="325520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6" y="769"/>
                  </a:lnTo>
                  <a:lnTo>
                    <a:pt x="145831" y="1367"/>
                  </a:lnTo>
                  <a:lnTo>
                    <a:pt x="140539" y="2134"/>
                  </a:lnTo>
                  <a:lnTo>
                    <a:pt x="135273" y="3070"/>
                  </a:lnTo>
                  <a:lnTo>
                    <a:pt x="130041" y="4174"/>
                  </a:lnTo>
                  <a:lnTo>
                    <a:pt x="124846" y="5445"/>
                  </a:lnTo>
                  <a:lnTo>
                    <a:pt x="119694" y="6882"/>
                  </a:lnTo>
                  <a:lnTo>
                    <a:pt x="114591" y="8482"/>
                  </a:lnTo>
                  <a:lnTo>
                    <a:pt x="109542" y="10245"/>
                  </a:lnTo>
                  <a:lnTo>
                    <a:pt x="104552" y="12169"/>
                  </a:lnTo>
                  <a:lnTo>
                    <a:pt x="99626" y="14251"/>
                  </a:lnTo>
                  <a:lnTo>
                    <a:pt x="94769" y="16490"/>
                  </a:lnTo>
                  <a:lnTo>
                    <a:pt x="89986" y="18883"/>
                  </a:lnTo>
                  <a:lnTo>
                    <a:pt x="85283" y="21427"/>
                  </a:lnTo>
                  <a:lnTo>
                    <a:pt x="80663" y="24121"/>
                  </a:lnTo>
                  <a:lnTo>
                    <a:pt x="76131" y="26961"/>
                  </a:lnTo>
                  <a:lnTo>
                    <a:pt x="71693" y="29945"/>
                  </a:lnTo>
                  <a:lnTo>
                    <a:pt x="67352" y="33069"/>
                  </a:lnTo>
                  <a:lnTo>
                    <a:pt x="63114" y="36331"/>
                  </a:lnTo>
                  <a:lnTo>
                    <a:pt x="58982" y="39726"/>
                  </a:lnTo>
                  <a:lnTo>
                    <a:pt x="54961" y="43252"/>
                  </a:lnTo>
                  <a:lnTo>
                    <a:pt x="51054" y="46905"/>
                  </a:lnTo>
                  <a:lnTo>
                    <a:pt x="47267" y="50680"/>
                  </a:lnTo>
                  <a:lnTo>
                    <a:pt x="43602" y="54575"/>
                  </a:lnTo>
                  <a:lnTo>
                    <a:pt x="40064" y="58585"/>
                  </a:lnTo>
                  <a:lnTo>
                    <a:pt x="36655" y="62707"/>
                  </a:lnTo>
                  <a:lnTo>
                    <a:pt x="33381" y="66935"/>
                  </a:lnTo>
                  <a:lnTo>
                    <a:pt x="30243" y="71266"/>
                  </a:lnTo>
                  <a:lnTo>
                    <a:pt x="27245" y="75695"/>
                  </a:lnTo>
                  <a:lnTo>
                    <a:pt x="24391" y="80217"/>
                  </a:lnTo>
                  <a:lnTo>
                    <a:pt x="21683" y="84829"/>
                  </a:lnTo>
                  <a:lnTo>
                    <a:pt x="19123" y="89525"/>
                  </a:lnTo>
                  <a:lnTo>
                    <a:pt x="16716" y="94300"/>
                  </a:lnTo>
                  <a:lnTo>
                    <a:pt x="14462" y="99150"/>
                  </a:lnTo>
                  <a:lnTo>
                    <a:pt x="12364" y="104069"/>
                  </a:lnTo>
                  <a:lnTo>
                    <a:pt x="10425" y="109054"/>
                  </a:lnTo>
                  <a:lnTo>
                    <a:pt x="8646" y="114097"/>
                  </a:lnTo>
                  <a:lnTo>
                    <a:pt x="7030" y="119195"/>
                  </a:lnTo>
                  <a:lnTo>
                    <a:pt x="5577" y="124342"/>
                  </a:lnTo>
                  <a:lnTo>
                    <a:pt x="4290" y="129533"/>
                  </a:lnTo>
                  <a:lnTo>
                    <a:pt x="3170" y="134762"/>
                  </a:lnTo>
                  <a:lnTo>
                    <a:pt x="2217" y="140025"/>
                  </a:lnTo>
                  <a:lnTo>
                    <a:pt x="1433" y="145315"/>
                  </a:lnTo>
                  <a:lnTo>
                    <a:pt x="819" y="150628"/>
                  </a:lnTo>
                  <a:lnTo>
                    <a:pt x="375" y="155957"/>
                  </a:lnTo>
                  <a:lnTo>
                    <a:pt x="102" y="161298"/>
                  </a:lnTo>
                  <a:lnTo>
                    <a:pt x="0" y="166645"/>
                  </a:lnTo>
                  <a:lnTo>
                    <a:pt x="68" y="171993"/>
                  </a:lnTo>
                  <a:lnTo>
                    <a:pt x="308" y="177335"/>
                  </a:lnTo>
                  <a:lnTo>
                    <a:pt x="719" y="182668"/>
                  </a:lnTo>
                  <a:lnTo>
                    <a:pt x="1300" y="187984"/>
                  </a:lnTo>
                  <a:lnTo>
                    <a:pt x="2051" y="193279"/>
                  </a:lnTo>
                  <a:lnTo>
                    <a:pt x="2970" y="198547"/>
                  </a:lnTo>
                  <a:lnTo>
                    <a:pt x="4058" y="203784"/>
                  </a:lnTo>
                  <a:lnTo>
                    <a:pt x="5313" y="208982"/>
                  </a:lnTo>
                  <a:lnTo>
                    <a:pt x="6733" y="214138"/>
                  </a:lnTo>
                  <a:lnTo>
                    <a:pt x="8318" y="219246"/>
                  </a:lnTo>
                  <a:lnTo>
                    <a:pt x="10065" y="224301"/>
                  </a:lnTo>
                  <a:lnTo>
                    <a:pt x="11973" y="229297"/>
                  </a:lnTo>
                  <a:lnTo>
                    <a:pt x="14040" y="234229"/>
                  </a:lnTo>
                  <a:lnTo>
                    <a:pt x="16264" y="239093"/>
                  </a:lnTo>
                  <a:lnTo>
                    <a:pt x="18642" y="243883"/>
                  </a:lnTo>
                  <a:lnTo>
                    <a:pt x="21172" y="248595"/>
                  </a:lnTo>
                  <a:lnTo>
                    <a:pt x="23851" y="253224"/>
                  </a:lnTo>
                  <a:lnTo>
                    <a:pt x="26677" y="257764"/>
                  </a:lnTo>
                  <a:lnTo>
                    <a:pt x="29647" y="262211"/>
                  </a:lnTo>
                  <a:lnTo>
                    <a:pt x="32758" y="266562"/>
                  </a:lnTo>
                  <a:lnTo>
                    <a:pt x="36006" y="270810"/>
                  </a:lnTo>
                  <a:lnTo>
                    <a:pt x="39388" y="274953"/>
                  </a:lnTo>
                  <a:lnTo>
                    <a:pt x="42902" y="278985"/>
                  </a:lnTo>
                  <a:lnTo>
                    <a:pt x="46542" y="282903"/>
                  </a:lnTo>
                  <a:lnTo>
                    <a:pt x="50306" y="286702"/>
                  </a:lnTo>
                  <a:lnTo>
                    <a:pt x="54189" y="290379"/>
                  </a:lnTo>
                  <a:lnTo>
                    <a:pt x="58188" y="293930"/>
                  </a:lnTo>
                  <a:lnTo>
                    <a:pt x="62299" y="297351"/>
                  </a:lnTo>
                  <a:lnTo>
                    <a:pt x="66517" y="300639"/>
                  </a:lnTo>
                  <a:lnTo>
                    <a:pt x="70838" y="303790"/>
                  </a:lnTo>
                  <a:lnTo>
                    <a:pt x="75258" y="306801"/>
                  </a:lnTo>
                  <a:lnTo>
                    <a:pt x="79771" y="309670"/>
                  </a:lnTo>
                  <a:lnTo>
                    <a:pt x="84374" y="312393"/>
                  </a:lnTo>
                  <a:lnTo>
                    <a:pt x="89062" y="314967"/>
                  </a:lnTo>
                  <a:lnTo>
                    <a:pt x="93830" y="317389"/>
                  </a:lnTo>
                  <a:lnTo>
                    <a:pt x="98673" y="319658"/>
                  </a:lnTo>
                  <a:lnTo>
                    <a:pt x="103586" y="321771"/>
                  </a:lnTo>
                  <a:lnTo>
                    <a:pt x="108564" y="323726"/>
                  </a:lnTo>
                  <a:lnTo>
                    <a:pt x="113602" y="32552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69979" y="5566459"/>
              <a:ext cx="53564" cy="158353"/>
            </a:xfrm>
            <a:custGeom>
              <a:avLst/>
              <a:pathLst>
                <a:path w="53564" h="158353">
                  <a:moveTo>
                    <a:pt x="0" y="158353"/>
                  </a:moveTo>
                  <a:lnTo>
                    <a:pt x="535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69979" y="5566459"/>
              <a:ext cx="53564" cy="158353"/>
            </a:xfrm>
            <a:custGeom>
              <a:avLst/>
              <a:pathLst>
                <a:path w="53564" h="158353">
                  <a:moveTo>
                    <a:pt x="0" y="158353"/>
                  </a:moveTo>
                  <a:lnTo>
                    <a:pt x="535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69979" y="5566459"/>
              <a:ext cx="53564" cy="158353"/>
            </a:xfrm>
            <a:custGeom>
              <a:avLst/>
              <a:pathLst>
                <a:path w="53564" h="158353">
                  <a:moveTo>
                    <a:pt x="0" y="158353"/>
                  </a:moveTo>
                  <a:lnTo>
                    <a:pt x="535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69979" y="5566459"/>
              <a:ext cx="53564" cy="158353"/>
            </a:xfrm>
            <a:custGeom>
              <a:avLst/>
              <a:pathLst>
                <a:path w="53564" h="158353">
                  <a:moveTo>
                    <a:pt x="0" y="158353"/>
                  </a:moveTo>
                  <a:lnTo>
                    <a:pt x="5356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69979" y="5566459"/>
              <a:ext cx="53564" cy="158353"/>
            </a:xfrm>
            <a:custGeom>
              <a:avLst/>
              <a:pathLst>
                <a:path w="53564" h="158353">
                  <a:moveTo>
                    <a:pt x="0" y="158353"/>
                  </a:moveTo>
                  <a:lnTo>
                    <a:pt x="5356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69979" y="5566459"/>
              <a:ext cx="89162" cy="167155"/>
            </a:xfrm>
            <a:custGeom>
              <a:avLst/>
              <a:pathLst>
                <a:path w="89162" h="167155">
                  <a:moveTo>
                    <a:pt x="0" y="158353"/>
                  </a:moveTo>
                  <a:lnTo>
                    <a:pt x="5381" y="160073"/>
                  </a:lnTo>
                  <a:lnTo>
                    <a:pt x="10818" y="161609"/>
                  </a:lnTo>
                  <a:lnTo>
                    <a:pt x="16303" y="162961"/>
                  </a:lnTo>
                  <a:lnTo>
                    <a:pt x="21831" y="164127"/>
                  </a:lnTo>
                  <a:lnTo>
                    <a:pt x="27395" y="165106"/>
                  </a:lnTo>
                  <a:lnTo>
                    <a:pt x="32990" y="165896"/>
                  </a:lnTo>
                  <a:lnTo>
                    <a:pt x="38607" y="166496"/>
                  </a:lnTo>
                  <a:lnTo>
                    <a:pt x="44242" y="166907"/>
                  </a:lnTo>
                  <a:lnTo>
                    <a:pt x="49887" y="167127"/>
                  </a:lnTo>
                  <a:lnTo>
                    <a:pt x="55537" y="167155"/>
                  </a:lnTo>
                  <a:lnTo>
                    <a:pt x="61184" y="166993"/>
                  </a:lnTo>
                  <a:lnTo>
                    <a:pt x="66823" y="166640"/>
                  </a:lnTo>
                  <a:lnTo>
                    <a:pt x="72446" y="166097"/>
                  </a:lnTo>
                  <a:lnTo>
                    <a:pt x="78048" y="165364"/>
                  </a:lnTo>
                  <a:lnTo>
                    <a:pt x="83622" y="164442"/>
                  </a:lnTo>
                  <a:lnTo>
                    <a:pt x="89162" y="163333"/>
                  </a:lnTo>
                  <a:lnTo>
                    <a:pt x="5356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167155" cy="330500"/>
            </a:xfrm>
            <a:custGeom>
              <a:avLst/>
              <a:pathLst>
                <a:path w="167155" h="330500">
                  <a:moveTo>
                    <a:pt x="35597" y="330500"/>
                  </a:moveTo>
                  <a:lnTo>
                    <a:pt x="40775" y="329285"/>
                  </a:lnTo>
                  <a:lnTo>
                    <a:pt x="45911" y="327906"/>
                  </a:lnTo>
                  <a:lnTo>
                    <a:pt x="51001" y="326364"/>
                  </a:lnTo>
                  <a:lnTo>
                    <a:pt x="56039" y="324661"/>
                  </a:lnTo>
                  <a:lnTo>
                    <a:pt x="61021" y="322799"/>
                  </a:lnTo>
                  <a:lnTo>
                    <a:pt x="65941" y="320779"/>
                  </a:lnTo>
                  <a:lnTo>
                    <a:pt x="70794" y="318604"/>
                  </a:lnTo>
                  <a:lnTo>
                    <a:pt x="75575" y="316275"/>
                  </a:lnTo>
                  <a:lnTo>
                    <a:pt x="80280" y="313796"/>
                  </a:lnTo>
                  <a:lnTo>
                    <a:pt x="84903" y="311168"/>
                  </a:lnTo>
                  <a:lnTo>
                    <a:pt x="89441" y="308394"/>
                  </a:lnTo>
                  <a:lnTo>
                    <a:pt x="93888" y="305478"/>
                  </a:lnTo>
                  <a:lnTo>
                    <a:pt x="98240" y="302421"/>
                  </a:lnTo>
                  <a:lnTo>
                    <a:pt x="102493" y="299228"/>
                  </a:lnTo>
                  <a:lnTo>
                    <a:pt x="106642" y="295900"/>
                  </a:lnTo>
                  <a:lnTo>
                    <a:pt x="110683" y="292443"/>
                  </a:lnTo>
                  <a:lnTo>
                    <a:pt x="114612" y="288859"/>
                  </a:lnTo>
                  <a:lnTo>
                    <a:pt x="118425" y="285151"/>
                  </a:lnTo>
                  <a:lnTo>
                    <a:pt x="122118" y="281325"/>
                  </a:lnTo>
                  <a:lnTo>
                    <a:pt x="125688" y="277382"/>
                  </a:lnTo>
                  <a:lnTo>
                    <a:pt x="129130" y="273328"/>
                  </a:lnTo>
                  <a:lnTo>
                    <a:pt x="132442" y="269167"/>
                  </a:lnTo>
                  <a:lnTo>
                    <a:pt x="135619" y="264902"/>
                  </a:lnTo>
                  <a:lnTo>
                    <a:pt x="138660" y="260539"/>
                  </a:lnTo>
                  <a:lnTo>
                    <a:pt x="141560" y="256081"/>
                  </a:lnTo>
                  <a:lnTo>
                    <a:pt x="144316" y="251533"/>
                  </a:lnTo>
                  <a:lnTo>
                    <a:pt x="146927" y="246899"/>
                  </a:lnTo>
                  <a:lnTo>
                    <a:pt x="149389" y="242185"/>
                  </a:lnTo>
                  <a:lnTo>
                    <a:pt x="151700" y="237395"/>
                  </a:lnTo>
                  <a:lnTo>
                    <a:pt x="153857" y="232534"/>
                  </a:lnTo>
                  <a:lnTo>
                    <a:pt x="155858" y="227607"/>
                  </a:lnTo>
                  <a:lnTo>
                    <a:pt x="157702" y="222619"/>
                  </a:lnTo>
                  <a:lnTo>
                    <a:pt x="159386" y="217574"/>
                  </a:lnTo>
                  <a:lnTo>
                    <a:pt x="160909" y="212478"/>
                  </a:lnTo>
                  <a:lnTo>
                    <a:pt x="162269" y="207337"/>
                  </a:lnTo>
                  <a:lnTo>
                    <a:pt x="163464" y="202155"/>
                  </a:lnTo>
                  <a:lnTo>
                    <a:pt x="164495" y="196937"/>
                  </a:lnTo>
                  <a:lnTo>
                    <a:pt x="165358" y="191690"/>
                  </a:lnTo>
                  <a:lnTo>
                    <a:pt x="166055" y="186417"/>
                  </a:lnTo>
                  <a:lnTo>
                    <a:pt x="166583" y="181125"/>
                  </a:lnTo>
                  <a:lnTo>
                    <a:pt x="166943" y="175819"/>
                  </a:lnTo>
                  <a:lnTo>
                    <a:pt x="167134" y="170504"/>
                  </a:lnTo>
                  <a:lnTo>
                    <a:pt x="167155" y="165186"/>
                  </a:lnTo>
                  <a:lnTo>
                    <a:pt x="167008" y="159870"/>
                  </a:lnTo>
                  <a:lnTo>
                    <a:pt x="166691" y="154561"/>
                  </a:lnTo>
                  <a:lnTo>
                    <a:pt x="166206" y="149265"/>
                  </a:lnTo>
                  <a:lnTo>
                    <a:pt x="165552" y="143987"/>
                  </a:lnTo>
                  <a:lnTo>
                    <a:pt x="164731" y="138733"/>
                  </a:lnTo>
                  <a:lnTo>
                    <a:pt x="163743" y="133507"/>
                  </a:lnTo>
                  <a:lnTo>
                    <a:pt x="162590" y="128315"/>
                  </a:lnTo>
                  <a:lnTo>
                    <a:pt x="161271" y="123163"/>
                  </a:lnTo>
                  <a:lnTo>
                    <a:pt x="159790" y="118055"/>
                  </a:lnTo>
                  <a:lnTo>
                    <a:pt x="158147" y="112997"/>
                  </a:lnTo>
                  <a:lnTo>
                    <a:pt x="156344" y="107994"/>
                  </a:lnTo>
                  <a:lnTo>
                    <a:pt x="154382" y="103051"/>
                  </a:lnTo>
                  <a:lnTo>
                    <a:pt x="152265" y="98172"/>
                  </a:lnTo>
                  <a:lnTo>
                    <a:pt x="149993" y="93364"/>
                  </a:lnTo>
                  <a:lnTo>
                    <a:pt x="147569" y="88630"/>
                  </a:lnTo>
                  <a:lnTo>
                    <a:pt x="144996" y="83975"/>
                  </a:lnTo>
                  <a:lnTo>
                    <a:pt x="142277" y="79405"/>
                  </a:lnTo>
                  <a:lnTo>
                    <a:pt x="139413" y="74924"/>
                  </a:lnTo>
                  <a:lnTo>
                    <a:pt x="136408" y="70536"/>
                  </a:lnTo>
                  <a:lnTo>
                    <a:pt x="133265" y="66245"/>
                  </a:lnTo>
                  <a:lnTo>
                    <a:pt x="129988" y="62057"/>
                  </a:lnTo>
                  <a:lnTo>
                    <a:pt x="126578" y="57975"/>
                  </a:lnTo>
                  <a:lnTo>
                    <a:pt x="123041" y="54004"/>
                  </a:lnTo>
                  <a:lnTo>
                    <a:pt x="119379" y="50148"/>
                  </a:lnTo>
                  <a:lnTo>
                    <a:pt x="115596" y="46409"/>
                  </a:lnTo>
                  <a:lnTo>
                    <a:pt x="111696" y="42793"/>
                  </a:lnTo>
                  <a:lnTo>
                    <a:pt x="107683" y="39303"/>
                  </a:lnTo>
                  <a:lnTo>
                    <a:pt x="103562" y="35943"/>
                  </a:lnTo>
                  <a:lnTo>
                    <a:pt x="99335" y="32715"/>
                  </a:lnTo>
                  <a:lnTo>
                    <a:pt x="95008" y="29623"/>
                  </a:lnTo>
                  <a:lnTo>
                    <a:pt x="90584" y="26670"/>
                  </a:lnTo>
                  <a:lnTo>
                    <a:pt x="86069" y="23860"/>
                  </a:lnTo>
                  <a:lnTo>
                    <a:pt x="81467" y="21195"/>
                  </a:lnTo>
                  <a:lnTo>
                    <a:pt x="76783" y="18677"/>
                  </a:lnTo>
                  <a:lnTo>
                    <a:pt x="72020" y="16310"/>
                  </a:lnTo>
                  <a:lnTo>
                    <a:pt x="67185" y="14095"/>
                  </a:lnTo>
                  <a:lnTo>
                    <a:pt x="62282" y="12035"/>
                  </a:lnTo>
                  <a:lnTo>
                    <a:pt x="57316" y="10133"/>
                  </a:lnTo>
                  <a:lnTo>
                    <a:pt x="52292" y="8389"/>
                  </a:lnTo>
                  <a:lnTo>
                    <a:pt x="47214" y="6806"/>
                  </a:lnTo>
                  <a:lnTo>
                    <a:pt x="42089" y="5385"/>
                  </a:lnTo>
                  <a:lnTo>
                    <a:pt x="36922" y="4128"/>
                  </a:lnTo>
                  <a:lnTo>
                    <a:pt x="31717" y="3036"/>
                  </a:lnTo>
                  <a:lnTo>
                    <a:pt x="26480" y="2110"/>
                  </a:lnTo>
                  <a:lnTo>
                    <a:pt x="21216" y="1351"/>
                  </a:lnTo>
                  <a:lnTo>
                    <a:pt x="15931" y="760"/>
                  </a:lnTo>
                  <a:lnTo>
                    <a:pt x="10629" y="338"/>
                  </a:lnTo>
                  <a:lnTo>
                    <a:pt x="5317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03441" y="5269756"/>
              <a:ext cx="141816" cy="167167"/>
            </a:xfrm>
            <a:custGeom>
              <a:avLst/>
              <a:pathLst>
                <a:path w="141816" h="167167">
                  <a:moveTo>
                    <a:pt x="141816" y="0"/>
                  </a:moveTo>
                  <a:lnTo>
                    <a:pt x="136355" y="89"/>
                  </a:lnTo>
                  <a:lnTo>
                    <a:pt x="130900" y="356"/>
                  </a:lnTo>
                  <a:lnTo>
                    <a:pt x="125457" y="802"/>
                  </a:lnTo>
                  <a:lnTo>
                    <a:pt x="120031" y="1425"/>
                  </a:lnTo>
                  <a:lnTo>
                    <a:pt x="114628" y="2225"/>
                  </a:lnTo>
                  <a:lnTo>
                    <a:pt x="109255" y="3201"/>
                  </a:lnTo>
                  <a:lnTo>
                    <a:pt x="103916" y="4353"/>
                  </a:lnTo>
                  <a:lnTo>
                    <a:pt x="98617" y="5678"/>
                  </a:lnTo>
                  <a:lnTo>
                    <a:pt x="93365" y="7175"/>
                  </a:lnTo>
                  <a:lnTo>
                    <a:pt x="88164" y="8843"/>
                  </a:lnTo>
                  <a:lnTo>
                    <a:pt x="83021" y="10680"/>
                  </a:lnTo>
                  <a:lnTo>
                    <a:pt x="77940" y="12685"/>
                  </a:lnTo>
                  <a:lnTo>
                    <a:pt x="72928" y="14854"/>
                  </a:lnTo>
                  <a:lnTo>
                    <a:pt x="67989" y="17185"/>
                  </a:lnTo>
                  <a:lnTo>
                    <a:pt x="63129" y="19677"/>
                  </a:lnTo>
                  <a:lnTo>
                    <a:pt x="58353" y="22326"/>
                  </a:lnTo>
                  <a:lnTo>
                    <a:pt x="53666" y="25130"/>
                  </a:lnTo>
                  <a:lnTo>
                    <a:pt x="49073" y="28086"/>
                  </a:lnTo>
                  <a:lnTo>
                    <a:pt x="44579" y="31189"/>
                  </a:lnTo>
                  <a:lnTo>
                    <a:pt x="40189" y="34438"/>
                  </a:lnTo>
                  <a:lnTo>
                    <a:pt x="35907" y="37829"/>
                  </a:lnTo>
                  <a:lnTo>
                    <a:pt x="31739" y="41358"/>
                  </a:lnTo>
                  <a:lnTo>
                    <a:pt x="27688" y="45021"/>
                  </a:lnTo>
                  <a:lnTo>
                    <a:pt x="23758" y="48815"/>
                  </a:lnTo>
                  <a:lnTo>
                    <a:pt x="19955" y="52734"/>
                  </a:lnTo>
                  <a:lnTo>
                    <a:pt x="16282" y="56776"/>
                  </a:lnTo>
                  <a:lnTo>
                    <a:pt x="12743" y="60936"/>
                  </a:lnTo>
                  <a:lnTo>
                    <a:pt x="9341" y="65209"/>
                  </a:lnTo>
                  <a:lnTo>
                    <a:pt x="6081" y="69591"/>
                  </a:lnTo>
                  <a:lnTo>
                    <a:pt x="2966" y="74077"/>
                  </a:lnTo>
                  <a:lnTo>
                    <a:pt x="0" y="78663"/>
                  </a:lnTo>
                  <a:lnTo>
                    <a:pt x="14181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03441" y="5348419"/>
              <a:ext cx="141816" cy="88504"/>
            </a:xfrm>
            <a:custGeom>
              <a:avLst/>
              <a:pathLst>
                <a:path w="141816" h="88504">
                  <a:moveTo>
                    <a:pt x="0" y="0"/>
                  </a:moveTo>
                  <a:lnTo>
                    <a:pt x="141816" y="885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03441" y="5348419"/>
              <a:ext cx="141816" cy="88504"/>
            </a:xfrm>
            <a:custGeom>
              <a:avLst/>
              <a:pathLst>
                <a:path w="141816" h="88504">
                  <a:moveTo>
                    <a:pt x="0" y="0"/>
                  </a:moveTo>
                  <a:lnTo>
                    <a:pt x="141816" y="885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03441" y="5348419"/>
              <a:ext cx="141816" cy="88504"/>
            </a:xfrm>
            <a:custGeom>
              <a:avLst/>
              <a:pathLst>
                <a:path w="141816" h="88504">
                  <a:moveTo>
                    <a:pt x="0" y="0"/>
                  </a:moveTo>
                  <a:lnTo>
                    <a:pt x="141816" y="885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03441" y="5348419"/>
              <a:ext cx="141816" cy="88504"/>
            </a:xfrm>
            <a:custGeom>
              <a:avLst/>
              <a:pathLst>
                <a:path w="141816" h="88504">
                  <a:moveTo>
                    <a:pt x="0" y="0"/>
                  </a:moveTo>
                  <a:lnTo>
                    <a:pt x="141816" y="885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85159" y="5348419"/>
              <a:ext cx="160098" cy="88504"/>
            </a:xfrm>
            <a:custGeom>
              <a:avLst/>
              <a:pathLst>
                <a:path w="160098" h="88504">
                  <a:moveTo>
                    <a:pt x="18282" y="0"/>
                  </a:moveTo>
                  <a:lnTo>
                    <a:pt x="15021" y="5453"/>
                  </a:lnTo>
                  <a:lnTo>
                    <a:pt x="11969" y="11027"/>
                  </a:lnTo>
                  <a:lnTo>
                    <a:pt x="9132" y="16712"/>
                  </a:lnTo>
                  <a:lnTo>
                    <a:pt x="6512" y="22501"/>
                  </a:lnTo>
                  <a:lnTo>
                    <a:pt x="4115" y="28386"/>
                  </a:lnTo>
                  <a:lnTo>
                    <a:pt x="1943" y="34357"/>
                  </a:lnTo>
                  <a:lnTo>
                    <a:pt x="0" y="40407"/>
                  </a:lnTo>
                  <a:lnTo>
                    <a:pt x="160098" y="885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094" y="5269756"/>
              <a:ext cx="334317" cy="334331"/>
            </a:xfrm>
            <a:custGeom>
              <a:avLst/>
              <a:pathLst>
                <a:path w="334317" h="334331">
                  <a:moveTo>
                    <a:pt x="7064" y="119070"/>
                  </a:moveTo>
                  <a:lnTo>
                    <a:pt x="5621" y="124164"/>
                  </a:lnTo>
                  <a:lnTo>
                    <a:pt x="4341" y="129301"/>
                  </a:lnTo>
                  <a:lnTo>
                    <a:pt x="3223" y="134476"/>
                  </a:lnTo>
                  <a:lnTo>
                    <a:pt x="2270" y="139684"/>
                  </a:lnTo>
                  <a:lnTo>
                    <a:pt x="1483" y="144920"/>
                  </a:lnTo>
                  <a:lnTo>
                    <a:pt x="861" y="150177"/>
                  </a:lnTo>
                  <a:lnTo>
                    <a:pt x="407" y="155452"/>
                  </a:lnTo>
                  <a:lnTo>
                    <a:pt x="119" y="160739"/>
                  </a:lnTo>
                  <a:lnTo>
                    <a:pt x="0" y="166032"/>
                  </a:lnTo>
                  <a:lnTo>
                    <a:pt x="47" y="171326"/>
                  </a:lnTo>
                  <a:lnTo>
                    <a:pt x="263" y="176616"/>
                  </a:lnTo>
                  <a:lnTo>
                    <a:pt x="646" y="181896"/>
                  </a:lnTo>
                  <a:lnTo>
                    <a:pt x="1196" y="187162"/>
                  </a:lnTo>
                  <a:lnTo>
                    <a:pt x="1912" y="192408"/>
                  </a:lnTo>
                  <a:lnTo>
                    <a:pt x="2794" y="197628"/>
                  </a:lnTo>
                  <a:lnTo>
                    <a:pt x="3841" y="202818"/>
                  </a:lnTo>
                  <a:lnTo>
                    <a:pt x="5052" y="207972"/>
                  </a:lnTo>
                  <a:lnTo>
                    <a:pt x="6426" y="213085"/>
                  </a:lnTo>
                  <a:lnTo>
                    <a:pt x="7960" y="218152"/>
                  </a:lnTo>
                  <a:lnTo>
                    <a:pt x="9655" y="223168"/>
                  </a:lnTo>
                  <a:lnTo>
                    <a:pt x="11507" y="228128"/>
                  </a:lnTo>
                  <a:lnTo>
                    <a:pt x="13516" y="233026"/>
                  </a:lnTo>
                  <a:lnTo>
                    <a:pt x="15678" y="237859"/>
                  </a:lnTo>
                  <a:lnTo>
                    <a:pt x="17993" y="242620"/>
                  </a:lnTo>
                  <a:lnTo>
                    <a:pt x="20457" y="247306"/>
                  </a:lnTo>
                  <a:lnTo>
                    <a:pt x="23069" y="251912"/>
                  </a:lnTo>
                  <a:lnTo>
                    <a:pt x="25824" y="256433"/>
                  </a:lnTo>
                  <a:lnTo>
                    <a:pt x="28722" y="260864"/>
                  </a:lnTo>
                  <a:lnTo>
                    <a:pt x="31759" y="265201"/>
                  </a:lnTo>
                  <a:lnTo>
                    <a:pt x="34931" y="269439"/>
                  </a:lnTo>
                  <a:lnTo>
                    <a:pt x="38236" y="273575"/>
                  </a:lnTo>
                  <a:lnTo>
                    <a:pt x="41670" y="277605"/>
                  </a:lnTo>
                  <a:lnTo>
                    <a:pt x="45230" y="281523"/>
                  </a:lnTo>
                  <a:lnTo>
                    <a:pt x="48913" y="285327"/>
                  </a:lnTo>
                  <a:lnTo>
                    <a:pt x="52714" y="289013"/>
                  </a:lnTo>
                  <a:lnTo>
                    <a:pt x="56630" y="292576"/>
                  </a:lnTo>
                  <a:lnTo>
                    <a:pt x="60657" y="296013"/>
                  </a:lnTo>
                  <a:lnTo>
                    <a:pt x="64790" y="299321"/>
                  </a:lnTo>
                  <a:lnTo>
                    <a:pt x="69027" y="302497"/>
                  </a:lnTo>
                  <a:lnTo>
                    <a:pt x="73361" y="305537"/>
                  </a:lnTo>
                  <a:lnTo>
                    <a:pt x="77790" y="308438"/>
                  </a:lnTo>
                  <a:lnTo>
                    <a:pt x="82309" y="311197"/>
                  </a:lnTo>
                  <a:lnTo>
                    <a:pt x="86912" y="313812"/>
                  </a:lnTo>
                  <a:lnTo>
                    <a:pt x="91596" y="316280"/>
                  </a:lnTo>
                  <a:lnTo>
                    <a:pt x="96356" y="318598"/>
                  </a:lnTo>
                  <a:lnTo>
                    <a:pt x="101187" y="320764"/>
                  </a:lnTo>
                  <a:lnTo>
                    <a:pt x="106084" y="322776"/>
                  </a:lnTo>
                  <a:lnTo>
                    <a:pt x="111042" y="324633"/>
                  </a:lnTo>
                  <a:lnTo>
                    <a:pt x="116057" y="326331"/>
                  </a:lnTo>
                  <a:lnTo>
                    <a:pt x="121123" y="327869"/>
                  </a:lnTo>
                  <a:lnTo>
                    <a:pt x="126235" y="329247"/>
                  </a:lnTo>
                  <a:lnTo>
                    <a:pt x="131388" y="330461"/>
                  </a:lnTo>
                  <a:lnTo>
                    <a:pt x="136577" y="331512"/>
                  </a:lnTo>
                  <a:lnTo>
                    <a:pt x="141797" y="332399"/>
                  </a:lnTo>
                  <a:lnTo>
                    <a:pt x="147042" y="333119"/>
                  </a:lnTo>
                  <a:lnTo>
                    <a:pt x="152307" y="333673"/>
                  </a:lnTo>
                  <a:lnTo>
                    <a:pt x="157587" y="334060"/>
                  </a:lnTo>
                  <a:lnTo>
                    <a:pt x="162877" y="334279"/>
                  </a:lnTo>
                  <a:lnTo>
                    <a:pt x="168171" y="334331"/>
                  </a:lnTo>
                  <a:lnTo>
                    <a:pt x="173464" y="334216"/>
                  </a:lnTo>
                  <a:lnTo>
                    <a:pt x="178751" y="333932"/>
                  </a:lnTo>
                  <a:lnTo>
                    <a:pt x="184026" y="333482"/>
                  </a:lnTo>
                  <a:lnTo>
                    <a:pt x="189284" y="332864"/>
                  </a:lnTo>
                  <a:lnTo>
                    <a:pt x="194520" y="332081"/>
                  </a:lnTo>
                  <a:lnTo>
                    <a:pt x="199729" y="331132"/>
                  </a:lnTo>
                  <a:lnTo>
                    <a:pt x="204905" y="330018"/>
                  </a:lnTo>
                  <a:lnTo>
                    <a:pt x="210043" y="328741"/>
                  </a:lnTo>
                  <a:lnTo>
                    <a:pt x="215138" y="327302"/>
                  </a:lnTo>
                  <a:lnTo>
                    <a:pt x="220185" y="325703"/>
                  </a:lnTo>
                  <a:lnTo>
                    <a:pt x="225179" y="323944"/>
                  </a:lnTo>
                  <a:lnTo>
                    <a:pt x="230114" y="322028"/>
                  </a:lnTo>
                  <a:lnTo>
                    <a:pt x="234987" y="319957"/>
                  </a:lnTo>
                  <a:lnTo>
                    <a:pt x="239791" y="317733"/>
                  </a:lnTo>
                  <a:lnTo>
                    <a:pt x="244523" y="315357"/>
                  </a:lnTo>
                  <a:lnTo>
                    <a:pt x="249177" y="312833"/>
                  </a:lnTo>
                  <a:lnTo>
                    <a:pt x="253749" y="310163"/>
                  </a:lnTo>
                  <a:lnTo>
                    <a:pt x="258233" y="307350"/>
                  </a:lnTo>
                  <a:lnTo>
                    <a:pt x="262627" y="304395"/>
                  </a:lnTo>
                  <a:lnTo>
                    <a:pt x="266925" y="301303"/>
                  </a:lnTo>
                  <a:lnTo>
                    <a:pt x="271122" y="298077"/>
                  </a:lnTo>
                  <a:lnTo>
                    <a:pt x="275216" y="294719"/>
                  </a:lnTo>
                  <a:lnTo>
                    <a:pt x="279201" y="291234"/>
                  </a:lnTo>
                  <a:lnTo>
                    <a:pt x="283073" y="287623"/>
                  </a:lnTo>
                  <a:lnTo>
                    <a:pt x="286830" y="283893"/>
                  </a:lnTo>
                  <a:lnTo>
                    <a:pt x="290466" y="280044"/>
                  </a:lnTo>
                  <a:lnTo>
                    <a:pt x="293979" y="276083"/>
                  </a:lnTo>
                  <a:lnTo>
                    <a:pt x="297364" y="272013"/>
                  </a:lnTo>
                  <a:lnTo>
                    <a:pt x="300619" y="267837"/>
                  </a:lnTo>
                  <a:lnTo>
                    <a:pt x="303740" y="263560"/>
                  </a:lnTo>
                  <a:lnTo>
                    <a:pt x="306724" y="259187"/>
                  </a:lnTo>
                  <a:lnTo>
                    <a:pt x="309568" y="254721"/>
                  </a:lnTo>
                  <a:lnTo>
                    <a:pt x="312269" y="250168"/>
                  </a:lnTo>
                  <a:lnTo>
                    <a:pt x="314825" y="245531"/>
                  </a:lnTo>
                  <a:lnTo>
                    <a:pt x="317232" y="240816"/>
                  </a:lnTo>
                  <a:lnTo>
                    <a:pt x="319489" y="236027"/>
                  </a:lnTo>
                  <a:lnTo>
                    <a:pt x="321593" y="231169"/>
                  </a:lnTo>
                  <a:lnTo>
                    <a:pt x="323543" y="226246"/>
                  </a:lnTo>
                  <a:lnTo>
                    <a:pt x="325335" y="221264"/>
                  </a:lnTo>
                  <a:lnTo>
                    <a:pt x="326969" y="216228"/>
                  </a:lnTo>
                  <a:lnTo>
                    <a:pt x="328442" y="211143"/>
                  </a:lnTo>
                  <a:lnTo>
                    <a:pt x="329754" y="206014"/>
                  </a:lnTo>
                  <a:lnTo>
                    <a:pt x="330903" y="200846"/>
                  </a:lnTo>
                  <a:lnTo>
                    <a:pt x="331887" y="195644"/>
                  </a:lnTo>
                  <a:lnTo>
                    <a:pt x="332706" y="190413"/>
                  </a:lnTo>
                  <a:lnTo>
                    <a:pt x="333359" y="185159"/>
                  </a:lnTo>
                  <a:lnTo>
                    <a:pt x="333846" y="179887"/>
                  </a:lnTo>
                  <a:lnTo>
                    <a:pt x="334165" y="174602"/>
                  </a:lnTo>
                  <a:lnTo>
                    <a:pt x="334317" y="169310"/>
                  </a:lnTo>
                  <a:lnTo>
                    <a:pt x="334301" y="164016"/>
                  </a:lnTo>
                  <a:lnTo>
                    <a:pt x="334117" y="158725"/>
                  </a:lnTo>
                  <a:lnTo>
                    <a:pt x="333766" y="153442"/>
                  </a:lnTo>
                  <a:lnTo>
                    <a:pt x="333248" y="148173"/>
                  </a:lnTo>
                  <a:lnTo>
                    <a:pt x="332563" y="142923"/>
                  </a:lnTo>
                  <a:lnTo>
                    <a:pt x="331712" y="137698"/>
                  </a:lnTo>
                  <a:lnTo>
                    <a:pt x="330697" y="132501"/>
                  </a:lnTo>
                  <a:lnTo>
                    <a:pt x="329517" y="127340"/>
                  </a:lnTo>
                  <a:lnTo>
                    <a:pt x="328174" y="122219"/>
                  </a:lnTo>
                  <a:lnTo>
                    <a:pt x="326670" y="117143"/>
                  </a:lnTo>
                  <a:lnTo>
                    <a:pt x="325006" y="112117"/>
                  </a:lnTo>
                  <a:lnTo>
                    <a:pt x="323184" y="107146"/>
                  </a:lnTo>
                  <a:lnTo>
                    <a:pt x="321205" y="102235"/>
                  </a:lnTo>
                  <a:lnTo>
                    <a:pt x="319071" y="97390"/>
                  </a:lnTo>
                  <a:lnTo>
                    <a:pt x="316785" y="92614"/>
                  </a:lnTo>
                  <a:lnTo>
                    <a:pt x="314350" y="87914"/>
                  </a:lnTo>
                  <a:lnTo>
                    <a:pt x="311766" y="83292"/>
                  </a:lnTo>
                  <a:lnTo>
                    <a:pt x="309037" y="78755"/>
                  </a:lnTo>
                  <a:lnTo>
                    <a:pt x="306167" y="74307"/>
                  </a:lnTo>
                  <a:lnTo>
                    <a:pt x="303156" y="69952"/>
                  </a:lnTo>
                  <a:lnTo>
                    <a:pt x="300010" y="65694"/>
                  </a:lnTo>
                  <a:lnTo>
                    <a:pt x="296730" y="61538"/>
                  </a:lnTo>
                  <a:lnTo>
                    <a:pt x="293320" y="57488"/>
                  </a:lnTo>
                  <a:lnTo>
                    <a:pt x="289783" y="53548"/>
                  </a:lnTo>
                  <a:lnTo>
                    <a:pt x="286124" y="49722"/>
                  </a:lnTo>
                  <a:lnTo>
                    <a:pt x="282345" y="46014"/>
                  </a:lnTo>
                  <a:lnTo>
                    <a:pt x="278451" y="42427"/>
                  </a:lnTo>
                  <a:lnTo>
                    <a:pt x="274445" y="38965"/>
                  </a:lnTo>
                  <a:lnTo>
                    <a:pt x="270331" y="35632"/>
                  </a:lnTo>
                  <a:lnTo>
                    <a:pt x="266114" y="32431"/>
                  </a:lnTo>
                  <a:lnTo>
                    <a:pt x="261798" y="29365"/>
                  </a:lnTo>
                  <a:lnTo>
                    <a:pt x="257386" y="26438"/>
                  </a:lnTo>
                  <a:lnTo>
                    <a:pt x="252885" y="23651"/>
                  </a:lnTo>
                  <a:lnTo>
                    <a:pt x="248297" y="21009"/>
                  </a:lnTo>
                  <a:lnTo>
                    <a:pt x="243628" y="18513"/>
                  </a:lnTo>
                  <a:lnTo>
                    <a:pt x="238882" y="16166"/>
                  </a:lnTo>
                  <a:lnTo>
                    <a:pt x="234064" y="13970"/>
                  </a:lnTo>
                  <a:lnTo>
                    <a:pt x="229179" y="11929"/>
                  </a:lnTo>
                  <a:lnTo>
                    <a:pt x="224232" y="10043"/>
                  </a:lnTo>
                  <a:lnTo>
                    <a:pt x="219228" y="8314"/>
                  </a:lnTo>
                  <a:lnTo>
                    <a:pt x="214172" y="6745"/>
                  </a:lnTo>
                  <a:lnTo>
                    <a:pt x="209068" y="5337"/>
                  </a:lnTo>
                  <a:lnTo>
                    <a:pt x="203922" y="4091"/>
                  </a:lnTo>
                  <a:lnTo>
                    <a:pt x="198740" y="3009"/>
                  </a:lnTo>
                  <a:lnTo>
                    <a:pt x="193526" y="2091"/>
                  </a:lnTo>
                  <a:lnTo>
                    <a:pt x="188285" y="1339"/>
                  </a:lnTo>
                  <a:lnTo>
                    <a:pt x="183023" y="754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9945" y="5018213"/>
              <a:ext cx="161094" cy="167167"/>
            </a:xfrm>
            <a:custGeom>
              <a:avLst/>
              <a:pathLst>
                <a:path w="161094" h="167167">
                  <a:moveTo>
                    <a:pt x="161094" y="0"/>
                  </a:moveTo>
                  <a:lnTo>
                    <a:pt x="155660" y="88"/>
                  </a:lnTo>
                  <a:lnTo>
                    <a:pt x="150232" y="353"/>
                  </a:lnTo>
                  <a:lnTo>
                    <a:pt x="144815" y="794"/>
                  </a:lnTo>
                  <a:lnTo>
                    <a:pt x="139416" y="1411"/>
                  </a:lnTo>
                  <a:lnTo>
                    <a:pt x="134040" y="2203"/>
                  </a:lnTo>
                  <a:lnTo>
                    <a:pt x="128692" y="3170"/>
                  </a:lnTo>
                  <a:lnTo>
                    <a:pt x="123378" y="4310"/>
                  </a:lnTo>
                  <a:lnTo>
                    <a:pt x="118105" y="5622"/>
                  </a:lnTo>
                  <a:lnTo>
                    <a:pt x="112876" y="7104"/>
                  </a:lnTo>
                  <a:lnTo>
                    <a:pt x="107699" y="8756"/>
                  </a:lnTo>
                  <a:lnTo>
                    <a:pt x="102578" y="10575"/>
                  </a:lnTo>
                  <a:lnTo>
                    <a:pt x="97519" y="12560"/>
                  </a:lnTo>
                  <a:lnTo>
                    <a:pt x="92527" y="14708"/>
                  </a:lnTo>
                  <a:lnTo>
                    <a:pt x="87608" y="17018"/>
                  </a:lnTo>
                  <a:lnTo>
                    <a:pt x="82766" y="19486"/>
                  </a:lnTo>
                  <a:lnTo>
                    <a:pt x="78007" y="22110"/>
                  </a:lnTo>
                  <a:lnTo>
                    <a:pt x="73336" y="24887"/>
                  </a:lnTo>
                  <a:lnTo>
                    <a:pt x="68758" y="27815"/>
                  </a:lnTo>
                  <a:lnTo>
                    <a:pt x="64277" y="30890"/>
                  </a:lnTo>
                  <a:lnTo>
                    <a:pt x="59899" y="34109"/>
                  </a:lnTo>
                  <a:lnTo>
                    <a:pt x="55627" y="37468"/>
                  </a:lnTo>
                  <a:lnTo>
                    <a:pt x="51467" y="40965"/>
                  </a:lnTo>
                  <a:lnTo>
                    <a:pt x="47423" y="44595"/>
                  </a:lnTo>
                  <a:lnTo>
                    <a:pt x="43499" y="48355"/>
                  </a:lnTo>
                  <a:lnTo>
                    <a:pt x="39699" y="52240"/>
                  </a:lnTo>
                  <a:lnTo>
                    <a:pt x="36027" y="56246"/>
                  </a:lnTo>
                  <a:lnTo>
                    <a:pt x="32488" y="60370"/>
                  </a:lnTo>
                  <a:lnTo>
                    <a:pt x="29085" y="64607"/>
                  </a:lnTo>
                  <a:lnTo>
                    <a:pt x="25821" y="68952"/>
                  </a:lnTo>
                  <a:lnTo>
                    <a:pt x="22700" y="73401"/>
                  </a:lnTo>
                  <a:lnTo>
                    <a:pt x="19725" y="77949"/>
                  </a:lnTo>
                  <a:lnTo>
                    <a:pt x="16900" y="82591"/>
                  </a:lnTo>
                  <a:lnTo>
                    <a:pt x="14227" y="87323"/>
                  </a:lnTo>
                  <a:lnTo>
                    <a:pt x="11709" y="92139"/>
                  </a:lnTo>
                  <a:lnTo>
                    <a:pt x="9349" y="97034"/>
                  </a:lnTo>
                  <a:lnTo>
                    <a:pt x="7150" y="102004"/>
                  </a:lnTo>
                  <a:lnTo>
                    <a:pt x="5113" y="107042"/>
                  </a:lnTo>
                  <a:lnTo>
                    <a:pt x="3241" y="112144"/>
                  </a:lnTo>
                  <a:lnTo>
                    <a:pt x="1536" y="117304"/>
                  </a:lnTo>
                  <a:lnTo>
                    <a:pt x="0" y="122516"/>
                  </a:lnTo>
                  <a:lnTo>
                    <a:pt x="16109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9945" y="5140730"/>
              <a:ext cx="161094" cy="44650"/>
            </a:xfrm>
            <a:custGeom>
              <a:avLst/>
              <a:pathLst>
                <a:path w="161094" h="44650">
                  <a:moveTo>
                    <a:pt x="0" y="0"/>
                  </a:moveTo>
                  <a:lnTo>
                    <a:pt x="161094" y="44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9945" y="5140730"/>
              <a:ext cx="161094" cy="44650"/>
            </a:xfrm>
            <a:custGeom>
              <a:avLst/>
              <a:pathLst>
                <a:path w="161094" h="44650">
                  <a:moveTo>
                    <a:pt x="0" y="0"/>
                  </a:moveTo>
                  <a:lnTo>
                    <a:pt x="161094" y="446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9945" y="5140730"/>
              <a:ext cx="161094" cy="44650"/>
            </a:xfrm>
            <a:custGeom>
              <a:avLst/>
              <a:pathLst>
                <a:path w="161094" h="44650">
                  <a:moveTo>
                    <a:pt x="0" y="0"/>
                  </a:moveTo>
                  <a:lnTo>
                    <a:pt x="161094" y="446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3910" y="5140730"/>
              <a:ext cx="167128" cy="44650"/>
            </a:xfrm>
            <a:custGeom>
              <a:avLst/>
              <a:pathLst>
                <a:path w="167128" h="44650">
                  <a:moveTo>
                    <a:pt x="6034" y="0"/>
                  </a:moveTo>
                  <a:lnTo>
                    <a:pt x="4321" y="6719"/>
                  </a:lnTo>
                  <a:lnTo>
                    <a:pt x="2888" y="13505"/>
                  </a:lnTo>
                  <a:lnTo>
                    <a:pt x="1738" y="20343"/>
                  </a:lnTo>
                  <a:lnTo>
                    <a:pt x="872" y="27224"/>
                  </a:lnTo>
                  <a:lnTo>
                    <a:pt x="292" y="34134"/>
                  </a:lnTo>
                  <a:lnTo>
                    <a:pt x="0" y="41063"/>
                  </a:lnTo>
                  <a:lnTo>
                    <a:pt x="167128" y="446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880" y="5018213"/>
              <a:ext cx="334309" cy="334333"/>
            </a:xfrm>
            <a:custGeom>
              <a:avLst/>
              <a:pathLst>
                <a:path w="334309" h="334333">
                  <a:moveTo>
                    <a:pt x="29" y="163580"/>
                  </a:moveTo>
                  <a:lnTo>
                    <a:pt x="0" y="168891"/>
                  </a:lnTo>
                  <a:lnTo>
                    <a:pt x="139" y="174200"/>
                  </a:lnTo>
                  <a:lnTo>
                    <a:pt x="446" y="179502"/>
                  </a:lnTo>
                  <a:lnTo>
                    <a:pt x="922" y="184791"/>
                  </a:lnTo>
                  <a:lnTo>
                    <a:pt x="1566" y="190063"/>
                  </a:lnTo>
                  <a:lnTo>
                    <a:pt x="2377" y="195311"/>
                  </a:lnTo>
                  <a:lnTo>
                    <a:pt x="3354" y="200531"/>
                  </a:lnTo>
                  <a:lnTo>
                    <a:pt x="4497" y="205718"/>
                  </a:lnTo>
                  <a:lnTo>
                    <a:pt x="5803" y="210865"/>
                  </a:lnTo>
                  <a:lnTo>
                    <a:pt x="7273" y="215969"/>
                  </a:lnTo>
                  <a:lnTo>
                    <a:pt x="8904" y="221023"/>
                  </a:lnTo>
                  <a:lnTo>
                    <a:pt x="10694" y="226023"/>
                  </a:lnTo>
                  <a:lnTo>
                    <a:pt x="12643" y="230963"/>
                  </a:lnTo>
                  <a:lnTo>
                    <a:pt x="14747" y="235839"/>
                  </a:lnTo>
                  <a:lnTo>
                    <a:pt x="17006" y="240646"/>
                  </a:lnTo>
                  <a:lnTo>
                    <a:pt x="19415" y="245379"/>
                  </a:lnTo>
                  <a:lnTo>
                    <a:pt x="21974" y="250032"/>
                  </a:lnTo>
                  <a:lnTo>
                    <a:pt x="24680" y="254602"/>
                  </a:lnTo>
                  <a:lnTo>
                    <a:pt x="27529" y="259084"/>
                  </a:lnTo>
                  <a:lnTo>
                    <a:pt x="30520" y="263473"/>
                  </a:lnTo>
                  <a:lnTo>
                    <a:pt x="33648" y="267765"/>
                  </a:lnTo>
                  <a:lnTo>
                    <a:pt x="36911" y="271955"/>
                  </a:lnTo>
                  <a:lnTo>
                    <a:pt x="40305" y="276040"/>
                  </a:lnTo>
                  <a:lnTo>
                    <a:pt x="43827" y="280014"/>
                  </a:lnTo>
                  <a:lnTo>
                    <a:pt x="47474" y="283875"/>
                  </a:lnTo>
                  <a:lnTo>
                    <a:pt x="51242" y="287618"/>
                  </a:lnTo>
                  <a:lnTo>
                    <a:pt x="55127" y="291239"/>
                  </a:lnTo>
                  <a:lnTo>
                    <a:pt x="59124" y="294735"/>
                  </a:lnTo>
                  <a:lnTo>
                    <a:pt x="63231" y="298103"/>
                  </a:lnTo>
                  <a:lnTo>
                    <a:pt x="67443" y="301338"/>
                  </a:lnTo>
                  <a:lnTo>
                    <a:pt x="71755" y="304438"/>
                  </a:lnTo>
                  <a:lnTo>
                    <a:pt x="76164" y="307399"/>
                  </a:lnTo>
                  <a:lnTo>
                    <a:pt x="80664" y="310219"/>
                  </a:lnTo>
                  <a:lnTo>
                    <a:pt x="85252" y="312894"/>
                  </a:lnTo>
                  <a:lnTo>
                    <a:pt x="89922" y="315422"/>
                  </a:lnTo>
                  <a:lnTo>
                    <a:pt x="94671" y="317801"/>
                  </a:lnTo>
                  <a:lnTo>
                    <a:pt x="99492" y="320027"/>
                  </a:lnTo>
                  <a:lnTo>
                    <a:pt x="104382" y="322100"/>
                  </a:lnTo>
                  <a:lnTo>
                    <a:pt x="109335" y="324016"/>
                  </a:lnTo>
                  <a:lnTo>
                    <a:pt x="114347" y="325773"/>
                  </a:lnTo>
                  <a:lnTo>
                    <a:pt x="119412" y="327371"/>
                  </a:lnTo>
                  <a:lnTo>
                    <a:pt x="124525" y="328807"/>
                  </a:lnTo>
                  <a:lnTo>
                    <a:pt x="129681" y="330079"/>
                  </a:lnTo>
                  <a:lnTo>
                    <a:pt x="134875" y="331187"/>
                  </a:lnTo>
                  <a:lnTo>
                    <a:pt x="140101" y="332130"/>
                  </a:lnTo>
                  <a:lnTo>
                    <a:pt x="145355" y="332906"/>
                  </a:lnTo>
                  <a:lnTo>
                    <a:pt x="150631" y="333515"/>
                  </a:lnTo>
                  <a:lnTo>
                    <a:pt x="155923" y="333956"/>
                  </a:lnTo>
                  <a:lnTo>
                    <a:pt x="161227" y="334229"/>
                  </a:lnTo>
                  <a:lnTo>
                    <a:pt x="166537" y="334333"/>
                  </a:lnTo>
                  <a:lnTo>
                    <a:pt x="171847" y="334269"/>
                  </a:lnTo>
                  <a:lnTo>
                    <a:pt x="177153" y="334035"/>
                  </a:lnTo>
                  <a:lnTo>
                    <a:pt x="182449" y="333634"/>
                  </a:lnTo>
                  <a:lnTo>
                    <a:pt x="187729" y="333064"/>
                  </a:lnTo>
                  <a:lnTo>
                    <a:pt x="192988" y="332327"/>
                  </a:lnTo>
                  <a:lnTo>
                    <a:pt x="198222" y="331423"/>
                  </a:lnTo>
                  <a:lnTo>
                    <a:pt x="203424" y="330353"/>
                  </a:lnTo>
                  <a:lnTo>
                    <a:pt x="208589" y="329119"/>
                  </a:lnTo>
                  <a:lnTo>
                    <a:pt x="213712" y="327721"/>
                  </a:lnTo>
                  <a:lnTo>
                    <a:pt x="218789" y="326161"/>
                  </a:lnTo>
                  <a:lnTo>
                    <a:pt x="223814" y="324441"/>
                  </a:lnTo>
                  <a:lnTo>
                    <a:pt x="228781" y="322562"/>
                  </a:lnTo>
                  <a:lnTo>
                    <a:pt x="233686" y="320526"/>
                  </a:lnTo>
                  <a:lnTo>
                    <a:pt x="238524" y="318335"/>
                  </a:lnTo>
                  <a:lnTo>
                    <a:pt x="243290" y="315992"/>
                  </a:lnTo>
                  <a:lnTo>
                    <a:pt x="247979" y="313499"/>
                  </a:lnTo>
                  <a:lnTo>
                    <a:pt x="252586" y="310857"/>
                  </a:lnTo>
                  <a:lnTo>
                    <a:pt x="257108" y="308071"/>
                  </a:lnTo>
                  <a:lnTo>
                    <a:pt x="261538" y="305143"/>
                  </a:lnTo>
                  <a:lnTo>
                    <a:pt x="265873" y="302075"/>
                  </a:lnTo>
                  <a:lnTo>
                    <a:pt x="270109" y="298871"/>
                  </a:lnTo>
                  <a:lnTo>
                    <a:pt x="274241" y="295535"/>
                  </a:lnTo>
                  <a:lnTo>
                    <a:pt x="278264" y="292068"/>
                  </a:lnTo>
                  <a:lnTo>
                    <a:pt x="282176" y="288476"/>
                  </a:lnTo>
                  <a:lnTo>
                    <a:pt x="285971" y="284761"/>
                  </a:lnTo>
                  <a:lnTo>
                    <a:pt x="289647" y="280928"/>
                  </a:lnTo>
                  <a:lnTo>
                    <a:pt x="293198" y="276979"/>
                  </a:lnTo>
                  <a:lnTo>
                    <a:pt x="296623" y="272920"/>
                  </a:lnTo>
                  <a:lnTo>
                    <a:pt x="299917" y="268754"/>
                  </a:lnTo>
                  <a:lnTo>
                    <a:pt x="303077" y="264486"/>
                  </a:lnTo>
                  <a:lnTo>
                    <a:pt x="306100" y="260119"/>
                  </a:lnTo>
                  <a:lnTo>
                    <a:pt x="308982" y="255659"/>
                  </a:lnTo>
                  <a:lnTo>
                    <a:pt x="311722" y="251109"/>
                  </a:lnTo>
                  <a:lnTo>
                    <a:pt x="314315" y="246475"/>
                  </a:lnTo>
                  <a:lnTo>
                    <a:pt x="316760" y="241760"/>
                  </a:lnTo>
                  <a:lnTo>
                    <a:pt x="319054" y="236970"/>
                  </a:lnTo>
                  <a:lnTo>
                    <a:pt x="321195" y="232110"/>
                  </a:lnTo>
                  <a:lnTo>
                    <a:pt x="323180" y="227184"/>
                  </a:lnTo>
                  <a:lnTo>
                    <a:pt x="325008" y="222198"/>
                  </a:lnTo>
                  <a:lnTo>
                    <a:pt x="326676" y="217156"/>
                  </a:lnTo>
                  <a:lnTo>
                    <a:pt x="328184" y="212063"/>
                  </a:lnTo>
                  <a:lnTo>
                    <a:pt x="329529" y="206926"/>
                  </a:lnTo>
                  <a:lnTo>
                    <a:pt x="330710" y="201748"/>
                  </a:lnTo>
                  <a:lnTo>
                    <a:pt x="331726" y="196535"/>
                  </a:lnTo>
                  <a:lnTo>
                    <a:pt x="332575" y="191293"/>
                  </a:lnTo>
                  <a:lnTo>
                    <a:pt x="333258" y="186026"/>
                  </a:lnTo>
                  <a:lnTo>
                    <a:pt x="333774" y="180740"/>
                  </a:lnTo>
                  <a:lnTo>
                    <a:pt x="334121" y="175441"/>
                  </a:lnTo>
                  <a:lnTo>
                    <a:pt x="334299" y="170133"/>
                  </a:lnTo>
                  <a:lnTo>
                    <a:pt x="334309" y="164822"/>
                  </a:lnTo>
                  <a:lnTo>
                    <a:pt x="334150" y="159514"/>
                  </a:lnTo>
                  <a:lnTo>
                    <a:pt x="333823" y="154213"/>
                  </a:lnTo>
                  <a:lnTo>
                    <a:pt x="333327" y="148925"/>
                  </a:lnTo>
                  <a:lnTo>
                    <a:pt x="332664" y="143656"/>
                  </a:lnTo>
                  <a:lnTo>
                    <a:pt x="331834" y="138411"/>
                  </a:lnTo>
                  <a:lnTo>
                    <a:pt x="330837" y="133194"/>
                  </a:lnTo>
                  <a:lnTo>
                    <a:pt x="329675" y="128012"/>
                  </a:lnTo>
                  <a:lnTo>
                    <a:pt x="328349" y="122869"/>
                  </a:lnTo>
                  <a:lnTo>
                    <a:pt x="326861" y="117771"/>
                  </a:lnTo>
                  <a:lnTo>
                    <a:pt x="325211" y="112723"/>
                  </a:lnTo>
                  <a:lnTo>
                    <a:pt x="323402" y="107730"/>
                  </a:lnTo>
                  <a:lnTo>
                    <a:pt x="321435" y="102797"/>
                  </a:lnTo>
                  <a:lnTo>
                    <a:pt x="319313" y="97929"/>
                  </a:lnTo>
                  <a:lnTo>
                    <a:pt x="317036" y="93130"/>
                  </a:lnTo>
                  <a:lnTo>
                    <a:pt x="314609" y="88407"/>
                  </a:lnTo>
                  <a:lnTo>
                    <a:pt x="312033" y="83763"/>
                  </a:lnTo>
                  <a:lnTo>
                    <a:pt x="309310" y="79203"/>
                  </a:lnTo>
                  <a:lnTo>
                    <a:pt x="306444" y="74732"/>
                  </a:lnTo>
                  <a:lnTo>
                    <a:pt x="303438" y="70354"/>
                  </a:lnTo>
                  <a:lnTo>
                    <a:pt x="300294" y="66074"/>
                  </a:lnTo>
                  <a:lnTo>
                    <a:pt x="297015" y="61895"/>
                  </a:lnTo>
                  <a:lnTo>
                    <a:pt x="293606" y="57824"/>
                  </a:lnTo>
                  <a:lnTo>
                    <a:pt x="290068" y="53862"/>
                  </a:lnTo>
                  <a:lnTo>
                    <a:pt x="286407" y="50015"/>
                  </a:lnTo>
                  <a:lnTo>
                    <a:pt x="282626" y="46286"/>
                  </a:lnTo>
                  <a:lnTo>
                    <a:pt x="278728" y="42679"/>
                  </a:lnTo>
                  <a:lnTo>
                    <a:pt x="274717" y="39198"/>
                  </a:lnTo>
                  <a:lnTo>
                    <a:pt x="270598" y="35846"/>
                  </a:lnTo>
                  <a:lnTo>
                    <a:pt x="266374" y="32626"/>
                  </a:lnTo>
                  <a:lnTo>
                    <a:pt x="262050" y="29543"/>
                  </a:lnTo>
                  <a:lnTo>
                    <a:pt x="257631" y="26598"/>
                  </a:lnTo>
                  <a:lnTo>
                    <a:pt x="253120" y="23795"/>
                  </a:lnTo>
                  <a:lnTo>
                    <a:pt x="248522" y="21137"/>
                  </a:lnTo>
                  <a:lnTo>
                    <a:pt x="243842" y="18626"/>
                  </a:lnTo>
                  <a:lnTo>
                    <a:pt x="239085" y="16265"/>
                  </a:lnTo>
                  <a:lnTo>
                    <a:pt x="234255" y="14056"/>
                  </a:lnTo>
                  <a:lnTo>
                    <a:pt x="229358" y="12002"/>
                  </a:lnTo>
                  <a:lnTo>
                    <a:pt x="224398" y="10105"/>
                  </a:lnTo>
                  <a:lnTo>
                    <a:pt x="219379" y="8366"/>
                  </a:lnTo>
                  <a:lnTo>
                    <a:pt x="214309" y="6787"/>
                  </a:lnTo>
                  <a:lnTo>
                    <a:pt x="209190" y="5370"/>
                  </a:lnTo>
                  <a:lnTo>
                    <a:pt x="204030" y="4117"/>
                  </a:lnTo>
                  <a:lnTo>
                    <a:pt x="198832" y="3028"/>
                  </a:lnTo>
                  <a:lnTo>
                    <a:pt x="193602" y="2104"/>
                  </a:lnTo>
                  <a:lnTo>
                    <a:pt x="188345" y="1348"/>
                  </a:lnTo>
                  <a:lnTo>
                    <a:pt x="183067" y="758"/>
                  </a:lnTo>
                  <a:lnTo>
                    <a:pt x="177773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56083" y="4659281"/>
              <a:ext cx="334280" cy="334333"/>
            </a:xfrm>
            <a:custGeom>
              <a:avLst/>
              <a:pathLst>
                <a:path w="334280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79" y="755"/>
                  </a:lnTo>
                  <a:lnTo>
                    <a:pt x="146014" y="1341"/>
                  </a:lnTo>
                  <a:lnTo>
                    <a:pt x="140769" y="2094"/>
                  </a:lnTo>
                  <a:lnTo>
                    <a:pt x="135551" y="3013"/>
                  </a:lnTo>
                  <a:lnTo>
                    <a:pt x="130365" y="4097"/>
                  </a:lnTo>
                  <a:lnTo>
                    <a:pt x="125216" y="5345"/>
                  </a:lnTo>
                  <a:lnTo>
                    <a:pt x="120109" y="6755"/>
                  </a:lnTo>
                  <a:lnTo>
                    <a:pt x="115049" y="8326"/>
                  </a:lnTo>
                  <a:lnTo>
                    <a:pt x="110041" y="10057"/>
                  </a:lnTo>
                  <a:lnTo>
                    <a:pt x="105091" y="11946"/>
                  </a:lnTo>
                  <a:lnTo>
                    <a:pt x="100203" y="13991"/>
                  </a:lnTo>
                  <a:lnTo>
                    <a:pt x="95383" y="16189"/>
                  </a:lnTo>
                  <a:lnTo>
                    <a:pt x="90634" y="18539"/>
                  </a:lnTo>
                  <a:lnTo>
                    <a:pt x="85963" y="21039"/>
                  </a:lnTo>
                  <a:lnTo>
                    <a:pt x="81373" y="23685"/>
                  </a:lnTo>
                  <a:lnTo>
                    <a:pt x="76869" y="26475"/>
                  </a:lnTo>
                  <a:lnTo>
                    <a:pt x="72456" y="29407"/>
                  </a:lnTo>
                  <a:lnTo>
                    <a:pt x="68137" y="32477"/>
                  </a:lnTo>
                  <a:lnTo>
                    <a:pt x="63919" y="35683"/>
                  </a:lnTo>
                  <a:lnTo>
                    <a:pt x="59804" y="39020"/>
                  </a:lnTo>
                  <a:lnTo>
                    <a:pt x="55797" y="42486"/>
                  </a:lnTo>
                  <a:lnTo>
                    <a:pt x="51902" y="46078"/>
                  </a:lnTo>
                  <a:lnTo>
                    <a:pt x="48122" y="49791"/>
                  </a:lnTo>
                  <a:lnTo>
                    <a:pt x="44462" y="53622"/>
                  </a:lnTo>
                  <a:lnTo>
                    <a:pt x="40926" y="57567"/>
                  </a:lnTo>
                  <a:lnTo>
                    <a:pt x="37516" y="61622"/>
                  </a:lnTo>
                  <a:lnTo>
                    <a:pt x="34236" y="65783"/>
                  </a:lnTo>
                  <a:lnTo>
                    <a:pt x="31090" y="70046"/>
                  </a:lnTo>
                  <a:lnTo>
                    <a:pt x="28081" y="74407"/>
                  </a:lnTo>
                  <a:lnTo>
                    <a:pt x="25211" y="78860"/>
                  </a:lnTo>
                  <a:lnTo>
                    <a:pt x="22484" y="83403"/>
                  </a:lnTo>
                  <a:lnTo>
                    <a:pt x="19902" y="88029"/>
                  </a:lnTo>
                  <a:lnTo>
                    <a:pt x="17468" y="92735"/>
                  </a:lnTo>
                  <a:lnTo>
                    <a:pt x="15184" y="97516"/>
                  </a:lnTo>
                  <a:lnTo>
                    <a:pt x="13053" y="102367"/>
                  </a:lnTo>
                  <a:lnTo>
                    <a:pt x="11077" y="107283"/>
                  </a:lnTo>
                  <a:lnTo>
                    <a:pt x="9258" y="112259"/>
                  </a:lnTo>
                  <a:lnTo>
                    <a:pt x="7597" y="117290"/>
                  </a:lnTo>
                  <a:lnTo>
                    <a:pt x="6097" y="122372"/>
                  </a:lnTo>
                  <a:lnTo>
                    <a:pt x="4758" y="127498"/>
                  </a:lnTo>
                  <a:lnTo>
                    <a:pt x="3583" y="132664"/>
                  </a:lnTo>
                  <a:lnTo>
                    <a:pt x="2571" y="137865"/>
                  </a:lnTo>
                  <a:lnTo>
                    <a:pt x="1725" y="143095"/>
                  </a:lnTo>
                  <a:lnTo>
                    <a:pt x="1046" y="148350"/>
                  </a:lnTo>
                  <a:lnTo>
                    <a:pt x="533" y="153623"/>
                  </a:lnTo>
                  <a:lnTo>
                    <a:pt x="187" y="158910"/>
                  </a:lnTo>
                  <a:lnTo>
                    <a:pt x="9" y="164205"/>
                  </a:lnTo>
                  <a:lnTo>
                    <a:pt x="0" y="169503"/>
                  </a:lnTo>
                  <a:lnTo>
                    <a:pt x="157" y="174799"/>
                  </a:lnTo>
                  <a:lnTo>
                    <a:pt x="483" y="180087"/>
                  </a:lnTo>
                  <a:lnTo>
                    <a:pt x="976" y="185363"/>
                  </a:lnTo>
                  <a:lnTo>
                    <a:pt x="1636" y="190620"/>
                  </a:lnTo>
                  <a:lnTo>
                    <a:pt x="2463" y="195853"/>
                  </a:lnTo>
                  <a:lnTo>
                    <a:pt x="3455" y="201058"/>
                  </a:lnTo>
                  <a:lnTo>
                    <a:pt x="4611" y="206228"/>
                  </a:lnTo>
                  <a:lnTo>
                    <a:pt x="5930" y="211359"/>
                  </a:lnTo>
                  <a:lnTo>
                    <a:pt x="7412" y="216446"/>
                  </a:lnTo>
                  <a:lnTo>
                    <a:pt x="9054" y="221484"/>
                  </a:lnTo>
                  <a:lnTo>
                    <a:pt x="10854" y="226467"/>
                  </a:lnTo>
                  <a:lnTo>
                    <a:pt x="12812" y="231390"/>
                  </a:lnTo>
                  <a:lnTo>
                    <a:pt x="14925" y="236249"/>
                  </a:lnTo>
                  <a:lnTo>
                    <a:pt x="17191" y="241038"/>
                  </a:lnTo>
                  <a:lnTo>
                    <a:pt x="19607" y="245753"/>
                  </a:lnTo>
                  <a:lnTo>
                    <a:pt x="22171" y="250389"/>
                  </a:lnTo>
                  <a:lnTo>
                    <a:pt x="24882" y="254942"/>
                  </a:lnTo>
                  <a:lnTo>
                    <a:pt x="27735" y="259406"/>
                  </a:lnTo>
                  <a:lnTo>
                    <a:pt x="30728" y="263778"/>
                  </a:lnTo>
                  <a:lnTo>
                    <a:pt x="33858" y="268053"/>
                  </a:lnTo>
                  <a:lnTo>
                    <a:pt x="37122" y="272226"/>
                  </a:lnTo>
                  <a:lnTo>
                    <a:pt x="40517" y="276294"/>
                  </a:lnTo>
                  <a:lnTo>
                    <a:pt x="44038" y="280252"/>
                  </a:lnTo>
                  <a:lnTo>
                    <a:pt x="47684" y="284097"/>
                  </a:lnTo>
                  <a:lnTo>
                    <a:pt x="51449" y="287824"/>
                  </a:lnTo>
                  <a:lnTo>
                    <a:pt x="55331" y="291430"/>
                  </a:lnTo>
                  <a:lnTo>
                    <a:pt x="59325" y="294911"/>
                  </a:lnTo>
                  <a:lnTo>
                    <a:pt x="63428" y="298264"/>
                  </a:lnTo>
                  <a:lnTo>
                    <a:pt x="67634" y="301485"/>
                  </a:lnTo>
                  <a:lnTo>
                    <a:pt x="71941" y="304572"/>
                  </a:lnTo>
                  <a:lnTo>
                    <a:pt x="76343" y="307520"/>
                  </a:lnTo>
                  <a:lnTo>
                    <a:pt x="80836" y="310327"/>
                  </a:lnTo>
                  <a:lnTo>
                    <a:pt x="85417" y="312990"/>
                  </a:lnTo>
                  <a:lnTo>
                    <a:pt x="90079" y="315507"/>
                  </a:lnTo>
                  <a:lnTo>
                    <a:pt x="94818" y="317875"/>
                  </a:lnTo>
                  <a:lnTo>
                    <a:pt x="99631" y="320092"/>
                  </a:lnTo>
                  <a:lnTo>
                    <a:pt x="104511" y="322155"/>
                  </a:lnTo>
                  <a:lnTo>
                    <a:pt x="109454" y="324062"/>
                  </a:lnTo>
                  <a:lnTo>
                    <a:pt x="114455" y="325812"/>
                  </a:lnTo>
                  <a:lnTo>
                    <a:pt x="119509" y="327402"/>
                  </a:lnTo>
                  <a:lnTo>
                    <a:pt x="124611" y="328831"/>
                  </a:lnTo>
                  <a:lnTo>
                    <a:pt x="129755" y="330098"/>
                  </a:lnTo>
                  <a:lnTo>
                    <a:pt x="134937" y="331201"/>
                  </a:lnTo>
                  <a:lnTo>
                    <a:pt x="140152" y="332140"/>
                  </a:lnTo>
                  <a:lnTo>
                    <a:pt x="145393" y="332912"/>
                  </a:lnTo>
                  <a:lnTo>
                    <a:pt x="150657" y="333519"/>
                  </a:lnTo>
                  <a:lnTo>
                    <a:pt x="155937" y="333958"/>
                  </a:lnTo>
                  <a:lnTo>
                    <a:pt x="161228" y="334229"/>
                  </a:lnTo>
                  <a:lnTo>
                    <a:pt x="166525" y="334333"/>
                  </a:lnTo>
                  <a:lnTo>
                    <a:pt x="171823" y="334269"/>
                  </a:lnTo>
                  <a:lnTo>
                    <a:pt x="177116" y="334037"/>
                  </a:lnTo>
                  <a:lnTo>
                    <a:pt x="182399" y="333637"/>
                  </a:lnTo>
                  <a:lnTo>
                    <a:pt x="187667" y="333071"/>
                  </a:lnTo>
                  <a:lnTo>
                    <a:pt x="192914" y="332337"/>
                  </a:lnTo>
                  <a:lnTo>
                    <a:pt x="198136" y="331438"/>
                  </a:lnTo>
                  <a:lnTo>
                    <a:pt x="203326" y="330373"/>
                  </a:lnTo>
                  <a:lnTo>
                    <a:pt x="208480" y="329145"/>
                  </a:lnTo>
                  <a:lnTo>
                    <a:pt x="213592" y="327754"/>
                  </a:lnTo>
                  <a:lnTo>
                    <a:pt x="218658" y="326201"/>
                  </a:lnTo>
                  <a:lnTo>
                    <a:pt x="223672" y="324489"/>
                  </a:lnTo>
                  <a:lnTo>
                    <a:pt x="228629" y="322619"/>
                  </a:lnTo>
                  <a:lnTo>
                    <a:pt x="233524" y="320593"/>
                  </a:lnTo>
                  <a:lnTo>
                    <a:pt x="238353" y="318412"/>
                  </a:lnTo>
                  <a:lnTo>
                    <a:pt x="243110" y="316080"/>
                  </a:lnTo>
                  <a:lnTo>
                    <a:pt x="247791" y="313598"/>
                  </a:lnTo>
                  <a:lnTo>
                    <a:pt x="252391" y="310969"/>
                  </a:lnTo>
                  <a:lnTo>
                    <a:pt x="256906" y="308195"/>
                  </a:lnTo>
                  <a:lnTo>
                    <a:pt x="261330" y="305280"/>
                  </a:lnTo>
                  <a:lnTo>
                    <a:pt x="265659" y="302226"/>
                  </a:lnTo>
                  <a:lnTo>
                    <a:pt x="269890" y="299037"/>
                  </a:lnTo>
                  <a:lnTo>
                    <a:pt x="274017" y="295715"/>
                  </a:lnTo>
                  <a:lnTo>
                    <a:pt x="278037" y="292263"/>
                  </a:lnTo>
                  <a:lnTo>
                    <a:pt x="281946" y="288687"/>
                  </a:lnTo>
                  <a:lnTo>
                    <a:pt x="285739" y="284988"/>
                  </a:lnTo>
                  <a:lnTo>
                    <a:pt x="289413" y="281170"/>
                  </a:lnTo>
                  <a:lnTo>
                    <a:pt x="292965" y="277239"/>
                  </a:lnTo>
                  <a:lnTo>
                    <a:pt x="296390" y="273196"/>
                  </a:lnTo>
                  <a:lnTo>
                    <a:pt x="299685" y="269047"/>
                  </a:lnTo>
                  <a:lnTo>
                    <a:pt x="302847" y="264796"/>
                  </a:lnTo>
                  <a:lnTo>
                    <a:pt x="305873" y="260447"/>
                  </a:lnTo>
                  <a:lnTo>
                    <a:pt x="308759" y="256004"/>
                  </a:lnTo>
                  <a:lnTo>
                    <a:pt x="311503" y="251472"/>
                  </a:lnTo>
                  <a:lnTo>
                    <a:pt x="314102" y="246855"/>
                  </a:lnTo>
                  <a:lnTo>
                    <a:pt x="316554" y="242158"/>
                  </a:lnTo>
                  <a:lnTo>
                    <a:pt x="318855" y="237386"/>
                  </a:lnTo>
                  <a:lnTo>
                    <a:pt x="321004" y="232543"/>
                  </a:lnTo>
                  <a:lnTo>
                    <a:pt x="322999" y="227634"/>
                  </a:lnTo>
                  <a:lnTo>
                    <a:pt x="324837" y="222665"/>
                  </a:lnTo>
                  <a:lnTo>
                    <a:pt x="326516" y="217640"/>
                  </a:lnTo>
                  <a:lnTo>
                    <a:pt x="328036" y="212564"/>
                  </a:lnTo>
                  <a:lnTo>
                    <a:pt x="329394" y="207443"/>
                  </a:lnTo>
                  <a:lnTo>
                    <a:pt x="330588" y="202281"/>
                  </a:lnTo>
                  <a:lnTo>
                    <a:pt x="331619" y="197084"/>
                  </a:lnTo>
                  <a:lnTo>
                    <a:pt x="332485" y="191857"/>
                  </a:lnTo>
                  <a:lnTo>
                    <a:pt x="333184" y="186605"/>
                  </a:lnTo>
                  <a:lnTo>
                    <a:pt x="333717" y="181334"/>
                  </a:lnTo>
                  <a:lnTo>
                    <a:pt x="334082" y="176048"/>
                  </a:lnTo>
                  <a:lnTo>
                    <a:pt x="334280" y="17075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826449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826449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736731"/>
              <a:ext cx="167153" cy="93305"/>
            </a:xfrm>
            <a:custGeom>
              <a:avLst/>
              <a:pathLst>
                <a:path w="167153" h="93305">
                  <a:moveTo>
                    <a:pt x="167128" y="93305"/>
                  </a:moveTo>
                  <a:lnTo>
                    <a:pt x="167153" y="87523"/>
                  </a:lnTo>
                  <a:lnTo>
                    <a:pt x="166977" y="81744"/>
                  </a:lnTo>
                  <a:lnTo>
                    <a:pt x="166601" y="75975"/>
                  </a:lnTo>
                  <a:lnTo>
                    <a:pt x="166026" y="70222"/>
                  </a:lnTo>
                  <a:lnTo>
                    <a:pt x="165253" y="64493"/>
                  </a:lnTo>
                  <a:lnTo>
                    <a:pt x="164282" y="58793"/>
                  </a:lnTo>
                  <a:lnTo>
                    <a:pt x="163114" y="53131"/>
                  </a:lnTo>
                  <a:lnTo>
                    <a:pt x="161751" y="47512"/>
                  </a:lnTo>
                  <a:lnTo>
                    <a:pt x="160195" y="41944"/>
                  </a:lnTo>
                  <a:lnTo>
                    <a:pt x="158447" y="36433"/>
                  </a:lnTo>
                  <a:lnTo>
                    <a:pt x="156510" y="30986"/>
                  </a:lnTo>
                  <a:lnTo>
                    <a:pt x="154385" y="25609"/>
                  </a:lnTo>
                  <a:lnTo>
                    <a:pt x="152076" y="20309"/>
                  </a:lnTo>
                  <a:lnTo>
                    <a:pt x="149585" y="15091"/>
                  </a:lnTo>
                  <a:lnTo>
                    <a:pt x="146915" y="9963"/>
                  </a:lnTo>
                  <a:lnTo>
                    <a:pt x="144069" y="4931"/>
                  </a:lnTo>
                  <a:lnTo>
                    <a:pt x="141051" y="0"/>
                  </a:lnTo>
                  <a:lnTo>
                    <a:pt x="0" y="897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141051" cy="167167"/>
            </a:xfrm>
            <a:custGeom>
              <a:avLst/>
              <a:pathLst>
                <a:path w="141051" h="167167">
                  <a:moveTo>
                    <a:pt x="141051" y="77449"/>
                  </a:moveTo>
                  <a:lnTo>
                    <a:pt x="137969" y="72778"/>
                  </a:lnTo>
                  <a:lnTo>
                    <a:pt x="134733" y="68213"/>
                  </a:lnTo>
                  <a:lnTo>
                    <a:pt x="131346" y="63759"/>
                  </a:lnTo>
                  <a:lnTo>
                    <a:pt x="127811" y="59421"/>
                  </a:lnTo>
                  <a:lnTo>
                    <a:pt x="124133" y="55203"/>
                  </a:lnTo>
                  <a:lnTo>
                    <a:pt x="120316" y="51112"/>
                  </a:lnTo>
                  <a:lnTo>
                    <a:pt x="116364" y="47150"/>
                  </a:lnTo>
                  <a:lnTo>
                    <a:pt x="112282" y="43322"/>
                  </a:lnTo>
                  <a:lnTo>
                    <a:pt x="108074" y="39633"/>
                  </a:lnTo>
                  <a:lnTo>
                    <a:pt x="103745" y="36088"/>
                  </a:lnTo>
                  <a:lnTo>
                    <a:pt x="99300" y="32689"/>
                  </a:lnTo>
                  <a:lnTo>
                    <a:pt x="94743" y="29441"/>
                  </a:lnTo>
                  <a:lnTo>
                    <a:pt x="90081" y="26347"/>
                  </a:lnTo>
                  <a:lnTo>
                    <a:pt x="85317" y="23411"/>
                  </a:lnTo>
                  <a:lnTo>
                    <a:pt x="80458" y="20636"/>
                  </a:lnTo>
                  <a:lnTo>
                    <a:pt x="75508" y="18025"/>
                  </a:lnTo>
                  <a:lnTo>
                    <a:pt x="70474" y="15581"/>
                  </a:lnTo>
                  <a:lnTo>
                    <a:pt x="65361" y="13307"/>
                  </a:lnTo>
                  <a:lnTo>
                    <a:pt x="60175" y="11206"/>
                  </a:lnTo>
                  <a:lnTo>
                    <a:pt x="54921" y="9279"/>
                  </a:lnTo>
                  <a:lnTo>
                    <a:pt x="49606" y="7529"/>
                  </a:lnTo>
                  <a:lnTo>
                    <a:pt x="44235" y="5958"/>
                  </a:lnTo>
                  <a:lnTo>
                    <a:pt x="38815" y="4568"/>
                  </a:lnTo>
                  <a:lnTo>
                    <a:pt x="33351" y="3360"/>
                  </a:lnTo>
                  <a:lnTo>
                    <a:pt x="27850" y="2336"/>
                  </a:lnTo>
                  <a:lnTo>
                    <a:pt x="22317" y="1496"/>
                  </a:lnTo>
                  <a:lnTo>
                    <a:pt x="16760" y="842"/>
                  </a:lnTo>
                  <a:lnTo>
                    <a:pt x="11183" y="374"/>
                  </a:lnTo>
                  <a:lnTo>
                    <a:pt x="559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61324" y="4213821"/>
              <a:ext cx="325035" cy="334334"/>
            </a:xfrm>
            <a:custGeom>
              <a:avLst/>
              <a:pathLst>
                <a:path w="325035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9" y="336"/>
                  </a:lnTo>
                  <a:lnTo>
                    <a:pt x="151263" y="756"/>
                  </a:lnTo>
                  <a:lnTo>
                    <a:pt x="145993" y="1343"/>
                  </a:lnTo>
                  <a:lnTo>
                    <a:pt x="140744" y="2098"/>
                  </a:lnTo>
                  <a:lnTo>
                    <a:pt x="135522" y="3018"/>
                  </a:lnTo>
                  <a:lnTo>
                    <a:pt x="130332" y="4104"/>
                  </a:lnTo>
                  <a:lnTo>
                    <a:pt x="125178" y="5354"/>
                  </a:lnTo>
                  <a:lnTo>
                    <a:pt x="120067" y="6766"/>
                  </a:lnTo>
                  <a:lnTo>
                    <a:pt x="115004" y="8340"/>
                  </a:lnTo>
                  <a:lnTo>
                    <a:pt x="109992" y="10074"/>
                  </a:lnTo>
                  <a:lnTo>
                    <a:pt x="105039" y="11966"/>
                  </a:lnTo>
                  <a:lnTo>
                    <a:pt x="100147" y="14014"/>
                  </a:lnTo>
                  <a:lnTo>
                    <a:pt x="95324" y="16216"/>
                  </a:lnTo>
                  <a:lnTo>
                    <a:pt x="90572" y="18570"/>
                  </a:lnTo>
                  <a:lnTo>
                    <a:pt x="85898" y="21073"/>
                  </a:lnTo>
                  <a:lnTo>
                    <a:pt x="81305" y="23724"/>
                  </a:lnTo>
                  <a:lnTo>
                    <a:pt x="76798" y="26518"/>
                  </a:lnTo>
                  <a:lnTo>
                    <a:pt x="72383" y="29455"/>
                  </a:lnTo>
                  <a:lnTo>
                    <a:pt x="68063" y="32530"/>
                  </a:lnTo>
                  <a:lnTo>
                    <a:pt x="63843" y="35740"/>
                  </a:lnTo>
                  <a:lnTo>
                    <a:pt x="59726" y="39083"/>
                  </a:lnTo>
                  <a:lnTo>
                    <a:pt x="55718" y="42554"/>
                  </a:lnTo>
                  <a:lnTo>
                    <a:pt x="51821" y="46151"/>
                  </a:lnTo>
                  <a:lnTo>
                    <a:pt x="48041" y="49870"/>
                  </a:lnTo>
                  <a:lnTo>
                    <a:pt x="44381" y="53706"/>
                  </a:lnTo>
                  <a:lnTo>
                    <a:pt x="40844" y="57657"/>
                  </a:lnTo>
                  <a:lnTo>
                    <a:pt x="37434" y="61718"/>
                  </a:lnTo>
                  <a:lnTo>
                    <a:pt x="34155" y="65885"/>
                  </a:lnTo>
                  <a:lnTo>
                    <a:pt x="31010" y="70154"/>
                  </a:lnTo>
                  <a:lnTo>
                    <a:pt x="28001" y="74521"/>
                  </a:lnTo>
                  <a:lnTo>
                    <a:pt x="25133" y="78981"/>
                  </a:lnTo>
                  <a:lnTo>
                    <a:pt x="22407" y="83529"/>
                  </a:lnTo>
                  <a:lnTo>
                    <a:pt x="19827" y="88162"/>
                  </a:lnTo>
                  <a:lnTo>
                    <a:pt x="17396" y="92874"/>
                  </a:lnTo>
                  <a:lnTo>
                    <a:pt x="15115" y="97661"/>
                  </a:lnTo>
                  <a:lnTo>
                    <a:pt x="12987" y="102518"/>
                  </a:lnTo>
                  <a:lnTo>
                    <a:pt x="11014" y="107440"/>
                  </a:lnTo>
                  <a:lnTo>
                    <a:pt x="9198" y="112422"/>
                  </a:lnTo>
                  <a:lnTo>
                    <a:pt x="7541" y="117459"/>
                  </a:lnTo>
                  <a:lnTo>
                    <a:pt x="6045" y="122546"/>
                  </a:lnTo>
                  <a:lnTo>
                    <a:pt x="4711" y="127679"/>
                  </a:lnTo>
                  <a:lnTo>
                    <a:pt x="3540" y="132850"/>
                  </a:lnTo>
                  <a:lnTo>
                    <a:pt x="2534" y="138057"/>
                  </a:lnTo>
                  <a:lnTo>
                    <a:pt x="1694" y="143292"/>
                  </a:lnTo>
                  <a:lnTo>
                    <a:pt x="1020" y="148552"/>
                  </a:lnTo>
                  <a:lnTo>
                    <a:pt x="513" y="153830"/>
                  </a:lnTo>
                  <a:lnTo>
                    <a:pt x="174" y="159122"/>
                  </a:lnTo>
                  <a:lnTo>
                    <a:pt x="2" y="164422"/>
                  </a:lnTo>
                  <a:lnTo>
                    <a:pt x="0" y="169725"/>
                  </a:lnTo>
                  <a:lnTo>
                    <a:pt x="165" y="175025"/>
                  </a:lnTo>
                  <a:lnTo>
                    <a:pt x="498" y="180317"/>
                  </a:lnTo>
                  <a:lnTo>
                    <a:pt x="999" y="185596"/>
                  </a:lnTo>
                  <a:lnTo>
                    <a:pt x="1667" y="190856"/>
                  </a:lnTo>
                  <a:lnTo>
                    <a:pt x="2502" y="196093"/>
                  </a:lnTo>
                  <a:lnTo>
                    <a:pt x="3502" y="201300"/>
                  </a:lnTo>
                  <a:lnTo>
                    <a:pt x="4667" y="206473"/>
                  </a:lnTo>
                  <a:lnTo>
                    <a:pt x="5995" y="211607"/>
                  </a:lnTo>
                  <a:lnTo>
                    <a:pt x="7486" y="216696"/>
                  </a:lnTo>
                  <a:lnTo>
                    <a:pt x="9137" y="221735"/>
                  </a:lnTo>
                  <a:lnTo>
                    <a:pt x="10947" y="226719"/>
                  </a:lnTo>
                  <a:lnTo>
                    <a:pt x="12915" y="231643"/>
                  </a:lnTo>
                  <a:lnTo>
                    <a:pt x="15037" y="236502"/>
                  </a:lnTo>
                  <a:lnTo>
                    <a:pt x="17313" y="241292"/>
                  </a:lnTo>
                  <a:lnTo>
                    <a:pt x="19739" y="246007"/>
                  </a:lnTo>
                  <a:lnTo>
                    <a:pt x="22314" y="250643"/>
                  </a:lnTo>
                  <a:lnTo>
                    <a:pt x="25034" y="255194"/>
                  </a:lnTo>
                  <a:lnTo>
                    <a:pt x="27898" y="259657"/>
                  </a:lnTo>
                  <a:lnTo>
                    <a:pt x="30901" y="264027"/>
                  </a:lnTo>
                  <a:lnTo>
                    <a:pt x="34042" y="268300"/>
                  </a:lnTo>
                  <a:lnTo>
                    <a:pt x="37316" y="272471"/>
                  </a:lnTo>
                  <a:lnTo>
                    <a:pt x="40722" y="276535"/>
                  </a:lnTo>
                  <a:lnTo>
                    <a:pt x="44254" y="280490"/>
                  </a:lnTo>
                  <a:lnTo>
                    <a:pt x="47910" y="284331"/>
                  </a:lnTo>
                  <a:lnTo>
                    <a:pt x="51686" y="288054"/>
                  </a:lnTo>
                  <a:lnTo>
                    <a:pt x="55578" y="291655"/>
                  </a:lnTo>
                  <a:lnTo>
                    <a:pt x="59583" y="295131"/>
                  </a:lnTo>
                  <a:lnTo>
                    <a:pt x="63695" y="298478"/>
                  </a:lnTo>
                  <a:lnTo>
                    <a:pt x="67912" y="301693"/>
                  </a:lnTo>
                  <a:lnTo>
                    <a:pt x="72229" y="304773"/>
                  </a:lnTo>
                  <a:lnTo>
                    <a:pt x="76641" y="307714"/>
                  </a:lnTo>
                  <a:lnTo>
                    <a:pt x="81144" y="310514"/>
                  </a:lnTo>
                  <a:lnTo>
                    <a:pt x="85734" y="313170"/>
                  </a:lnTo>
                  <a:lnTo>
                    <a:pt x="90406" y="315678"/>
                  </a:lnTo>
                  <a:lnTo>
                    <a:pt x="95155" y="318038"/>
                  </a:lnTo>
                  <a:lnTo>
                    <a:pt x="99976" y="320245"/>
                  </a:lnTo>
                  <a:lnTo>
                    <a:pt x="104865" y="322299"/>
                  </a:lnTo>
                  <a:lnTo>
                    <a:pt x="109816" y="324196"/>
                  </a:lnTo>
                  <a:lnTo>
                    <a:pt x="114826" y="325935"/>
                  </a:lnTo>
                  <a:lnTo>
                    <a:pt x="119888" y="327515"/>
                  </a:lnTo>
                  <a:lnTo>
                    <a:pt x="124997" y="328933"/>
                  </a:lnTo>
                  <a:lnTo>
                    <a:pt x="130149" y="330189"/>
                  </a:lnTo>
                  <a:lnTo>
                    <a:pt x="135338" y="331280"/>
                  </a:lnTo>
                  <a:lnTo>
                    <a:pt x="140559" y="332206"/>
                  </a:lnTo>
                  <a:lnTo>
                    <a:pt x="145807" y="332967"/>
                  </a:lnTo>
                  <a:lnTo>
                    <a:pt x="151076" y="333560"/>
                  </a:lnTo>
                  <a:lnTo>
                    <a:pt x="156362" y="333986"/>
                  </a:lnTo>
                  <a:lnTo>
                    <a:pt x="161658" y="334244"/>
                  </a:lnTo>
                  <a:lnTo>
                    <a:pt x="166960" y="334334"/>
                  </a:lnTo>
                  <a:lnTo>
                    <a:pt x="172262" y="334256"/>
                  </a:lnTo>
                  <a:lnTo>
                    <a:pt x="177559" y="334010"/>
                  </a:lnTo>
                  <a:lnTo>
                    <a:pt x="182846" y="333596"/>
                  </a:lnTo>
                  <a:lnTo>
                    <a:pt x="188116" y="333014"/>
                  </a:lnTo>
                  <a:lnTo>
                    <a:pt x="193366" y="332266"/>
                  </a:lnTo>
                  <a:lnTo>
                    <a:pt x="198589" y="331351"/>
                  </a:lnTo>
                  <a:lnTo>
                    <a:pt x="203781" y="330271"/>
                  </a:lnTo>
                  <a:lnTo>
                    <a:pt x="208935" y="329027"/>
                  </a:lnTo>
                  <a:lnTo>
                    <a:pt x="214048" y="327620"/>
                  </a:lnTo>
                  <a:lnTo>
                    <a:pt x="219113" y="326052"/>
                  </a:lnTo>
                  <a:lnTo>
                    <a:pt x="224127" y="324324"/>
                  </a:lnTo>
                  <a:lnTo>
                    <a:pt x="229082" y="322438"/>
                  </a:lnTo>
                  <a:lnTo>
                    <a:pt x="233976" y="320395"/>
                  </a:lnTo>
                  <a:lnTo>
                    <a:pt x="238802" y="318199"/>
                  </a:lnTo>
                  <a:lnTo>
                    <a:pt x="243556" y="315850"/>
                  </a:lnTo>
                  <a:lnTo>
                    <a:pt x="248234" y="313352"/>
                  </a:lnTo>
                  <a:lnTo>
                    <a:pt x="252829" y="310706"/>
                  </a:lnTo>
                  <a:lnTo>
                    <a:pt x="257339" y="307917"/>
                  </a:lnTo>
                  <a:lnTo>
                    <a:pt x="261757" y="304985"/>
                  </a:lnTo>
                  <a:lnTo>
                    <a:pt x="266081" y="301915"/>
                  </a:lnTo>
                  <a:lnTo>
                    <a:pt x="270305" y="298710"/>
                  </a:lnTo>
                  <a:lnTo>
                    <a:pt x="274425" y="295372"/>
                  </a:lnTo>
                  <a:lnTo>
                    <a:pt x="278437" y="291905"/>
                  </a:lnTo>
                  <a:lnTo>
                    <a:pt x="282338" y="288312"/>
                  </a:lnTo>
                  <a:lnTo>
                    <a:pt x="286122" y="284598"/>
                  </a:lnTo>
                  <a:lnTo>
                    <a:pt x="289787" y="280765"/>
                  </a:lnTo>
                  <a:lnTo>
                    <a:pt x="293328" y="276818"/>
                  </a:lnTo>
                  <a:lnTo>
                    <a:pt x="296742" y="272761"/>
                  </a:lnTo>
                  <a:lnTo>
                    <a:pt x="300026" y="268598"/>
                  </a:lnTo>
                  <a:lnTo>
                    <a:pt x="303176" y="264332"/>
                  </a:lnTo>
                  <a:lnTo>
                    <a:pt x="306190" y="259969"/>
                  </a:lnTo>
                  <a:lnTo>
                    <a:pt x="309063" y="255512"/>
                  </a:lnTo>
                  <a:lnTo>
                    <a:pt x="311794" y="250967"/>
                  </a:lnTo>
                  <a:lnTo>
                    <a:pt x="314379" y="246337"/>
                  </a:lnTo>
                  <a:lnTo>
                    <a:pt x="316816" y="241627"/>
                  </a:lnTo>
                  <a:lnTo>
                    <a:pt x="319102" y="236843"/>
                  </a:lnTo>
                  <a:lnTo>
                    <a:pt x="321235" y="231988"/>
                  </a:lnTo>
                  <a:lnTo>
                    <a:pt x="323214" y="227069"/>
                  </a:lnTo>
                  <a:lnTo>
                    <a:pt x="325035" y="22208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157887" cy="54921"/>
            </a:xfrm>
            <a:custGeom>
              <a:avLst/>
              <a:pathLst>
                <a:path w="157887" h="54921">
                  <a:moveTo>
                    <a:pt x="157887" y="549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43291"/>
              <a:ext cx="167144" cy="92619"/>
            </a:xfrm>
            <a:custGeom>
              <a:avLst/>
              <a:pathLst>
                <a:path w="167144" h="92619">
                  <a:moveTo>
                    <a:pt x="157887" y="92619"/>
                  </a:moveTo>
                  <a:lnTo>
                    <a:pt x="159719" y="87038"/>
                  </a:lnTo>
                  <a:lnTo>
                    <a:pt x="161354" y="81396"/>
                  </a:lnTo>
                  <a:lnTo>
                    <a:pt x="162790" y="75701"/>
                  </a:lnTo>
                  <a:lnTo>
                    <a:pt x="164024" y="69958"/>
                  </a:lnTo>
                  <a:lnTo>
                    <a:pt x="165057" y="64176"/>
                  </a:lnTo>
                  <a:lnTo>
                    <a:pt x="165885" y="58361"/>
                  </a:lnTo>
                  <a:lnTo>
                    <a:pt x="166508" y="52520"/>
                  </a:lnTo>
                  <a:lnTo>
                    <a:pt x="166926" y="46661"/>
                  </a:lnTo>
                  <a:lnTo>
                    <a:pt x="167138" y="40791"/>
                  </a:lnTo>
                  <a:lnTo>
                    <a:pt x="167144" y="34917"/>
                  </a:lnTo>
                  <a:lnTo>
                    <a:pt x="166943" y="29047"/>
                  </a:lnTo>
                  <a:lnTo>
                    <a:pt x="166536" y="23187"/>
                  </a:lnTo>
                  <a:lnTo>
                    <a:pt x="165923" y="17345"/>
                  </a:lnTo>
                  <a:lnTo>
                    <a:pt x="165106" y="11529"/>
                  </a:lnTo>
                  <a:lnTo>
                    <a:pt x="164085" y="5744"/>
                  </a:lnTo>
                  <a:lnTo>
                    <a:pt x="162861" y="0"/>
                  </a:lnTo>
                  <a:lnTo>
                    <a:pt x="0" y="376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162861" cy="167167"/>
            </a:xfrm>
            <a:custGeom>
              <a:avLst/>
              <a:pathLst>
                <a:path w="162861" h="167167">
                  <a:moveTo>
                    <a:pt x="162861" y="129469"/>
                  </a:moveTo>
                  <a:lnTo>
                    <a:pt x="161539" y="124154"/>
                  </a:lnTo>
                  <a:lnTo>
                    <a:pt x="160043" y="118886"/>
                  </a:lnTo>
                  <a:lnTo>
                    <a:pt x="158375" y="113669"/>
                  </a:lnTo>
                  <a:lnTo>
                    <a:pt x="156538" y="108509"/>
                  </a:lnTo>
                  <a:lnTo>
                    <a:pt x="154532" y="103413"/>
                  </a:lnTo>
                  <a:lnTo>
                    <a:pt x="152361" y="98385"/>
                  </a:lnTo>
                  <a:lnTo>
                    <a:pt x="150026" y="93431"/>
                  </a:lnTo>
                  <a:lnTo>
                    <a:pt x="147530" y="88556"/>
                  </a:lnTo>
                  <a:lnTo>
                    <a:pt x="144876" y="83765"/>
                  </a:lnTo>
                  <a:lnTo>
                    <a:pt x="142066" y="79064"/>
                  </a:lnTo>
                  <a:lnTo>
                    <a:pt x="139103" y="74457"/>
                  </a:lnTo>
                  <a:lnTo>
                    <a:pt x="135992" y="69950"/>
                  </a:lnTo>
                  <a:lnTo>
                    <a:pt x="132734" y="65548"/>
                  </a:lnTo>
                  <a:lnTo>
                    <a:pt x="129334" y="61254"/>
                  </a:lnTo>
                  <a:lnTo>
                    <a:pt x="125795" y="57074"/>
                  </a:lnTo>
                  <a:lnTo>
                    <a:pt x="122121" y="53012"/>
                  </a:lnTo>
                  <a:lnTo>
                    <a:pt x="118316" y="49073"/>
                  </a:lnTo>
                  <a:lnTo>
                    <a:pt x="114384" y="45261"/>
                  </a:lnTo>
                  <a:lnTo>
                    <a:pt x="110329" y="41579"/>
                  </a:lnTo>
                  <a:lnTo>
                    <a:pt x="106156" y="38032"/>
                  </a:lnTo>
                  <a:lnTo>
                    <a:pt x="101869" y="34624"/>
                  </a:lnTo>
                  <a:lnTo>
                    <a:pt x="97472" y="31358"/>
                  </a:lnTo>
                  <a:lnTo>
                    <a:pt x="92971" y="28238"/>
                  </a:lnTo>
                  <a:lnTo>
                    <a:pt x="88370" y="25267"/>
                  </a:lnTo>
                  <a:lnTo>
                    <a:pt x="83674" y="22448"/>
                  </a:lnTo>
                  <a:lnTo>
                    <a:pt x="78888" y="19785"/>
                  </a:lnTo>
                  <a:lnTo>
                    <a:pt x="74018" y="17280"/>
                  </a:lnTo>
                  <a:lnTo>
                    <a:pt x="69068" y="14935"/>
                  </a:lnTo>
                  <a:lnTo>
                    <a:pt x="64044" y="12755"/>
                  </a:lnTo>
                  <a:lnTo>
                    <a:pt x="58952" y="10739"/>
                  </a:lnTo>
                  <a:lnTo>
                    <a:pt x="53796" y="8892"/>
                  </a:lnTo>
                  <a:lnTo>
                    <a:pt x="48582" y="7215"/>
                  </a:lnTo>
                  <a:lnTo>
                    <a:pt x="43316" y="5709"/>
                  </a:lnTo>
                  <a:lnTo>
                    <a:pt x="38004" y="4377"/>
                  </a:lnTo>
                  <a:lnTo>
                    <a:pt x="32651" y="3219"/>
                  </a:lnTo>
                  <a:lnTo>
                    <a:pt x="27263" y="2238"/>
                  </a:lnTo>
                  <a:lnTo>
                    <a:pt x="21845" y="1433"/>
                  </a:lnTo>
                  <a:lnTo>
                    <a:pt x="16404" y="806"/>
                  </a:lnTo>
                  <a:lnTo>
                    <a:pt x="10946" y="358"/>
                  </a:lnTo>
                  <a:lnTo>
                    <a:pt x="547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1853" y="3707720"/>
              <a:ext cx="174330" cy="334324"/>
            </a:xfrm>
            <a:custGeom>
              <a:avLst/>
              <a:pathLst>
                <a:path w="174330" h="334324">
                  <a:moveTo>
                    <a:pt x="167158" y="0"/>
                  </a:moveTo>
                  <a:lnTo>
                    <a:pt x="161835" y="84"/>
                  </a:lnTo>
                  <a:lnTo>
                    <a:pt x="156518" y="338"/>
                  </a:lnTo>
                  <a:lnTo>
                    <a:pt x="151212" y="762"/>
                  </a:lnTo>
                  <a:lnTo>
                    <a:pt x="145922" y="1354"/>
                  </a:lnTo>
                  <a:lnTo>
                    <a:pt x="140653" y="2114"/>
                  </a:lnTo>
                  <a:lnTo>
                    <a:pt x="135411" y="3042"/>
                  </a:lnTo>
                  <a:lnTo>
                    <a:pt x="130202" y="4136"/>
                  </a:lnTo>
                  <a:lnTo>
                    <a:pt x="125029" y="5395"/>
                  </a:lnTo>
                  <a:lnTo>
                    <a:pt x="119900" y="6818"/>
                  </a:lnTo>
                  <a:lnTo>
                    <a:pt x="114818" y="8404"/>
                  </a:lnTo>
                  <a:lnTo>
                    <a:pt x="109790" y="10151"/>
                  </a:lnTo>
                  <a:lnTo>
                    <a:pt x="104820" y="12058"/>
                  </a:lnTo>
                  <a:lnTo>
                    <a:pt x="99913" y="14121"/>
                  </a:lnTo>
                  <a:lnTo>
                    <a:pt x="95074" y="16340"/>
                  </a:lnTo>
                  <a:lnTo>
                    <a:pt x="90308" y="18711"/>
                  </a:lnTo>
                  <a:lnTo>
                    <a:pt x="85620" y="21233"/>
                  </a:lnTo>
                  <a:lnTo>
                    <a:pt x="81015" y="23904"/>
                  </a:lnTo>
                  <a:lnTo>
                    <a:pt x="76497" y="26719"/>
                  </a:lnTo>
                  <a:lnTo>
                    <a:pt x="72072" y="29677"/>
                  </a:lnTo>
                  <a:lnTo>
                    <a:pt x="67742" y="32774"/>
                  </a:lnTo>
                  <a:lnTo>
                    <a:pt x="63514" y="36008"/>
                  </a:lnTo>
                  <a:lnTo>
                    <a:pt x="59390" y="39374"/>
                  </a:lnTo>
                  <a:lnTo>
                    <a:pt x="55376" y="42870"/>
                  </a:lnTo>
                  <a:lnTo>
                    <a:pt x="51475" y="46492"/>
                  </a:lnTo>
                  <a:lnTo>
                    <a:pt x="47691" y="50237"/>
                  </a:lnTo>
                  <a:lnTo>
                    <a:pt x="44029" y="54100"/>
                  </a:lnTo>
                  <a:lnTo>
                    <a:pt x="40491" y="58078"/>
                  </a:lnTo>
                  <a:lnTo>
                    <a:pt x="37082" y="62166"/>
                  </a:lnTo>
                  <a:lnTo>
                    <a:pt x="33805" y="66361"/>
                  </a:lnTo>
                  <a:lnTo>
                    <a:pt x="30663" y="70658"/>
                  </a:lnTo>
                  <a:lnTo>
                    <a:pt x="27659" y="75053"/>
                  </a:lnTo>
                  <a:lnTo>
                    <a:pt x="24797" y="79541"/>
                  </a:lnTo>
                  <a:lnTo>
                    <a:pt x="22079" y="84118"/>
                  </a:lnTo>
                  <a:lnTo>
                    <a:pt x="19508" y="88780"/>
                  </a:lnTo>
                  <a:lnTo>
                    <a:pt x="17087" y="93520"/>
                  </a:lnTo>
                  <a:lnTo>
                    <a:pt x="14819" y="98336"/>
                  </a:lnTo>
                  <a:lnTo>
                    <a:pt x="12704" y="103221"/>
                  </a:lnTo>
                  <a:lnTo>
                    <a:pt x="10747" y="108171"/>
                  </a:lnTo>
                  <a:lnTo>
                    <a:pt x="8948" y="113181"/>
                  </a:lnTo>
                  <a:lnTo>
                    <a:pt x="7309" y="118246"/>
                  </a:lnTo>
                  <a:lnTo>
                    <a:pt x="5832" y="123361"/>
                  </a:lnTo>
                  <a:lnTo>
                    <a:pt x="4519" y="128519"/>
                  </a:lnTo>
                  <a:lnTo>
                    <a:pt x="3371" y="133717"/>
                  </a:lnTo>
                  <a:lnTo>
                    <a:pt x="2389" y="138949"/>
                  </a:lnTo>
                  <a:lnTo>
                    <a:pt x="1574" y="144210"/>
                  </a:lnTo>
                  <a:lnTo>
                    <a:pt x="927" y="149493"/>
                  </a:lnTo>
                  <a:lnTo>
                    <a:pt x="449" y="154795"/>
                  </a:lnTo>
                  <a:lnTo>
                    <a:pt x="140" y="160109"/>
                  </a:lnTo>
                  <a:lnTo>
                    <a:pt x="0" y="165431"/>
                  </a:lnTo>
                  <a:lnTo>
                    <a:pt x="29" y="170754"/>
                  </a:lnTo>
                  <a:lnTo>
                    <a:pt x="228" y="176073"/>
                  </a:lnTo>
                  <a:lnTo>
                    <a:pt x="596" y="181384"/>
                  </a:lnTo>
                  <a:lnTo>
                    <a:pt x="1133" y="186680"/>
                  </a:lnTo>
                  <a:lnTo>
                    <a:pt x="1839" y="191956"/>
                  </a:lnTo>
                  <a:lnTo>
                    <a:pt x="2712" y="197207"/>
                  </a:lnTo>
                  <a:lnTo>
                    <a:pt x="3752" y="202428"/>
                  </a:lnTo>
                  <a:lnTo>
                    <a:pt x="4957" y="207613"/>
                  </a:lnTo>
                  <a:lnTo>
                    <a:pt x="6327" y="212757"/>
                  </a:lnTo>
                  <a:lnTo>
                    <a:pt x="7860" y="217855"/>
                  </a:lnTo>
                  <a:lnTo>
                    <a:pt x="9555" y="222901"/>
                  </a:lnTo>
                  <a:lnTo>
                    <a:pt x="11409" y="227891"/>
                  </a:lnTo>
                  <a:lnTo>
                    <a:pt x="13422" y="232819"/>
                  </a:lnTo>
                  <a:lnTo>
                    <a:pt x="15590" y="237681"/>
                  </a:lnTo>
                  <a:lnTo>
                    <a:pt x="17912" y="242471"/>
                  </a:lnTo>
                  <a:lnTo>
                    <a:pt x="20385" y="247184"/>
                  </a:lnTo>
                  <a:lnTo>
                    <a:pt x="23008" y="251817"/>
                  </a:lnTo>
                  <a:lnTo>
                    <a:pt x="25776" y="256364"/>
                  </a:lnTo>
                  <a:lnTo>
                    <a:pt x="28688" y="260820"/>
                  </a:lnTo>
                  <a:lnTo>
                    <a:pt x="31740" y="265182"/>
                  </a:lnTo>
                  <a:lnTo>
                    <a:pt x="34929" y="269444"/>
                  </a:lnTo>
                  <a:lnTo>
                    <a:pt x="38253" y="273602"/>
                  </a:lnTo>
                  <a:lnTo>
                    <a:pt x="41707" y="277652"/>
                  </a:lnTo>
                  <a:lnTo>
                    <a:pt x="45288" y="281590"/>
                  </a:lnTo>
                  <a:lnTo>
                    <a:pt x="48993" y="285413"/>
                  </a:lnTo>
                  <a:lnTo>
                    <a:pt x="52818" y="289115"/>
                  </a:lnTo>
                  <a:lnTo>
                    <a:pt x="56759" y="292694"/>
                  </a:lnTo>
                  <a:lnTo>
                    <a:pt x="60812" y="296145"/>
                  </a:lnTo>
                  <a:lnTo>
                    <a:pt x="64972" y="299466"/>
                  </a:lnTo>
                  <a:lnTo>
                    <a:pt x="69236" y="302652"/>
                  </a:lnTo>
                  <a:lnTo>
                    <a:pt x="73600" y="305702"/>
                  </a:lnTo>
                  <a:lnTo>
                    <a:pt x="78058" y="308610"/>
                  </a:lnTo>
                  <a:lnTo>
                    <a:pt x="82607" y="311375"/>
                  </a:lnTo>
                  <a:lnTo>
                    <a:pt x="87241" y="313994"/>
                  </a:lnTo>
                  <a:lnTo>
                    <a:pt x="91957" y="316464"/>
                  </a:lnTo>
                  <a:lnTo>
                    <a:pt x="96748" y="318783"/>
                  </a:lnTo>
                  <a:lnTo>
                    <a:pt x="101612" y="320948"/>
                  </a:lnTo>
                  <a:lnTo>
                    <a:pt x="106541" y="322957"/>
                  </a:lnTo>
                  <a:lnTo>
                    <a:pt x="111532" y="324808"/>
                  </a:lnTo>
                  <a:lnTo>
                    <a:pt x="116580" y="326499"/>
                  </a:lnTo>
                  <a:lnTo>
                    <a:pt x="121678" y="328029"/>
                  </a:lnTo>
                  <a:lnTo>
                    <a:pt x="126823" y="329395"/>
                  </a:lnTo>
                  <a:lnTo>
                    <a:pt x="132009" y="330597"/>
                  </a:lnTo>
                  <a:lnTo>
                    <a:pt x="137230" y="331634"/>
                  </a:lnTo>
                  <a:lnTo>
                    <a:pt x="142482" y="332503"/>
                  </a:lnTo>
                  <a:lnTo>
                    <a:pt x="147759" y="333205"/>
                  </a:lnTo>
                  <a:lnTo>
                    <a:pt x="153055" y="333738"/>
                  </a:lnTo>
                  <a:lnTo>
                    <a:pt x="158366" y="334103"/>
                  </a:lnTo>
                  <a:lnTo>
                    <a:pt x="163686" y="334298"/>
                  </a:lnTo>
                  <a:lnTo>
                    <a:pt x="169009" y="334324"/>
                  </a:lnTo>
                  <a:lnTo>
                    <a:pt x="174330" y="33418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8219"/>
              <a:ext cx="167167" cy="333682"/>
            </a:xfrm>
            <a:custGeom>
              <a:avLst/>
              <a:pathLst>
                <a:path w="167167" h="333682">
                  <a:moveTo>
                    <a:pt x="7172" y="333682"/>
                  </a:moveTo>
                  <a:lnTo>
                    <a:pt x="12479" y="333369"/>
                  </a:lnTo>
                  <a:lnTo>
                    <a:pt x="17774" y="332888"/>
                  </a:lnTo>
                  <a:lnTo>
                    <a:pt x="23050" y="332239"/>
                  </a:lnTo>
                  <a:lnTo>
                    <a:pt x="28304" y="331422"/>
                  </a:lnTo>
                  <a:lnTo>
                    <a:pt x="33528" y="330439"/>
                  </a:lnTo>
                  <a:lnTo>
                    <a:pt x="38719" y="329290"/>
                  </a:lnTo>
                  <a:lnTo>
                    <a:pt x="43871" y="327976"/>
                  </a:lnTo>
                  <a:lnTo>
                    <a:pt x="48978" y="326500"/>
                  </a:lnTo>
                  <a:lnTo>
                    <a:pt x="54036" y="324861"/>
                  </a:lnTo>
                  <a:lnTo>
                    <a:pt x="59039" y="323063"/>
                  </a:lnTo>
                  <a:lnTo>
                    <a:pt x="63982" y="321107"/>
                  </a:lnTo>
                  <a:lnTo>
                    <a:pt x="68861" y="318994"/>
                  </a:lnTo>
                  <a:lnTo>
                    <a:pt x="73670" y="316727"/>
                  </a:lnTo>
                  <a:lnTo>
                    <a:pt x="78404" y="314309"/>
                  </a:lnTo>
                  <a:lnTo>
                    <a:pt x="83059" y="311741"/>
                  </a:lnTo>
                  <a:lnTo>
                    <a:pt x="87631" y="309026"/>
                  </a:lnTo>
                  <a:lnTo>
                    <a:pt x="92113" y="306168"/>
                  </a:lnTo>
                  <a:lnTo>
                    <a:pt x="96503" y="303168"/>
                  </a:lnTo>
                  <a:lnTo>
                    <a:pt x="100794" y="300030"/>
                  </a:lnTo>
                  <a:lnTo>
                    <a:pt x="104984" y="296758"/>
                  </a:lnTo>
                  <a:lnTo>
                    <a:pt x="109068" y="293353"/>
                  </a:lnTo>
                  <a:lnTo>
                    <a:pt x="113041" y="289821"/>
                  </a:lnTo>
                  <a:lnTo>
                    <a:pt x="116900" y="286164"/>
                  </a:lnTo>
                  <a:lnTo>
                    <a:pt x="120641" y="282386"/>
                  </a:lnTo>
                  <a:lnTo>
                    <a:pt x="124259" y="278492"/>
                  </a:lnTo>
                  <a:lnTo>
                    <a:pt x="127752" y="274484"/>
                  </a:lnTo>
                  <a:lnTo>
                    <a:pt x="131116" y="270367"/>
                  </a:lnTo>
                  <a:lnTo>
                    <a:pt x="134347" y="266145"/>
                  </a:lnTo>
                  <a:lnTo>
                    <a:pt x="137443" y="261822"/>
                  </a:lnTo>
                  <a:lnTo>
                    <a:pt x="140399" y="257404"/>
                  </a:lnTo>
                  <a:lnTo>
                    <a:pt x="143213" y="252893"/>
                  </a:lnTo>
                  <a:lnTo>
                    <a:pt x="145883" y="248296"/>
                  </a:lnTo>
                  <a:lnTo>
                    <a:pt x="148405" y="243615"/>
                  </a:lnTo>
                  <a:lnTo>
                    <a:pt x="150777" y="238857"/>
                  </a:lnTo>
                  <a:lnTo>
                    <a:pt x="152996" y="234026"/>
                  </a:lnTo>
                  <a:lnTo>
                    <a:pt x="155060" y="229127"/>
                  </a:lnTo>
                  <a:lnTo>
                    <a:pt x="156968" y="224165"/>
                  </a:lnTo>
                  <a:lnTo>
                    <a:pt x="158717" y="219144"/>
                  </a:lnTo>
                  <a:lnTo>
                    <a:pt x="160305" y="214070"/>
                  </a:lnTo>
                  <a:lnTo>
                    <a:pt x="161732" y="208949"/>
                  </a:lnTo>
                  <a:lnTo>
                    <a:pt x="162994" y="203785"/>
                  </a:lnTo>
                  <a:lnTo>
                    <a:pt x="164092" y="198583"/>
                  </a:lnTo>
                  <a:lnTo>
                    <a:pt x="165024" y="193349"/>
                  </a:lnTo>
                  <a:lnTo>
                    <a:pt x="165789" y="188087"/>
                  </a:lnTo>
                  <a:lnTo>
                    <a:pt x="166386" y="182805"/>
                  </a:lnTo>
                  <a:lnTo>
                    <a:pt x="166815" y="177506"/>
                  </a:lnTo>
                  <a:lnTo>
                    <a:pt x="167076" y="172195"/>
                  </a:lnTo>
                  <a:lnTo>
                    <a:pt x="167167" y="166880"/>
                  </a:lnTo>
                  <a:lnTo>
                    <a:pt x="167089" y="161564"/>
                  </a:lnTo>
                  <a:lnTo>
                    <a:pt x="166842" y="156253"/>
                  </a:lnTo>
                  <a:lnTo>
                    <a:pt x="166427" y="150953"/>
                  </a:lnTo>
                  <a:lnTo>
                    <a:pt x="165843" y="145669"/>
                  </a:lnTo>
                  <a:lnTo>
                    <a:pt x="165091" y="140406"/>
                  </a:lnTo>
                  <a:lnTo>
                    <a:pt x="164172" y="135169"/>
                  </a:lnTo>
                  <a:lnTo>
                    <a:pt x="163088" y="129965"/>
                  </a:lnTo>
                  <a:lnTo>
                    <a:pt x="161838" y="124797"/>
                  </a:lnTo>
                  <a:lnTo>
                    <a:pt x="160425" y="119672"/>
                  </a:lnTo>
                  <a:lnTo>
                    <a:pt x="158849" y="114594"/>
                  </a:lnTo>
                  <a:lnTo>
                    <a:pt x="157113" y="109569"/>
                  </a:lnTo>
                  <a:lnTo>
                    <a:pt x="155218" y="104602"/>
                  </a:lnTo>
                  <a:lnTo>
                    <a:pt x="153166" y="99698"/>
                  </a:lnTo>
                  <a:lnTo>
                    <a:pt x="150959" y="94861"/>
                  </a:lnTo>
                  <a:lnTo>
                    <a:pt x="148599" y="90097"/>
                  </a:lnTo>
                  <a:lnTo>
                    <a:pt x="146089" y="85411"/>
                  </a:lnTo>
                  <a:lnTo>
                    <a:pt x="143431" y="80806"/>
                  </a:lnTo>
                  <a:lnTo>
                    <a:pt x="140628" y="76289"/>
                  </a:lnTo>
                  <a:lnTo>
                    <a:pt x="137683" y="71862"/>
                  </a:lnTo>
                  <a:lnTo>
                    <a:pt x="134599" y="67532"/>
                  </a:lnTo>
                  <a:lnTo>
                    <a:pt x="131378" y="63302"/>
                  </a:lnTo>
                  <a:lnTo>
                    <a:pt x="128025" y="59177"/>
                  </a:lnTo>
                  <a:lnTo>
                    <a:pt x="124542" y="55160"/>
                  </a:lnTo>
                  <a:lnTo>
                    <a:pt x="120933" y="51256"/>
                  </a:lnTo>
                  <a:lnTo>
                    <a:pt x="117202" y="47469"/>
                  </a:lnTo>
                  <a:lnTo>
                    <a:pt x="113352" y="43802"/>
                  </a:lnTo>
                  <a:lnTo>
                    <a:pt x="109388" y="40260"/>
                  </a:lnTo>
                  <a:lnTo>
                    <a:pt x="105313" y="36845"/>
                  </a:lnTo>
                  <a:lnTo>
                    <a:pt x="101131" y="33562"/>
                  </a:lnTo>
                  <a:lnTo>
                    <a:pt x="96848" y="30413"/>
                  </a:lnTo>
                  <a:lnTo>
                    <a:pt x="92466" y="27403"/>
                  </a:lnTo>
                  <a:lnTo>
                    <a:pt x="87990" y="24533"/>
                  </a:lnTo>
                  <a:lnTo>
                    <a:pt x="83426" y="21807"/>
                  </a:lnTo>
                  <a:lnTo>
                    <a:pt x="78778" y="19227"/>
                  </a:lnTo>
                  <a:lnTo>
                    <a:pt x="74049" y="16796"/>
                  </a:lnTo>
                  <a:lnTo>
                    <a:pt x="69246" y="14518"/>
                  </a:lnTo>
                  <a:lnTo>
                    <a:pt x="64373" y="12392"/>
                  </a:lnTo>
                  <a:lnTo>
                    <a:pt x="59434" y="10424"/>
                  </a:lnTo>
                  <a:lnTo>
                    <a:pt x="54436" y="8613"/>
                  </a:lnTo>
                  <a:lnTo>
                    <a:pt x="49382" y="6961"/>
                  </a:lnTo>
                  <a:lnTo>
                    <a:pt x="44279" y="5472"/>
                  </a:lnTo>
                  <a:lnTo>
                    <a:pt x="39130" y="4145"/>
                  </a:lnTo>
                  <a:lnTo>
                    <a:pt x="33943" y="2983"/>
                  </a:lnTo>
                  <a:lnTo>
                    <a:pt x="28720" y="1987"/>
                  </a:lnTo>
                  <a:lnTo>
                    <a:pt x="23469" y="1157"/>
                  </a:lnTo>
                  <a:lnTo>
                    <a:pt x="18194" y="494"/>
                  </a:lnTo>
                  <a:lnTo>
                    <a:pt x="12901" y="0"/>
                  </a:lnTo>
                  <a:lnTo>
                    <a:pt x="0" y="1666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12901" cy="167167"/>
            </a:xfrm>
            <a:custGeom>
              <a:avLst/>
              <a:pathLst>
                <a:path w="12901" h="167167">
                  <a:moveTo>
                    <a:pt x="12901" y="49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tx81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2025-06-05T13:01:14Z</dcterms:modified>
  <cp:category/>
</cp:coreProperties>
</file>