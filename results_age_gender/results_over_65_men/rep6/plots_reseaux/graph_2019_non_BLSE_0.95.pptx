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158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62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20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7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68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117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14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090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59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4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335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14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4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02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95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87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722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304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033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5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28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61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627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045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39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19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631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47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204" y="3170392"/>
              <a:ext cx="1574" cy="167167"/>
            </a:xfrm>
            <a:custGeom>
              <a:avLst/>
              <a:pathLst>
                <a:path w="1574" h="167167">
                  <a:moveTo>
                    <a:pt x="1574" y="0"/>
                  </a:moveTo>
                  <a:lnTo>
                    <a:pt x="0" y="7"/>
                  </a:lnTo>
                  <a:lnTo>
                    <a:pt x="157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2204" y="3170399"/>
              <a:ext cx="1574" cy="167160"/>
            </a:xfrm>
            <a:custGeom>
              <a:avLst/>
              <a:pathLst>
                <a:path w="1574" h="167160">
                  <a:moveTo>
                    <a:pt x="0" y="0"/>
                  </a:moveTo>
                  <a:lnTo>
                    <a:pt x="1574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6" y="3170399"/>
              <a:ext cx="334322" cy="334322"/>
            </a:xfrm>
            <a:custGeom>
              <a:avLst/>
              <a:pathLst>
                <a:path w="334322" h="334322">
                  <a:moveTo>
                    <a:pt x="165588" y="0"/>
                  </a:moveTo>
                  <a:lnTo>
                    <a:pt x="160288" y="133"/>
                  </a:lnTo>
                  <a:lnTo>
                    <a:pt x="154996" y="435"/>
                  </a:lnTo>
                  <a:lnTo>
                    <a:pt x="149716" y="905"/>
                  </a:lnTo>
                  <a:lnTo>
                    <a:pt x="144453" y="1542"/>
                  </a:lnTo>
                  <a:lnTo>
                    <a:pt x="139213" y="2345"/>
                  </a:lnTo>
                  <a:lnTo>
                    <a:pt x="134001" y="3314"/>
                  </a:lnTo>
                  <a:lnTo>
                    <a:pt x="128823" y="4448"/>
                  </a:lnTo>
                  <a:lnTo>
                    <a:pt x="123683" y="5745"/>
                  </a:lnTo>
                  <a:lnTo>
                    <a:pt x="118587" y="7205"/>
                  </a:lnTo>
                  <a:lnTo>
                    <a:pt x="113540" y="8826"/>
                  </a:lnTo>
                  <a:lnTo>
                    <a:pt x="108546" y="10606"/>
                  </a:lnTo>
                  <a:lnTo>
                    <a:pt x="103612" y="12543"/>
                  </a:lnTo>
                  <a:lnTo>
                    <a:pt x="98742" y="14636"/>
                  </a:lnTo>
                  <a:lnTo>
                    <a:pt x="93940" y="16882"/>
                  </a:lnTo>
                  <a:lnTo>
                    <a:pt x="89212" y="19279"/>
                  </a:lnTo>
                  <a:lnTo>
                    <a:pt x="84562" y="21825"/>
                  </a:lnTo>
                  <a:lnTo>
                    <a:pt x="79996" y="24517"/>
                  </a:lnTo>
                  <a:lnTo>
                    <a:pt x="75517" y="27352"/>
                  </a:lnTo>
                  <a:lnTo>
                    <a:pt x="71130" y="30329"/>
                  </a:lnTo>
                  <a:lnTo>
                    <a:pt x="66840" y="33442"/>
                  </a:lnTo>
                  <a:lnTo>
                    <a:pt x="62650" y="36690"/>
                  </a:lnTo>
                  <a:lnTo>
                    <a:pt x="58566" y="40070"/>
                  </a:lnTo>
                  <a:lnTo>
                    <a:pt x="54591" y="43577"/>
                  </a:lnTo>
                  <a:lnTo>
                    <a:pt x="50729" y="47208"/>
                  </a:lnTo>
                  <a:lnTo>
                    <a:pt x="46984" y="50961"/>
                  </a:lnTo>
                  <a:lnTo>
                    <a:pt x="43360" y="54829"/>
                  </a:lnTo>
                  <a:lnTo>
                    <a:pt x="39861" y="58811"/>
                  </a:lnTo>
                  <a:lnTo>
                    <a:pt x="36490" y="62902"/>
                  </a:lnTo>
                  <a:lnTo>
                    <a:pt x="33250" y="67098"/>
                  </a:lnTo>
                  <a:lnTo>
                    <a:pt x="30144" y="71394"/>
                  </a:lnTo>
                  <a:lnTo>
                    <a:pt x="27177" y="75787"/>
                  </a:lnTo>
                  <a:lnTo>
                    <a:pt x="24350" y="80271"/>
                  </a:lnTo>
                  <a:lnTo>
                    <a:pt x="21667" y="84843"/>
                  </a:lnTo>
                  <a:lnTo>
                    <a:pt x="19130" y="89498"/>
                  </a:lnTo>
                  <a:lnTo>
                    <a:pt x="16742" y="94230"/>
                  </a:lnTo>
                  <a:lnTo>
                    <a:pt x="14505" y="99036"/>
                  </a:lnTo>
                  <a:lnTo>
                    <a:pt x="12422" y="103911"/>
                  </a:lnTo>
                  <a:lnTo>
                    <a:pt x="10494" y="108849"/>
                  </a:lnTo>
                  <a:lnTo>
                    <a:pt x="8724" y="113846"/>
                  </a:lnTo>
                  <a:lnTo>
                    <a:pt x="7113" y="118896"/>
                  </a:lnTo>
                  <a:lnTo>
                    <a:pt x="5664" y="123995"/>
                  </a:lnTo>
                  <a:lnTo>
                    <a:pt x="4376" y="129138"/>
                  </a:lnTo>
                  <a:lnTo>
                    <a:pt x="3253" y="134318"/>
                  </a:lnTo>
                  <a:lnTo>
                    <a:pt x="2294" y="139532"/>
                  </a:lnTo>
                  <a:lnTo>
                    <a:pt x="1501" y="144773"/>
                  </a:lnTo>
                  <a:lnTo>
                    <a:pt x="874" y="150037"/>
                  </a:lnTo>
                  <a:lnTo>
                    <a:pt x="415" y="155318"/>
                  </a:lnTo>
                  <a:lnTo>
                    <a:pt x="123" y="160611"/>
                  </a:lnTo>
                  <a:lnTo>
                    <a:pt x="0" y="165911"/>
                  </a:lnTo>
                  <a:lnTo>
                    <a:pt x="44" y="171212"/>
                  </a:lnTo>
                  <a:lnTo>
                    <a:pt x="256" y="176509"/>
                  </a:lnTo>
                  <a:lnTo>
                    <a:pt x="637" y="181796"/>
                  </a:lnTo>
                  <a:lnTo>
                    <a:pt x="1185" y="187069"/>
                  </a:lnTo>
                  <a:lnTo>
                    <a:pt x="1899" y="192322"/>
                  </a:lnTo>
                  <a:lnTo>
                    <a:pt x="2780" y="197549"/>
                  </a:lnTo>
                  <a:lnTo>
                    <a:pt x="3826" y="202746"/>
                  </a:lnTo>
                  <a:lnTo>
                    <a:pt x="5037" y="207907"/>
                  </a:lnTo>
                  <a:lnTo>
                    <a:pt x="6410" y="213027"/>
                  </a:lnTo>
                  <a:lnTo>
                    <a:pt x="7946" y="218101"/>
                  </a:lnTo>
                  <a:lnTo>
                    <a:pt x="9641" y="223123"/>
                  </a:lnTo>
                  <a:lnTo>
                    <a:pt x="11494" y="228090"/>
                  </a:lnTo>
                  <a:lnTo>
                    <a:pt x="13505" y="232995"/>
                  </a:lnTo>
                  <a:lnTo>
                    <a:pt x="15669" y="237834"/>
                  </a:lnTo>
                  <a:lnTo>
                    <a:pt x="17986" y="242602"/>
                  </a:lnTo>
                  <a:lnTo>
                    <a:pt x="20453" y="247294"/>
                  </a:lnTo>
                  <a:lnTo>
                    <a:pt x="23068" y="251905"/>
                  </a:lnTo>
                  <a:lnTo>
                    <a:pt x="25828" y="256431"/>
                  </a:lnTo>
                  <a:lnTo>
                    <a:pt x="28729" y="260868"/>
                  </a:lnTo>
                  <a:lnTo>
                    <a:pt x="31770" y="265210"/>
                  </a:lnTo>
                  <a:lnTo>
                    <a:pt x="34947" y="269454"/>
                  </a:lnTo>
                  <a:lnTo>
                    <a:pt x="38257" y="273594"/>
                  </a:lnTo>
                  <a:lnTo>
                    <a:pt x="41696" y="277628"/>
                  </a:lnTo>
                  <a:lnTo>
                    <a:pt x="45262" y="281551"/>
                  </a:lnTo>
                  <a:lnTo>
                    <a:pt x="48950" y="285358"/>
                  </a:lnTo>
                  <a:lnTo>
                    <a:pt x="52758" y="289047"/>
                  </a:lnTo>
                  <a:lnTo>
                    <a:pt x="56680" y="292613"/>
                  </a:lnTo>
                  <a:lnTo>
                    <a:pt x="60713" y="296053"/>
                  </a:lnTo>
                  <a:lnTo>
                    <a:pt x="64854" y="299363"/>
                  </a:lnTo>
                  <a:lnTo>
                    <a:pt x="69097" y="302541"/>
                  </a:lnTo>
                  <a:lnTo>
                    <a:pt x="73439" y="305582"/>
                  </a:lnTo>
                  <a:lnTo>
                    <a:pt x="77875" y="308484"/>
                  </a:lnTo>
                  <a:lnTo>
                    <a:pt x="82401" y="311244"/>
                  </a:lnTo>
                  <a:lnTo>
                    <a:pt x="87012" y="313859"/>
                  </a:lnTo>
                  <a:lnTo>
                    <a:pt x="91704" y="316327"/>
                  </a:lnTo>
                  <a:lnTo>
                    <a:pt x="96471" y="318645"/>
                  </a:lnTo>
                  <a:lnTo>
                    <a:pt x="101310" y="320810"/>
                  </a:lnTo>
                  <a:lnTo>
                    <a:pt x="106215" y="322821"/>
                  </a:lnTo>
                  <a:lnTo>
                    <a:pt x="111181" y="324675"/>
                  </a:lnTo>
                  <a:lnTo>
                    <a:pt x="116203" y="326371"/>
                  </a:lnTo>
                  <a:lnTo>
                    <a:pt x="121277" y="327906"/>
                  </a:lnTo>
                  <a:lnTo>
                    <a:pt x="126397" y="329280"/>
                  </a:lnTo>
                  <a:lnTo>
                    <a:pt x="131558" y="330491"/>
                  </a:lnTo>
                  <a:lnTo>
                    <a:pt x="136755" y="331538"/>
                  </a:lnTo>
                  <a:lnTo>
                    <a:pt x="141982" y="332420"/>
                  </a:lnTo>
                  <a:lnTo>
                    <a:pt x="147234" y="333135"/>
                  </a:lnTo>
                  <a:lnTo>
                    <a:pt x="152507" y="333683"/>
                  </a:lnTo>
                  <a:lnTo>
                    <a:pt x="157794" y="334064"/>
                  </a:lnTo>
                  <a:lnTo>
                    <a:pt x="163091" y="334277"/>
                  </a:lnTo>
                  <a:lnTo>
                    <a:pt x="168392" y="334322"/>
                  </a:lnTo>
                  <a:lnTo>
                    <a:pt x="173692" y="334199"/>
                  </a:lnTo>
                  <a:lnTo>
                    <a:pt x="178985" y="333908"/>
                  </a:lnTo>
                  <a:lnTo>
                    <a:pt x="184266" y="333450"/>
                  </a:lnTo>
                  <a:lnTo>
                    <a:pt x="189530" y="332824"/>
                  </a:lnTo>
                  <a:lnTo>
                    <a:pt x="194771" y="332031"/>
                  </a:lnTo>
                  <a:lnTo>
                    <a:pt x="199985" y="331073"/>
                  </a:lnTo>
                  <a:lnTo>
                    <a:pt x="205166" y="329950"/>
                  </a:lnTo>
                  <a:lnTo>
                    <a:pt x="210308" y="328663"/>
                  </a:lnTo>
                  <a:lnTo>
                    <a:pt x="215408" y="327214"/>
                  </a:lnTo>
                  <a:lnTo>
                    <a:pt x="220458" y="325604"/>
                  </a:lnTo>
                  <a:lnTo>
                    <a:pt x="225455" y="323834"/>
                  </a:lnTo>
                  <a:lnTo>
                    <a:pt x="230394" y="321907"/>
                  </a:lnTo>
                  <a:lnTo>
                    <a:pt x="235268" y="319824"/>
                  </a:lnTo>
                  <a:lnTo>
                    <a:pt x="240075" y="317588"/>
                  </a:lnTo>
                  <a:lnTo>
                    <a:pt x="244808" y="315201"/>
                  </a:lnTo>
                  <a:lnTo>
                    <a:pt x="249463" y="312664"/>
                  </a:lnTo>
                  <a:lnTo>
                    <a:pt x="254035" y="309982"/>
                  </a:lnTo>
                  <a:lnTo>
                    <a:pt x="258519" y="307155"/>
                  </a:lnTo>
                  <a:lnTo>
                    <a:pt x="262912" y="304188"/>
                  </a:lnTo>
                  <a:lnTo>
                    <a:pt x="267209" y="301083"/>
                  </a:lnTo>
                  <a:lnTo>
                    <a:pt x="271405" y="297844"/>
                  </a:lnTo>
                  <a:lnTo>
                    <a:pt x="275496" y="294473"/>
                  </a:lnTo>
                  <a:lnTo>
                    <a:pt x="279479" y="290974"/>
                  </a:lnTo>
                  <a:lnTo>
                    <a:pt x="283348" y="287350"/>
                  </a:lnTo>
                  <a:lnTo>
                    <a:pt x="287100" y="283606"/>
                  </a:lnTo>
                  <a:lnTo>
                    <a:pt x="290732" y="279745"/>
                  </a:lnTo>
                  <a:lnTo>
                    <a:pt x="294240" y="275770"/>
                  </a:lnTo>
                  <a:lnTo>
                    <a:pt x="297620" y="271686"/>
                  </a:lnTo>
                  <a:lnTo>
                    <a:pt x="300868" y="267497"/>
                  </a:lnTo>
                  <a:lnTo>
                    <a:pt x="303983" y="263207"/>
                  </a:lnTo>
                  <a:lnTo>
                    <a:pt x="306959" y="258821"/>
                  </a:lnTo>
                  <a:lnTo>
                    <a:pt x="309795" y="254342"/>
                  </a:lnTo>
                  <a:lnTo>
                    <a:pt x="312488" y="249776"/>
                  </a:lnTo>
                  <a:lnTo>
                    <a:pt x="315034" y="245126"/>
                  </a:lnTo>
                  <a:lnTo>
                    <a:pt x="317432" y="240399"/>
                  </a:lnTo>
                  <a:lnTo>
                    <a:pt x="319679" y="235597"/>
                  </a:lnTo>
                  <a:lnTo>
                    <a:pt x="321772" y="230727"/>
                  </a:lnTo>
                  <a:lnTo>
                    <a:pt x="323710" y="225793"/>
                  </a:lnTo>
                  <a:lnTo>
                    <a:pt x="325490" y="220800"/>
                  </a:lnTo>
                  <a:lnTo>
                    <a:pt x="327111" y="215753"/>
                  </a:lnTo>
                  <a:lnTo>
                    <a:pt x="328572" y="210657"/>
                  </a:lnTo>
                  <a:lnTo>
                    <a:pt x="329870" y="205517"/>
                  </a:lnTo>
                  <a:lnTo>
                    <a:pt x="331004" y="200339"/>
                  </a:lnTo>
                  <a:lnTo>
                    <a:pt x="331974" y="195127"/>
                  </a:lnTo>
                  <a:lnTo>
                    <a:pt x="332778" y="189887"/>
                  </a:lnTo>
                  <a:lnTo>
                    <a:pt x="333415" y="184625"/>
                  </a:lnTo>
                  <a:lnTo>
                    <a:pt x="333885" y="179344"/>
                  </a:lnTo>
                  <a:lnTo>
                    <a:pt x="334188" y="174052"/>
                  </a:lnTo>
                  <a:lnTo>
                    <a:pt x="334322" y="168753"/>
                  </a:lnTo>
                  <a:lnTo>
                    <a:pt x="334289" y="163452"/>
                  </a:lnTo>
                  <a:lnTo>
                    <a:pt x="334087" y="158154"/>
                  </a:lnTo>
                  <a:lnTo>
                    <a:pt x="333718" y="152866"/>
                  </a:lnTo>
                  <a:lnTo>
                    <a:pt x="333181" y="147593"/>
                  </a:lnTo>
                  <a:lnTo>
                    <a:pt x="332477" y="142338"/>
                  </a:lnTo>
                  <a:lnTo>
                    <a:pt x="331607" y="137109"/>
                  </a:lnTo>
                  <a:lnTo>
                    <a:pt x="330571" y="131910"/>
                  </a:lnTo>
                  <a:lnTo>
                    <a:pt x="329371" y="126747"/>
                  </a:lnTo>
                  <a:lnTo>
                    <a:pt x="328008" y="121624"/>
                  </a:lnTo>
                  <a:lnTo>
                    <a:pt x="326484" y="116547"/>
                  </a:lnTo>
                  <a:lnTo>
                    <a:pt x="324799" y="111521"/>
                  </a:lnTo>
                  <a:lnTo>
                    <a:pt x="322955" y="106550"/>
                  </a:lnTo>
                  <a:lnTo>
                    <a:pt x="320955" y="101641"/>
                  </a:lnTo>
                  <a:lnTo>
                    <a:pt x="318801" y="96798"/>
                  </a:lnTo>
                  <a:lnTo>
                    <a:pt x="316493" y="92025"/>
                  </a:lnTo>
                  <a:lnTo>
                    <a:pt x="314036" y="87328"/>
                  </a:lnTo>
                  <a:lnTo>
                    <a:pt x="311431" y="82711"/>
                  </a:lnTo>
                  <a:lnTo>
                    <a:pt x="308681" y="78179"/>
                  </a:lnTo>
                  <a:lnTo>
                    <a:pt x="305788" y="73737"/>
                  </a:lnTo>
                  <a:lnTo>
                    <a:pt x="302756" y="69389"/>
                  </a:lnTo>
                  <a:lnTo>
                    <a:pt x="299588" y="65138"/>
                  </a:lnTo>
                  <a:lnTo>
                    <a:pt x="296287" y="60991"/>
                  </a:lnTo>
                  <a:lnTo>
                    <a:pt x="292856" y="56950"/>
                  </a:lnTo>
                  <a:lnTo>
                    <a:pt x="289298" y="53020"/>
                  </a:lnTo>
                  <a:lnTo>
                    <a:pt x="285618" y="49205"/>
                  </a:lnTo>
                  <a:lnTo>
                    <a:pt x="281818" y="45508"/>
                  </a:lnTo>
                  <a:lnTo>
                    <a:pt x="277903" y="41934"/>
                  </a:lnTo>
                  <a:lnTo>
                    <a:pt x="273877" y="38486"/>
                  </a:lnTo>
                  <a:lnTo>
                    <a:pt x="269743" y="35167"/>
                  </a:lnTo>
                  <a:lnTo>
                    <a:pt x="265507" y="31981"/>
                  </a:lnTo>
                  <a:lnTo>
                    <a:pt x="261171" y="28930"/>
                  </a:lnTo>
                  <a:lnTo>
                    <a:pt x="256741" y="26019"/>
                  </a:lnTo>
                  <a:lnTo>
                    <a:pt x="252221" y="23250"/>
                  </a:lnTo>
                  <a:lnTo>
                    <a:pt x="247615" y="20625"/>
                  </a:lnTo>
                  <a:lnTo>
                    <a:pt x="242929" y="18148"/>
                  </a:lnTo>
                  <a:lnTo>
                    <a:pt x="238166" y="15821"/>
                  </a:lnTo>
                  <a:lnTo>
                    <a:pt x="233331" y="13645"/>
                  </a:lnTo>
                  <a:lnTo>
                    <a:pt x="228431" y="11625"/>
                  </a:lnTo>
                  <a:lnTo>
                    <a:pt x="223468" y="9760"/>
                  </a:lnTo>
                  <a:lnTo>
                    <a:pt x="218449" y="8054"/>
                  </a:lnTo>
                  <a:lnTo>
                    <a:pt x="213379" y="6508"/>
                  </a:lnTo>
                  <a:lnTo>
                    <a:pt x="208262" y="5123"/>
                  </a:lnTo>
                  <a:lnTo>
                    <a:pt x="203103" y="3901"/>
                  </a:lnTo>
                  <a:lnTo>
                    <a:pt x="197909" y="2844"/>
                  </a:lnTo>
                  <a:lnTo>
                    <a:pt x="192683" y="1952"/>
                  </a:lnTo>
                  <a:lnTo>
                    <a:pt x="187432" y="1226"/>
                  </a:lnTo>
                  <a:lnTo>
                    <a:pt x="182161" y="666"/>
                  </a:lnTo>
                  <a:lnTo>
                    <a:pt x="167162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14998" cy="167167"/>
            </a:xfrm>
            <a:custGeom>
              <a:avLst/>
              <a:pathLst>
                <a:path w="14998" h="167167">
                  <a:moveTo>
                    <a:pt x="14998" y="67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4105" y="2633064"/>
              <a:ext cx="34906" cy="167167"/>
            </a:xfrm>
            <a:custGeom>
              <a:avLst/>
              <a:pathLst>
                <a:path w="34906" h="167167">
                  <a:moveTo>
                    <a:pt x="34906" y="0"/>
                  </a:moveTo>
                  <a:lnTo>
                    <a:pt x="27875" y="147"/>
                  </a:lnTo>
                  <a:lnTo>
                    <a:pt x="20856" y="591"/>
                  </a:lnTo>
                  <a:lnTo>
                    <a:pt x="13863" y="1329"/>
                  </a:lnTo>
                  <a:lnTo>
                    <a:pt x="6906" y="2361"/>
                  </a:lnTo>
                  <a:lnTo>
                    <a:pt x="0" y="3684"/>
                  </a:lnTo>
                  <a:lnTo>
                    <a:pt x="349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4105" y="2636749"/>
              <a:ext cx="34906" cy="163482"/>
            </a:xfrm>
            <a:custGeom>
              <a:avLst/>
              <a:pathLst>
                <a:path w="34906" h="163482">
                  <a:moveTo>
                    <a:pt x="0" y="0"/>
                  </a:moveTo>
                  <a:lnTo>
                    <a:pt x="34906" y="1634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44" y="2636749"/>
              <a:ext cx="334329" cy="330638"/>
            </a:xfrm>
            <a:custGeom>
              <a:avLst/>
              <a:pathLst>
                <a:path w="334329" h="330638">
                  <a:moveTo>
                    <a:pt x="132261" y="0"/>
                  </a:moveTo>
                  <a:lnTo>
                    <a:pt x="127105" y="1186"/>
                  </a:lnTo>
                  <a:lnTo>
                    <a:pt x="121990" y="2535"/>
                  </a:lnTo>
                  <a:lnTo>
                    <a:pt x="116920" y="4045"/>
                  </a:lnTo>
                  <a:lnTo>
                    <a:pt x="111901" y="5714"/>
                  </a:lnTo>
                  <a:lnTo>
                    <a:pt x="106936" y="7542"/>
                  </a:lnTo>
                  <a:lnTo>
                    <a:pt x="102032" y="9526"/>
                  </a:lnTo>
                  <a:lnTo>
                    <a:pt x="97194" y="11664"/>
                  </a:lnTo>
                  <a:lnTo>
                    <a:pt x="92425" y="13954"/>
                  </a:lnTo>
                  <a:lnTo>
                    <a:pt x="87731" y="16394"/>
                  </a:lnTo>
                  <a:lnTo>
                    <a:pt x="83117" y="18981"/>
                  </a:lnTo>
                  <a:lnTo>
                    <a:pt x="78587" y="21713"/>
                  </a:lnTo>
                  <a:lnTo>
                    <a:pt x="74145" y="24587"/>
                  </a:lnTo>
                  <a:lnTo>
                    <a:pt x="69797" y="27600"/>
                  </a:lnTo>
                  <a:lnTo>
                    <a:pt x="65546" y="30749"/>
                  </a:lnTo>
                  <a:lnTo>
                    <a:pt x="61397" y="34030"/>
                  </a:lnTo>
                  <a:lnTo>
                    <a:pt x="57354" y="37442"/>
                  </a:lnTo>
                  <a:lnTo>
                    <a:pt x="53421" y="40980"/>
                  </a:lnTo>
                  <a:lnTo>
                    <a:pt x="49602" y="44640"/>
                  </a:lnTo>
                  <a:lnTo>
                    <a:pt x="45900" y="48420"/>
                  </a:lnTo>
                  <a:lnTo>
                    <a:pt x="42320" y="52314"/>
                  </a:lnTo>
                  <a:lnTo>
                    <a:pt x="38865" y="56320"/>
                  </a:lnTo>
                  <a:lnTo>
                    <a:pt x="35539" y="60433"/>
                  </a:lnTo>
                  <a:lnTo>
                    <a:pt x="32344" y="64650"/>
                  </a:lnTo>
                  <a:lnTo>
                    <a:pt x="29284" y="68965"/>
                  </a:lnTo>
                  <a:lnTo>
                    <a:pt x="26363" y="73376"/>
                  </a:lnTo>
                  <a:lnTo>
                    <a:pt x="23582" y="77876"/>
                  </a:lnTo>
                  <a:lnTo>
                    <a:pt x="20945" y="82462"/>
                  </a:lnTo>
                  <a:lnTo>
                    <a:pt x="18455" y="87129"/>
                  </a:lnTo>
                  <a:lnTo>
                    <a:pt x="16114" y="91873"/>
                  </a:lnTo>
                  <a:lnTo>
                    <a:pt x="13923" y="96688"/>
                  </a:lnTo>
                  <a:lnTo>
                    <a:pt x="11887" y="101571"/>
                  </a:lnTo>
                  <a:lnTo>
                    <a:pt x="10006" y="106515"/>
                  </a:lnTo>
                  <a:lnTo>
                    <a:pt x="8282" y="111516"/>
                  </a:lnTo>
                  <a:lnTo>
                    <a:pt x="6717" y="116570"/>
                  </a:lnTo>
                  <a:lnTo>
                    <a:pt x="5313" y="121670"/>
                  </a:lnTo>
                  <a:lnTo>
                    <a:pt x="4071" y="126812"/>
                  </a:lnTo>
                  <a:lnTo>
                    <a:pt x="2992" y="131991"/>
                  </a:lnTo>
                  <a:lnTo>
                    <a:pt x="2078" y="137202"/>
                  </a:lnTo>
                  <a:lnTo>
                    <a:pt x="1329" y="142438"/>
                  </a:lnTo>
                  <a:lnTo>
                    <a:pt x="746" y="147696"/>
                  </a:lnTo>
                  <a:lnTo>
                    <a:pt x="330" y="152970"/>
                  </a:lnTo>
                  <a:lnTo>
                    <a:pt x="81" y="158254"/>
                  </a:lnTo>
                  <a:lnTo>
                    <a:pt x="0" y="163544"/>
                  </a:lnTo>
                  <a:lnTo>
                    <a:pt x="85" y="168833"/>
                  </a:lnTo>
                  <a:lnTo>
                    <a:pt x="338" y="174117"/>
                  </a:lnTo>
                  <a:lnTo>
                    <a:pt x="758" y="179390"/>
                  </a:lnTo>
                  <a:lnTo>
                    <a:pt x="1345" y="184648"/>
                  </a:lnTo>
                  <a:lnTo>
                    <a:pt x="2098" y="189884"/>
                  </a:lnTo>
                  <a:lnTo>
                    <a:pt x="3016" y="195094"/>
                  </a:lnTo>
                  <a:lnTo>
                    <a:pt x="4098" y="200272"/>
                  </a:lnTo>
                  <a:lnTo>
                    <a:pt x="5344" y="205413"/>
                  </a:lnTo>
                  <a:lnTo>
                    <a:pt x="6752" y="210513"/>
                  </a:lnTo>
                  <a:lnTo>
                    <a:pt x="8320" y="215565"/>
                  </a:lnTo>
                  <a:lnTo>
                    <a:pt x="10048" y="220565"/>
                  </a:lnTo>
                  <a:lnTo>
                    <a:pt x="11932" y="225508"/>
                  </a:lnTo>
                  <a:lnTo>
                    <a:pt x="13973" y="230389"/>
                  </a:lnTo>
                  <a:lnTo>
                    <a:pt x="16166" y="235202"/>
                  </a:lnTo>
                  <a:lnTo>
                    <a:pt x="18511" y="239944"/>
                  </a:lnTo>
                  <a:lnTo>
                    <a:pt x="21005" y="244610"/>
                  </a:lnTo>
                  <a:lnTo>
                    <a:pt x="23645" y="249194"/>
                  </a:lnTo>
                  <a:lnTo>
                    <a:pt x="26429" y="253692"/>
                  </a:lnTo>
                  <a:lnTo>
                    <a:pt x="29354" y="258100"/>
                  </a:lnTo>
                  <a:lnTo>
                    <a:pt x="32417" y="262413"/>
                  </a:lnTo>
                  <a:lnTo>
                    <a:pt x="35615" y="266627"/>
                  </a:lnTo>
                  <a:lnTo>
                    <a:pt x="38944" y="270738"/>
                  </a:lnTo>
                  <a:lnTo>
                    <a:pt x="42402" y="274742"/>
                  </a:lnTo>
                  <a:lnTo>
                    <a:pt x="45985" y="278634"/>
                  </a:lnTo>
                  <a:lnTo>
                    <a:pt x="49689" y="282410"/>
                  </a:lnTo>
                  <a:lnTo>
                    <a:pt x="53511" y="286068"/>
                  </a:lnTo>
                  <a:lnTo>
                    <a:pt x="57447" y="289603"/>
                  </a:lnTo>
                  <a:lnTo>
                    <a:pt x="61493" y="293011"/>
                  </a:lnTo>
                  <a:lnTo>
                    <a:pt x="65644" y="296290"/>
                  </a:lnTo>
                  <a:lnTo>
                    <a:pt x="69897" y="299436"/>
                  </a:lnTo>
                  <a:lnTo>
                    <a:pt x="74248" y="302446"/>
                  </a:lnTo>
                  <a:lnTo>
                    <a:pt x="78691" y="305316"/>
                  </a:lnTo>
                  <a:lnTo>
                    <a:pt x="83223" y="308045"/>
                  </a:lnTo>
                  <a:lnTo>
                    <a:pt x="87839" y="310629"/>
                  </a:lnTo>
                  <a:lnTo>
                    <a:pt x="92535" y="313065"/>
                  </a:lnTo>
                  <a:lnTo>
                    <a:pt x="97306" y="315351"/>
                  </a:lnTo>
                  <a:lnTo>
                    <a:pt x="102146" y="317486"/>
                  </a:lnTo>
                  <a:lnTo>
                    <a:pt x="107051" y="319466"/>
                  </a:lnTo>
                  <a:lnTo>
                    <a:pt x="112017" y="321290"/>
                  </a:lnTo>
                  <a:lnTo>
                    <a:pt x="117038" y="322956"/>
                  </a:lnTo>
                  <a:lnTo>
                    <a:pt x="122109" y="324462"/>
                  </a:lnTo>
                  <a:lnTo>
                    <a:pt x="127225" y="325808"/>
                  </a:lnTo>
                  <a:lnTo>
                    <a:pt x="132381" y="326990"/>
                  </a:lnTo>
                  <a:lnTo>
                    <a:pt x="137572" y="328009"/>
                  </a:lnTo>
                  <a:lnTo>
                    <a:pt x="142793" y="328863"/>
                  </a:lnTo>
                  <a:lnTo>
                    <a:pt x="148038" y="329551"/>
                  </a:lnTo>
                  <a:lnTo>
                    <a:pt x="153302" y="330073"/>
                  </a:lnTo>
                  <a:lnTo>
                    <a:pt x="158581" y="330429"/>
                  </a:lnTo>
                  <a:lnTo>
                    <a:pt x="163867" y="330617"/>
                  </a:lnTo>
                  <a:lnTo>
                    <a:pt x="169157" y="330638"/>
                  </a:lnTo>
                  <a:lnTo>
                    <a:pt x="174445" y="330491"/>
                  </a:lnTo>
                  <a:lnTo>
                    <a:pt x="179726" y="330177"/>
                  </a:lnTo>
                  <a:lnTo>
                    <a:pt x="184994" y="329696"/>
                  </a:lnTo>
                  <a:lnTo>
                    <a:pt x="190245" y="329049"/>
                  </a:lnTo>
                  <a:lnTo>
                    <a:pt x="195472" y="328236"/>
                  </a:lnTo>
                  <a:lnTo>
                    <a:pt x="200671" y="327258"/>
                  </a:lnTo>
                  <a:lnTo>
                    <a:pt x="205836" y="326115"/>
                  </a:lnTo>
                  <a:lnTo>
                    <a:pt x="210963" y="324810"/>
                  </a:lnTo>
                  <a:lnTo>
                    <a:pt x="216045" y="323344"/>
                  </a:lnTo>
                  <a:lnTo>
                    <a:pt x="221079" y="321717"/>
                  </a:lnTo>
                  <a:lnTo>
                    <a:pt x="226059" y="319932"/>
                  </a:lnTo>
                  <a:lnTo>
                    <a:pt x="230980" y="317990"/>
                  </a:lnTo>
                  <a:lnTo>
                    <a:pt x="235837" y="315894"/>
                  </a:lnTo>
                  <a:lnTo>
                    <a:pt x="240625" y="313645"/>
                  </a:lnTo>
                  <a:lnTo>
                    <a:pt x="245339" y="311245"/>
                  </a:lnTo>
                  <a:lnTo>
                    <a:pt x="249976" y="308698"/>
                  </a:lnTo>
                  <a:lnTo>
                    <a:pt x="254529" y="306005"/>
                  </a:lnTo>
                  <a:lnTo>
                    <a:pt x="258995" y="303169"/>
                  </a:lnTo>
                  <a:lnTo>
                    <a:pt x="263369" y="300194"/>
                  </a:lnTo>
                  <a:lnTo>
                    <a:pt x="267646" y="297081"/>
                  </a:lnTo>
                  <a:lnTo>
                    <a:pt x="271823" y="293835"/>
                  </a:lnTo>
                  <a:lnTo>
                    <a:pt x="275896" y="290458"/>
                  </a:lnTo>
                  <a:lnTo>
                    <a:pt x="279859" y="286955"/>
                  </a:lnTo>
                  <a:lnTo>
                    <a:pt x="283709" y="283327"/>
                  </a:lnTo>
                  <a:lnTo>
                    <a:pt x="287443" y="279579"/>
                  </a:lnTo>
                  <a:lnTo>
                    <a:pt x="291056" y="275716"/>
                  </a:lnTo>
                  <a:lnTo>
                    <a:pt x="294545" y="271739"/>
                  </a:lnTo>
                  <a:lnTo>
                    <a:pt x="297907" y="267655"/>
                  </a:lnTo>
                  <a:lnTo>
                    <a:pt x="301138" y="263466"/>
                  </a:lnTo>
                  <a:lnTo>
                    <a:pt x="304234" y="259177"/>
                  </a:lnTo>
                  <a:lnTo>
                    <a:pt x="307194" y="254792"/>
                  </a:lnTo>
                  <a:lnTo>
                    <a:pt x="310013" y="250315"/>
                  </a:lnTo>
                  <a:lnTo>
                    <a:pt x="312689" y="245752"/>
                  </a:lnTo>
                  <a:lnTo>
                    <a:pt x="315219" y="241106"/>
                  </a:lnTo>
                  <a:lnTo>
                    <a:pt x="317601" y="236383"/>
                  </a:lnTo>
                  <a:lnTo>
                    <a:pt x="319832" y="231586"/>
                  </a:lnTo>
                  <a:lnTo>
                    <a:pt x="321911" y="226722"/>
                  </a:lnTo>
                  <a:lnTo>
                    <a:pt x="323834" y="221794"/>
                  </a:lnTo>
                  <a:lnTo>
                    <a:pt x="325601" y="216807"/>
                  </a:lnTo>
                  <a:lnTo>
                    <a:pt x="327209" y="211768"/>
                  </a:lnTo>
                  <a:lnTo>
                    <a:pt x="328657" y="206680"/>
                  </a:lnTo>
                  <a:lnTo>
                    <a:pt x="329943" y="201548"/>
                  </a:lnTo>
                  <a:lnTo>
                    <a:pt x="331066" y="196379"/>
                  </a:lnTo>
                  <a:lnTo>
                    <a:pt x="332024" y="191176"/>
                  </a:lnTo>
                  <a:lnTo>
                    <a:pt x="332818" y="185946"/>
                  </a:lnTo>
                  <a:lnTo>
                    <a:pt x="333446" y="180693"/>
                  </a:lnTo>
                  <a:lnTo>
                    <a:pt x="333907" y="175423"/>
                  </a:lnTo>
                  <a:lnTo>
                    <a:pt x="334202" y="170142"/>
                  </a:lnTo>
                  <a:lnTo>
                    <a:pt x="334329" y="164853"/>
                  </a:lnTo>
                  <a:lnTo>
                    <a:pt x="334288" y="159563"/>
                  </a:lnTo>
                  <a:lnTo>
                    <a:pt x="334081" y="154277"/>
                  </a:lnTo>
                  <a:lnTo>
                    <a:pt x="333706" y="149000"/>
                  </a:lnTo>
                  <a:lnTo>
                    <a:pt x="333164" y="143738"/>
                  </a:lnTo>
                  <a:lnTo>
                    <a:pt x="332456" y="138495"/>
                  </a:lnTo>
                  <a:lnTo>
                    <a:pt x="331583" y="133278"/>
                  </a:lnTo>
                  <a:lnTo>
                    <a:pt x="330545" y="128091"/>
                  </a:lnTo>
                  <a:lnTo>
                    <a:pt x="329343" y="122939"/>
                  </a:lnTo>
                  <a:lnTo>
                    <a:pt x="327979" y="117828"/>
                  </a:lnTo>
                  <a:lnTo>
                    <a:pt x="326454" y="112762"/>
                  </a:lnTo>
                  <a:lnTo>
                    <a:pt x="324770" y="107748"/>
                  </a:lnTo>
                  <a:lnTo>
                    <a:pt x="322927" y="102789"/>
                  </a:lnTo>
                  <a:lnTo>
                    <a:pt x="320929" y="97891"/>
                  </a:lnTo>
                  <a:lnTo>
                    <a:pt x="318776" y="93058"/>
                  </a:lnTo>
                  <a:lnTo>
                    <a:pt x="316472" y="88296"/>
                  </a:lnTo>
                  <a:lnTo>
                    <a:pt x="314019" y="83610"/>
                  </a:lnTo>
                  <a:lnTo>
                    <a:pt x="311418" y="79003"/>
                  </a:lnTo>
                  <a:lnTo>
                    <a:pt x="308672" y="74481"/>
                  </a:lnTo>
                  <a:lnTo>
                    <a:pt x="305786" y="70048"/>
                  </a:lnTo>
                  <a:lnTo>
                    <a:pt x="302760" y="65709"/>
                  </a:lnTo>
                  <a:lnTo>
                    <a:pt x="299598" y="61468"/>
                  </a:lnTo>
                  <a:lnTo>
                    <a:pt x="296304" y="57328"/>
                  </a:lnTo>
                  <a:lnTo>
                    <a:pt x="292880" y="53295"/>
                  </a:lnTo>
                  <a:lnTo>
                    <a:pt x="289331" y="49373"/>
                  </a:lnTo>
                  <a:lnTo>
                    <a:pt x="285659" y="45565"/>
                  </a:lnTo>
                  <a:lnTo>
                    <a:pt x="281869" y="41874"/>
                  </a:lnTo>
                  <a:lnTo>
                    <a:pt x="277964" y="38306"/>
                  </a:lnTo>
                  <a:lnTo>
                    <a:pt x="167167" y="1634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110796" cy="167167"/>
            </a:xfrm>
            <a:custGeom>
              <a:avLst/>
              <a:pathLst>
                <a:path w="110796" h="167167">
                  <a:moveTo>
                    <a:pt x="110796" y="41991"/>
                  </a:moveTo>
                  <a:lnTo>
                    <a:pt x="106614" y="38411"/>
                  </a:lnTo>
                  <a:lnTo>
                    <a:pt x="102317" y="34970"/>
                  </a:lnTo>
                  <a:lnTo>
                    <a:pt x="97909" y="31672"/>
                  </a:lnTo>
                  <a:lnTo>
                    <a:pt x="93394" y="28522"/>
                  </a:lnTo>
                  <a:lnTo>
                    <a:pt x="88778" y="25522"/>
                  </a:lnTo>
                  <a:lnTo>
                    <a:pt x="84066" y="22675"/>
                  </a:lnTo>
                  <a:lnTo>
                    <a:pt x="79263" y="19986"/>
                  </a:lnTo>
                  <a:lnTo>
                    <a:pt x="74373" y="17456"/>
                  </a:lnTo>
                  <a:lnTo>
                    <a:pt x="69403" y="15088"/>
                  </a:lnTo>
                  <a:lnTo>
                    <a:pt x="64358" y="12885"/>
                  </a:lnTo>
                  <a:lnTo>
                    <a:pt x="59243" y="10849"/>
                  </a:lnTo>
                  <a:lnTo>
                    <a:pt x="54064" y="8983"/>
                  </a:lnTo>
                  <a:lnTo>
                    <a:pt x="48826" y="7289"/>
                  </a:lnTo>
                  <a:lnTo>
                    <a:pt x="43535" y="5768"/>
                  </a:lnTo>
                  <a:lnTo>
                    <a:pt x="38197" y="4422"/>
                  </a:lnTo>
                  <a:lnTo>
                    <a:pt x="32817" y="3253"/>
                  </a:lnTo>
                  <a:lnTo>
                    <a:pt x="27402" y="2261"/>
                  </a:lnTo>
                  <a:lnTo>
                    <a:pt x="21957" y="1448"/>
                  </a:lnTo>
                  <a:lnTo>
                    <a:pt x="16489" y="815"/>
                  </a:lnTo>
                  <a:lnTo>
                    <a:pt x="11002" y="362"/>
                  </a:lnTo>
                  <a:lnTo>
                    <a:pt x="550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046" y="2126963"/>
              <a:ext cx="7426" cy="167167"/>
            </a:xfrm>
            <a:custGeom>
              <a:avLst/>
              <a:pathLst>
                <a:path w="7426" h="167167">
                  <a:moveTo>
                    <a:pt x="7426" y="0"/>
                  </a:moveTo>
                  <a:lnTo>
                    <a:pt x="0" y="165"/>
                  </a:lnTo>
                  <a:lnTo>
                    <a:pt x="742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046" y="2127128"/>
              <a:ext cx="7426" cy="167002"/>
            </a:xfrm>
            <a:custGeom>
              <a:avLst/>
              <a:pathLst>
                <a:path w="7426" h="167002">
                  <a:moveTo>
                    <a:pt x="0" y="0"/>
                  </a:moveTo>
                  <a:lnTo>
                    <a:pt x="7426" y="1670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5" y="2127128"/>
              <a:ext cx="332117" cy="334158"/>
            </a:xfrm>
            <a:custGeom>
              <a:avLst/>
              <a:pathLst>
                <a:path w="332117" h="334158">
                  <a:moveTo>
                    <a:pt x="159740" y="0"/>
                  </a:moveTo>
                  <a:lnTo>
                    <a:pt x="154446" y="319"/>
                  </a:lnTo>
                  <a:lnTo>
                    <a:pt x="149165" y="806"/>
                  </a:lnTo>
                  <a:lnTo>
                    <a:pt x="143903" y="1461"/>
                  </a:lnTo>
                  <a:lnTo>
                    <a:pt x="138664" y="2282"/>
                  </a:lnTo>
                  <a:lnTo>
                    <a:pt x="133453" y="3269"/>
                  </a:lnTo>
                  <a:lnTo>
                    <a:pt x="128277" y="4421"/>
                  </a:lnTo>
                  <a:lnTo>
                    <a:pt x="123139" y="5736"/>
                  </a:lnTo>
                  <a:lnTo>
                    <a:pt x="118046" y="7214"/>
                  </a:lnTo>
                  <a:lnTo>
                    <a:pt x="113002" y="8852"/>
                  </a:lnTo>
                  <a:lnTo>
                    <a:pt x="108013" y="10650"/>
                  </a:lnTo>
                  <a:lnTo>
                    <a:pt x="103084" y="12605"/>
                  </a:lnTo>
                  <a:lnTo>
                    <a:pt x="98218" y="14715"/>
                  </a:lnTo>
                  <a:lnTo>
                    <a:pt x="93423" y="16979"/>
                  </a:lnTo>
                  <a:lnTo>
                    <a:pt x="88701" y="19394"/>
                  </a:lnTo>
                  <a:lnTo>
                    <a:pt x="84059" y="21957"/>
                  </a:lnTo>
                  <a:lnTo>
                    <a:pt x="79500" y="24666"/>
                  </a:lnTo>
                  <a:lnTo>
                    <a:pt x="75029" y="27518"/>
                  </a:lnTo>
                  <a:lnTo>
                    <a:pt x="70651" y="30511"/>
                  </a:lnTo>
                  <a:lnTo>
                    <a:pt x="66370" y="33641"/>
                  </a:lnTo>
                  <a:lnTo>
                    <a:pt x="62191" y="36905"/>
                  </a:lnTo>
                  <a:lnTo>
                    <a:pt x="58117" y="40300"/>
                  </a:lnTo>
                  <a:lnTo>
                    <a:pt x="54153" y="43823"/>
                  </a:lnTo>
                  <a:lnTo>
                    <a:pt x="50302" y="47470"/>
                  </a:lnTo>
                  <a:lnTo>
                    <a:pt x="46570" y="51237"/>
                  </a:lnTo>
                  <a:lnTo>
                    <a:pt x="42958" y="55120"/>
                  </a:lnTo>
                  <a:lnTo>
                    <a:pt x="39472" y="59117"/>
                  </a:lnTo>
                  <a:lnTo>
                    <a:pt x="36114" y="63221"/>
                  </a:lnTo>
                  <a:lnTo>
                    <a:pt x="32888" y="67430"/>
                  </a:lnTo>
                  <a:lnTo>
                    <a:pt x="29798" y="71740"/>
                  </a:lnTo>
                  <a:lnTo>
                    <a:pt x="26845" y="76145"/>
                  </a:lnTo>
                  <a:lnTo>
                    <a:pt x="24034" y="80641"/>
                  </a:lnTo>
                  <a:lnTo>
                    <a:pt x="21366" y="85225"/>
                  </a:lnTo>
                  <a:lnTo>
                    <a:pt x="18846" y="89891"/>
                  </a:lnTo>
                  <a:lnTo>
                    <a:pt x="16475" y="94634"/>
                  </a:lnTo>
                  <a:lnTo>
                    <a:pt x="14255" y="99451"/>
                  </a:lnTo>
                  <a:lnTo>
                    <a:pt x="12189" y="104335"/>
                  </a:lnTo>
                  <a:lnTo>
                    <a:pt x="10279" y="109282"/>
                  </a:lnTo>
                  <a:lnTo>
                    <a:pt x="8527" y="114288"/>
                  </a:lnTo>
                  <a:lnTo>
                    <a:pt x="6935" y="119346"/>
                  </a:lnTo>
                  <a:lnTo>
                    <a:pt x="5504" y="124452"/>
                  </a:lnTo>
                  <a:lnTo>
                    <a:pt x="4236" y="129602"/>
                  </a:lnTo>
                  <a:lnTo>
                    <a:pt x="3132" y="134789"/>
                  </a:lnTo>
                  <a:lnTo>
                    <a:pt x="2192" y="140008"/>
                  </a:lnTo>
                  <a:lnTo>
                    <a:pt x="1419" y="145254"/>
                  </a:lnTo>
                  <a:lnTo>
                    <a:pt x="813" y="150523"/>
                  </a:lnTo>
                  <a:lnTo>
                    <a:pt x="374" y="155808"/>
                  </a:lnTo>
                  <a:lnTo>
                    <a:pt x="103" y="161104"/>
                  </a:lnTo>
                  <a:lnTo>
                    <a:pt x="0" y="166406"/>
                  </a:lnTo>
                  <a:lnTo>
                    <a:pt x="65" y="171709"/>
                  </a:lnTo>
                  <a:lnTo>
                    <a:pt x="298" y="177007"/>
                  </a:lnTo>
                  <a:lnTo>
                    <a:pt x="699" y="182295"/>
                  </a:lnTo>
                  <a:lnTo>
                    <a:pt x="1268" y="187567"/>
                  </a:lnTo>
                  <a:lnTo>
                    <a:pt x="2004" y="192819"/>
                  </a:lnTo>
                  <a:lnTo>
                    <a:pt x="2906" y="198045"/>
                  </a:lnTo>
                  <a:lnTo>
                    <a:pt x="3973" y="203240"/>
                  </a:lnTo>
                  <a:lnTo>
                    <a:pt x="5205" y="208398"/>
                  </a:lnTo>
                  <a:lnTo>
                    <a:pt x="6600" y="213514"/>
                  </a:lnTo>
                  <a:lnTo>
                    <a:pt x="8156" y="218584"/>
                  </a:lnTo>
                  <a:lnTo>
                    <a:pt x="9872" y="223602"/>
                  </a:lnTo>
                  <a:lnTo>
                    <a:pt x="11746" y="228562"/>
                  </a:lnTo>
                  <a:lnTo>
                    <a:pt x="13777" y="233461"/>
                  </a:lnTo>
                  <a:lnTo>
                    <a:pt x="15962" y="238293"/>
                  </a:lnTo>
                  <a:lnTo>
                    <a:pt x="18300" y="243054"/>
                  </a:lnTo>
                  <a:lnTo>
                    <a:pt x="20787" y="247737"/>
                  </a:lnTo>
                  <a:lnTo>
                    <a:pt x="23422" y="252340"/>
                  </a:lnTo>
                  <a:lnTo>
                    <a:pt x="26201" y="256856"/>
                  </a:lnTo>
                  <a:lnTo>
                    <a:pt x="29122" y="261282"/>
                  </a:lnTo>
                  <a:lnTo>
                    <a:pt x="32182" y="265614"/>
                  </a:lnTo>
                  <a:lnTo>
                    <a:pt x="35378" y="269846"/>
                  </a:lnTo>
                  <a:lnTo>
                    <a:pt x="38706" y="273974"/>
                  </a:lnTo>
                  <a:lnTo>
                    <a:pt x="42164" y="277995"/>
                  </a:lnTo>
                  <a:lnTo>
                    <a:pt x="45747" y="281904"/>
                  </a:lnTo>
                  <a:lnTo>
                    <a:pt x="49453" y="285698"/>
                  </a:lnTo>
                  <a:lnTo>
                    <a:pt x="53277" y="289372"/>
                  </a:lnTo>
                  <a:lnTo>
                    <a:pt x="57216" y="292923"/>
                  </a:lnTo>
                  <a:lnTo>
                    <a:pt x="61266" y="296347"/>
                  </a:lnTo>
                  <a:lnTo>
                    <a:pt x="65422" y="299641"/>
                  </a:lnTo>
                  <a:lnTo>
                    <a:pt x="69680" y="302801"/>
                  </a:lnTo>
                  <a:lnTo>
                    <a:pt x="74037" y="305825"/>
                  </a:lnTo>
                  <a:lnTo>
                    <a:pt x="78487" y="308709"/>
                  </a:lnTo>
                  <a:lnTo>
                    <a:pt x="83027" y="311451"/>
                  </a:lnTo>
                  <a:lnTo>
                    <a:pt x="87651" y="314047"/>
                  </a:lnTo>
                  <a:lnTo>
                    <a:pt x="92355" y="316495"/>
                  </a:lnTo>
                  <a:lnTo>
                    <a:pt x="97134" y="318793"/>
                  </a:lnTo>
                  <a:lnTo>
                    <a:pt x="101984" y="320938"/>
                  </a:lnTo>
                  <a:lnTo>
                    <a:pt x="106900" y="322928"/>
                  </a:lnTo>
                  <a:lnTo>
                    <a:pt x="111876" y="324761"/>
                  </a:lnTo>
                  <a:lnTo>
                    <a:pt x="116908" y="326436"/>
                  </a:lnTo>
                  <a:lnTo>
                    <a:pt x="121991" y="327950"/>
                  </a:lnTo>
                  <a:lnTo>
                    <a:pt x="127119" y="329302"/>
                  </a:lnTo>
                  <a:lnTo>
                    <a:pt x="132287" y="330490"/>
                  </a:lnTo>
                  <a:lnTo>
                    <a:pt x="137490" y="331514"/>
                  </a:lnTo>
                  <a:lnTo>
                    <a:pt x="142723" y="332373"/>
                  </a:lnTo>
                  <a:lnTo>
                    <a:pt x="147981" y="333065"/>
                  </a:lnTo>
                  <a:lnTo>
                    <a:pt x="153258" y="333590"/>
                  </a:lnTo>
                  <a:lnTo>
                    <a:pt x="158549" y="333947"/>
                  </a:lnTo>
                  <a:lnTo>
                    <a:pt x="163849" y="334136"/>
                  </a:lnTo>
                  <a:lnTo>
                    <a:pt x="169152" y="334158"/>
                  </a:lnTo>
                  <a:lnTo>
                    <a:pt x="174453" y="334010"/>
                  </a:lnTo>
                  <a:lnTo>
                    <a:pt x="179747" y="333695"/>
                  </a:lnTo>
                  <a:lnTo>
                    <a:pt x="185028" y="333212"/>
                  </a:lnTo>
                  <a:lnTo>
                    <a:pt x="190291" y="332562"/>
                  </a:lnTo>
                  <a:lnTo>
                    <a:pt x="195531" y="331745"/>
                  </a:lnTo>
                  <a:lnTo>
                    <a:pt x="200742" y="330763"/>
                  </a:lnTo>
                  <a:lnTo>
                    <a:pt x="205920" y="329615"/>
                  </a:lnTo>
                  <a:lnTo>
                    <a:pt x="211058" y="328304"/>
                  </a:lnTo>
                  <a:lnTo>
                    <a:pt x="216153" y="326831"/>
                  </a:lnTo>
                  <a:lnTo>
                    <a:pt x="221198" y="325196"/>
                  </a:lnTo>
                  <a:lnTo>
                    <a:pt x="226188" y="323403"/>
                  </a:lnTo>
                  <a:lnTo>
                    <a:pt x="231120" y="321452"/>
                  </a:lnTo>
                  <a:lnTo>
                    <a:pt x="235987" y="319346"/>
                  </a:lnTo>
                  <a:lnTo>
                    <a:pt x="240784" y="317086"/>
                  </a:lnTo>
                  <a:lnTo>
                    <a:pt x="245508" y="314676"/>
                  </a:lnTo>
                  <a:lnTo>
                    <a:pt x="250153" y="312116"/>
                  </a:lnTo>
                  <a:lnTo>
                    <a:pt x="254714" y="309411"/>
                  </a:lnTo>
                  <a:lnTo>
                    <a:pt x="259187" y="306562"/>
                  </a:lnTo>
                  <a:lnTo>
                    <a:pt x="263567" y="303573"/>
                  </a:lnTo>
                  <a:lnTo>
                    <a:pt x="267851" y="300447"/>
                  </a:lnTo>
                  <a:lnTo>
                    <a:pt x="272033" y="297186"/>
                  </a:lnTo>
                  <a:lnTo>
                    <a:pt x="276110" y="293794"/>
                  </a:lnTo>
                  <a:lnTo>
                    <a:pt x="280077" y="290275"/>
                  </a:lnTo>
                  <a:lnTo>
                    <a:pt x="283930" y="286631"/>
                  </a:lnTo>
                  <a:lnTo>
                    <a:pt x="287666" y="282867"/>
                  </a:lnTo>
                  <a:lnTo>
                    <a:pt x="291280" y="278987"/>
                  </a:lnTo>
                  <a:lnTo>
                    <a:pt x="294770" y="274993"/>
                  </a:lnTo>
                  <a:lnTo>
                    <a:pt x="298131" y="270892"/>
                  </a:lnTo>
                  <a:lnTo>
                    <a:pt x="301361" y="266685"/>
                  </a:lnTo>
                  <a:lnTo>
                    <a:pt x="304455" y="262378"/>
                  </a:lnTo>
                  <a:lnTo>
                    <a:pt x="307411" y="257976"/>
                  </a:lnTo>
                  <a:lnTo>
                    <a:pt x="310226" y="253481"/>
                  </a:lnTo>
                  <a:lnTo>
                    <a:pt x="312897" y="248900"/>
                  </a:lnTo>
                  <a:lnTo>
                    <a:pt x="315422" y="244236"/>
                  </a:lnTo>
                  <a:lnTo>
                    <a:pt x="317797" y="239495"/>
                  </a:lnTo>
                  <a:lnTo>
                    <a:pt x="320021" y="234680"/>
                  </a:lnTo>
                  <a:lnTo>
                    <a:pt x="322090" y="229798"/>
                  </a:lnTo>
                  <a:lnTo>
                    <a:pt x="324004" y="224852"/>
                  </a:lnTo>
                  <a:lnTo>
                    <a:pt x="325760" y="219848"/>
                  </a:lnTo>
                  <a:lnTo>
                    <a:pt x="327357" y="214791"/>
                  </a:lnTo>
                  <a:lnTo>
                    <a:pt x="328792" y="209686"/>
                  </a:lnTo>
                  <a:lnTo>
                    <a:pt x="330065" y="204538"/>
                  </a:lnTo>
                  <a:lnTo>
                    <a:pt x="331173" y="199352"/>
                  </a:lnTo>
                  <a:lnTo>
                    <a:pt x="332117" y="194133"/>
                  </a:lnTo>
                  <a:lnTo>
                    <a:pt x="167166" y="1670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66" cy="194298"/>
            </a:xfrm>
            <a:custGeom>
              <a:avLst/>
              <a:pathLst>
                <a:path w="167166" h="194298">
                  <a:moveTo>
                    <a:pt x="164951" y="194298"/>
                  </a:moveTo>
                  <a:lnTo>
                    <a:pt x="165737" y="188989"/>
                  </a:lnTo>
                  <a:lnTo>
                    <a:pt x="166352" y="183657"/>
                  </a:lnTo>
                  <a:lnTo>
                    <a:pt x="166795" y="178308"/>
                  </a:lnTo>
                  <a:lnTo>
                    <a:pt x="167067" y="172948"/>
                  </a:lnTo>
                  <a:lnTo>
                    <a:pt x="167166" y="167582"/>
                  </a:lnTo>
                  <a:lnTo>
                    <a:pt x="167094" y="162215"/>
                  </a:lnTo>
                  <a:lnTo>
                    <a:pt x="166849" y="156854"/>
                  </a:lnTo>
                  <a:lnTo>
                    <a:pt x="166431" y="151503"/>
                  </a:lnTo>
                  <a:lnTo>
                    <a:pt x="165843" y="146168"/>
                  </a:lnTo>
                  <a:lnTo>
                    <a:pt x="165083" y="140855"/>
                  </a:lnTo>
                  <a:lnTo>
                    <a:pt x="164153" y="135569"/>
                  </a:lnTo>
                  <a:lnTo>
                    <a:pt x="163054" y="130316"/>
                  </a:lnTo>
                  <a:lnTo>
                    <a:pt x="161787" y="125100"/>
                  </a:lnTo>
                  <a:lnTo>
                    <a:pt x="160354" y="119928"/>
                  </a:lnTo>
                  <a:lnTo>
                    <a:pt x="158754" y="114805"/>
                  </a:lnTo>
                  <a:lnTo>
                    <a:pt x="156992" y="109735"/>
                  </a:lnTo>
                  <a:lnTo>
                    <a:pt x="155067" y="104725"/>
                  </a:lnTo>
                  <a:lnTo>
                    <a:pt x="152983" y="99779"/>
                  </a:lnTo>
                  <a:lnTo>
                    <a:pt x="150741" y="94903"/>
                  </a:lnTo>
                  <a:lnTo>
                    <a:pt x="148343" y="90101"/>
                  </a:lnTo>
                  <a:lnTo>
                    <a:pt x="145793" y="85379"/>
                  </a:lnTo>
                  <a:lnTo>
                    <a:pt x="143092" y="80740"/>
                  </a:lnTo>
                  <a:lnTo>
                    <a:pt x="140244" y="76191"/>
                  </a:lnTo>
                  <a:lnTo>
                    <a:pt x="137251" y="71736"/>
                  </a:lnTo>
                  <a:lnTo>
                    <a:pt x="134117" y="67379"/>
                  </a:lnTo>
                  <a:lnTo>
                    <a:pt x="130844" y="63125"/>
                  </a:lnTo>
                  <a:lnTo>
                    <a:pt x="127437" y="58978"/>
                  </a:lnTo>
                  <a:lnTo>
                    <a:pt x="123898" y="54943"/>
                  </a:lnTo>
                  <a:lnTo>
                    <a:pt x="120231" y="51024"/>
                  </a:lnTo>
                  <a:lnTo>
                    <a:pt x="116441" y="47224"/>
                  </a:lnTo>
                  <a:lnTo>
                    <a:pt x="112530" y="43548"/>
                  </a:lnTo>
                  <a:lnTo>
                    <a:pt x="108504" y="39999"/>
                  </a:lnTo>
                  <a:lnTo>
                    <a:pt x="104366" y="36581"/>
                  </a:lnTo>
                  <a:lnTo>
                    <a:pt x="100120" y="33298"/>
                  </a:lnTo>
                  <a:lnTo>
                    <a:pt x="95771" y="30153"/>
                  </a:lnTo>
                  <a:lnTo>
                    <a:pt x="91323" y="27149"/>
                  </a:lnTo>
                  <a:lnTo>
                    <a:pt x="86781" y="24290"/>
                  </a:lnTo>
                  <a:lnTo>
                    <a:pt x="82150" y="21577"/>
                  </a:lnTo>
                  <a:lnTo>
                    <a:pt x="77433" y="19015"/>
                  </a:lnTo>
                  <a:lnTo>
                    <a:pt x="72638" y="16606"/>
                  </a:lnTo>
                  <a:lnTo>
                    <a:pt x="67767" y="14352"/>
                  </a:lnTo>
                  <a:lnTo>
                    <a:pt x="62826" y="12255"/>
                  </a:lnTo>
                  <a:lnTo>
                    <a:pt x="57821" y="10318"/>
                  </a:lnTo>
                  <a:lnTo>
                    <a:pt x="52756" y="8542"/>
                  </a:lnTo>
                  <a:lnTo>
                    <a:pt x="47636" y="6931"/>
                  </a:lnTo>
                  <a:lnTo>
                    <a:pt x="42468" y="5484"/>
                  </a:lnTo>
                  <a:lnTo>
                    <a:pt x="37256" y="4204"/>
                  </a:lnTo>
                  <a:lnTo>
                    <a:pt x="32005" y="3092"/>
                  </a:lnTo>
                  <a:lnTo>
                    <a:pt x="26721" y="2149"/>
                  </a:lnTo>
                  <a:lnTo>
                    <a:pt x="21410" y="1376"/>
                  </a:lnTo>
                  <a:lnTo>
                    <a:pt x="16077" y="774"/>
                  </a:lnTo>
                  <a:lnTo>
                    <a:pt x="10727" y="344"/>
                  </a:lnTo>
                  <a:lnTo>
                    <a:pt x="536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1375" y="1681503"/>
              <a:ext cx="11859" cy="167167"/>
            </a:xfrm>
            <a:custGeom>
              <a:avLst/>
              <a:pathLst>
                <a:path w="11859" h="167167">
                  <a:moveTo>
                    <a:pt x="11859" y="0"/>
                  </a:moveTo>
                  <a:lnTo>
                    <a:pt x="0" y="421"/>
                  </a:lnTo>
                  <a:lnTo>
                    <a:pt x="1185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1375" y="1681924"/>
              <a:ext cx="11859" cy="166746"/>
            </a:xfrm>
            <a:custGeom>
              <a:avLst/>
              <a:pathLst>
                <a:path w="11859" h="166746">
                  <a:moveTo>
                    <a:pt x="0" y="0"/>
                  </a:moveTo>
                  <a:lnTo>
                    <a:pt x="11859" y="1667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78" y="1681924"/>
              <a:ext cx="334307" cy="333913"/>
            </a:xfrm>
            <a:custGeom>
              <a:avLst/>
              <a:pathLst>
                <a:path w="334307" h="333913">
                  <a:moveTo>
                    <a:pt x="155297" y="0"/>
                  </a:moveTo>
                  <a:lnTo>
                    <a:pt x="150023" y="459"/>
                  </a:lnTo>
                  <a:lnTo>
                    <a:pt x="144766" y="1085"/>
                  </a:lnTo>
                  <a:lnTo>
                    <a:pt x="139531" y="1877"/>
                  </a:lnTo>
                  <a:lnTo>
                    <a:pt x="134325" y="2834"/>
                  </a:lnTo>
                  <a:lnTo>
                    <a:pt x="129151" y="3956"/>
                  </a:lnTo>
                  <a:lnTo>
                    <a:pt x="124015" y="5241"/>
                  </a:lnTo>
                  <a:lnTo>
                    <a:pt x="118923" y="6688"/>
                  </a:lnTo>
                  <a:lnTo>
                    <a:pt x="113879" y="8296"/>
                  </a:lnTo>
                  <a:lnTo>
                    <a:pt x="108888" y="10062"/>
                  </a:lnTo>
                  <a:lnTo>
                    <a:pt x="103956" y="11986"/>
                  </a:lnTo>
                  <a:lnTo>
                    <a:pt x="99087" y="14064"/>
                  </a:lnTo>
                  <a:lnTo>
                    <a:pt x="94287" y="16296"/>
                  </a:lnTo>
                  <a:lnTo>
                    <a:pt x="89559" y="18679"/>
                  </a:lnTo>
                  <a:lnTo>
                    <a:pt x="84910" y="21211"/>
                  </a:lnTo>
                  <a:lnTo>
                    <a:pt x="80343" y="23888"/>
                  </a:lnTo>
                  <a:lnTo>
                    <a:pt x="75863" y="26708"/>
                  </a:lnTo>
                  <a:lnTo>
                    <a:pt x="71474" y="29669"/>
                  </a:lnTo>
                  <a:lnTo>
                    <a:pt x="67182" y="32768"/>
                  </a:lnTo>
                  <a:lnTo>
                    <a:pt x="62990" y="36001"/>
                  </a:lnTo>
                  <a:lnTo>
                    <a:pt x="58902" y="39365"/>
                  </a:lnTo>
                  <a:lnTo>
                    <a:pt x="54923" y="42856"/>
                  </a:lnTo>
                  <a:lnTo>
                    <a:pt x="51056" y="46472"/>
                  </a:lnTo>
                  <a:lnTo>
                    <a:pt x="47306" y="50209"/>
                  </a:lnTo>
                  <a:lnTo>
                    <a:pt x="43676" y="54063"/>
                  </a:lnTo>
                  <a:lnTo>
                    <a:pt x="40170" y="58029"/>
                  </a:lnTo>
                  <a:lnTo>
                    <a:pt x="36791" y="62105"/>
                  </a:lnTo>
                  <a:lnTo>
                    <a:pt x="33543" y="66285"/>
                  </a:lnTo>
                  <a:lnTo>
                    <a:pt x="30429" y="70566"/>
                  </a:lnTo>
                  <a:lnTo>
                    <a:pt x="27452" y="74944"/>
                  </a:lnTo>
                  <a:lnTo>
                    <a:pt x="24615" y="79414"/>
                  </a:lnTo>
                  <a:lnTo>
                    <a:pt x="21921" y="83971"/>
                  </a:lnTo>
                  <a:lnTo>
                    <a:pt x="19373" y="88611"/>
                  </a:lnTo>
                  <a:lnTo>
                    <a:pt x="16973" y="93330"/>
                  </a:lnTo>
                  <a:lnTo>
                    <a:pt x="14723" y="98122"/>
                  </a:lnTo>
                  <a:lnTo>
                    <a:pt x="12627" y="102984"/>
                  </a:lnTo>
                  <a:lnTo>
                    <a:pt x="10685" y="107909"/>
                  </a:lnTo>
                  <a:lnTo>
                    <a:pt x="8901" y="112893"/>
                  </a:lnTo>
                  <a:lnTo>
                    <a:pt x="7275" y="117931"/>
                  </a:lnTo>
                  <a:lnTo>
                    <a:pt x="5809" y="123018"/>
                  </a:lnTo>
                  <a:lnTo>
                    <a:pt x="4506" y="128149"/>
                  </a:lnTo>
                  <a:lnTo>
                    <a:pt x="3365" y="133319"/>
                  </a:lnTo>
                  <a:lnTo>
                    <a:pt x="2389" y="138522"/>
                  </a:lnTo>
                  <a:lnTo>
                    <a:pt x="1578" y="143753"/>
                  </a:lnTo>
                  <a:lnTo>
                    <a:pt x="933" y="149008"/>
                  </a:lnTo>
                  <a:lnTo>
                    <a:pt x="454" y="154280"/>
                  </a:lnTo>
                  <a:lnTo>
                    <a:pt x="143" y="159565"/>
                  </a:lnTo>
                  <a:lnTo>
                    <a:pt x="0" y="164857"/>
                  </a:lnTo>
                  <a:lnTo>
                    <a:pt x="24" y="170151"/>
                  </a:lnTo>
                  <a:lnTo>
                    <a:pt x="215" y="175441"/>
                  </a:lnTo>
                  <a:lnTo>
                    <a:pt x="574" y="180723"/>
                  </a:lnTo>
                  <a:lnTo>
                    <a:pt x="1100" y="185991"/>
                  </a:lnTo>
                  <a:lnTo>
                    <a:pt x="1793" y="191239"/>
                  </a:lnTo>
                  <a:lnTo>
                    <a:pt x="2652" y="196463"/>
                  </a:lnTo>
                  <a:lnTo>
                    <a:pt x="3675" y="201657"/>
                  </a:lnTo>
                  <a:lnTo>
                    <a:pt x="4862" y="206817"/>
                  </a:lnTo>
                  <a:lnTo>
                    <a:pt x="6213" y="211935"/>
                  </a:lnTo>
                  <a:lnTo>
                    <a:pt x="7724" y="217009"/>
                  </a:lnTo>
                  <a:lnTo>
                    <a:pt x="9396" y="222032"/>
                  </a:lnTo>
                  <a:lnTo>
                    <a:pt x="11226" y="227000"/>
                  </a:lnTo>
                  <a:lnTo>
                    <a:pt x="13212" y="231907"/>
                  </a:lnTo>
                  <a:lnTo>
                    <a:pt x="15352" y="236749"/>
                  </a:lnTo>
                  <a:lnTo>
                    <a:pt x="17645" y="241521"/>
                  </a:lnTo>
                  <a:lnTo>
                    <a:pt x="20088" y="246218"/>
                  </a:lnTo>
                  <a:lnTo>
                    <a:pt x="22678" y="250835"/>
                  </a:lnTo>
                  <a:lnTo>
                    <a:pt x="25413" y="255367"/>
                  </a:lnTo>
                  <a:lnTo>
                    <a:pt x="28290" y="259811"/>
                  </a:lnTo>
                  <a:lnTo>
                    <a:pt x="31307" y="264162"/>
                  </a:lnTo>
                  <a:lnTo>
                    <a:pt x="34460" y="268415"/>
                  </a:lnTo>
                  <a:lnTo>
                    <a:pt x="37745" y="272565"/>
                  </a:lnTo>
                  <a:lnTo>
                    <a:pt x="41161" y="276610"/>
                  </a:lnTo>
                  <a:lnTo>
                    <a:pt x="44703" y="280545"/>
                  </a:lnTo>
                  <a:lnTo>
                    <a:pt x="48368" y="284365"/>
                  </a:lnTo>
                  <a:lnTo>
                    <a:pt x="52152" y="288067"/>
                  </a:lnTo>
                  <a:lnTo>
                    <a:pt x="56051" y="291648"/>
                  </a:lnTo>
                  <a:lnTo>
                    <a:pt x="60062" y="295104"/>
                  </a:lnTo>
                  <a:lnTo>
                    <a:pt x="64180" y="298430"/>
                  </a:lnTo>
                  <a:lnTo>
                    <a:pt x="68401" y="301625"/>
                  </a:lnTo>
                  <a:lnTo>
                    <a:pt x="72722" y="304684"/>
                  </a:lnTo>
                  <a:lnTo>
                    <a:pt x="77137" y="307606"/>
                  </a:lnTo>
                  <a:lnTo>
                    <a:pt x="81642" y="310385"/>
                  </a:lnTo>
                  <a:lnTo>
                    <a:pt x="86234" y="313021"/>
                  </a:lnTo>
                  <a:lnTo>
                    <a:pt x="90906" y="315510"/>
                  </a:lnTo>
                  <a:lnTo>
                    <a:pt x="95655" y="317850"/>
                  </a:lnTo>
                  <a:lnTo>
                    <a:pt x="100475" y="320038"/>
                  </a:lnTo>
                  <a:lnTo>
                    <a:pt x="105363" y="322073"/>
                  </a:lnTo>
                  <a:lnTo>
                    <a:pt x="110312" y="323952"/>
                  </a:lnTo>
                  <a:lnTo>
                    <a:pt x="115319" y="325673"/>
                  </a:lnTo>
                  <a:lnTo>
                    <a:pt x="120377" y="327234"/>
                  </a:lnTo>
                  <a:lnTo>
                    <a:pt x="125482" y="328635"/>
                  </a:lnTo>
                  <a:lnTo>
                    <a:pt x="130629" y="329874"/>
                  </a:lnTo>
                  <a:lnTo>
                    <a:pt x="135813" y="330949"/>
                  </a:lnTo>
                  <a:lnTo>
                    <a:pt x="141028" y="331859"/>
                  </a:lnTo>
                  <a:lnTo>
                    <a:pt x="146270" y="332603"/>
                  </a:lnTo>
                  <a:lnTo>
                    <a:pt x="151532" y="333181"/>
                  </a:lnTo>
                  <a:lnTo>
                    <a:pt x="156810" y="333593"/>
                  </a:lnTo>
                  <a:lnTo>
                    <a:pt x="162098" y="333837"/>
                  </a:lnTo>
                  <a:lnTo>
                    <a:pt x="167392" y="333913"/>
                  </a:lnTo>
                  <a:lnTo>
                    <a:pt x="172685" y="333822"/>
                  </a:lnTo>
                  <a:lnTo>
                    <a:pt x="177973" y="333563"/>
                  </a:lnTo>
                  <a:lnTo>
                    <a:pt x="183249" y="333137"/>
                  </a:lnTo>
                  <a:lnTo>
                    <a:pt x="188510" y="332544"/>
                  </a:lnTo>
                  <a:lnTo>
                    <a:pt x="193749" y="331784"/>
                  </a:lnTo>
                  <a:lnTo>
                    <a:pt x="198962" y="330860"/>
                  </a:lnTo>
                  <a:lnTo>
                    <a:pt x="204142" y="329770"/>
                  </a:lnTo>
                  <a:lnTo>
                    <a:pt x="209286" y="328517"/>
                  </a:lnTo>
                  <a:lnTo>
                    <a:pt x="214387" y="327102"/>
                  </a:lnTo>
                  <a:lnTo>
                    <a:pt x="219441" y="325526"/>
                  </a:lnTo>
                  <a:lnTo>
                    <a:pt x="224443" y="323791"/>
                  </a:lnTo>
                  <a:lnTo>
                    <a:pt x="229387" y="321898"/>
                  </a:lnTo>
                  <a:lnTo>
                    <a:pt x="234269" y="319850"/>
                  </a:lnTo>
                  <a:lnTo>
                    <a:pt x="239083" y="317648"/>
                  </a:lnTo>
                  <a:lnTo>
                    <a:pt x="243825" y="315295"/>
                  </a:lnTo>
                  <a:lnTo>
                    <a:pt x="248491" y="312793"/>
                  </a:lnTo>
                  <a:lnTo>
                    <a:pt x="253074" y="310144"/>
                  </a:lnTo>
                  <a:lnTo>
                    <a:pt x="257572" y="307351"/>
                  </a:lnTo>
                  <a:lnTo>
                    <a:pt x="261979" y="304418"/>
                  </a:lnTo>
                  <a:lnTo>
                    <a:pt x="266291" y="301346"/>
                  </a:lnTo>
                  <a:lnTo>
                    <a:pt x="270503" y="298140"/>
                  </a:lnTo>
                  <a:lnTo>
                    <a:pt x="274612" y="294801"/>
                  </a:lnTo>
                  <a:lnTo>
                    <a:pt x="278613" y="291335"/>
                  </a:lnTo>
                  <a:lnTo>
                    <a:pt x="282502" y="287743"/>
                  </a:lnTo>
                  <a:lnTo>
                    <a:pt x="286275" y="284030"/>
                  </a:lnTo>
                  <a:lnTo>
                    <a:pt x="289929" y="280199"/>
                  </a:lnTo>
                  <a:lnTo>
                    <a:pt x="293460" y="276255"/>
                  </a:lnTo>
                  <a:lnTo>
                    <a:pt x="296865" y="272200"/>
                  </a:lnTo>
                  <a:lnTo>
                    <a:pt x="300139" y="268040"/>
                  </a:lnTo>
                  <a:lnTo>
                    <a:pt x="303280" y="263779"/>
                  </a:lnTo>
                  <a:lnTo>
                    <a:pt x="306284" y="259420"/>
                  </a:lnTo>
                  <a:lnTo>
                    <a:pt x="309149" y="254968"/>
                  </a:lnTo>
                  <a:lnTo>
                    <a:pt x="311871" y="250427"/>
                  </a:lnTo>
                  <a:lnTo>
                    <a:pt x="314448" y="245803"/>
                  </a:lnTo>
                  <a:lnTo>
                    <a:pt x="316878" y="241100"/>
                  </a:lnTo>
                  <a:lnTo>
                    <a:pt x="319157" y="236321"/>
                  </a:lnTo>
                  <a:lnTo>
                    <a:pt x="321284" y="231473"/>
                  </a:lnTo>
                  <a:lnTo>
                    <a:pt x="323256" y="226561"/>
                  </a:lnTo>
                  <a:lnTo>
                    <a:pt x="325072" y="221588"/>
                  </a:lnTo>
                  <a:lnTo>
                    <a:pt x="326729" y="216560"/>
                  </a:lnTo>
                  <a:lnTo>
                    <a:pt x="328226" y="211482"/>
                  </a:lnTo>
                  <a:lnTo>
                    <a:pt x="329562" y="206359"/>
                  </a:lnTo>
                  <a:lnTo>
                    <a:pt x="330735" y="201197"/>
                  </a:lnTo>
                  <a:lnTo>
                    <a:pt x="331744" y="196000"/>
                  </a:lnTo>
                  <a:lnTo>
                    <a:pt x="332588" y="190774"/>
                  </a:lnTo>
                  <a:lnTo>
                    <a:pt x="333266" y="185523"/>
                  </a:lnTo>
                  <a:lnTo>
                    <a:pt x="333777" y="180254"/>
                  </a:lnTo>
                  <a:lnTo>
                    <a:pt x="334121" y="174971"/>
                  </a:lnTo>
                  <a:lnTo>
                    <a:pt x="334298" y="169680"/>
                  </a:lnTo>
                  <a:lnTo>
                    <a:pt x="334307" y="164386"/>
                  </a:lnTo>
                  <a:lnTo>
                    <a:pt x="334149" y="159095"/>
                  </a:lnTo>
                  <a:lnTo>
                    <a:pt x="333823" y="153811"/>
                  </a:lnTo>
                  <a:lnTo>
                    <a:pt x="333329" y="148540"/>
                  </a:lnTo>
                  <a:lnTo>
                    <a:pt x="332670" y="143287"/>
                  </a:lnTo>
                  <a:lnTo>
                    <a:pt x="331844" y="138058"/>
                  </a:lnTo>
                  <a:lnTo>
                    <a:pt x="330853" y="132857"/>
                  </a:lnTo>
                  <a:lnTo>
                    <a:pt x="329698" y="127691"/>
                  </a:lnTo>
                  <a:lnTo>
                    <a:pt x="328379" y="122564"/>
                  </a:lnTo>
                  <a:lnTo>
                    <a:pt x="326900" y="117481"/>
                  </a:lnTo>
                  <a:lnTo>
                    <a:pt x="325260" y="112447"/>
                  </a:lnTo>
                  <a:lnTo>
                    <a:pt x="323461" y="107468"/>
                  </a:lnTo>
                  <a:lnTo>
                    <a:pt x="321505" y="102549"/>
                  </a:lnTo>
                  <a:lnTo>
                    <a:pt x="319395" y="97693"/>
                  </a:lnTo>
                  <a:lnTo>
                    <a:pt x="317132" y="92907"/>
                  </a:lnTo>
                  <a:lnTo>
                    <a:pt x="314719" y="88195"/>
                  </a:lnTo>
                  <a:lnTo>
                    <a:pt x="312158" y="83562"/>
                  </a:lnTo>
                  <a:lnTo>
                    <a:pt x="309451" y="79013"/>
                  </a:lnTo>
                  <a:lnTo>
                    <a:pt x="306602" y="74551"/>
                  </a:lnTo>
                  <a:lnTo>
                    <a:pt x="303613" y="70182"/>
                  </a:lnTo>
                  <a:lnTo>
                    <a:pt x="300486" y="65909"/>
                  </a:lnTo>
                  <a:lnTo>
                    <a:pt x="297227" y="61738"/>
                  </a:lnTo>
                  <a:lnTo>
                    <a:pt x="293836" y="57672"/>
                  </a:lnTo>
                  <a:lnTo>
                    <a:pt x="290319" y="53715"/>
                  </a:lnTo>
                  <a:lnTo>
                    <a:pt x="286678" y="49872"/>
                  </a:lnTo>
                  <a:lnTo>
                    <a:pt x="282917" y="46146"/>
                  </a:lnTo>
                  <a:lnTo>
                    <a:pt x="279041" y="42541"/>
                  </a:lnTo>
                  <a:lnTo>
                    <a:pt x="275052" y="39060"/>
                  </a:lnTo>
                  <a:lnTo>
                    <a:pt x="270954" y="35708"/>
                  </a:lnTo>
                  <a:lnTo>
                    <a:pt x="266753" y="32487"/>
                  </a:lnTo>
                  <a:lnTo>
                    <a:pt x="262452" y="29400"/>
                  </a:lnTo>
                  <a:lnTo>
                    <a:pt x="258055" y="26452"/>
                  </a:lnTo>
                  <a:lnTo>
                    <a:pt x="253567" y="23644"/>
                  </a:lnTo>
                  <a:lnTo>
                    <a:pt x="248992" y="20979"/>
                  </a:lnTo>
                  <a:lnTo>
                    <a:pt x="244336" y="18461"/>
                  </a:lnTo>
                  <a:lnTo>
                    <a:pt x="239602" y="16092"/>
                  </a:lnTo>
                  <a:lnTo>
                    <a:pt x="234795" y="13873"/>
                  </a:lnTo>
                  <a:lnTo>
                    <a:pt x="229920" y="11808"/>
                  </a:lnTo>
                  <a:lnTo>
                    <a:pt x="224983" y="9899"/>
                  </a:lnTo>
                  <a:lnTo>
                    <a:pt x="219987" y="8146"/>
                  </a:lnTo>
                  <a:lnTo>
                    <a:pt x="214939" y="6553"/>
                  </a:lnTo>
                  <a:lnTo>
                    <a:pt x="209842" y="5120"/>
                  </a:lnTo>
                  <a:lnTo>
                    <a:pt x="204703" y="3849"/>
                  </a:lnTo>
                  <a:lnTo>
                    <a:pt x="167156" y="1667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37546" cy="167167"/>
            </a:xfrm>
            <a:custGeom>
              <a:avLst/>
              <a:pathLst>
                <a:path w="37546" h="167167">
                  <a:moveTo>
                    <a:pt x="37546" y="4271"/>
                  </a:moveTo>
                  <a:lnTo>
                    <a:pt x="31371" y="2969"/>
                  </a:lnTo>
                  <a:lnTo>
                    <a:pt x="25150" y="1902"/>
                  </a:lnTo>
                  <a:lnTo>
                    <a:pt x="18894" y="1071"/>
                  </a:lnTo>
                  <a:lnTo>
                    <a:pt x="12611" y="476"/>
                  </a:lnTo>
                  <a:lnTo>
                    <a:pt x="631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2" y="1322571"/>
              <a:ext cx="167166" cy="321810"/>
            </a:xfrm>
            <a:custGeom>
              <a:avLst/>
              <a:pathLst>
                <a:path w="167166" h="321810">
                  <a:moveTo>
                    <a:pt x="167166" y="0"/>
                  </a:moveTo>
                  <a:lnTo>
                    <a:pt x="161818" y="85"/>
                  </a:lnTo>
                  <a:lnTo>
                    <a:pt x="156475" y="342"/>
                  </a:lnTo>
                  <a:lnTo>
                    <a:pt x="151143" y="769"/>
                  </a:lnTo>
                  <a:lnTo>
                    <a:pt x="145827" y="1367"/>
                  </a:lnTo>
                  <a:lnTo>
                    <a:pt x="140533" y="2135"/>
                  </a:lnTo>
                  <a:lnTo>
                    <a:pt x="135267" y="3071"/>
                  </a:lnTo>
                  <a:lnTo>
                    <a:pt x="130033" y="4176"/>
                  </a:lnTo>
                  <a:lnTo>
                    <a:pt x="124837" y="5448"/>
                  </a:lnTo>
                  <a:lnTo>
                    <a:pt x="119684" y="6885"/>
                  </a:lnTo>
                  <a:lnTo>
                    <a:pt x="114580" y="8486"/>
                  </a:lnTo>
                  <a:lnTo>
                    <a:pt x="109530" y="10250"/>
                  </a:lnTo>
                  <a:lnTo>
                    <a:pt x="104539" y="12174"/>
                  </a:lnTo>
                  <a:lnTo>
                    <a:pt x="99612" y="14257"/>
                  </a:lnTo>
                  <a:lnTo>
                    <a:pt x="94755" y="16497"/>
                  </a:lnTo>
                  <a:lnTo>
                    <a:pt x="89971" y="18891"/>
                  </a:lnTo>
                  <a:lnTo>
                    <a:pt x="85266" y="21436"/>
                  </a:lnTo>
                  <a:lnTo>
                    <a:pt x="80646" y="24131"/>
                  </a:lnTo>
                  <a:lnTo>
                    <a:pt x="76114" y="26973"/>
                  </a:lnTo>
                  <a:lnTo>
                    <a:pt x="71675" y="29958"/>
                  </a:lnTo>
                  <a:lnTo>
                    <a:pt x="67334" y="33083"/>
                  </a:lnTo>
                  <a:lnTo>
                    <a:pt x="63095" y="36346"/>
                  </a:lnTo>
                  <a:lnTo>
                    <a:pt x="58962" y="39743"/>
                  </a:lnTo>
                  <a:lnTo>
                    <a:pt x="54941" y="43270"/>
                  </a:lnTo>
                  <a:lnTo>
                    <a:pt x="51034" y="46924"/>
                  </a:lnTo>
                  <a:lnTo>
                    <a:pt x="47247" y="50701"/>
                  </a:lnTo>
                  <a:lnTo>
                    <a:pt x="43582" y="54598"/>
                  </a:lnTo>
                  <a:lnTo>
                    <a:pt x="40043" y="58610"/>
                  </a:lnTo>
                  <a:lnTo>
                    <a:pt x="36635" y="62732"/>
                  </a:lnTo>
                  <a:lnTo>
                    <a:pt x="33361" y="66962"/>
                  </a:lnTo>
                  <a:lnTo>
                    <a:pt x="30223" y="71295"/>
                  </a:lnTo>
                  <a:lnTo>
                    <a:pt x="27226" y="75725"/>
                  </a:lnTo>
                  <a:lnTo>
                    <a:pt x="24372" y="80249"/>
                  </a:lnTo>
                  <a:lnTo>
                    <a:pt x="21664" y="84863"/>
                  </a:lnTo>
                  <a:lnTo>
                    <a:pt x="19105" y="89560"/>
                  </a:lnTo>
                  <a:lnTo>
                    <a:pt x="16698" y="94337"/>
                  </a:lnTo>
                  <a:lnTo>
                    <a:pt x="14445" y="99189"/>
                  </a:lnTo>
                  <a:lnTo>
                    <a:pt x="12348" y="104110"/>
                  </a:lnTo>
                  <a:lnTo>
                    <a:pt x="10410" y="109095"/>
                  </a:lnTo>
                  <a:lnTo>
                    <a:pt x="8632" y="114141"/>
                  </a:lnTo>
                  <a:lnTo>
                    <a:pt x="7016" y="119240"/>
                  </a:lnTo>
                  <a:lnTo>
                    <a:pt x="5565" y="124388"/>
                  </a:lnTo>
                  <a:lnTo>
                    <a:pt x="4279" y="129581"/>
                  </a:lnTo>
                  <a:lnTo>
                    <a:pt x="3160" y="134812"/>
                  </a:lnTo>
                  <a:lnTo>
                    <a:pt x="2209" y="140076"/>
                  </a:lnTo>
                  <a:lnTo>
                    <a:pt x="1426" y="145367"/>
                  </a:lnTo>
                  <a:lnTo>
                    <a:pt x="814" y="150681"/>
                  </a:lnTo>
                  <a:lnTo>
                    <a:pt x="371" y="156012"/>
                  </a:lnTo>
                  <a:lnTo>
                    <a:pt x="100" y="161354"/>
                  </a:lnTo>
                  <a:lnTo>
                    <a:pt x="0" y="166703"/>
                  </a:lnTo>
                  <a:lnTo>
                    <a:pt x="70" y="172051"/>
                  </a:lnTo>
                  <a:lnTo>
                    <a:pt x="312" y="177395"/>
                  </a:lnTo>
                  <a:lnTo>
                    <a:pt x="725" y="182728"/>
                  </a:lnTo>
                  <a:lnTo>
                    <a:pt x="1308" y="188046"/>
                  </a:lnTo>
                  <a:lnTo>
                    <a:pt x="2061" y="193342"/>
                  </a:lnTo>
                  <a:lnTo>
                    <a:pt x="2983" y="198611"/>
                  </a:lnTo>
                  <a:lnTo>
                    <a:pt x="4073" y="203848"/>
                  </a:lnTo>
                  <a:lnTo>
                    <a:pt x="5330" y="209047"/>
                  </a:lnTo>
                  <a:lnTo>
                    <a:pt x="6753" y="214204"/>
                  </a:lnTo>
                  <a:lnTo>
                    <a:pt x="8340" y="219312"/>
                  </a:lnTo>
                  <a:lnTo>
                    <a:pt x="10089" y="224367"/>
                  </a:lnTo>
                  <a:lnTo>
                    <a:pt x="12000" y="229363"/>
                  </a:lnTo>
                  <a:lnTo>
                    <a:pt x="14069" y="234296"/>
                  </a:lnTo>
                  <a:lnTo>
                    <a:pt x="16296" y="239160"/>
                  </a:lnTo>
                  <a:lnTo>
                    <a:pt x="18676" y="243950"/>
                  </a:lnTo>
                  <a:lnTo>
                    <a:pt x="21209" y="248662"/>
                  </a:lnTo>
                  <a:lnTo>
                    <a:pt x="23891" y="253290"/>
                  </a:lnTo>
                  <a:lnTo>
                    <a:pt x="26720" y="257830"/>
                  </a:lnTo>
                  <a:lnTo>
                    <a:pt x="29693" y="262277"/>
                  </a:lnTo>
                  <a:lnTo>
                    <a:pt x="32806" y="266627"/>
                  </a:lnTo>
                  <a:lnTo>
                    <a:pt x="36057" y="270875"/>
                  </a:lnTo>
                  <a:lnTo>
                    <a:pt x="39442" y="275016"/>
                  </a:lnTo>
                  <a:lnTo>
                    <a:pt x="42958" y="279048"/>
                  </a:lnTo>
                  <a:lnTo>
                    <a:pt x="46602" y="282965"/>
                  </a:lnTo>
                  <a:lnTo>
                    <a:pt x="50368" y="286763"/>
                  </a:lnTo>
                  <a:lnTo>
                    <a:pt x="54254" y="290438"/>
                  </a:lnTo>
                  <a:lnTo>
                    <a:pt x="58256" y="293988"/>
                  </a:lnTo>
                  <a:lnTo>
                    <a:pt x="62370" y="297408"/>
                  </a:lnTo>
                  <a:lnTo>
                    <a:pt x="66590" y="300694"/>
                  </a:lnTo>
                  <a:lnTo>
                    <a:pt x="70914" y="303843"/>
                  </a:lnTo>
                  <a:lnTo>
                    <a:pt x="75336" y="306853"/>
                  </a:lnTo>
                  <a:lnTo>
                    <a:pt x="79853" y="309720"/>
                  </a:lnTo>
                  <a:lnTo>
                    <a:pt x="84458" y="312440"/>
                  </a:lnTo>
                  <a:lnTo>
                    <a:pt x="89149" y="315012"/>
                  </a:lnTo>
                  <a:lnTo>
                    <a:pt x="93919" y="317433"/>
                  </a:lnTo>
                  <a:lnTo>
                    <a:pt x="98764" y="319699"/>
                  </a:lnTo>
                  <a:lnTo>
                    <a:pt x="103679" y="32181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57552" y="1489739"/>
              <a:ext cx="63486" cy="154642"/>
            </a:xfrm>
            <a:custGeom>
              <a:avLst/>
              <a:pathLst>
                <a:path w="63486" h="154642">
                  <a:moveTo>
                    <a:pt x="0" y="154642"/>
                  </a:moveTo>
                  <a:lnTo>
                    <a:pt x="6348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57552" y="1350969"/>
              <a:ext cx="230643" cy="305934"/>
            </a:xfrm>
            <a:custGeom>
              <a:avLst/>
              <a:pathLst>
                <a:path w="230643" h="305934">
                  <a:moveTo>
                    <a:pt x="0" y="293412"/>
                  </a:moveTo>
                  <a:lnTo>
                    <a:pt x="4972" y="295361"/>
                  </a:lnTo>
                  <a:lnTo>
                    <a:pt x="10005" y="297151"/>
                  </a:lnTo>
                  <a:lnTo>
                    <a:pt x="15092" y="298779"/>
                  </a:lnTo>
                  <a:lnTo>
                    <a:pt x="20229" y="300243"/>
                  </a:lnTo>
                  <a:lnTo>
                    <a:pt x="25410" y="301543"/>
                  </a:lnTo>
                  <a:lnTo>
                    <a:pt x="30629" y="302676"/>
                  </a:lnTo>
                  <a:lnTo>
                    <a:pt x="35883" y="303642"/>
                  </a:lnTo>
                  <a:lnTo>
                    <a:pt x="41164" y="304440"/>
                  </a:lnTo>
                  <a:lnTo>
                    <a:pt x="46468" y="305068"/>
                  </a:lnTo>
                  <a:lnTo>
                    <a:pt x="51790" y="305527"/>
                  </a:lnTo>
                  <a:lnTo>
                    <a:pt x="57123" y="305816"/>
                  </a:lnTo>
                  <a:lnTo>
                    <a:pt x="62463" y="305934"/>
                  </a:lnTo>
                  <a:lnTo>
                    <a:pt x="67804" y="305881"/>
                  </a:lnTo>
                  <a:lnTo>
                    <a:pt x="73141" y="305658"/>
                  </a:lnTo>
                  <a:lnTo>
                    <a:pt x="78468" y="305264"/>
                  </a:lnTo>
                  <a:lnTo>
                    <a:pt x="83779" y="304701"/>
                  </a:lnTo>
                  <a:lnTo>
                    <a:pt x="89070" y="303968"/>
                  </a:lnTo>
                  <a:lnTo>
                    <a:pt x="94334" y="303066"/>
                  </a:lnTo>
                  <a:lnTo>
                    <a:pt x="99568" y="301997"/>
                  </a:lnTo>
                  <a:lnTo>
                    <a:pt x="104764" y="300761"/>
                  </a:lnTo>
                  <a:lnTo>
                    <a:pt x="109918" y="299359"/>
                  </a:lnTo>
                  <a:lnTo>
                    <a:pt x="115025" y="297794"/>
                  </a:lnTo>
                  <a:lnTo>
                    <a:pt x="120079" y="296066"/>
                  </a:lnTo>
                  <a:lnTo>
                    <a:pt x="125075" y="294178"/>
                  </a:lnTo>
                  <a:lnTo>
                    <a:pt x="130009" y="292131"/>
                  </a:lnTo>
                  <a:lnTo>
                    <a:pt x="134874" y="289927"/>
                  </a:lnTo>
                  <a:lnTo>
                    <a:pt x="139667" y="287569"/>
                  </a:lnTo>
                  <a:lnTo>
                    <a:pt x="144382" y="285060"/>
                  </a:lnTo>
                  <a:lnTo>
                    <a:pt x="149014" y="282401"/>
                  </a:lnTo>
                  <a:lnTo>
                    <a:pt x="153559" y="279595"/>
                  </a:lnTo>
                  <a:lnTo>
                    <a:pt x="158013" y="276645"/>
                  </a:lnTo>
                  <a:lnTo>
                    <a:pt x="162369" y="273555"/>
                  </a:lnTo>
                  <a:lnTo>
                    <a:pt x="166625" y="270327"/>
                  </a:lnTo>
                  <a:lnTo>
                    <a:pt x="170775" y="266965"/>
                  </a:lnTo>
                  <a:lnTo>
                    <a:pt x="174816" y="263472"/>
                  </a:lnTo>
                  <a:lnTo>
                    <a:pt x="178743" y="259852"/>
                  </a:lnTo>
                  <a:lnTo>
                    <a:pt x="182552" y="256108"/>
                  </a:lnTo>
                  <a:lnTo>
                    <a:pt x="186240" y="252244"/>
                  </a:lnTo>
                  <a:lnTo>
                    <a:pt x="189803" y="248264"/>
                  </a:lnTo>
                  <a:lnTo>
                    <a:pt x="193237" y="244173"/>
                  </a:lnTo>
                  <a:lnTo>
                    <a:pt x="196538" y="239974"/>
                  </a:lnTo>
                  <a:lnTo>
                    <a:pt x="199703" y="235671"/>
                  </a:lnTo>
                  <a:lnTo>
                    <a:pt x="202729" y="231270"/>
                  </a:lnTo>
                  <a:lnTo>
                    <a:pt x="205613" y="226774"/>
                  </a:lnTo>
                  <a:lnTo>
                    <a:pt x="208352" y="222189"/>
                  </a:lnTo>
                  <a:lnTo>
                    <a:pt x="210944" y="217518"/>
                  </a:lnTo>
                  <a:lnTo>
                    <a:pt x="213384" y="212767"/>
                  </a:lnTo>
                  <a:lnTo>
                    <a:pt x="215672" y="207940"/>
                  </a:lnTo>
                  <a:lnTo>
                    <a:pt x="217804" y="203043"/>
                  </a:lnTo>
                  <a:lnTo>
                    <a:pt x="219778" y="198080"/>
                  </a:lnTo>
                  <a:lnTo>
                    <a:pt x="221594" y="193057"/>
                  </a:lnTo>
                  <a:lnTo>
                    <a:pt x="223247" y="187978"/>
                  </a:lnTo>
                  <a:lnTo>
                    <a:pt x="224738" y="182849"/>
                  </a:lnTo>
                  <a:lnTo>
                    <a:pt x="226064" y="177675"/>
                  </a:lnTo>
                  <a:lnTo>
                    <a:pt x="227224" y="172461"/>
                  </a:lnTo>
                  <a:lnTo>
                    <a:pt x="228216" y="167213"/>
                  </a:lnTo>
                  <a:lnTo>
                    <a:pt x="229041" y="161935"/>
                  </a:lnTo>
                  <a:lnTo>
                    <a:pt x="229697" y="156635"/>
                  </a:lnTo>
                  <a:lnTo>
                    <a:pt x="230182" y="151315"/>
                  </a:lnTo>
                  <a:lnTo>
                    <a:pt x="230498" y="145983"/>
                  </a:lnTo>
                  <a:lnTo>
                    <a:pt x="230643" y="140644"/>
                  </a:lnTo>
                  <a:lnTo>
                    <a:pt x="230618" y="135303"/>
                  </a:lnTo>
                  <a:lnTo>
                    <a:pt x="230422" y="129965"/>
                  </a:lnTo>
                  <a:lnTo>
                    <a:pt x="230055" y="124636"/>
                  </a:lnTo>
                  <a:lnTo>
                    <a:pt x="229519" y="119322"/>
                  </a:lnTo>
                  <a:lnTo>
                    <a:pt x="228813" y="114028"/>
                  </a:lnTo>
                  <a:lnTo>
                    <a:pt x="227938" y="108759"/>
                  </a:lnTo>
                  <a:lnTo>
                    <a:pt x="226895" y="103520"/>
                  </a:lnTo>
                  <a:lnTo>
                    <a:pt x="225686" y="98318"/>
                  </a:lnTo>
                  <a:lnTo>
                    <a:pt x="224311" y="93156"/>
                  </a:lnTo>
                  <a:lnTo>
                    <a:pt x="222771" y="88042"/>
                  </a:lnTo>
                  <a:lnTo>
                    <a:pt x="221069" y="82979"/>
                  </a:lnTo>
                  <a:lnTo>
                    <a:pt x="219207" y="77973"/>
                  </a:lnTo>
                  <a:lnTo>
                    <a:pt x="217185" y="73029"/>
                  </a:lnTo>
                  <a:lnTo>
                    <a:pt x="215006" y="68152"/>
                  </a:lnTo>
                  <a:lnTo>
                    <a:pt x="212673" y="63348"/>
                  </a:lnTo>
                  <a:lnTo>
                    <a:pt x="210187" y="58620"/>
                  </a:lnTo>
                  <a:lnTo>
                    <a:pt x="207551" y="53974"/>
                  </a:lnTo>
                  <a:lnTo>
                    <a:pt x="204769" y="49415"/>
                  </a:lnTo>
                  <a:lnTo>
                    <a:pt x="201842" y="44947"/>
                  </a:lnTo>
                  <a:lnTo>
                    <a:pt x="198774" y="40575"/>
                  </a:lnTo>
                  <a:lnTo>
                    <a:pt x="195568" y="36303"/>
                  </a:lnTo>
                  <a:lnTo>
                    <a:pt x="192227" y="32135"/>
                  </a:lnTo>
                  <a:lnTo>
                    <a:pt x="188754" y="28077"/>
                  </a:lnTo>
                  <a:lnTo>
                    <a:pt x="185154" y="24131"/>
                  </a:lnTo>
                  <a:lnTo>
                    <a:pt x="181430" y="20303"/>
                  </a:lnTo>
                  <a:lnTo>
                    <a:pt x="177585" y="16595"/>
                  </a:lnTo>
                  <a:lnTo>
                    <a:pt x="173623" y="13012"/>
                  </a:lnTo>
                  <a:lnTo>
                    <a:pt x="169549" y="9558"/>
                  </a:lnTo>
                  <a:lnTo>
                    <a:pt x="165367" y="6235"/>
                  </a:lnTo>
                  <a:lnTo>
                    <a:pt x="161081" y="3048"/>
                  </a:lnTo>
                  <a:lnTo>
                    <a:pt x="156695" y="0"/>
                  </a:lnTo>
                  <a:lnTo>
                    <a:pt x="63486" y="1387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93208" cy="167167"/>
            </a:xfrm>
            <a:custGeom>
              <a:avLst/>
              <a:pathLst>
                <a:path w="93208" h="167167">
                  <a:moveTo>
                    <a:pt x="93208" y="28397"/>
                  </a:moveTo>
                  <a:lnTo>
                    <a:pt x="88325" y="25239"/>
                  </a:lnTo>
                  <a:lnTo>
                    <a:pt x="83334" y="22252"/>
                  </a:lnTo>
                  <a:lnTo>
                    <a:pt x="78243" y="19441"/>
                  </a:lnTo>
                  <a:lnTo>
                    <a:pt x="73057" y="16809"/>
                  </a:lnTo>
                  <a:lnTo>
                    <a:pt x="67783" y="14359"/>
                  </a:lnTo>
                  <a:lnTo>
                    <a:pt x="62426" y="12093"/>
                  </a:lnTo>
                  <a:lnTo>
                    <a:pt x="56994" y="10016"/>
                  </a:lnTo>
                  <a:lnTo>
                    <a:pt x="51493" y="8128"/>
                  </a:lnTo>
                  <a:lnTo>
                    <a:pt x="45930" y="6433"/>
                  </a:lnTo>
                  <a:lnTo>
                    <a:pt x="40311" y="4933"/>
                  </a:lnTo>
                  <a:lnTo>
                    <a:pt x="34643" y="3629"/>
                  </a:lnTo>
                  <a:lnTo>
                    <a:pt x="28933" y="2523"/>
                  </a:lnTo>
                  <a:lnTo>
                    <a:pt x="23189" y="1616"/>
                  </a:lnTo>
                  <a:lnTo>
                    <a:pt x="17416" y="909"/>
                  </a:lnTo>
                  <a:lnTo>
                    <a:pt x="11622" y="404"/>
                  </a:lnTo>
                  <a:lnTo>
                    <a:pt x="5814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2" y="1071028"/>
              <a:ext cx="167166" cy="293830"/>
            </a:xfrm>
            <a:custGeom>
              <a:avLst/>
              <a:pathLst>
                <a:path w="167166" h="293830">
                  <a:moveTo>
                    <a:pt x="167166" y="0"/>
                  </a:moveTo>
                  <a:lnTo>
                    <a:pt x="161820" y="85"/>
                  </a:lnTo>
                  <a:lnTo>
                    <a:pt x="156481" y="341"/>
                  </a:lnTo>
                  <a:lnTo>
                    <a:pt x="151152" y="768"/>
                  </a:lnTo>
                  <a:lnTo>
                    <a:pt x="145839" y="1365"/>
                  </a:lnTo>
                  <a:lnTo>
                    <a:pt x="140548" y="2132"/>
                  </a:lnTo>
                  <a:lnTo>
                    <a:pt x="135285" y="3068"/>
                  </a:lnTo>
                  <a:lnTo>
                    <a:pt x="130054" y="4171"/>
                  </a:lnTo>
                  <a:lnTo>
                    <a:pt x="124861" y="5441"/>
                  </a:lnTo>
                  <a:lnTo>
                    <a:pt x="119711" y="6877"/>
                  </a:lnTo>
                  <a:lnTo>
                    <a:pt x="114610" y="8476"/>
                  </a:lnTo>
                  <a:lnTo>
                    <a:pt x="109563" y="10238"/>
                  </a:lnTo>
                  <a:lnTo>
                    <a:pt x="104574" y="12160"/>
                  </a:lnTo>
                  <a:lnTo>
                    <a:pt x="99650" y="14240"/>
                  </a:lnTo>
                  <a:lnTo>
                    <a:pt x="94794" y="16477"/>
                  </a:lnTo>
                  <a:lnTo>
                    <a:pt x="90013" y="18869"/>
                  </a:lnTo>
                  <a:lnTo>
                    <a:pt x="85310" y="21412"/>
                  </a:lnTo>
                  <a:lnTo>
                    <a:pt x="80692" y="24103"/>
                  </a:lnTo>
                  <a:lnTo>
                    <a:pt x="76161" y="26942"/>
                  </a:lnTo>
                  <a:lnTo>
                    <a:pt x="71724" y="29923"/>
                  </a:lnTo>
                  <a:lnTo>
                    <a:pt x="67384" y="33045"/>
                  </a:lnTo>
                  <a:lnTo>
                    <a:pt x="63147" y="36305"/>
                  </a:lnTo>
                  <a:lnTo>
                    <a:pt x="59015" y="39698"/>
                  </a:lnTo>
                  <a:lnTo>
                    <a:pt x="54995" y="43221"/>
                  </a:lnTo>
                  <a:lnTo>
                    <a:pt x="51089" y="46871"/>
                  </a:lnTo>
                  <a:lnTo>
                    <a:pt x="47302" y="50644"/>
                  </a:lnTo>
                  <a:lnTo>
                    <a:pt x="43637" y="54537"/>
                  </a:lnTo>
                  <a:lnTo>
                    <a:pt x="40099" y="58544"/>
                  </a:lnTo>
                  <a:lnTo>
                    <a:pt x="36690" y="62663"/>
                  </a:lnTo>
                  <a:lnTo>
                    <a:pt x="33415" y="66888"/>
                  </a:lnTo>
                  <a:lnTo>
                    <a:pt x="30277" y="71216"/>
                  </a:lnTo>
                  <a:lnTo>
                    <a:pt x="27279" y="75643"/>
                  </a:lnTo>
                  <a:lnTo>
                    <a:pt x="24424" y="80162"/>
                  </a:lnTo>
                  <a:lnTo>
                    <a:pt x="21715" y="84771"/>
                  </a:lnTo>
                  <a:lnTo>
                    <a:pt x="19155" y="89464"/>
                  </a:lnTo>
                  <a:lnTo>
                    <a:pt x="16746" y="94237"/>
                  </a:lnTo>
                  <a:lnTo>
                    <a:pt x="14491" y="99084"/>
                  </a:lnTo>
                  <a:lnTo>
                    <a:pt x="12392" y="104000"/>
                  </a:lnTo>
                  <a:lnTo>
                    <a:pt x="10451" y="108982"/>
                  </a:lnTo>
                  <a:lnTo>
                    <a:pt x="8671" y="114023"/>
                  </a:lnTo>
                  <a:lnTo>
                    <a:pt x="7053" y="119118"/>
                  </a:lnTo>
                  <a:lnTo>
                    <a:pt x="5598" y="124262"/>
                  </a:lnTo>
                  <a:lnTo>
                    <a:pt x="4309" y="129450"/>
                  </a:lnTo>
                  <a:lnTo>
                    <a:pt x="3186" y="134677"/>
                  </a:lnTo>
                  <a:lnTo>
                    <a:pt x="2231" y="139937"/>
                  </a:lnTo>
                  <a:lnTo>
                    <a:pt x="1445" y="145225"/>
                  </a:lnTo>
                  <a:lnTo>
                    <a:pt x="828" y="150535"/>
                  </a:lnTo>
                  <a:lnTo>
                    <a:pt x="381" y="155863"/>
                  </a:lnTo>
                  <a:lnTo>
                    <a:pt x="105" y="161202"/>
                  </a:lnTo>
                  <a:lnTo>
                    <a:pt x="0" y="166546"/>
                  </a:lnTo>
                  <a:lnTo>
                    <a:pt x="65" y="171892"/>
                  </a:lnTo>
                  <a:lnTo>
                    <a:pt x="302" y="177233"/>
                  </a:lnTo>
                  <a:lnTo>
                    <a:pt x="709" y="182563"/>
                  </a:lnTo>
                  <a:lnTo>
                    <a:pt x="1286" y="187878"/>
                  </a:lnTo>
                  <a:lnTo>
                    <a:pt x="2033" y="193172"/>
                  </a:lnTo>
                  <a:lnTo>
                    <a:pt x="2949" y="198439"/>
                  </a:lnTo>
                  <a:lnTo>
                    <a:pt x="4033" y="203674"/>
                  </a:lnTo>
                  <a:lnTo>
                    <a:pt x="5284" y="208871"/>
                  </a:lnTo>
                  <a:lnTo>
                    <a:pt x="6700" y="214026"/>
                  </a:lnTo>
                  <a:lnTo>
                    <a:pt x="8281" y="219133"/>
                  </a:lnTo>
                  <a:lnTo>
                    <a:pt x="10024" y="224187"/>
                  </a:lnTo>
                  <a:lnTo>
                    <a:pt x="11927" y="229183"/>
                  </a:lnTo>
                  <a:lnTo>
                    <a:pt x="13990" y="234115"/>
                  </a:lnTo>
                  <a:lnTo>
                    <a:pt x="16209" y="238979"/>
                  </a:lnTo>
                  <a:lnTo>
                    <a:pt x="18582" y="243769"/>
                  </a:lnTo>
                  <a:lnTo>
                    <a:pt x="21108" y="248481"/>
                  </a:lnTo>
                  <a:lnTo>
                    <a:pt x="23782" y="253110"/>
                  </a:lnTo>
                  <a:lnTo>
                    <a:pt x="26604" y="257650"/>
                  </a:lnTo>
                  <a:lnTo>
                    <a:pt x="29569" y="262099"/>
                  </a:lnTo>
                  <a:lnTo>
                    <a:pt x="32675" y="266450"/>
                  </a:lnTo>
                  <a:lnTo>
                    <a:pt x="35918" y="270700"/>
                  </a:lnTo>
                  <a:lnTo>
                    <a:pt x="39296" y="274843"/>
                  </a:lnTo>
                  <a:lnTo>
                    <a:pt x="42804" y="278877"/>
                  </a:lnTo>
                  <a:lnTo>
                    <a:pt x="46440" y="282797"/>
                  </a:lnTo>
                  <a:lnTo>
                    <a:pt x="50199" y="286598"/>
                  </a:lnTo>
                  <a:lnTo>
                    <a:pt x="54078" y="290277"/>
                  </a:lnTo>
                  <a:lnTo>
                    <a:pt x="58072" y="29383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36164" y="1238196"/>
              <a:ext cx="109093" cy="126663"/>
            </a:xfrm>
            <a:custGeom>
              <a:avLst/>
              <a:pathLst>
                <a:path w="109093" h="126663">
                  <a:moveTo>
                    <a:pt x="0" y="126663"/>
                  </a:moveTo>
                  <a:lnTo>
                    <a:pt x="10909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36164" y="1172549"/>
              <a:ext cx="276249" cy="232809"/>
            </a:xfrm>
            <a:custGeom>
              <a:avLst/>
              <a:pathLst>
                <a:path w="276249" h="232809">
                  <a:moveTo>
                    <a:pt x="0" y="192309"/>
                  </a:moveTo>
                  <a:lnTo>
                    <a:pt x="4104" y="195732"/>
                  </a:lnTo>
                  <a:lnTo>
                    <a:pt x="8315" y="199021"/>
                  </a:lnTo>
                  <a:lnTo>
                    <a:pt x="12630" y="202174"/>
                  </a:lnTo>
                  <a:lnTo>
                    <a:pt x="17043" y="205188"/>
                  </a:lnTo>
                  <a:lnTo>
                    <a:pt x="21550" y="208059"/>
                  </a:lnTo>
                  <a:lnTo>
                    <a:pt x="26147" y="210784"/>
                  </a:lnTo>
                  <a:lnTo>
                    <a:pt x="30829" y="213361"/>
                  </a:lnTo>
                  <a:lnTo>
                    <a:pt x="35590" y="215787"/>
                  </a:lnTo>
                  <a:lnTo>
                    <a:pt x="40427" y="218060"/>
                  </a:lnTo>
                  <a:lnTo>
                    <a:pt x="45333" y="220177"/>
                  </a:lnTo>
                  <a:lnTo>
                    <a:pt x="50305" y="222136"/>
                  </a:lnTo>
                  <a:lnTo>
                    <a:pt x="55337" y="223935"/>
                  </a:lnTo>
                  <a:lnTo>
                    <a:pt x="60424" y="225572"/>
                  </a:lnTo>
                  <a:lnTo>
                    <a:pt x="65561" y="227046"/>
                  </a:lnTo>
                  <a:lnTo>
                    <a:pt x="70742" y="228355"/>
                  </a:lnTo>
                  <a:lnTo>
                    <a:pt x="75962" y="229498"/>
                  </a:lnTo>
                  <a:lnTo>
                    <a:pt x="81216" y="230473"/>
                  </a:lnTo>
                  <a:lnTo>
                    <a:pt x="86499" y="231280"/>
                  </a:lnTo>
                  <a:lnTo>
                    <a:pt x="91805" y="231917"/>
                  </a:lnTo>
                  <a:lnTo>
                    <a:pt x="97128" y="232385"/>
                  </a:lnTo>
                  <a:lnTo>
                    <a:pt x="102464" y="232682"/>
                  </a:lnTo>
                  <a:lnTo>
                    <a:pt x="107806" y="232809"/>
                  </a:lnTo>
                  <a:lnTo>
                    <a:pt x="113150" y="232765"/>
                  </a:lnTo>
                  <a:lnTo>
                    <a:pt x="118489" y="232550"/>
                  </a:lnTo>
                  <a:lnTo>
                    <a:pt x="123819" y="232164"/>
                  </a:lnTo>
                  <a:lnTo>
                    <a:pt x="129134" y="231608"/>
                  </a:lnTo>
                  <a:lnTo>
                    <a:pt x="134429" y="230883"/>
                  </a:lnTo>
                  <a:lnTo>
                    <a:pt x="139697" y="229989"/>
                  </a:lnTo>
                  <a:lnTo>
                    <a:pt x="144935" y="228926"/>
                  </a:lnTo>
                  <a:lnTo>
                    <a:pt x="150135" y="227697"/>
                  </a:lnTo>
                  <a:lnTo>
                    <a:pt x="155294" y="226303"/>
                  </a:lnTo>
                  <a:lnTo>
                    <a:pt x="160405" y="224744"/>
                  </a:lnTo>
                  <a:lnTo>
                    <a:pt x="165464" y="223022"/>
                  </a:lnTo>
                  <a:lnTo>
                    <a:pt x="170466" y="221140"/>
                  </a:lnTo>
                  <a:lnTo>
                    <a:pt x="175405" y="219099"/>
                  </a:lnTo>
                  <a:lnTo>
                    <a:pt x="180276" y="216901"/>
                  </a:lnTo>
                  <a:lnTo>
                    <a:pt x="185074" y="214549"/>
                  </a:lnTo>
                  <a:lnTo>
                    <a:pt x="189794" y="212044"/>
                  </a:lnTo>
                  <a:lnTo>
                    <a:pt x="194433" y="209390"/>
                  </a:lnTo>
                  <a:lnTo>
                    <a:pt x="198984" y="206589"/>
                  </a:lnTo>
                  <a:lnTo>
                    <a:pt x="203443" y="203643"/>
                  </a:lnTo>
                  <a:lnTo>
                    <a:pt x="207805" y="200557"/>
                  </a:lnTo>
                  <a:lnTo>
                    <a:pt x="212067" y="197333"/>
                  </a:lnTo>
                  <a:lnTo>
                    <a:pt x="216223" y="193974"/>
                  </a:lnTo>
                  <a:lnTo>
                    <a:pt x="220271" y="190484"/>
                  </a:lnTo>
                  <a:lnTo>
                    <a:pt x="224204" y="186867"/>
                  </a:lnTo>
                  <a:lnTo>
                    <a:pt x="228020" y="183126"/>
                  </a:lnTo>
                  <a:lnTo>
                    <a:pt x="231714" y="179265"/>
                  </a:lnTo>
                  <a:lnTo>
                    <a:pt x="235283" y="175287"/>
                  </a:lnTo>
                  <a:lnTo>
                    <a:pt x="238723" y="171198"/>
                  </a:lnTo>
                  <a:lnTo>
                    <a:pt x="242030" y="167000"/>
                  </a:lnTo>
                  <a:lnTo>
                    <a:pt x="245202" y="162699"/>
                  </a:lnTo>
                  <a:lnTo>
                    <a:pt x="248235" y="158299"/>
                  </a:lnTo>
                  <a:lnTo>
                    <a:pt x="251125" y="153805"/>
                  </a:lnTo>
                  <a:lnTo>
                    <a:pt x="253870" y="149220"/>
                  </a:lnTo>
                  <a:lnTo>
                    <a:pt x="256468" y="144549"/>
                  </a:lnTo>
                  <a:lnTo>
                    <a:pt x="258914" y="139799"/>
                  </a:lnTo>
                  <a:lnTo>
                    <a:pt x="261208" y="134972"/>
                  </a:lnTo>
                  <a:lnTo>
                    <a:pt x="263346" y="130074"/>
                  </a:lnTo>
                  <a:lnTo>
                    <a:pt x="265327" y="125111"/>
                  </a:lnTo>
                  <a:lnTo>
                    <a:pt x="267148" y="120087"/>
                  </a:lnTo>
                  <a:lnTo>
                    <a:pt x="268807" y="115007"/>
                  </a:lnTo>
                  <a:lnTo>
                    <a:pt x="270303" y="109877"/>
                  </a:lnTo>
                  <a:lnTo>
                    <a:pt x="271634" y="104702"/>
                  </a:lnTo>
                  <a:lnTo>
                    <a:pt x="272800" y="99486"/>
                  </a:lnTo>
                  <a:lnTo>
                    <a:pt x="273798" y="94236"/>
                  </a:lnTo>
                  <a:lnTo>
                    <a:pt x="274627" y="88957"/>
                  </a:lnTo>
                  <a:lnTo>
                    <a:pt x="275288" y="83654"/>
                  </a:lnTo>
                  <a:lnTo>
                    <a:pt x="275779" y="78333"/>
                  </a:lnTo>
                  <a:lnTo>
                    <a:pt x="276099" y="72999"/>
                  </a:lnTo>
                  <a:lnTo>
                    <a:pt x="276249" y="67657"/>
                  </a:lnTo>
                  <a:lnTo>
                    <a:pt x="276227" y="62313"/>
                  </a:lnTo>
                  <a:lnTo>
                    <a:pt x="276035" y="56972"/>
                  </a:lnTo>
                  <a:lnTo>
                    <a:pt x="275673" y="51641"/>
                  </a:lnTo>
                  <a:lnTo>
                    <a:pt x="275140" y="46324"/>
                  </a:lnTo>
                  <a:lnTo>
                    <a:pt x="274438" y="41026"/>
                  </a:lnTo>
                  <a:lnTo>
                    <a:pt x="273566" y="35754"/>
                  </a:lnTo>
                  <a:lnTo>
                    <a:pt x="272527" y="30512"/>
                  </a:lnTo>
                  <a:lnTo>
                    <a:pt x="271320" y="25306"/>
                  </a:lnTo>
                  <a:lnTo>
                    <a:pt x="269948" y="20141"/>
                  </a:lnTo>
                  <a:lnTo>
                    <a:pt x="268411" y="15023"/>
                  </a:lnTo>
                  <a:lnTo>
                    <a:pt x="266712" y="9957"/>
                  </a:lnTo>
                  <a:lnTo>
                    <a:pt x="264851" y="4947"/>
                  </a:lnTo>
                  <a:lnTo>
                    <a:pt x="262831" y="0"/>
                  </a:lnTo>
                  <a:lnTo>
                    <a:pt x="109093" y="656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53738" cy="167167"/>
            </a:xfrm>
            <a:custGeom>
              <a:avLst/>
              <a:pathLst>
                <a:path w="153738" h="167167">
                  <a:moveTo>
                    <a:pt x="153738" y="101520"/>
                  </a:moveTo>
                  <a:lnTo>
                    <a:pt x="151529" y="96571"/>
                  </a:lnTo>
                  <a:lnTo>
                    <a:pt x="149161" y="91696"/>
                  </a:lnTo>
                  <a:lnTo>
                    <a:pt x="146636" y="86900"/>
                  </a:lnTo>
                  <a:lnTo>
                    <a:pt x="143957" y="82189"/>
                  </a:lnTo>
                  <a:lnTo>
                    <a:pt x="141126" y="77567"/>
                  </a:lnTo>
                  <a:lnTo>
                    <a:pt x="138147" y="73039"/>
                  </a:lnTo>
                  <a:lnTo>
                    <a:pt x="135023" y="68610"/>
                  </a:lnTo>
                  <a:lnTo>
                    <a:pt x="131757" y="64284"/>
                  </a:lnTo>
                  <a:lnTo>
                    <a:pt x="128353" y="60067"/>
                  </a:lnTo>
                  <a:lnTo>
                    <a:pt x="124814" y="55963"/>
                  </a:lnTo>
                  <a:lnTo>
                    <a:pt x="121143" y="51975"/>
                  </a:lnTo>
                  <a:lnTo>
                    <a:pt x="117345" y="48108"/>
                  </a:lnTo>
                  <a:lnTo>
                    <a:pt x="113424" y="44367"/>
                  </a:lnTo>
                  <a:lnTo>
                    <a:pt x="109383" y="40755"/>
                  </a:lnTo>
                  <a:lnTo>
                    <a:pt x="105228" y="37275"/>
                  </a:lnTo>
                  <a:lnTo>
                    <a:pt x="100962" y="33932"/>
                  </a:lnTo>
                  <a:lnTo>
                    <a:pt x="96590" y="30729"/>
                  </a:lnTo>
                  <a:lnTo>
                    <a:pt x="92116" y="27670"/>
                  </a:lnTo>
                  <a:lnTo>
                    <a:pt x="87546" y="24757"/>
                  </a:lnTo>
                  <a:lnTo>
                    <a:pt x="82883" y="21994"/>
                  </a:lnTo>
                  <a:lnTo>
                    <a:pt x="78133" y="19383"/>
                  </a:lnTo>
                  <a:lnTo>
                    <a:pt x="73301" y="16928"/>
                  </a:lnTo>
                  <a:lnTo>
                    <a:pt x="68393" y="14631"/>
                  </a:lnTo>
                  <a:lnTo>
                    <a:pt x="63412" y="12494"/>
                  </a:lnTo>
                  <a:lnTo>
                    <a:pt x="58364" y="10519"/>
                  </a:lnTo>
                  <a:lnTo>
                    <a:pt x="53256" y="8710"/>
                  </a:lnTo>
                  <a:lnTo>
                    <a:pt x="48091" y="7066"/>
                  </a:lnTo>
                  <a:lnTo>
                    <a:pt x="42876" y="5592"/>
                  </a:lnTo>
                  <a:lnTo>
                    <a:pt x="37615" y="4287"/>
                  </a:lnTo>
                  <a:lnTo>
                    <a:pt x="32315" y="3153"/>
                  </a:lnTo>
                  <a:lnTo>
                    <a:pt x="26981" y="2191"/>
                  </a:lnTo>
                  <a:lnTo>
                    <a:pt x="21619" y="1403"/>
                  </a:lnTo>
                  <a:lnTo>
                    <a:pt x="16234" y="790"/>
                  </a:lnTo>
                  <a:lnTo>
                    <a:pt x="10832" y="351"/>
                  </a:lnTo>
                  <a:lnTo>
                    <a:pt x="541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3339" y="941493"/>
              <a:ext cx="80205" cy="167167"/>
            </a:xfrm>
            <a:custGeom>
              <a:avLst/>
              <a:pathLst>
                <a:path w="80205" h="167167">
                  <a:moveTo>
                    <a:pt x="80205" y="0"/>
                  </a:moveTo>
                  <a:lnTo>
                    <a:pt x="74231" y="106"/>
                  </a:lnTo>
                  <a:lnTo>
                    <a:pt x="68264" y="426"/>
                  </a:lnTo>
                  <a:lnTo>
                    <a:pt x="62313" y="960"/>
                  </a:lnTo>
                  <a:lnTo>
                    <a:pt x="56385" y="1705"/>
                  </a:lnTo>
                  <a:lnTo>
                    <a:pt x="50487" y="2662"/>
                  </a:lnTo>
                  <a:lnTo>
                    <a:pt x="44627" y="3829"/>
                  </a:lnTo>
                  <a:lnTo>
                    <a:pt x="38813" y="5205"/>
                  </a:lnTo>
                  <a:lnTo>
                    <a:pt x="33052" y="6788"/>
                  </a:lnTo>
                  <a:lnTo>
                    <a:pt x="27350" y="8575"/>
                  </a:lnTo>
                  <a:lnTo>
                    <a:pt x="21717" y="10565"/>
                  </a:lnTo>
                  <a:lnTo>
                    <a:pt x="16158" y="12755"/>
                  </a:lnTo>
                  <a:lnTo>
                    <a:pt x="10681" y="15143"/>
                  </a:lnTo>
                  <a:lnTo>
                    <a:pt x="5292" y="17724"/>
                  </a:lnTo>
                  <a:lnTo>
                    <a:pt x="0" y="20497"/>
                  </a:lnTo>
                  <a:lnTo>
                    <a:pt x="8020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43339" y="961990"/>
              <a:ext cx="80205" cy="146670"/>
            </a:xfrm>
            <a:custGeom>
              <a:avLst/>
              <a:pathLst>
                <a:path w="80205" h="146670">
                  <a:moveTo>
                    <a:pt x="0" y="0"/>
                  </a:moveTo>
                  <a:lnTo>
                    <a:pt x="80205" y="1466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81" y="961990"/>
              <a:ext cx="334326" cy="313831"/>
            </a:xfrm>
            <a:custGeom>
              <a:avLst/>
              <a:pathLst>
                <a:path w="334326" h="313831">
                  <a:moveTo>
                    <a:pt x="86957" y="0"/>
                  </a:moveTo>
                  <a:lnTo>
                    <a:pt x="82346" y="2617"/>
                  </a:lnTo>
                  <a:lnTo>
                    <a:pt x="77821" y="5379"/>
                  </a:lnTo>
                  <a:lnTo>
                    <a:pt x="73385" y="8283"/>
                  </a:lnTo>
                  <a:lnTo>
                    <a:pt x="69044" y="11326"/>
                  </a:lnTo>
                  <a:lnTo>
                    <a:pt x="64801" y="14506"/>
                  </a:lnTo>
                  <a:lnTo>
                    <a:pt x="60662" y="17818"/>
                  </a:lnTo>
                  <a:lnTo>
                    <a:pt x="56629" y="21260"/>
                  </a:lnTo>
                  <a:lnTo>
                    <a:pt x="52708" y="24828"/>
                  </a:lnTo>
                  <a:lnTo>
                    <a:pt x="48902" y="28519"/>
                  </a:lnTo>
                  <a:lnTo>
                    <a:pt x="45215" y="32328"/>
                  </a:lnTo>
                  <a:lnTo>
                    <a:pt x="41650" y="36253"/>
                  </a:lnTo>
                  <a:lnTo>
                    <a:pt x="38212" y="40289"/>
                  </a:lnTo>
                  <a:lnTo>
                    <a:pt x="34903" y="44431"/>
                  </a:lnTo>
                  <a:lnTo>
                    <a:pt x="31728" y="48677"/>
                  </a:lnTo>
                  <a:lnTo>
                    <a:pt x="28688" y="53021"/>
                  </a:lnTo>
                  <a:lnTo>
                    <a:pt x="25788" y="57459"/>
                  </a:lnTo>
                  <a:lnTo>
                    <a:pt x="23031" y="61987"/>
                  </a:lnTo>
                  <a:lnTo>
                    <a:pt x="20418" y="66600"/>
                  </a:lnTo>
                  <a:lnTo>
                    <a:pt x="17952" y="71293"/>
                  </a:lnTo>
                  <a:lnTo>
                    <a:pt x="15637" y="76063"/>
                  </a:lnTo>
                  <a:lnTo>
                    <a:pt x="13474" y="80903"/>
                  </a:lnTo>
                  <a:lnTo>
                    <a:pt x="11466" y="85810"/>
                  </a:lnTo>
                  <a:lnTo>
                    <a:pt x="9615" y="90778"/>
                  </a:lnTo>
                  <a:lnTo>
                    <a:pt x="7921" y="95802"/>
                  </a:lnTo>
                  <a:lnTo>
                    <a:pt x="6388" y="100877"/>
                  </a:lnTo>
                  <a:lnTo>
                    <a:pt x="5017" y="105998"/>
                  </a:lnTo>
                  <a:lnTo>
                    <a:pt x="3809" y="111161"/>
                  </a:lnTo>
                  <a:lnTo>
                    <a:pt x="2765" y="116359"/>
                  </a:lnTo>
                  <a:lnTo>
                    <a:pt x="1887" y="121587"/>
                  </a:lnTo>
                  <a:lnTo>
                    <a:pt x="1174" y="126841"/>
                  </a:lnTo>
                  <a:lnTo>
                    <a:pt x="629" y="132114"/>
                  </a:lnTo>
                  <a:lnTo>
                    <a:pt x="251" y="137402"/>
                  </a:lnTo>
                  <a:lnTo>
                    <a:pt x="41" y="142700"/>
                  </a:lnTo>
                  <a:lnTo>
                    <a:pt x="0" y="148001"/>
                  </a:lnTo>
                  <a:lnTo>
                    <a:pt x="126" y="153302"/>
                  </a:lnTo>
                  <a:lnTo>
                    <a:pt x="420" y="158595"/>
                  </a:lnTo>
                  <a:lnTo>
                    <a:pt x="882" y="163877"/>
                  </a:lnTo>
                  <a:lnTo>
                    <a:pt x="1511" y="169141"/>
                  </a:lnTo>
                  <a:lnTo>
                    <a:pt x="2307" y="174382"/>
                  </a:lnTo>
                  <a:lnTo>
                    <a:pt x="3269" y="179596"/>
                  </a:lnTo>
                  <a:lnTo>
                    <a:pt x="4396" y="184777"/>
                  </a:lnTo>
                  <a:lnTo>
                    <a:pt x="5686" y="189919"/>
                  </a:lnTo>
                  <a:lnTo>
                    <a:pt x="7139" y="195018"/>
                  </a:lnTo>
                  <a:lnTo>
                    <a:pt x="8752" y="200068"/>
                  </a:lnTo>
                  <a:lnTo>
                    <a:pt x="10525" y="205064"/>
                  </a:lnTo>
                  <a:lnTo>
                    <a:pt x="12456" y="210002"/>
                  </a:lnTo>
                  <a:lnTo>
                    <a:pt x="14542" y="214876"/>
                  </a:lnTo>
                  <a:lnTo>
                    <a:pt x="16781" y="219682"/>
                  </a:lnTo>
                  <a:lnTo>
                    <a:pt x="19172" y="224414"/>
                  </a:lnTo>
                  <a:lnTo>
                    <a:pt x="21712" y="229067"/>
                  </a:lnTo>
                  <a:lnTo>
                    <a:pt x="24398" y="233638"/>
                  </a:lnTo>
                  <a:lnTo>
                    <a:pt x="27228" y="238122"/>
                  </a:lnTo>
                  <a:lnTo>
                    <a:pt x="30198" y="242513"/>
                  </a:lnTo>
                  <a:lnTo>
                    <a:pt x="33306" y="246808"/>
                  </a:lnTo>
                  <a:lnTo>
                    <a:pt x="36549" y="251002"/>
                  </a:lnTo>
                  <a:lnTo>
                    <a:pt x="39923" y="255092"/>
                  </a:lnTo>
                  <a:lnTo>
                    <a:pt x="43425" y="259072"/>
                  </a:lnTo>
                  <a:lnTo>
                    <a:pt x="47052" y="262939"/>
                  </a:lnTo>
                  <a:lnTo>
                    <a:pt x="50799" y="266690"/>
                  </a:lnTo>
                  <a:lnTo>
                    <a:pt x="54664" y="270319"/>
                  </a:lnTo>
                  <a:lnTo>
                    <a:pt x="58642" y="273824"/>
                  </a:lnTo>
                  <a:lnTo>
                    <a:pt x="62728" y="277202"/>
                  </a:lnTo>
                  <a:lnTo>
                    <a:pt x="66920" y="280448"/>
                  </a:lnTo>
                  <a:lnTo>
                    <a:pt x="71213" y="283559"/>
                  </a:lnTo>
                  <a:lnTo>
                    <a:pt x="75602" y="286533"/>
                  </a:lnTo>
                  <a:lnTo>
                    <a:pt x="80083" y="289366"/>
                  </a:lnTo>
                  <a:lnTo>
                    <a:pt x="84652" y="292056"/>
                  </a:lnTo>
                  <a:lnTo>
                    <a:pt x="89304" y="294599"/>
                  </a:lnTo>
                  <a:lnTo>
                    <a:pt x="94034" y="296993"/>
                  </a:lnTo>
                  <a:lnTo>
                    <a:pt x="98838" y="299237"/>
                  </a:lnTo>
                  <a:lnTo>
                    <a:pt x="103710" y="301327"/>
                  </a:lnTo>
                  <a:lnTo>
                    <a:pt x="108646" y="303261"/>
                  </a:lnTo>
                  <a:lnTo>
                    <a:pt x="113641" y="305038"/>
                  </a:lnTo>
                  <a:lnTo>
                    <a:pt x="118690" y="306655"/>
                  </a:lnTo>
                  <a:lnTo>
                    <a:pt x="123788" y="308112"/>
                  </a:lnTo>
                  <a:lnTo>
                    <a:pt x="128929" y="309406"/>
                  </a:lnTo>
                  <a:lnTo>
                    <a:pt x="134109" y="310537"/>
                  </a:lnTo>
                  <a:lnTo>
                    <a:pt x="139322" y="311503"/>
                  </a:lnTo>
                  <a:lnTo>
                    <a:pt x="144563" y="312302"/>
                  </a:lnTo>
                  <a:lnTo>
                    <a:pt x="149827" y="312936"/>
                  </a:lnTo>
                  <a:lnTo>
                    <a:pt x="155108" y="313402"/>
                  </a:lnTo>
                  <a:lnTo>
                    <a:pt x="160401" y="313700"/>
                  </a:lnTo>
                  <a:lnTo>
                    <a:pt x="165701" y="313831"/>
                  </a:lnTo>
                  <a:lnTo>
                    <a:pt x="171003" y="313793"/>
                  </a:lnTo>
                  <a:lnTo>
                    <a:pt x="176300" y="313587"/>
                  </a:lnTo>
                  <a:lnTo>
                    <a:pt x="181589" y="313213"/>
                  </a:lnTo>
                  <a:lnTo>
                    <a:pt x="186863" y="312672"/>
                  </a:lnTo>
                  <a:lnTo>
                    <a:pt x="192117" y="311964"/>
                  </a:lnTo>
                  <a:lnTo>
                    <a:pt x="197346" y="311089"/>
                  </a:lnTo>
                  <a:lnTo>
                    <a:pt x="202545" y="310049"/>
                  </a:lnTo>
                  <a:lnTo>
                    <a:pt x="207708" y="308845"/>
                  </a:lnTo>
                  <a:lnTo>
                    <a:pt x="212830" y="307478"/>
                  </a:lnTo>
                  <a:lnTo>
                    <a:pt x="217907" y="305949"/>
                  </a:lnTo>
                  <a:lnTo>
                    <a:pt x="222932" y="304260"/>
                  </a:lnTo>
                  <a:lnTo>
                    <a:pt x="227901" y="302412"/>
                  </a:lnTo>
                  <a:lnTo>
                    <a:pt x="232809" y="300407"/>
                  </a:lnTo>
                  <a:lnTo>
                    <a:pt x="237652" y="298248"/>
                  </a:lnTo>
                  <a:lnTo>
                    <a:pt x="242423" y="295937"/>
                  </a:lnTo>
                  <a:lnTo>
                    <a:pt x="247118" y="293475"/>
                  </a:lnTo>
                  <a:lnTo>
                    <a:pt x="251733" y="290866"/>
                  </a:lnTo>
                  <a:lnTo>
                    <a:pt x="256264" y="288111"/>
                  </a:lnTo>
                  <a:lnTo>
                    <a:pt x="260704" y="285215"/>
                  </a:lnTo>
                  <a:lnTo>
                    <a:pt x="265050" y="282179"/>
                  </a:lnTo>
                  <a:lnTo>
                    <a:pt x="269298" y="279007"/>
                  </a:lnTo>
                  <a:lnTo>
                    <a:pt x="273443" y="275701"/>
                  </a:lnTo>
                  <a:lnTo>
                    <a:pt x="277482" y="272266"/>
                  </a:lnTo>
                  <a:lnTo>
                    <a:pt x="281409" y="268704"/>
                  </a:lnTo>
                  <a:lnTo>
                    <a:pt x="285221" y="265020"/>
                  </a:lnTo>
                  <a:lnTo>
                    <a:pt x="288915" y="261217"/>
                  </a:lnTo>
                  <a:lnTo>
                    <a:pt x="292486" y="257298"/>
                  </a:lnTo>
                  <a:lnTo>
                    <a:pt x="295931" y="253269"/>
                  </a:lnTo>
                  <a:lnTo>
                    <a:pt x="299247" y="249132"/>
                  </a:lnTo>
                  <a:lnTo>
                    <a:pt x="302429" y="244892"/>
                  </a:lnTo>
                  <a:lnTo>
                    <a:pt x="305476" y="240553"/>
                  </a:lnTo>
                  <a:lnTo>
                    <a:pt x="308384" y="236119"/>
                  </a:lnTo>
                  <a:lnTo>
                    <a:pt x="311149" y="231596"/>
                  </a:lnTo>
                  <a:lnTo>
                    <a:pt x="313770" y="226988"/>
                  </a:lnTo>
                  <a:lnTo>
                    <a:pt x="316243" y="222298"/>
                  </a:lnTo>
                  <a:lnTo>
                    <a:pt x="318566" y="217533"/>
                  </a:lnTo>
                  <a:lnTo>
                    <a:pt x="320737" y="212696"/>
                  </a:lnTo>
                  <a:lnTo>
                    <a:pt x="322754" y="207792"/>
                  </a:lnTo>
                  <a:lnTo>
                    <a:pt x="324614" y="202828"/>
                  </a:lnTo>
                  <a:lnTo>
                    <a:pt x="326316" y="197807"/>
                  </a:lnTo>
                  <a:lnTo>
                    <a:pt x="327857" y="192734"/>
                  </a:lnTo>
                  <a:lnTo>
                    <a:pt x="329237" y="187615"/>
                  </a:lnTo>
                  <a:lnTo>
                    <a:pt x="330454" y="182455"/>
                  </a:lnTo>
                  <a:lnTo>
                    <a:pt x="331507" y="177259"/>
                  </a:lnTo>
                  <a:lnTo>
                    <a:pt x="332394" y="172032"/>
                  </a:lnTo>
                  <a:lnTo>
                    <a:pt x="333115" y="166779"/>
                  </a:lnTo>
                  <a:lnTo>
                    <a:pt x="333669" y="161507"/>
                  </a:lnTo>
                  <a:lnTo>
                    <a:pt x="334056" y="156219"/>
                  </a:lnTo>
                  <a:lnTo>
                    <a:pt x="334275" y="150922"/>
                  </a:lnTo>
                  <a:lnTo>
                    <a:pt x="334326" y="145621"/>
                  </a:lnTo>
                  <a:lnTo>
                    <a:pt x="334208" y="140320"/>
                  </a:lnTo>
                  <a:lnTo>
                    <a:pt x="333923" y="135026"/>
                  </a:lnTo>
                  <a:lnTo>
                    <a:pt x="333470" y="129744"/>
                  </a:lnTo>
                  <a:lnTo>
                    <a:pt x="332850" y="124479"/>
                  </a:lnTo>
                  <a:lnTo>
                    <a:pt x="332063" y="119236"/>
                  </a:lnTo>
                  <a:lnTo>
                    <a:pt x="331110" y="114020"/>
                  </a:lnTo>
                  <a:lnTo>
                    <a:pt x="329992" y="108838"/>
                  </a:lnTo>
                  <a:lnTo>
                    <a:pt x="328710" y="103693"/>
                  </a:lnTo>
                  <a:lnTo>
                    <a:pt x="327266" y="98592"/>
                  </a:lnTo>
                  <a:lnTo>
                    <a:pt x="325661" y="93539"/>
                  </a:lnTo>
                  <a:lnTo>
                    <a:pt x="323897" y="88540"/>
                  </a:lnTo>
                  <a:lnTo>
                    <a:pt x="321975" y="83599"/>
                  </a:lnTo>
                  <a:lnTo>
                    <a:pt x="319897" y="78721"/>
                  </a:lnTo>
                  <a:lnTo>
                    <a:pt x="317665" y="73912"/>
                  </a:lnTo>
                  <a:lnTo>
                    <a:pt x="315282" y="69176"/>
                  </a:lnTo>
                  <a:lnTo>
                    <a:pt x="312750" y="64518"/>
                  </a:lnTo>
                  <a:lnTo>
                    <a:pt x="310072" y="59943"/>
                  </a:lnTo>
                  <a:lnTo>
                    <a:pt x="307250" y="55454"/>
                  </a:lnTo>
                  <a:lnTo>
                    <a:pt x="304287" y="51058"/>
                  </a:lnTo>
                  <a:lnTo>
                    <a:pt x="301186" y="46758"/>
                  </a:lnTo>
                  <a:lnTo>
                    <a:pt x="297950" y="42558"/>
                  </a:lnTo>
                  <a:lnTo>
                    <a:pt x="294583" y="38463"/>
                  </a:lnTo>
                  <a:lnTo>
                    <a:pt x="291088" y="34477"/>
                  </a:lnTo>
                  <a:lnTo>
                    <a:pt x="287468" y="30603"/>
                  </a:lnTo>
                  <a:lnTo>
                    <a:pt x="283727" y="26847"/>
                  </a:lnTo>
                  <a:lnTo>
                    <a:pt x="279868" y="23211"/>
                  </a:lnTo>
                  <a:lnTo>
                    <a:pt x="275897" y="19699"/>
                  </a:lnTo>
                  <a:lnTo>
                    <a:pt x="271816" y="16314"/>
                  </a:lnTo>
                  <a:lnTo>
                    <a:pt x="267629" y="13061"/>
                  </a:lnTo>
                  <a:lnTo>
                    <a:pt x="263342" y="9943"/>
                  </a:lnTo>
                  <a:lnTo>
                    <a:pt x="258958" y="6961"/>
                  </a:lnTo>
                  <a:lnTo>
                    <a:pt x="167162" y="1466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91796" cy="167167"/>
            </a:xfrm>
            <a:custGeom>
              <a:avLst/>
              <a:pathLst>
                <a:path w="91796" h="167167">
                  <a:moveTo>
                    <a:pt x="91796" y="27459"/>
                  </a:moveTo>
                  <a:lnTo>
                    <a:pt x="86966" y="24402"/>
                  </a:lnTo>
                  <a:lnTo>
                    <a:pt x="82034" y="21512"/>
                  </a:lnTo>
                  <a:lnTo>
                    <a:pt x="77006" y="18793"/>
                  </a:lnTo>
                  <a:lnTo>
                    <a:pt x="71888" y="16247"/>
                  </a:lnTo>
                  <a:lnTo>
                    <a:pt x="66687" y="13877"/>
                  </a:lnTo>
                  <a:lnTo>
                    <a:pt x="61407" y="11687"/>
                  </a:lnTo>
                  <a:lnTo>
                    <a:pt x="56055" y="9678"/>
                  </a:lnTo>
                  <a:lnTo>
                    <a:pt x="50638" y="7854"/>
                  </a:lnTo>
                  <a:lnTo>
                    <a:pt x="45162" y="6216"/>
                  </a:lnTo>
                  <a:lnTo>
                    <a:pt x="39633" y="4766"/>
                  </a:lnTo>
                  <a:lnTo>
                    <a:pt x="34057" y="3506"/>
                  </a:lnTo>
                  <a:lnTo>
                    <a:pt x="28442" y="2437"/>
                  </a:lnTo>
                  <a:lnTo>
                    <a:pt x="22794" y="1561"/>
                  </a:lnTo>
                  <a:lnTo>
                    <a:pt x="17118" y="878"/>
                  </a:lnTo>
                  <a:lnTo>
                    <a:pt x="11423" y="390"/>
                  </a:lnTo>
                  <a:lnTo>
                    <a:pt x="571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8714" y="941493"/>
              <a:ext cx="47501" cy="167167"/>
            </a:xfrm>
            <a:custGeom>
              <a:avLst/>
              <a:pathLst>
                <a:path w="47501" h="167167">
                  <a:moveTo>
                    <a:pt x="47501" y="0"/>
                  </a:moveTo>
                  <a:lnTo>
                    <a:pt x="41482" y="108"/>
                  </a:lnTo>
                  <a:lnTo>
                    <a:pt x="35470" y="433"/>
                  </a:lnTo>
                  <a:lnTo>
                    <a:pt x="29474" y="974"/>
                  </a:lnTo>
                  <a:lnTo>
                    <a:pt x="23502" y="1731"/>
                  </a:lnTo>
                  <a:lnTo>
                    <a:pt x="17560" y="2703"/>
                  </a:lnTo>
                  <a:lnTo>
                    <a:pt x="11658" y="3887"/>
                  </a:lnTo>
                  <a:lnTo>
                    <a:pt x="5802" y="5284"/>
                  </a:lnTo>
                  <a:lnTo>
                    <a:pt x="0" y="6890"/>
                  </a:lnTo>
                  <a:lnTo>
                    <a:pt x="4750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8714" y="948384"/>
              <a:ext cx="47501" cy="160276"/>
            </a:xfrm>
            <a:custGeom>
              <a:avLst/>
              <a:pathLst>
                <a:path w="47501" h="160276">
                  <a:moveTo>
                    <a:pt x="0" y="0"/>
                  </a:moveTo>
                  <a:lnTo>
                    <a:pt x="47501" y="1602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51" y="948384"/>
              <a:ext cx="167164" cy="301430"/>
            </a:xfrm>
            <a:custGeom>
              <a:avLst/>
              <a:pathLst>
                <a:path w="167164" h="301430">
                  <a:moveTo>
                    <a:pt x="119662" y="0"/>
                  </a:moveTo>
                  <a:lnTo>
                    <a:pt x="114523" y="1613"/>
                  </a:lnTo>
                  <a:lnTo>
                    <a:pt x="109438" y="3392"/>
                  </a:lnTo>
                  <a:lnTo>
                    <a:pt x="104413" y="5333"/>
                  </a:lnTo>
                  <a:lnTo>
                    <a:pt x="99453" y="7436"/>
                  </a:lnTo>
                  <a:lnTo>
                    <a:pt x="94563" y="9697"/>
                  </a:lnTo>
                  <a:lnTo>
                    <a:pt x="89749" y="12114"/>
                  </a:lnTo>
                  <a:lnTo>
                    <a:pt x="85015" y="14685"/>
                  </a:lnTo>
                  <a:lnTo>
                    <a:pt x="80367" y="17408"/>
                  </a:lnTo>
                  <a:lnTo>
                    <a:pt x="75809" y="20279"/>
                  </a:lnTo>
                  <a:lnTo>
                    <a:pt x="71345" y="23295"/>
                  </a:lnTo>
                  <a:lnTo>
                    <a:pt x="66981" y="26453"/>
                  </a:lnTo>
                  <a:lnTo>
                    <a:pt x="62721" y="29751"/>
                  </a:lnTo>
                  <a:lnTo>
                    <a:pt x="58570" y="33184"/>
                  </a:lnTo>
                  <a:lnTo>
                    <a:pt x="54531" y="36749"/>
                  </a:lnTo>
                  <a:lnTo>
                    <a:pt x="50610" y="40442"/>
                  </a:lnTo>
                  <a:lnTo>
                    <a:pt x="46809" y="44260"/>
                  </a:lnTo>
                  <a:lnTo>
                    <a:pt x="43133" y="48198"/>
                  </a:lnTo>
                  <a:lnTo>
                    <a:pt x="39587" y="52253"/>
                  </a:lnTo>
                  <a:lnTo>
                    <a:pt x="36172" y="56419"/>
                  </a:lnTo>
                  <a:lnTo>
                    <a:pt x="32894" y="60694"/>
                  </a:lnTo>
                  <a:lnTo>
                    <a:pt x="29755" y="65072"/>
                  </a:lnTo>
                  <a:lnTo>
                    <a:pt x="26759" y="69549"/>
                  </a:lnTo>
                  <a:lnTo>
                    <a:pt x="23908" y="74120"/>
                  </a:lnTo>
                  <a:lnTo>
                    <a:pt x="21207" y="78781"/>
                  </a:lnTo>
                  <a:lnTo>
                    <a:pt x="18656" y="83526"/>
                  </a:lnTo>
                  <a:lnTo>
                    <a:pt x="16261" y="88351"/>
                  </a:lnTo>
                  <a:lnTo>
                    <a:pt x="14021" y="93250"/>
                  </a:lnTo>
                  <a:lnTo>
                    <a:pt x="11941" y="98219"/>
                  </a:lnTo>
                  <a:lnTo>
                    <a:pt x="10022" y="103253"/>
                  </a:lnTo>
                  <a:lnTo>
                    <a:pt x="8267" y="108346"/>
                  </a:lnTo>
                  <a:lnTo>
                    <a:pt x="6676" y="113493"/>
                  </a:lnTo>
                  <a:lnTo>
                    <a:pt x="5252" y="118688"/>
                  </a:lnTo>
                  <a:lnTo>
                    <a:pt x="3996" y="123927"/>
                  </a:lnTo>
                  <a:lnTo>
                    <a:pt x="2909" y="129203"/>
                  </a:lnTo>
                  <a:lnTo>
                    <a:pt x="1993" y="134511"/>
                  </a:lnTo>
                  <a:lnTo>
                    <a:pt x="1249" y="139847"/>
                  </a:lnTo>
                  <a:lnTo>
                    <a:pt x="677" y="145203"/>
                  </a:lnTo>
                  <a:lnTo>
                    <a:pt x="278" y="150576"/>
                  </a:lnTo>
                  <a:lnTo>
                    <a:pt x="52" y="155958"/>
                  </a:lnTo>
                  <a:lnTo>
                    <a:pt x="0" y="161345"/>
                  </a:lnTo>
                  <a:lnTo>
                    <a:pt x="121" y="166730"/>
                  </a:lnTo>
                  <a:lnTo>
                    <a:pt x="415" y="172109"/>
                  </a:lnTo>
                  <a:lnTo>
                    <a:pt x="883" y="177476"/>
                  </a:lnTo>
                  <a:lnTo>
                    <a:pt x="1524" y="182825"/>
                  </a:lnTo>
                  <a:lnTo>
                    <a:pt x="2336" y="188150"/>
                  </a:lnTo>
                  <a:lnTo>
                    <a:pt x="3320" y="193446"/>
                  </a:lnTo>
                  <a:lnTo>
                    <a:pt x="4474" y="198708"/>
                  </a:lnTo>
                  <a:lnTo>
                    <a:pt x="5797" y="203930"/>
                  </a:lnTo>
                  <a:lnTo>
                    <a:pt x="7287" y="209107"/>
                  </a:lnTo>
                  <a:lnTo>
                    <a:pt x="8943" y="214233"/>
                  </a:lnTo>
                  <a:lnTo>
                    <a:pt x="10764" y="219303"/>
                  </a:lnTo>
                  <a:lnTo>
                    <a:pt x="12747" y="224312"/>
                  </a:lnTo>
                  <a:lnTo>
                    <a:pt x="14891" y="229254"/>
                  </a:lnTo>
                  <a:lnTo>
                    <a:pt x="17192" y="234125"/>
                  </a:lnTo>
                  <a:lnTo>
                    <a:pt x="19650" y="238918"/>
                  </a:lnTo>
                  <a:lnTo>
                    <a:pt x="22260" y="243631"/>
                  </a:lnTo>
                  <a:lnTo>
                    <a:pt x="25021" y="248256"/>
                  </a:lnTo>
                  <a:lnTo>
                    <a:pt x="27930" y="252791"/>
                  </a:lnTo>
                  <a:lnTo>
                    <a:pt x="30983" y="257229"/>
                  </a:lnTo>
                  <a:lnTo>
                    <a:pt x="34178" y="261566"/>
                  </a:lnTo>
                  <a:lnTo>
                    <a:pt x="37510" y="265799"/>
                  </a:lnTo>
                  <a:lnTo>
                    <a:pt x="40978" y="269921"/>
                  </a:lnTo>
                  <a:lnTo>
                    <a:pt x="44576" y="273930"/>
                  </a:lnTo>
                  <a:lnTo>
                    <a:pt x="48302" y="277821"/>
                  </a:lnTo>
                  <a:lnTo>
                    <a:pt x="52151" y="281590"/>
                  </a:lnTo>
                  <a:lnTo>
                    <a:pt x="56120" y="285233"/>
                  </a:lnTo>
                  <a:lnTo>
                    <a:pt x="60204" y="288746"/>
                  </a:lnTo>
                  <a:lnTo>
                    <a:pt x="64398" y="292126"/>
                  </a:lnTo>
                  <a:lnTo>
                    <a:pt x="68700" y="295368"/>
                  </a:lnTo>
                  <a:lnTo>
                    <a:pt x="73104" y="298471"/>
                  </a:lnTo>
                  <a:lnTo>
                    <a:pt x="77606" y="301430"/>
                  </a:lnTo>
                  <a:lnTo>
                    <a:pt x="167164" y="160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96658" y="941493"/>
              <a:ext cx="256723" cy="334326"/>
            </a:xfrm>
            <a:custGeom>
              <a:avLst/>
              <a:pathLst>
                <a:path w="256723" h="334326">
                  <a:moveTo>
                    <a:pt x="0" y="308321"/>
                  </a:moveTo>
                  <a:lnTo>
                    <a:pt x="4555" y="311110"/>
                  </a:lnTo>
                  <a:lnTo>
                    <a:pt x="9198" y="313752"/>
                  </a:lnTo>
                  <a:lnTo>
                    <a:pt x="13922" y="316245"/>
                  </a:lnTo>
                  <a:lnTo>
                    <a:pt x="18724" y="318586"/>
                  </a:lnTo>
                  <a:lnTo>
                    <a:pt x="23598" y="320772"/>
                  </a:lnTo>
                  <a:lnTo>
                    <a:pt x="28540" y="322801"/>
                  </a:lnTo>
                  <a:lnTo>
                    <a:pt x="33544" y="324671"/>
                  </a:lnTo>
                  <a:lnTo>
                    <a:pt x="38605" y="326380"/>
                  </a:lnTo>
                  <a:lnTo>
                    <a:pt x="43718" y="327927"/>
                  </a:lnTo>
                  <a:lnTo>
                    <a:pt x="48878" y="329309"/>
                  </a:lnTo>
                  <a:lnTo>
                    <a:pt x="54079" y="330526"/>
                  </a:lnTo>
                  <a:lnTo>
                    <a:pt x="59317" y="331576"/>
                  </a:lnTo>
                  <a:lnTo>
                    <a:pt x="64585" y="332459"/>
                  </a:lnTo>
                  <a:lnTo>
                    <a:pt x="69879" y="333172"/>
                  </a:lnTo>
                  <a:lnTo>
                    <a:pt x="75194" y="333716"/>
                  </a:lnTo>
                  <a:lnTo>
                    <a:pt x="80522" y="334090"/>
                  </a:lnTo>
                  <a:lnTo>
                    <a:pt x="85860" y="334293"/>
                  </a:lnTo>
                  <a:lnTo>
                    <a:pt x="91202" y="334326"/>
                  </a:lnTo>
                  <a:lnTo>
                    <a:pt x="96542" y="334188"/>
                  </a:lnTo>
                  <a:lnTo>
                    <a:pt x="101875" y="333880"/>
                  </a:lnTo>
                  <a:lnTo>
                    <a:pt x="107196" y="333401"/>
                  </a:lnTo>
                  <a:lnTo>
                    <a:pt x="112498" y="332753"/>
                  </a:lnTo>
                  <a:lnTo>
                    <a:pt x="117777" y="331935"/>
                  </a:lnTo>
                  <a:lnTo>
                    <a:pt x="123027" y="330950"/>
                  </a:lnTo>
                  <a:lnTo>
                    <a:pt x="128243" y="329796"/>
                  </a:lnTo>
                  <a:lnTo>
                    <a:pt x="133420" y="328477"/>
                  </a:lnTo>
                  <a:lnTo>
                    <a:pt x="138551" y="326994"/>
                  </a:lnTo>
                  <a:lnTo>
                    <a:pt x="143633" y="325347"/>
                  </a:lnTo>
                  <a:lnTo>
                    <a:pt x="148659" y="323538"/>
                  </a:lnTo>
                  <a:lnTo>
                    <a:pt x="153625" y="321570"/>
                  </a:lnTo>
                  <a:lnTo>
                    <a:pt x="158526" y="319444"/>
                  </a:lnTo>
                  <a:lnTo>
                    <a:pt x="163356" y="317163"/>
                  </a:lnTo>
                  <a:lnTo>
                    <a:pt x="168111" y="314728"/>
                  </a:lnTo>
                  <a:lnTo>
                    <a:pt x="172786" y="312143"/>
                  </a:lnTo>
                  <a:lnTo>
                    <a:pt x="177375" y="309409"/>
                  </a:lnTo>
                  <a:lnTo>
                    <a:pt x="181875" y="306531"/>
                  </a:lnTo>
                  <a:lnTo>
                    <a:pt x="186281" y="303510"/>
                  </a:lnTo>
                  <a:lnTo>
                    <a:pt x="190588" y="300350"/>
                  </a:lnTo>
                  <a:lnTo>
                    <a:pt x="194792" y="297054"/>
                  </a:lnTo>
                  <a:lnTo>
                    <a:pt x="198888" y="293625"/>
                  </a:lnTo>
                  <a:lnTo>
                    <a:pt x="202873" y="290068"/>
                  </a:lnTo>
                  <a:lnTo>
                    <a:pt x="206742" y="286384"/>
                  </a:lnTo>
                  <a:lnTo>
                    <a:pt x="210491" y="282579"/>
                  </a:lnTo>
                  <a:lnTo>
                    <a:pt x="214117" y="278656"/>
                  </a:lnTo>
                  <a:lnTo>
                    <a:pt x="217616" y="274619"/>
                  </a:lnTo>
                  <a:lnTo>
                    <a:pt x="220983" y="270473"/>
                  </a:lnTo>
                  <a:lnTo>
                    <a:pt x="224217" y="266221"/>
                  </a:lnTo>
                  <a:lnTo>
                    <a:pt x="227313" y="261868"/>
                  </a:lnTo>
                  <a:lnTo>
                    <a:pt x="230269" y="257418"/>
                  </a:lnTo>
                  <a:lnTo>
                    <a:pt x="233080" y="252876"/>
                  </a:lnTo>
                  <a:lnTo>
                    <a:pt x="235746" y="248247"/>
                  </a:lnTo>
                  <a:lnTo>
                    <a:pt x="238262" y="243534"/>
                  </a:lnTo>
                  <a:lnTo>
                    <a:pt x="240626" y="238744"/>
                  </a:lnTo>
                  <a:lnTo>
                    <a:pt x="242836" y="233881"/>
                  </a:lnTo>
                  <a:lnTo>
                    <a:pt x="244889" y="228949"/>
                  </a:lnTo>
                  <a:lnTo>
                    <a:pt x="246784" y="223955"/>
                  </a:lnTo>
                  <a:lnTo>
                    <a:pt x="248518" y="218902"/>
                  </a:lnTo>
                  <a:lnTo>
                    <a:pt x="250090" y="213797"/>
                  </a:lnTo>
                  <a:lnTo>
                    <a:pt x="251498" y="208644"/>
                  </a:lnTo>
                  <a:lnTo>
                    <a:pt x="252740" y="203448"/>
                  </a:lnTo>
                  <a:lnTo>
                    <a:pt x="253816" y="198216"/>
                  </a:lnTo>
                  <a:lnTo>
                    <a:pt x="254724" y="192952"/>
                  </a:lnTo>
                  <a:lnTo>
                    <a:pt x="255464" y="187661"/>
                  </a:lnTo>
                  <a:lnTo>
                    <a:pt x="256034" y="182350"/>
                  </a:lnTo>
                  <a:lnTo>
                    <a:pt x="256434" y="177023"/>
                  </a:lnTo>
                  <a:lnTo>
                    <a:pt x="256664" y="171686"/>
                  </a:lnTo>
                  <a:lnTo>
                    <a:pt x="256723" y="166345"/>
                  </a:lnTo>
                  <a:lnTo>
                    <a:pt x="256611" y="161004"/>
                  </a:lnTo>
                  <a:lnTo>
                    <a:pt x="256329" y="155669"/>
                  </a:lnTo>
                  <a:lnTo>
                    <a:pt x="255876" y="150347"/>
                  </a:lnTo>
                  <a:lnTo>
                    <a:pt x="255254" y="145041"/>
                  </a:lnTo>
                  <a:lnTo>
                    <a:pt x="254462" y="139758"/>
                  </a:lnTo>
                  <a:lnTo>
                    <a:pt x="253503" y="134503"/>
                  </a:lnTo>
                  <a:lnTo>
                    <a:pt x="252375" y="129282"/>
                  </a:lnTo>
                  <a:lnTo>
                    <a:pt x="251082" y="124099"/>
                  </a:lnTo>
                  <a:lnTo>
                    <a:pt x="249623" y="118960"/>
                  </a:lnTo>
                  <a:lnTo>
                    <a:pt x="248001" y="113870"/>
                  </a:lnTo>
                  <a:lnTo>
                    <a:pt x="246217" y="108835"/>
                  </a:lnTo>
                  <a:lnTo>
                    <a:pt x="244273" y="103859"/>
                  </a:lnTo>
                  <a:lnTo>
                    <a:pt x="242172" y="98948"/>
                  </a:lnTo>
                  <a:lnTo>
                    <a:pt x="239914" y="94107"/>
                  </a:lnTo>
                  <a:lnTo>
                    <a:pt x="237503" y="89340"/>
                  </a:lnTo>
                  <a:lnTo>
                    <a:pt x="234941" y="84653"/>
                  </a:lnTo>
                  <a:lnTo>
                    <a:pt x="232230" y="80050"/>
                  </a:lnTo>
                  <a:lnTo>
                    <a:pt x="229374" y="75536"/>
                  </a:lnTo>
                  <a:lnTo>
                    <a:pt x="226375" y="71115"/>
                  </a:lnTo>
                  <a:lnTo>
                    <a:pt x="223236" y="66793"/>
                  </a:lnTo>
                  <a:lnTo>
                    <a:pt x="219961" y="62573"/>
                  </a:lnTo>
                  <a:lnTo>
                    <a:pt x="216552" y="58460"/>
                  </a:lnTo>
                  <a:lnTo>
                    <a:pt x="213014" y="54457"/>
                  </a:lnTo>
                  <a:lnTo>
                    <a:pt x="209350" y="50570"/>
                  </a:lnTo>
                  <a:lnTo>
                    <a:pt x="205563" y="46802"/>
                  </a:lnTo>
                  <a:lnTo>
                    <a:pt x="201658" y="43157"/>
                  </a:lnTo>
                  <a:lnTo>
                    <a:pt x="197639" y="39639"/>
                  </a:lnTo>
                  <a:lnTo>
                    <a:pt x="193509" y="36251"/>
                  </a:lnTo>
                  <a:lnTo>
                    <a:pt x="189273" y="32996"/>
                  </a:lnTo>
                  <a:lnTo>
                    <a:pt x="184935" y="29879"/>
                  </a:lnTo>
                  <a:lnTo>
                    <a:pt x="180500" y="26901"/>
                  </a:lnTo>
                  <a:lnTo>
                    <a:pt x="175972" y="24067"/>
                  </a:lnTo>
                  <a:lnTo>
                    <a:pt x="171355" y="21379"/>
                  </a:lnTo>
                  <a:lnTo>
                    <a:pt x="166655" y="18840"/>
                  </a:lnTo>
                  <a:lnTo>
                    <a:pt x="161877" y="16452"/>
                  </a:lnTo>
                  <a:lnTo>
                    <a:pt x="157024" y="14219"/>
                  </a:lnTo>
                  <a:lnTo>
                    <a:pt x="152103" y="12141"/>
                  </a:lnTo>
                  <a:lnTo>
                    <a:pt x="147118" y="10222"/>
                  </a:lnTo>
                  <a:lnTo>
                    <a:pt x="142074" y="8463"/>
                  </a:lnTo>
                  <a:lnTo>
                    <a:pt x="136976" y="6866"/>
                  </a:lnTo>
                  <a:lnTo>
                    <a:pt x="131830" y="5433"/>
                  </a:lnTo>
                  <a:lnTo>
                    <a:pt x="126641" y="4165"/>
                  </a:lnTo>
                  <a:lnTo>
                    <a:pt x="121414" y="3063"/>
                  </a:lnTo>
                  <a:lnTo>
                    <a:pt x="116154" y="2129"/>
                  </a:lnTo>
                  <a:lnTo>
                    <a:pt x="110868" y="1363"/>
                  </a:lnTo>
                  <a:lnTo>
                    <a:pt x="105559" y="767"/>
                  </a:lnTo>
                  <a:lnTo>
                    <a:pt x="100234" y="341"/>
                  </a:lnTo>
                  <a:lnTo>
                    <a:pt x="94898" y="85"/>
                  </a:lnTo>
                  <a:lnTo>
                    <a:pt x="89557" y="0"/>
                  </a:lnTo>
                  <a:lnTo>
                    <a:pt x="895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34" y="1071028"/>
              <a:ext cx="167166" cy="177536"/>
            </a:xfrm>
            <a:custGeom>
              <a:avLst/>
              <a:pathLst>
                <a:path w="167166" h="177536">
                  <a:moveTo>
                    <a:pt x="167166" y="0"/>
                  </a:moveTo>
                  <a:lnTo>
                    <a:pt x="161708" y="89"/>
                  </a:lnTo>
                  <a:lnTo>
                    <a:pt x="156255" y="356"/>
                  </a:lnTo>
                  <a:lnTo>
                    <a:pt x="150815" y="801"/>
                  </a:lnTo>
                  <a:lnTo>
                    <a:pt x="145391" y="1424"/>
                  </a:lnTo>
                  <a:lnTo>
                    <a:pt x="139991" y="2223"/>
                  </a:lnTo>
                  <a:lnTo>
                    <a:pt x="134620" y="3198"/>
                  </a:lnTo>
                  <a:lnTo>
                    <a:pt x="129283" y="4348"/>
                  </a:lnTo>
                  <a:lnTo>
                    <a:pt x="123987" y="5672"/>
                  </a:lnTo>
                  <a:lnTo>
                    <a:pt x="118737" y="7168"/>
                  </a:lnTo>
                  <a:lnTo>
                    <a:pt x="113539" y="8835"/>
                  </a:lnTo>
                  <a:lnTo>
                    <a:pt x="108398" y="10670"/>
                  </a:lnTo>
                  <a:lnTo>
                    <a:pt x="103319" y="12673"/>
                  </a:lnTo>
                  <a:lnTo>
                    <a:pt x="98309" y="14840"/>
                  </a:lnTo>
                  <a:lnTo>
                    <a:pt x="93372" y="17169"/>
                  </a:lnTo>
                  <a:lnTo>
                    <a:pt x="88513" y="19659"/>
                  </a:lnTo>
                  <a:lnTo>
                    <a:pt x="83739" y="22305"/>
                  </a:lnTo>
                  <a:lnTo>
                    <a:pt x="79054" y="25107"/>
                  </a:lnTo>
                  <a:lnTo>
                    <a:pt x="74462" y="28059"/>
                  </a:lnTo>
                  <a:lnTo>
                    <a:pt x="69969" y="31160"/>
                  </a:lnTo>
                  <a:lnTo>
                    <a:pt x="65580" y="34407"/>
                  </a:lnTo>
                  <a:lnTo>
                    <a:pt x="61300" y="37794"/>
                  </a:lnTo>
                  <a:lnTo>
                    <a:pt x="57132" y="41320"/>
                  </a:lnTo>
                  <a:lnTo>
                    <a:pt x="53082" y="44980"/>
                  </a:lnTo>
                  <a:lnTo>
                    <a:pt x="49153" y="48770"/>
                  </a:lnTo>
                  <a:lnTo>
                    <a:pt x="45350" y="52686"/>
                  </a:lnTo>
                  <a:lnTo>
                    <a:pt x="41677" y="56725"/>
                  </a:lnTo>
                  <a:lnTo>
                    <a:pt x="38138" y="60881"/>
                  </a:lnTo>
                  <a:lnTo>
                    <a:pt x="34736" y="65151"/>
                  </a:lnTo>
                  <a:lnTo>
                    <a:pt x="31476" y="69529"/>
                  </a:lnTo>
                  <a:lnTo>
                    <a:pt x="28360" y="74012"/>
                  </a:lnTo>
                  <a:lnTo>
                    <a:pt x="25392" y="78594"/>
                  </a:lnTo>
                  <a:lnTo>
                    <a:pt x="22576" y="83270"/>
                  </a:lnTo>
                  <a:lnTo>
                    <a:pt x="19914" y="88036"/>
                  </a:lnTo>
                  <a:lnTo>
                    <a:pt x="17409" y="92886"/>
                  </a:lnTo>
                  <a:lnTo>
                    <a:pt x="15063" y="97816"/>
                  </a:lnTo>
                  <a:lnTo>
                    <a:pt x="12880" y="102819"/>
                  </a:lnTo>
                  <a:lnTo>
                    <a:pt x="10861" y="107891"/>
                  </a:lnTo>
                  <a:lnTo>
                    <a:pt x="9009" y="113026"/>
                  </a:lnTo>
                  <a:lnTo>
                    <a:pt x="7325" y="118219"/>
                  </a:lnTo>
                  <a:lnTo>
                    <a:pt x="5812" y="123464"/>
                  </a:lnTo>
                  <a:lnTo>
                    <a:pt x="4471" y="128756"/>
                  </a:lnTo>
                  <a:lnTo>
                    <a:pt x="3304" y="134089"/>
                  </a:lnTo>
                  <a:lnTo>
                    <a:pt x="2311" y="139457"/>
                  </a:lnTo>
                  <a:lnTo>
                    <a:pt x="1494" y="144854"/>
                  </a:lnTo>
                  <a:lnTo>
                    <a:pt x="854" y="150275"/>
                  </a:lnTo>
                  <a:lnTo>
                    <a:pt x="391" y="155715"/>
                  </a:lnTo>
                  <a:lnTo>
                    <a:pt x="106" y="161166"/>
                  </a:lnTo>
                  <a:lnTo>
                    <a:pt x="0" y="166624"/>
                  </a:lnTo>
                  <a:lnTo>
                    <a:pt x="71" y="172083"/>
                  </a:lnTo>
                  <a:lnTo>
                    <a:pt x="321" y="177536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655" y="1238196"/>
              <a:ext cx="166845" cy="10369"/>
            </a:xfrm>
            <a:custGeom>
              <a:avLst/>
              <a:pathLst>
                <a:path w="166845" h="10369">
                  <a:moveTo>
                    <a:pt x="0" y="10369"/>
                  </a:moveTo>
                  <a:lnTo>
                    <a:pt x="16684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655" y="1072643"/>
              <a:ext cx="334012" cy="332699"/>
            </a:xfrm>
            <a:custGeom>
              <a:avLst/>
              <a:pathLst>
                <a:path w="334012" h="332699">
                  <a:moveTo>
                    <a:pt x="0" y="175921"/>
                  </a:moveTo>
                  <a:lnTo>
                    <a:pt x="413" y="181216"/>
                  </a:lnTo>
                  <a:lnTo>
                    <a:pt x="995" y="186494"/>
                  </a:lnTo>
                  <a:lnTo>
                    <a:pt x="1743" y="191752"/>
                  </a:lnTo>
                  <a:lnTo>
                    <a:pt x="2659" y="196983"/>
                  </a:lnTo>
                  <a:lnTo>
                    <a:pt x="3740" y="202182"/>
                  </a:lnTo>
                  <a:lnTo>
                    <a:pt x="4986" y="207344"/>
                  </a:lnTo>
                  <a:lnTo>
                    <a:pt x="6395" y="212465"/>
                  </a:lnTo>
                  <a:lnTo>
                    <a:pt x="7966" y="217537"/>
                  </a:lnTo>
                  <a:lnTo>
                    <a:pt x="9698" y="222558"/>
                  </a:lnTo>
                  <a:lnTo>
                    <a:pt x="11588" y="227521"/>
                  </a:lnTo>
                  <a:lnTo>
                    <a:pt x="13634" y="232421"/>
                  </a:lnTo>
                  <a:lnTo>
                    <a:pt x="15836" y="237254"/>
                  </a:lnTo>
                  <a:lnTo>
                    <a:pt x="18189" y="242014"/>
                  </a:lnTo>
                  <a:lnTo>
                    <a:pt x="20693" y="246697"/>
                  </a:lnTo>
                  <a:lnTo>
                    <a:pt x="23344" y="251299"/>
                  </a:lnTo>
                  <a:lnTo>
                    <a:pt x="26140" y="255814"/>
                  </a:lnTo>
                  <a:lnTo>
                    <a:pt x="29078" y="260237"/>
                  </a:lnTo>
                  <a:lnTo>
                    <a:pt x="32155" y="264566"/>
                  </a:lnTo>
                  <a:lnTo>
                    <a:pt x="35368" y="268794"/>
                  </a:lnTo>
                  <a:lnTo>
                    <a:pt x="38714" y="272918"/>
                  </a:lnTo>
                  <a:lnTo>
                    <a:pt x="42189" y="276934"/>
                  </a:lnTo>
                  <a:lnTo>
                    <a:pt x="45790" y="280837"/>
                  </a:lnTo>
                  <a:lnTo>
                    <a:pt x="49513" y="284624"/>
                  </a:lnTo>
                  <a:lnTo>
                    <a:pt x="53354" y="288291"/>
                  </a:lnTo>
                  <a:lnTo>
                    <a:pt x="57310" y="291834"/>
                  </a:lnTo>
                  <a:lnTo>
                    <a:pt x="61377" y="295249"/>
                  </a:lnTo>
                  <a:lnTo>
                    <a:pt x="65550" y="298534"/>
                  </a:lnTo>
                  <a:lnTo>
                    <a:pt x="69825" y="301684"/>
                  </a:lnTo>
                  <a:lnTo>
                    <a:pt x="74198" y="304697"/>
                  </a:lnTo>
                  <a:lnTo>
                    <a:pt x="78664" y="307570"/>
                  </a:lnTo>
                  <a:lnTo>
                    <a:pt x="83220" y="310299"/>
                  </a:lnTo>
                  <a:lnTo>
                    <a:pt x="87860" y="312882"/>
                  </a:lnTo>
                  <a:lnTo>
                    <a:pt x="92579" y="315317"/>
                  </a:lnTo>
                  <a:lnTo>
                    <a:pt x="97374" y="317600"/>
                  </a:lnTo>
                  <a:lnTo>
                    <a:pt x="102238" y="319730"/>
                  </a:lnTo>
                  <a:lnTo>
                    <a:pt x="107168" y="321705"/>
                  </a:lnTo>
                  <a:lnTo>
                    <a:pt x="112158" y="323521"/>
                  </a:lnTo>
                  <a:lnTo>
                    <a:pt x="117204" y="325179"/>
                  </a:lnTo>
                  <a:lnTo>
                    <a:pt x="122299" y="326675"/>
                  </a:lnTo>
                  <a:lnTo>
                    <a:pt x="127439" y="328009"/>
                  </a:lnTo>
                  <a:lnTo>
                    <a:pt x="132620" y="329178"/>
                  </a:lnTo>
                  <a:lnTo>
                    <a:pt x="137834" y="330183"/>
                  </a:lnTo>
                  <a:lnTo>
                    <a:pt x="143078" y="331021"/>
                  </a:lnTo>
                  <a:lnTo>
                    <a:pt x="148346" y="331693"/>
                  </a:lnTo>
                  <a:lnTo>
                    <a:pt x="153633" y="332197"/>
                  </a:lnTo>
                  <a:lnTo>
                    <a:pt x="158933" y="332532"/>
                  </a:lnTo>
                  <a:lnTo>
                    <a:pt x="164241" y="332699"/>
                  </a:lnTo>
                  <a:lnTo>
                    <a:pt x="169551" y="332698"/>
                  </a:lnTo>
                  <a:lnTo>
                    <a:pt x="174859" y="332527"/>
                  </a:lnTo>
                  <a:lnTo>
                    <a:pt x="180159" y="332188"/>
                  </a:lnTo>
                  <a:lnTo>
                    <a:pt x="185445" y="331682"/>
                  </a:lnTo>
                  <a:lnTo>
                    <a:pt x="190712" y="331007"/>
                  </a:lnTo>
                  <a:lnTo>
                    <a:pt x="195956" y="330165"/>
                  </a:lnTo>
                  <a:lnTo>
                    <a:pt x="201170" y="329158"/>
                  </a:lnTo>
                  <a:lnTo>
                    <a:pt x="206349" y="327985"/>
                  </a:lnTo>
                  <a:lnTo>
                    <a:pt x="211489" y="326648"/>
                  </a:lnTo>
                  <a:lnTo>
                    <a:pt x="216583" y="325149"/>
                  </a:lnTo>
                  <a:lnTo>
                    <a:pt x="221628" y="323488"/>
                  </a:lnTo>
                  <a:lnTo>
                    <a:pt x="226617" y="321668"/>
                  </a:lnTo>
                  <a:lnTo>
                    <a:pt x="231545" y="319691"/>
                  </a:lnTo>
                  <a:lnTo>
                    <a:pt x="236409" y="317558"/>
                  </a:lnTo>
                  <a:lnTo>
                    <a:pt x="241202" y="315272"/>
                  </a:lnTo>
                  <a:lnTo>
                    <a:pt x="245920" y="312834"/>
                  </a:lnTo>
                  <a:lnTo>
                    <a:pt x="250558" y="310248"/>
                  </a:lnTo>
                  <a:lnTo>
                    <a:pt x="255112" y="307516"/>
                  </a:lnTo>
                  <a:lnTo>
                    <a:pt x="259577" y="304641"/>
                  </a:lnTo>
                  <a:lnTo>
                    <a:pt x="263948" y="301625"/>
                  </a:lnTo>
                  <a:lnTo>
                    <a:pt x="268221" y="298472"/>
                  </a:lnTo>
                  <a:lnTo>
                    <a:pt x="272392" y="295185"/>
                  </a:lnTo>
                  <a:lnTo>
                    <a:pt x="276457" y="291767"/>
                  </a:lnTo>
                  <a:lnTo>
                    <a:pt x="280410" y="288222"/>
                  </a:lnTo>
                  <a:lnTo>
                    <a:pt x="284249" y="284553"/>
                  </a:lnTo>
                  <a:lnTo>
                    <a:pt x="287970" y="280763"/>
                  </a:lnTo>
                  <a:lnTo>
                    <a:pt x="291569" y="276858"/>
                  </a:lnTo>
                  <a:lnTo>
                    <a:pt x="295041" y="272840"/>
                  </a:lnTo>
                  <a:lnTo>
                    <a:pt x="298384" y="268714"/>
                  </a:lnTo>
                  <a:lnTo>
                    <a:pt x="301595" y="264484"/>
                  </a:lnTo>
                  <a:lnTo>
                    <a:pt x="304669" y="260154"/>
                  </a:lnTo>
                  <a:lnTo>
                    <a:pt x="307605" y="255728"/>
                  </a:lnTo>
                  <a:lnTo>
                    <a:pt x="310398" y="251212"/>
                  </a:lnTo>
                  <a:lnTo>
                    <a:pt x="313046" y="246609"/>
                  </a:lnTo>
                  <a:lnTo>
                    <a:pt x="315547" y="241924"/>
                  </a:lnTo>
                  <a:lnTo>
                    <a:pt x="317898" y="237162"/>
                  </a:lnTo>
                  <a:lnTo>
                    <a:pt x="320096" y="232328"/>
                  </a:lnTo>
                  <a:lnTo>
                    <a:pt x="322140" y="227426"/>
                  </a:lnTo>
                  <a:lnTo>
                    <a:pt x="324027" y="222462"/>
                  </a:lnTo>
                  <a:lnTo>
                    <a:pt x="325755" y="217441"/>
                  </a:lnTo>
                  <a:lnTo>
                    <a:pt x="327323" y="212367"/>
                  </a:lnTo>
                  <a:lnTo>
                    <a:pt x="328729" y="207246"/>
                  </a:lnTo>
                  <a:lnTo>
                    <a:pt x="329972" y="202083"/>
                  </a:lnTo>
                  <a:lnTo>
                    <a:pt x="331050" y="196883"/>
                  </a:lnTo>
                  <a:lnTo>
                    <a:pt x="331962" y="191651"/>
                  </a:lnTo>
                  <a:lnTo>
                    <a:pt x="332708" y="186394"/>
                  </a:lnTo>
                  <a:lnTo>
                    <a:pt x="333287" y="181115"/>
                  </a:lnTo>
                  <a:lnTo>
                    <a:pt x="333697" y="175820"/>
                  </a:lnTo>
                  <a:lnTo>
                    <a:pt x="333939" y="170515"/>
                  </a:lnTo>
                  <a:lnTo>
                    <a:pt x="334012" y="165205"/>
                  </a:lnTo>
                  <a:lnTo>
                    <a:pt x="333917" y="159895"/>
                  </a:lnTo>
                  <a:lnTo>
                    <a:pt x="333653" y="154591"/>
                  </a:lnTo>
                  <a:lnTo>
                    <a:pt x="333220" y="149298"/>
                  </a:lnTo>
                  <a:lnTo>
                    <a:pt x="332620" y="144022"/>
                  </a:lnTo>
                  <a:lnTo>
                    <a:pt x="331853" y="138767"/>
                  </a:lnTo>
                  <a:lnTo>
                    <a:pt x="330919" y="133539"/>
                  </a:lnTo>
                  <a:lnTo>
                    <a:pt x="329819" y="128344"/>
                  </a:lnTo>
                  <a:lnTo>
                    <a:pt x="328555" y="123186"/>
                  </a:lnTo>
                  <a:lnTo>
                    <a:pt x="327128" y="118071"/>
                  </a:lnTo>
                  <a:lnTo>
                    <a:pt x="325539" y="113004"/>
                  </a:lnTo>
                  <a:lnTo>
                    <a:pt x="323789" y="107989"/>
                  </a:lnTo>
                  <a:lnTo>
                    <a:pt x="321882" y="103033"/>
                  </a:lnTo>
                  <a:lnTo>
                    <a:pt x="319818" y="98140"/>
                  </a:lnTo>
                  <a:lnTo>
                    <a:pt x="317599" y="93315"/>
                  </a:lnTo>
                  <a:lnTo>
                    <a:pt x="315229" y="88563"/>
                  </a:lnTo>
                  <a:lnTo>
                    <a:pt x="312708" y="83889"/>
                  </a:lnTo>
                  <a:lnTo>
                    <a:pt x="310041" y="79297"/>
                  </a:lnTo>
                  <a:lnTo>
                    <a:pt x="307229" y="74792"/>
                  </a:lnTo>
                  <a:lnTo>
                    <a:pt x="304275" y="70379"/>
                  </a:lnTo>
                  <a:lnTo>
                    <a:pt x="301183" y="66062"/>
                  </a:lnTo>
                  <a:lnTo>
                    <a:pt x="297955" y="61845"/>
                  </a:lnTo>
                  <a:lnTo>
                    <a:pt x="294594" y="57732"/>
                  </a:lnTo>
                  <a:lnTo>
                    <a:pt x="291105" y="53729"/>
                  </a:lnTo>
                  <a:lnTo>
                    <a:pt x="287491" y="49839"/>
                  </a:lnTo>
                  <a:lnTo>
                    <a:pt x="283754" y="46065"/>
                  </a:lnTo>
                  <a:lnTo>
                    <a:pt x="279900" y="42412"/>
                  </a:lnTo>
                  <a:lnTo>
                    <a:pt x="275931" y="38883"/>
                  </a:lnTo>
                  <a:lnTo>
                    <a:pt x="271853" y="35482"/>
                  </a:lnTo>
                  <a:lnTo>
                    <a:pt x="267668" y="32212"/>
                  </a:lnTo>
                  <a:lnTo>
                    <a:pt x="263382" y="29077"/>
                  </a:lnTo>
                  <a:lnTo>
                    <a:pt x="258998" y="26079"/>
                  </a:lnTo>
                  <a:lnTo>
                    <a:pt x="254522" y="23222"/>
                  </a:lnTo>
                  <a:lnTo>
                    <a:pt x="249957" y="20509"/>
                  </a:lnTo>
                  <a:lnTo>
                    <a:pt x="245308" y="17942"/>
                  </a:lnTo>
                  <a:lnTo>
                    <a:pt x="240579" y="15525"/>
                  </a:lnTo>
                  <a:lnTo>
                    <a:pt x="235777" y="13258"/>
                  </a:lnTo>
                  <a:lnTo>
                    <a:pt x="230904" y="11146"/>
                  </a:lnTo>
                  <a:lnTo>
                    <a:pt x="225968" y="9189"/>
                  </a:lnTo>
                  <a:lnTo>
                    <a:pt x="220971" y="7390"/>
                  </a:lnTo>
                  <a:lnTo>
                    <a:pt x="215920" y="5750"/>
                  </a:lnTo>
                  <a:lnTo>
                    <a:pt x="210819" y="4272"/>
                  </a:lnTo>
                  <a:lnTo>
                    <a:pt x="205674" y="2957"/>
                  </a:lnTo>
                  <a:lnTo>
                    <a:pt x="200490" y="1805"/>
                  </a:lnTo>
                  <a:lnTo>
                    <a:pt x="195272" y="819"/>
                  </a:lnTo>
                  <a:lnTo>
                    <a:pt x="190025" y="0"/>
                  </a:lnTo>
                  <a:lnTo>
                    <a:pt x="166845" y="1655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23179" cy="167167"/>
            </a:xfrm>
            <a:custGeom>
              <a:avLst/>
              <a:pathLst>
                <a:path w="23179" h="167167">
                  <a:moveTo>
                    <a:pt x="23179" y="1614"/>
                  </a:moveTo>
                  <a:lnTo>
                    <a:pt x="15481" y="718"/>
                  </a:lnTo>
                  <a:lnTo>
                    <a:pt x="7748" y="17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2740" y="1322571"/>
              <a:ext cx="65980" cy="167167"/>
            </a:xfrm>
            <a:custGeom>
              <a:avLst/>
              <a:pathLst>
                <a:path w="65980" h="167167">
                  <a:moveTo>
                    <a:pt x="65980" y="0"/>
                  </a:moveTo>
                  <a:lnTo>
                    <a:pt x="59816" y="113"/>
                  </a:lnTo>
                  <a:lnTo>
                    <a:pt x="53659" y="454"/>
                  </a:lnTo>
                  <a:lnTo>
                    <a:pt x="47520" y="1022"/>
                  </a:lnTo>
                  <a:lnTo>
                    <a:pt x="41406" y="1816"/>
                  </a:lnTo>
                  <a:lnTo>
                    <a:pt x="35325" y="2834"/>
                  </a:lnTo>
                  <a:lnTo>
                    <a:pt x="29285" y="4077"/>
                  </a:lnTo>
                  <a:lnTo>
                    <a:pt x="23296" y="5541"/>
                  </a:lnTo>
                  <a:lnTo>
                    <a:pt x="17365" y="7225"/>
                  </a:lnTo>
                  <a:lnTo>
                    <a:pt x="11500" y="9126"/>
                  </a:lnTo>
                  <a:lnTo>
                    <a:pt x="5709" y="11243"/>
                  </a:lnTo>
                  <a:lnTo>
                    <a:pt x="0" y="13572"/>
                  </a:lnTo>
                  <a:lnTo>
                    <a:pt x="6598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22740" y="1336144"/>
              <a:ext cx="65980" cy="153595"/>
            </a:xfrm>
            <a:custGeom>
              <a:avLst/>
              <a:pathLst>
                <a:path w="65980" h="153595">
                  <a:moveTo>
                    <a:pt x="0" y="0"/>
                  </a:moveTo>
                  <a:lnTo>
                    <a:pt x="65980" y="1535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56" y="1336144"/>
              <a:ext cx="334331" cy="320748"/>
            </a:xfrm>
            <a:custGeom>
              <a:avLst/>
              <a:pathLst>
                <a:path w="334331" h="320748">
                  <a:moveTo>
                    <a:pt x="101183" y="0"/>
                  </a:moveTo>
                  <a:lnTo>
                    <a:pt x="96354" y="2165"/>
                  </a:lnTo>
                  <a:lnTo>
                    <a:pt x="91596" y="4482"/>
                  </a:lnTo>
                  <a:lnTo>
                    <a:pt x="86914" y="6949"/>
                  </a:lnTo>
                  <a:lnTo>
                    <a:pt x="82312" y="9563"/>
                  </a:lnTo>
                  <a:lnTo>
                    <a:pt x="77796" y="12321"/>
                  </a:lnTo>
                  <a:lnTo>
                    <a:pt x="73369" y="15220"/>
                  </a:lnTo>
                  <a:lnTo>
                    <a:pt x="69036" y="18259"/>
                  </a:lnTo>
                  <a:lnTo>
                    <a:pt x="64801" y="21432"/>
                  </a:lnTo>
                  <a:lnTo>
                    <a:pt x="60669" y="24739"/>
                  </a:lnTo>
                  <a:lnTo>
                    <a:pt x="56644" y="28174"/>
                  </a:lnTo>
                  <a:lnTo>
                    <a:pt x="52729" y="31736"/>
                  </a:lnTo>
                  <a:lnTo>
                    <a:pt x="48929" y="35419"/>
                  </a:lnTo>
                  <a:lnTo>
                    <a:pt x="45248" y="39221"/>
                  </a:lnTo>
                  <a:lnTo>
                    <a:pt x="41688" y="43137"/>
                  </a:lnTo>
                  <a:lnTo>
                    <a:pt x="38255" y="47164"/>
                  </a:lnTo>
                  <a:lnTo>
                    <a:pt x="34950" y="51298"/>
                  </a:lnTo>
                  <a:lnTo>
                    <a:pt x="31779" y="55534"/>
                  </a:lnTo>
                  <a:lnTo>
                    <a:pt x="28743" y="59869"/>
                  </a:lnTo>
                  <a:lnTo>
                    <a:pt x="25845" y="64297"/>
                  </a:lnTo>
                  <a:lnTo>
                    <a:pt x="23089" y="68815"/>
                  </a:lnTo>
                  <a:lnTo>
                    <a:pt x="20478" y="73418"/>
                  </a:lnTo>
                  <a:lnTo>
                    <a:pt x="18014" y="78101"/>
                  </a:lnTo>
                  <a:lnTo>
                    <a:pt x="15699" y="82860"/>
                  </a:lnTo>
                  <a:lnTo>
                    <a:pt x="13536" y="87690"/>
                  </a:lnTo>
                  <a:lnTo>
                    <a:pt x="11526" y="92586"/>
                  </a:lnTo>
                  <a:lnTo>
                    <a:pt x="9673" y="97543"/>
                  </a:lnTo>
                  <a:lnTo>
                    <a:pt x="7978" y="102556"/>
                  </a:lnTo>
                  <a:lnTo>
                    <a:pt x="6442" y="107621"/>
                  </a:lnTo>
                  <a:lnTo>
                    <a:pt x="5068" y="112731"/>
                  </a:lnTo>
                  <a:lnTo>
                    <a:pt x="3855" y="117883"/>
                  </a:lnTo>
                  <a:lnTo>
                    <a:pt x="2807" y="123070"/>
                  </a:lnTo>
                  <a:lnTo>
                    <a:pt x="1923" y="128288"/>
                  </a:lnTo>
                  <a:lnTo>
                    <a:pt x="1205" y="133531"/>
                  </a:lnTo>
                  <a:lnTo>
                    <a:pt x="653" y="138794"/>
                  </a:lnTo>
                  <a:lnTo>
                    <a:pt x="268" y="144072"/>
                  </a:lnTo>
                  <a:lnTo>
                    <a:pt x="50" y="149360"/>
                  </a:lnTo>
                  <a:lnTo>
                    <a:pt x="0" y="154652"/>
                  </a:lnTo>
                  <a:lnTo>
                    <a:pt x="117" y="159942"/>
                  </a:lnTo>
                  <a:lnTo>
                    <a:pt x="401" y="165227"/>
                  </a:lnTo>
                  <a:lnTo>
                    <a:pt x="853" y="170500"/>
                  </a:lnTo>
                  <a:lnTo>
                    <a:pt x="1472" y="175755"/>
                  </a:lnTo>
                  <a:lnTo>
                    <a:pt x="2256" y="180989"/>
                  </a:lnTo>
                  <a:lnTo>
                    <a:pt x="3206" y="186195"/>
                  </a:lnTo>
                  <a:lnTo>
                    <a:pt x="4320" y="191369"/>
                  </a:lnTo>
                  <a:lnTo>
                    <a:pt x="5597" y="196504"/>
                  </a:lnTo>
                  <a:lnTo>
                    <a:pt x="7036" y="201597"/>
                  </a:lnTo>
                  <a:lnTo>
                    <a:pt x="8636" y="206642"/>
                  </a:lnTo>
                  <a:lnTo>
                    <a:pt x="10395" y="211633"/>
                  </a:lnTo>
                  <a:lnTo>
                    <a:pt x="12310" y="216566"/>
                  </a:lnTo>
                  <a:lnTo>
                    <a:pt x="14381" y="221436"/>
                  </a:lnTo>
                  <a:lnTo>
                    <a:pt x="16605" y="226238"/>
                  </a:lnTo>
                  <a:lnTo>
                    <a:pt x="18980" y="230968"/>
                  </a:lnTo>
                  <a:lnTo>
                    <a:pt x="21503" y="235620"/>
                  </a:lnTo>
                  <a:lnTo>
                    <a:pt x="24173" y="240189"/>
                  </a:lnTo>
                  <a:lnTo>
                    <a:pt x="26986" y="244672"/>
                  </a:lnTo>
                  <a:lnTo>
                    <a:pt x="29939" y="249063"/>
                  </a:lnTo>
                  <a:lnTo>
                    <a:pt x="33029" y="253359"/>
                  </a:lnTo>
                  <a:lnTo>
                    <a:pt x="36254" y="257555"/>
                  </a:lnTo>
                  <a:lnTo>
                    <a:pt x="39611" y="261647"/>
                  </a:lnTo>
                  <a:lnTo>
                    <a:pt x="43095" y="265630"/>
                  </a:lnTo>
                  <a:lnTo>
                    <a:pt x="46703" y="269501"/>
                  </a:lnTo>
                  <a:lnTo>
                    <a:pt x="50433" y="273256"/>
                  </a:lnTo>
                  <a:lnTo>
                    <a:pt x="54279" y="276891"/>
                  </a:lnTo>
                  <a:lnTo>
                    <a:pt x="58238" y="280402"/>
                  </a:lnTo>
                  <a:lnTo>
                    <a:pt x="62307" y="283787"/>
                  </a:lnTo>
                  <a:lnTo>
                    <a:pt x="66480" y="287041"/>
                  </a:lnTo>
                  <a:lnTo>
                    <a:pt x="70755" y="290161"/>
                  </a:lnTo>
                  <a:lnTo>
                    <a:pt x="75126" y="293144"/>
                  </a:lnTo>
                  <a:lnTo>
                    <a:pt x="79589" y="295987"/>
                  </a:lnTo>
                  <a:lnTo>
                    <a:pt x="84140" y="298688"/>
                  </a:lnTo>
                  <a:lnTo>
                    <a:pt x="88775" y="301243"/>
                  </a:lnTo>
                  <a:lnTo>
                    <a:pt x="93488" y="303651"/>
                  </a:lnTo>
                  <a:lnTo>
                    <a:pt x="98274" y="305908"/>
                  </a:lnTo>
                  <a:lnTo>
                    <a:pt x="103130" y="308012"/>
                  </a:lnTo>
                  <a:lnTo>
                    <a:pt x="108050" y="309961"/>
                  </a:lnTo>
                  <a:lnTo>
                    <a:pt x="113029" y="311754"/>
                  </a:lnTo>
                  <a:lnTo>
                    <a:pt x="118063" y="313388"/>
                  </a:lnTo>
                  <a:lnTo>
                    <a:pt x="123145" y="314863"/>
                  </a:lnTo>
                  <a:lnTo>
                    <a:pt x="128272" y="316175"/>
                  </a:lnTo>
                  <a:lnTo>
                    <a:pt x="133438" y="317325"/>
                  </a:lnTo>
                  <a:lnTo>
                    <a:pt x="138637" y="318310"/>
                  </a:lnTo>
                  <a:lnTo>
                    <a:pt x="143865" y="319131"/>
                  </a:lnTo>
                  <a:lnTo>
                    <a:pt x="149117" y="319785"/>
                  </a:lnTo>
                  <a:lnTo>
                    <a:pt x="154387" y="320273"/>
                  </a:lnTo>
                  <a:lnTo>
                    <a:pt x="159669" y="320594"/>
                  </a:lnTo>
                  <a:lnTo>
                    <a:pt x="164959" y="320748"/>
                  </a:lnTo>
                  <a:lnTo>
                    <a:pt x="170251" y="320734"/>
                  </a:lnTo>
                  <a:lnTo>
                    <a:pt x="175540" y="320552"/>
                  </a:lnTo>
                  <a:lnTo>
                    <a:pt x="180820" y="320203"/>
                  </a:lnTo>
                  <a:lnTo>
                    <a:pt x="186087" y="319688"/>
                  </a:lnTo>
                  <a:lnTo>
                    <a:pt x="191335" y="319005"/>
                  </a:lnTo>
                  <a:lnTo>
                    <a:pt x="196559" y="318157"/>
                  </a:lnTo>
                  <a:lnTo>
                    <a:pt x="201753" y="317144"/>
                  </a:lnTo>
                  <a:lnTo>
                    <a:pt x="206913" y="315968"/>
                  </a:lnTo>
                  <a:lnTo>
                    <a:pt x="212033" y="314628"/>
                  </a:lnTo>
                  <a:lnTo>
                    <a:pt x="217107" y="313127"/>
                  </a:lnTo>
                  <a:lnTo>
                    <a:pt x="222132" y="311466"/>
                  </a:lnTo>
                  <a:lnTo>
                    <a:pt x="227102" y="309647"/>
                  </a:lnTo>
                  <a:lnTo>
                    <a:pt x="232011" y="307672"/>
                  </a:lnTo>
                  <a:lnTo>
                    <a:pt x="236856" y="305542"/>
                  </a:lnTo>
                  <a:lnTo>
                    <a:pt x="241631" y="303260"/>
                  </a:lnTo>
                  <a:lnTo>
                    <a:pt x="246331" y="300827"/>
                  </a:lnTo>
                  <a:lnTo>
                    <a:pt x="250952" y="298248"/>
                  </a:lnTo>
                  <a:lnTo>
                    <a:pt x="255488" y="295523"/>
                  </a:lnTo>
                  <a:lnTo>
                    <a:pt x="259937" y="292656"/>
                  </a:lnTo>
                  <a:lnTo>
                    <a:pt x="264292" y="289650"/>
                  </a:lnTo>
                  <a:lnTo>
                    <a:pt x="268550" y="286507"/>
                  </a:lnTo>
                  <a:lnTo>
                    <a:pt x="272706" y="283231"/>
                  </a:lnTo>
                  <a:lnTo>
                    <a:pt x="276757" y="279826"/>
                  </a:lnTo>
                  <a:lnTo>
                    <a:pt x="280698" y="276293"/>
                  </a:lnTo>
                  <a:lnTo>
                    <a:pt x="284525" y="272638"/>
                  </a:lnTo>
                  <a:lnTo>
                    <a:pt x="288234" y="268864"/>
                  </a:lnTo>
                  <a:lnTo>
                    <a:pt x="291822" y="264973"/>
                  </a:lnTo>
                  <a:lnTo>
                    <a:pt x="295285" y="260972"/>
                  </a:lnTo>
                  <a:lnTo>
                    <a:pt x="298620" y="256862"/>
                  </a:lnTo>
                  <a:lnTo>
                    <a:pt x="301823" y="252650"/>
                  </a:lnTo>
                  <a:lnTo>
                    <a:pt x="304891" y="248338"/>
                  </a:lnTo>
                  <a:lnTo>
                    <a:pt x="307821" y="243931"/>
                  </a:lnTo>
                  <a:lnTo>
                    <a:pt x="310610" y="239433"/>
                  </a:lnTo>
                  <a:lnTo>
                    <a:pt x="313255" y="234849"/>
                  </a:lnTo>
                  <a:lnTo>
                    <a:pt x="315754" y="230184"/>
                  </a:lnTo>
                  <a:lnTo>
                    <a:pt x="318103" y="225443"/>
                  </a:lnTo>
                  <a:lnTo>
                    <a:pt x="320302" y="220629"/>
                  </a:lnTo>
                  <a:lnTo>
                    <a:pt x="322347" y="215748"/>
                  </a:lnTo>
                  <a:lnTo>
                    <a:pt x="324237" y="210805"/>
                  </a:lnTo>
                  <a:lnTo>
                    <a:pt x="325969" y="205804"/>
                  </a:lnTo>
                  <a:lnTo>
                    <a:pt x="327542" y="200751"/>
                  </a:lnTo>
                  <a:lnTo>
                    <a:pt x="328954" y="195651"/>
                  </a:lnTo>
                  <a:lnTo>
                    <a:pt x="330204" y="190509"/>
                  </a:lnTo>
                  <a:lnTo>
                    <a:pt x="331291" y="185329"/>
                  </a:lnTo>
                  <a:lnTo>
                    <a:pt x="332213" y="180118"/>
                  </a:lnTo>
                  <a:lnTo>
                    <a:pt x="332970" y="174880"/>
                  </a:lnTo>
                  <a:lnTo>
                    <a:pt x="333561" y="169621"/>
                  </a:lnTo>
                  <a:lnTo>
                    <a:pt x="333985" y="164346"/>
                  </a:lnTo>
                  <a:lnTo>
                    <a:pt x="334242" y="159060"/>
                  </a:lnTo>
                  <a:lnTo>
                    <a:pt x="334331" y="153769"/>
                  </a:lnTo>
                  <a:lnTo>
                    <a:pt x="334253" y="148478"/>
                  </a:lnTo>
                  <a:lnTo>
                    <a:pt x="334007" y="143191"/>
                  </a:lnTo>
                  <a:lnTo>
                    <a:pt x="333594" y="137915"/>
                  </a:lnTo>
                  <a:lnTo>
                    <a:pt x="333014" y="132655"/>
                  </a:lnTo>
                  <a:lnTo>
                    <a:pt x="332268" y="127416"/>
                  </a:lnTo>
                  <a:lnTo>
                    <a:pt x="331357" y="122203"/>
                  </a:lnTo>
                  <a:lnTo>
                    <a:pt x="330281" y="117021"/>
                  </a:lnTo>
                  <a:lnTo>
                    <a:pt x="329042" y="111876"/>
                  </a:lnTo>
                  <a:lnTo>
                    <a:pt x="327640" y="106773"/>
                  </a:lnTo>
                  <a:lnTo>
                    <a:pt x="326078" y="101717"/>
                  </a:lnTo>
                  <a:lnTo>
                    <a:pt x="324356" y="96713"/>
                  </a:lnTo>
                  <a:lnTo>
                    <a:pt x="322476" y="91765"/>
                  </a:lnTo>
                  <a:lnTo>
                    <a:pt x="320442" y="86880"/>
                  </a:lnTo>
                  <a:lnTo>
                    <a:pt x="318253" y="82062"/>
                  </a:lnTo>
                  <a:lnTo>
                    <a:pt x="315913" y="77315"/>
                  </a:lnTo>
                  <a:lnTo>
                    <a:pt x="313424" y="72645"/>
                  </a:lnTo>
                  <a:lnTo>
                    <a:pt x="310788" y="68056"/>
                  </a:lnTo>
                  <a:lnTo>
                    <a:pt x="308009" y="63552"/>
                  </a:lnTo>
                  <a:lnTo>
                    <a:pt x="305088" y="59139"/>
                  </a:lnTo>
                  <a:lnTo>
                    <a:pt x="302029" y="54821"/>
                  </a:lnTo>
                  <a:lnTo>
                    <a:pt x="298835" y="50601"/>
                  </a:lnTo>
                  <a:lnTo>
                    <a:pt x="295509" y="46485"/>
                  </a:lnTo>
                  <a:lnTo>
                    <a:pt x="292054" y="42476"/>
                  </a:lnTo>
                  <a:lnTo>
                    <a:pt x="288474" y="38579"/>
                  </a:lnTo>
                  <a:lnTo>
                    <a:pt x="284773" y="34796"/>
                  </a:lnTo>
                  <a:lnTo>
                    <a:pt x="280953" y="31133"/>
                  </a:lnTo>
                  <a:lnTo>
                    <a:pt x="277020" y="27593"/>
                  </a:lnTo>
                  <a:lnTo>
                    <a:pt x="167164" y="1535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109856" cy="167167"/>
            </a:xfrm>
            <a:custGeom>
              <a:avLst/>
              <a:pathLst>
                <a:path w="109856" h="167167">
                  <a:moveTo>
                    <a:pt x="109856" y="41165"/>
                  </a:moveTo>
                  <a:lnTo>
                    <a:pt x="105490" y="37488"/>
                  </a:lnTo>
                  <a:lnTo>
                    <a:pt x="101002" y="33962"/>
                  </a:lnTo>
                  <a:lnTo>
                    <a:pt x="96396" y="30592"/>
                  </a:lnTo>
                  <a:lnTo>
                    <a:pt x="91677" y="27381"/>
                  </a:lnTo>
                  <a:lnTo>
                    <a:pt x="86851" y="24332"/>
                  </a:lnTo>
                  <a:lnTo>
                    <a:pt x="81925" y="21451"/>
                  </a:lnTo>
                  <a:lnTo>
                    <a:pt x="76902" y="18739"/>
                  </a:lnTo>
                  <a:lnTo>
                    <a:pt x="71790" y="16200"/>
                  </a:lnTo>
                  <a:lnTo>
                    <a:pt x="66595" y="13837"/>
                  </a:lnTo>
                  <a:lnTo>
                    <a:pt x="61321" y="11653"/>
                  </a:lnTo>
                  <a:lnTo>
                    <a:pt x="55977" y="9650"/>
                  </a:lnTo>
                  <a:lnTo>
                    <a:pt x="50566" y="7831"/>
                  </a:lnTo>
                  <a:lnTo>
                    <a:pt x="45098" y="6198"/>
                  </a:lnTo>
                  <a:lnTo>
                    <a:pt x="39576" y="4752"/>
                  </a:lnTo>
                  <a:lnTo>
                    <a:pt x="34008" y="3495"/>
                  </a:lnTo>
                  <a:lnTo>
                    <a:pt x="28401" y="2430"/>
                  </a:lnTo>
                  <a:lnTo>
                    <a:pt x="22760" y="1556"/>
                  </a:lnTo>
                  <a:lnTo>
                    <a:pt x="17093" y="876"/>
                  </a:lnTo>
                  <a:lnTo>
                    <a:pt x="11407" y="389"/>
                  </a:lnTo>
                  <a:lnTo>
                    <a:pt x="570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3012" y="1681503"/>
              <a:ext cx="3512" cy="167167"/>
            </a:xfrm>
            <a:custGeom>
              <a:avLst/>
              <a:pathLst>
                <a:path w="3512" h="167167">
                  <a:moveTo>
                    <a:pt x="3512" y="0"/>
                  </a:moveTo>
                  <a:lnTo>
                    <a:pt x="0" y="36"/>
                  </a:lnTo>
                  <a:lnTo>
                    <a:pt x="351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3012" y="1681540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64722" y="1681540"/>
              <a:ext cx="121802" cy="167130"/>
            </a:xfrm>
            <a:custGeom>
              <a:avLst/>
              <a:pathLst>
                <a:path w="121802" h="167130">
                  <a:moveTo>
                    <a:pt x="118290" y="0"/>
                  </a:moveTo>
                  <a:lnTo>
                    <a:pt x="112754" y="208"/>
                  </a:lnTo>
                  <a:lnTo>
                    <a:pt x="107229" y="599"/>
                  </a:lnTo>
                  <a:lnTo>
                    <a:pt x="101719" y="1173"/>
                  </a:lnTo>
                  <a:lnTo>
                    <a:pt x="96232" y="1930"/>
                  </a:lnTo>
                  <a:lnTo>
                    <a:pt x="90773" y="2868"/>
                  </a:lnTo>
                  <a:lnTo>
                    <a:pt x="85348" y="3986"/>
                  </a:lnTo>
                  <a:lnTo>
                    <a:pt x="79962" y="5283"/>
                  </a:lnTo>
                  <a:lnTo>
                    <a:pt x="74623" y="6758"/>
                  </a:lnTo>
                  <a:lnTo>
                    <a:pt x="69336" y="8409"/>
                  </a:lnTo>
                  <a:lnTo>
                    <a:pt x="64106" y="10235"/>
                  </a:lnTo>
                  <a:lnTo>
                    <a:pt x="58939" y="12232"/>
                  </a:lnTo>
                  <a:lnTo>
                    <a:pt x="53842" y="14400"/>
                  </a:lnTo>
                  <a:lnTo>
                    <a:pt x="48819" y="16736"/>
                  </a:lnTo>
                  <a:lnTo>
                    <a:pt x="43876" y="19236"/>
                  </a:lnTo>
                  <a:lnTo>
                    <a:pt x="39019" y="21899"/>
                  </a:lnTo>
                  <a:lnTo>
                    <a:pt x="34253" y="24722"/>
                  </a:lnTo>
                  <a:lnTo>
                    <a:pt x="29583" y="27700"/>
                  </a:lnTo>
                  <a:lnTo>
                    <a:pt x="25014" y="30832"/>
                  </a:lnTo>
                  <a:lnTo>
                    <a:pt x="20551" y="34114"/>
                  </a:lnTo>
                  <a:lnTo>
                    <a:pt x="16200" y="37542"/>
                  </a:lnTo>
                  <a:lnTo>
                    <a:pt x="11964" y="41111"/>
                  </a:lnTo>
                  <a:lnTo>
                    <a:pt x="7850" y="44820"/>
                  </a:lnTo>
                  <a:lnTo>
                    <a:pt x="3860" y="48662"/>
                  </a:lnTo>
                  <a:lnTo>
                    <a:pt x="0" y="52635"/>
                  </a:lnTo>
                  <a:lnTo>
                    <a:pt x="121802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58" y="1681503"/>
              <a:ext cx="334326" cy="334320"/>
            </a:xfrm>
            <a:custGeom>
              <a:avLst/>
              <a:pathLst>
                <a:path w="334326" h="334320">
                  <a:moveTo>
                    <a:pt x="45363" y="52672"/>
                  </a:moveTo>
                  <a:lnTo>
                    <a:pt x="41807" y="56577"/>
                  </a:lnTo>
                  <a:lnTo>
                    <a:pt x="38375" y="60593"/>
                  </a:lnTo>
                  <a:lnTo>
                    <a:pt x="35072" y="64716"/>
                  </a:lnTo>
                  <a:lnTo>
                    <a:pt x="31901" y="68940"/>
                  </a:lnTo>
                  <a:lnTo>
                    <a:pt x="28865" y="73263"/>
                  </a:lnTo>
                  <a:lnTo>
                    <a:pt x="25967" y="77680"/>
                  </a:lnTo>
                  <a:lnTo>
                    <a:pt x="23211" y="82185"/>
                  </a:lnTo>
                  <a:lnTo>
                    <a:pt x="20597" y="86776"/>
                  </a:lnTo>
                  <a:lnTo>
                    <a:pt x="18131" y="91447"/>
                  </a:lnTo>
                  <a:lnTo>
                    <a:pt x="15813" y="96194"/>
                  </a:lnTo>
                  <a:lnTo>
                    <a:pt x="13646" y="101011"/>
                  </a:lnTo>
                  <a:lnTo>
                    <a:pt x="11632" y="105895"/>
                  </a:lnTo>
                  <a:lnTo>
                    <a:pt x="9774" y="110839"/>
                  </a:lnTo>
                  <a:lnTo>
                    <a:pt x="8073" y="115840"/>
                  </a:lnTo>
                  <a:lnTo>
                    <a:pt x="6531" y="120892"/>
                  </a:lnTo>
                  <a:lnTo>
                    <a:pt x="5149" y="125991"/>
                  </a:lnTo>
                  <a:lnTo>
                    <a:pt x="3929" y="131130"/>
                  </a:lnTo>
                  <a:lnTo>
                    <a:pt x="2872" y="136306"/>
                  </a:lnTo>
                  <a:lnTo>
                    <a:pt x="1979" y="141512"/>
                  </a:lnTo>
                  <a:lnTo>
                    <a:pt x="1250" y="146744"/>
                  </a:lnTo>
                  <a:lnTo>
                    <a:pt x="688" y="151996"/>
                  </a:lnTo>
                  <a:lnTo>
                    <a:pt x="292" y="157264"/>
                  </a:lnTo>
                  <a:lnTo>
                    <a:pt x="62" y="162541"/>
                  </a:lnTo>
                  <a:lnTo>
                    <a:pt x="0" y="167823"/>
                  </a:lnTo>
                  <a:lnTo>
                    <a:pt x="104" y="173104"/>
                  </a:lnTo>
                  <a:lnTo>
                    <a:pt x="375" y="178380"/>
                  </a:lnTo>
                  <a:lnTo>
                    <a:pt x="812" y="183644"/>
                  </a:lnTo>
                  <a:lnTo>
                    <a:pt x="1416" y="188892"/>
                  </a:lnTo>
                  <a:lnTo>
                    <a:pt x="2185" y="194118"/>
                  </a:lnTo>
                  <a:lnTo>
                    <a:pt x="3119" y="199317"/>
                  </a:lnTo>
                  <a:lnTo>
                    <a:pt x="4217" y="204484"/>
                  </a:lnTo>
                  <a:lnTo>
                    <a:pt x="5477" y="209614"/>
                  </a:lnTo>
                  <a:lnTo>
                    <a:pt x="6899" y="214701"/>
                  </a:lnTo>
                  <a:lnTo>
                    <a:pt x="8481" y="219741"/>
                  </a:lnTo>
                  <a:lnTo>
                    <a:pt x="10221" y="224729"/>
                  </a:lnTo>
                  <a:lnTo>
                    <a:pt x="12118" y="229658"/>
                  </a:lnTo>
                  <a:lnTo>
                    <a:pt x="14170" y="234526"/>
                  </a:lnTo>
                  <a:lnTo>
                    <a:pt x="16374" y="239326"/>
                  </a:lnTo>
                  <a:lnTo>
                    <a:pt x="18730" y="244055"/>
                  </a:lnTo>
                  <a:lnTo>
                    <a:pt x="21233" y="248706"/>
                  </a:lnTo>
                  <a:lnTo>
                    <a:pt x="23882" y="253276"/>
                  </a:lnTo>
                  <a:lnTo>
                    <a:pt x="26674" y="257760"/>
                  </a:lnTo>
                  <a:lnTo>
                    <a:pt x="29607" y="262154"/>
                  </a:lnTo>
                  <a:lnTo>
                    <a:pt x="32677" y="266453"/>
                  </a:lnTo>
                  <a:lnTo>
                    <a:pt x="35881" y="270652"/>
                  </a:lnTo>
                  <a:lnTo>
                    <a:pt x="39216" y="274749"/>
                  </a:lnTo>
                  <a:lnTo>
                    <a:pt x="42679" y="278737"/>
                  </a:lnTo>
                  <a:lnTo>
                    <a:pt x="46266" y="282615"/>
                  </a:lnTo>
                  <a:lnTo>
                    <a:pt x="49974" y="286377"/>
                  </a:lnTo>
                  <a:lnTo>
                    <a:pt x="53799" y="290020"/>
                  </a:lnTo>
                  <a:lnTo>
                    <a:pt x="57737" y="293541"/>
                  </a:lnTo>
                  <a:lnTo>
                    <a:pt x="61785" y="296935"/>
                  </a:lnTo>
                  <a:lnTo>
                    <a:pt x="65937" y="300200"/>
                  </a:lnTo>
                  <a:lnTo>
                    <a:pt x="70191" y="303332"/>
                  </a:lnTo>
                  <a:lnTo>
                    <a:pt x="74542" y="306328"/>
                  </a:lnTo>
                  <a:lnTo>
                    <a:pt x="78985" y="309185"/>
                  </a:lnTo>
                  <a:lnTo>
                    <a:pt x="83516" y="311900"/>
                  </a:lnTo>
                  <a:lnTo>
                    <a:pt x="88130" y="314471"/>
                  </a:lnTo>
                  <a:lnTo>
                    <a:pt x="92824" y="316894"/>
                  </a:lnTo>
                  <a:lnTo>
                    <a:pt x="97592" y="319168"/>
                  </a:lnTo>
                  <a:lnTo>
                    <a:pt x="102429" y="321291"/>
                  </a:lnTo>
                  <a:lnTo>
                    <a:pt x="107331" y="323259"/>
                  </a:lnTo>
                  <a:lnTo>
                    <a:pt x="112292" y="325072"/>
                  </a:lnTo>
                  <a:lnTo>
                    <a:pt x="117309" y="326726"/>
                  </a:lnTo>
                  <a:lnTo>
                    <a:pt x="122375" y="328222"/>
                  </a:lnTo>
                  <a:lnTo>
                    <a:pt x="127486" y="329557"/>
                  </a:lnTo>
                  <a:lnTo>
                    <a:pt x="132636" y="330729"/>
                  </a:lnTo>
                  <a:lnTo>
                    <a:pt x="137821" y="331739"/>
                  </a:lnTo>
                  <a:lnTo>
                    <a:pt x="143036" y="332584"/>
                  </a:lnTo>
                  <a:lnTo>
                    <a:pt x="148274" y="333263"/>
                  </a:lnTo>
                  <a:lnTo>
                    <a:pt x="153531" y="333777"/>
                  </a:lnTo>
                  <a:lnTo>
                    <a:pt x="158802" y="334125"/>
                  </a:lnTo>
                  <a:lnTo>
                    <a:pt x="164082" y="334306"/>
                  </a:lnTo>
                  <a:lnTo>
                    <a:pt x="169364" y="334320"/>
                  </a:lnTo>
                  <a:lnTo>
                    <a:pt x="174644" y="334167"/>
                  </a:lnTo>
                  <a:lnTo>
                    <a:pt x="179917" y="333847"/>
                  </a:lnTo>
                  <a:lnTo>
                    <a:pt x="185177" y="333361"/>
                  </a:lnTo>
                  <a:lnTo>
                    <a:pt x="190419" y="332709"/>
                  </a:lnTo>
                  <a:lnTo>
                    <a:pt x="195637" y="331892"/>
                  </a:lnTo>
                  <a:lnTo>
                    <a:pt x="200828" y="330910"/>
                  </a:lnTo>
                  <a:lnTo>
                    <a:pt x="205984" y="329765"/>
                  </a:lnTo>
                  <a:lnTo>
                    <a:pt x="211102" y="328457"/>
                  </a:lnTo>
                  <a:lnTo>
                    <a:pt x="216176" y="326988"/>
                  </a:lnTo>
                  <a:lnTo>
                    <a:pt x="221201" y="325360"/>
                  </a:lnTo>
                  <a:lnTo>
                    <a:pt x="226173" y="323574"/>
                  </a:lnTo>
                  <a:lnTo>
                    <a:pt x="231085" y="321631"/>
                  </a:lnTo>
                  <a:lnTo>
                    <a:pt x="235933" y="319535"/>
                  </a:lnTo>
                  <a:lnTo>
                    <a:pt x="240713" y="317286"/>
                  </a:lnTo>
                  <a:lnTo>
                    <a:pt x="245419" y="314887"/>
                  </a:lnTo>
                  <a:lnTo>
                    <a:pt x="250048" y="312341"/>
                  </a:lnTo>
                  <a:lnTo>
                    <a:pt x="254593" y="309650"/>
                  </a:lnTo>
                  <a:lnTo>
                    <a:pt x="259051" y="306817"/>
                  </a:lnTo>
                  <a:lnTo>
                    <a:pt x="263417" y="303844"/>
                  </a:lnTo>
                  <a:lnTo>
                    <a:pt x="267688" y="300734"/>
                  </a:lnTo>
                  <a:lnTo>
                    <a:pt x="271858" y="297492"/>
                  </a:lnTo>
                  <a:lnTo>
                    <a:pt x="275923" y="294119"/>
                  </a:lnTo>
                  <a:lnTo>
                    <a:pt x="279880" y="290619"/>
                  </a:lnTo>
                  <a:lnTo>
                    <a:pt x="283724" y="286996"/>
                  </a:lnTo>
                  <a:lnTo>
                    <a:pt x="287452" y="283254"/>
                  </a:lnTo>
                  <a:lnTo>
                    <a:pt x="291060" y="279396"/>
                  </a:lnTo>
                  <a:lnTo>
                    <a:pt x="294544" y="275425"/>
                  </a:lnTo>
                  <a:lnTo>
                    <a:pt x="297900" y="271346"/>
                  </a:lnTo>
                  <a:lnTo>
                    <a:pt x="301127" y="267164"/>
                  </a:lnTo>
                  <a:lnTo>
                    <a:pt x="304219" y="262881"/>
                  </a:lnTo>
                  <a:lnTo>
                    <a:pt x="307175" y="258503"/>
                  </a:lnTo>
                  <a:lnTo>
                    <a:pt x="309991" y="254034"/>
                  </a:lnTo>
                  <a:lnTo>
                    <a:pt x="312664" y="249478"/>
                  </a:lnTo>
                  <a:lnTo>
                    <a:pt x="315192" y="244840"/>
                  </a:lnTo>
                  <a:lnTo>
                    <a:pt x="317572" y="240124"/>
                  </a:lnTo>
                  <a:lnTo>
                    <a:pt x="319802" y="235336"/>
                  </a:lnTo>
                  <a:lnTo>
                    <a:pt x="321880" y="230479"/>
                  </a:lnTo>
                  <a:lnTo>
                    <a:pt x="323803" y="225559"/>
                  </a:lnTo>
                  <a:lnTo>
                    <a:pt x="325570" y="220581"/>
                  </a:lnTo>
                  <a:lnTo>
                    <a:pt x="327178" y="215550"/>
                  </a:lnTo>
                  <a:lnTo>
                    <a:pt x="328627" y="210470"/>
                  </a:lnTo>
                  <a:lnTo>
                    <a:pt x="329915" y="205347"/>
                  </a:lnTo>
                  <a:lnTo>
                    <a:pt x="331040" y="200186"/>
                  </a:lnTo>
                  <a:lnTo>
                    <a:pt x="332001" y="194992"/>
                  </a:lnTo>
                  <a:lnTo>
                    <a:pt x="332798" y="189770"/>
                  </a:lnTo>
                  <a:lnTo>
                    <a:pt x="333429" y="184525"/>
                  </a:lnTo>
                  <a:lnTo>
                    <a:pt x="333895" y="179264"/>
                  </a:lnTo>
                  <a:lnTo>
                    <a:pt x="334194" y="173990"/>
                  </a:lnTo>
                  <a:lnTo>
                    <a:pt x="334326" y="168709"/>
                  </a:lnTo>
                  <a:lnTo>
                    <a:pt x="334291" y="163427"/>
                  </a:lnTo>
                  <a:lnTo>
                    <a:pt x="334090" y="158148"/>
                  </a:lnTo>
                  <a:lnTo>
                    <a:pt x="333721" y="152879"/>
                  </a:lnTo>
                  <a:lnTo>
                    <a:pt x="333187" y="147624"/>
                  </a:lnTo>
                  <a:lnTo>
                    <a:pt x="332486" y="142388"/>
                  </a:lnTo>
                  <a:lnTo>
                    <a:pt x="331621" y="137177"/>
                  </a:lnTo>
                  <a:lnTo>
                    <a:pt x="330591" y="131996"/>
                  </a:lnTo>
                  <a:lnTo>
                    <a:pt x="329399" y="126850"/>
                  </a:lnTo>
                  <a:lnTo>
                    <a:pt x="328044" y="121744"/>
                  </a:lnTo>
                  <a:lnTo>
                    <a:pt x="326528" y="116684"/>
                  </a:lnTo>
                  <a:lnTo>
                    <a:pt x="324854" y="111674"/>
                  </a:lnTo>
                  <a:lnTo>
                    <a:pt x="323022" y="106720"/>
                  </a:lnTo>
                  <a:lnTo>
                    <a:pt x="321034" y="101826"/>
                  </a:lnTo>
                  <a:lnTo>
                    <a:pt x="318893" y="96997"/>
                  </a:lnTo>
                  <a:lnTo>
                    <a:pt x="316600" y="92238"/>
                  </a:lnTo>
                  <a:lnTo>
                    <a:pt x="314158" y="87554"/>
                  </a:lnTo>
                  <a:lnTo>
                    <a:pt x="311569" y="82949"/>
                  </a:lnTo>
                  <a:lnTo>
                    <a:pt x="308836" y="78429"/>
                  </a:lnTo>
                  <a:lnTo>
                    <a:pt x="305962" y="73997"/>
                  </a:lnTo>
                  <a:lnTo>
                    <a:pt x="302949" y="69658"/>
                  </a:lnTo>
                  <a:lnTo>
                    <a:pt x="299800" y="65417"/>
                  </a:lnTo>
                  <a:lnTo>
                    <a:pt x="296519" y="61277"/>
                  </a:lnTo>
                  <a:lnTo>
                    <a:pt x="293109" y="57243"/>
                  </a:lnTo>
                  <a:lnTo>
                    <a:pt x="289573" y="53319"/>
                  </a:lnTo>
                  <a:lnTo>
                    <a:pt x="285915" y="49508"/>
                  </a:lnTo>
                  <a:lnTo>
                    <a:pt x="282138" y="45815"/>
                  </a:lnTo>
                  <a:lnTo>
                    <a:pt x="278247" y="42243"/>
                  </a:lnTo>
                  <a:lnTo>
                    <a:pt x="274244" y="38796"/>
                  </a:lnTo>
                  <a:lnTo>
                    <a:pt x="270135" y="35477"/>
                  </a:lnTo>
                  <a:lnTo>
                    <a:pt x="265923" y="32289"/>
                  </a:lnTo>
                  <a:lnTo>
                    <a:pt x="261612" y="29236"/>
                  </a:lnTo>
                  <a:lnTo>
                    <a:pt x="257207" y="26321"/>
                  </a:lnTo>
                  <a:lnTo>
                    <a:pt x="252712" y="23547"/>
                  </a:lnTo>
                  <a:lnTo>
                    <a:pt x="248131" y="20915"/>
                  </a:lnTo>
                  <a:lnTo>
                    <a:pt x="243470" y="18430"/>
                  </a:lnTo>
                  <a:lnTo>
                    <a:pt x="238733" y="16094"/>
                  </a:lnTo>
                  <a:lnTo>
                    <a:pt x="233924" y="13908"/>
                  </a:lnTo>
                  <a:lnTo>
                    <a:pt x="229048" y="11875"/>
                  </a:lnTo>
                  <a:lnTo>
                    <a:pt x="224111" y="9998"/>
                  </a:lnTo>
                  <a:lnTo>
                    <a:pt x="219116" y="8277"/>
                  </a:lnTo>
                  <a:lnTo>
                    <a:pt x="214070" y="6715"/>
                  </a:lnTo>
                  <a:lnTo>
                    <a:pt x="208977" y="5313"/>
                  </a:lnTo>
                  <a:lnTo>
                    <a:pt x="203843" y="4073"/>
                  </a:lnTo>
                  <a:lnTo>
                    <a:pt x="198671" y="2995"/>
                  </a:lnTo>
                  <a:lnTo>
                    <a:pt x="193469" y="2082"/>
                  </a:lnTo>
                  <a:lnTo>
                    <a:pt x="188240" y="1333"/>
                  </a:lnTo>
                  <a:lnTo>
                    <a:pt x="182990" y="750"/>
                  </a:lnTo>
                  <a:lnTo>
                    <a:pt x="177724" y="333"/>
                  </a:lnTo>
                  <a:lnTo>
                    <a:pt x="172447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8397" y="2126963"/>
              <a:ext cx="32889" cy="167167"/>
            </a:xfrm>
            <a:custGeom>
              <a:avLst/>
              <a:pathLst>
                <a:path w="32889" h="167167">
                  <a:moveTo>
                    <a:pt x="32889" y="0"/>
                  </a:moveTo>
                  <a:lnTo>
                    <a:pt x="26270" y="131"/>
                  </a:lnTo>
                  <a:lnTo>
                    <a:pt x="19661" y="524"/>
                  </a:lnTo>
                  <a:lnTo>
                    <a:pt x="13073" y="1178"/>
                  </a:lnTo>
                  <a:lnTo>
                    <a:pt x="6515" y="2093"/>
                  </a:lnTo>
                  <a:lnTo>
                    <a:pt x="0" y="3267"/>
                  </a:lnTo>
                  <a:lnTo>
                    <a:pt x="3288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8397" y="2130231"/>
              <a:ext cx="32889" cy="163899"/>
            </a:xfrm>
            <a:custGeom>
              <a:avLst/>
              <a:pathLst>
                <a:path w="32889" h="163899">
                  <a:moveTo>
                    <a:pt x="0" y="0"/>
                  </a:moveTo>
                  <a:lnTo>
                    <a:pt x="32889" y="1638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8397" y="2130231"/>
              <a:ext cx="32889" cy="163899"/>
            </a:xfrm>
            <a:custGeom>
              <a:avLst/>
              <a:pathLst>
                <a:path w="32889" h="163899">
                  <a:moveTo>
                    <a:pt x="0" y="0"/>
                  </a:moveTo>
                  <a:lnTo>
                    <a:pt x="32889" y="1638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8397" y="2130231"/>
              <a:ext cx="32889" cy="163899"/>
            </a:xfrm>
            <a:custGeom>
              <a:avLst/>
              <a:pathLst>
                <a:path w="32889" h="163899">
                  <a:moveTo>
                    <a:pt x="0" y="0"/>
                  </a:moveTo>
                  <a:lnTo>
                    <a:pt x="32889" y="1638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8397" y="2130231"/>
              <a:ext cx="32889" cy="163899"/>
            </a:xfrm>
            <a:custGeom>
              <a:avLst/>
              <a:pathLst>
                <a:path w="32889" h="163899">
                  <a:moveTo>
                    <a:pt x="0" y="0"/>
                  </a:moveTo>
                  <a:lnTo>
                    <a:pt x="32889" y="1638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8397" y="2130231"/>
              <a:ext cx="32889" cy="163899"/>
            </a:xfrm>
            <a:custGeom>
              <a:avLst/>
              <a:pathLst>
                <a:path w="32889" h="163899">
                  <a:moveTo>
                    <a:pt x="0" y="0"/>
                  </a:moveTo>
                  <a:lnTo>
                    <a:pt x="32889" y="1638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8397" y="2130231"/>
              <a:ext cx="32889" cy="163899"/>
            </a:xfrm>
            <a:custGeom>
              <a:avLst/>
              <a:pathLst>
                <a:path w="32889" h="163899">
                  <a:moveTo>
                    <a:pt x="0" y="0"/>
                  </a:moveTo>
                  <a:lnTo>
                    <a:pt x="32889" y="1638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8397" y="2130231"/>
              <a:ext cx="32889" cy="163899"/>
            </a:xfrm>
            <a:custGeom>
              <a:avLst/>
              <a:pathLst>
                <a:path w="32889" h="163899">
                  <a:moveTo>
                    <a:pt x="0" y="0"/>
                  </a:moveTo>
                  <a:lnTo>
                    <a:pt x="32889" y="1638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8397" y="2130231"/>
              <a:ext cx="32889" cy="163899"/>
            </a:xfrm>
            <a:custGeom>
              <a:avLst/>
              <a:pathLst>
                <a:path w="32889" h="163899">
                  <a:moveTo>
                    <a:pt x="0" y="0"/>
                  </a:moveTo>
                  <a:lnTo>
                    <a:pt x="32889" y="1638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8397" y="2130231"/>
              <a:ext cx="32889" cy="163899"/>
            </a:xfrm>
            <a:custGeom>
              <a:avLst/>
              <a:pathLst>
                <a:path w="32889" h="163899">
                  <a:moveTo>
                    <a:pt x="0" y="0"/>
                  </a:moveTo>
                  <a:lnTo>
                    <a:pt x="32889" y="1638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8397" y="2130231"/>
              <a:ext cx="32889" cy="163899"/>
            </a:xfrm>
            <a:custGeom>
              <a:avLst/>
              <a:pathLst>
                <a:path w="32889" h="163899">
                  <a:moveTo>
                    <a:pt x="0" y="0"/>
                  </a:moveTo>
                  <a:lnTo>
                    <a:pt x="32889" y="1638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8397" y="2130231"/>
              <a:ext cx="32889" cy="163899"/>
            </a:xfrm>
            <a:custGeom>
              <a:avLst/>
              <a:pathLst>
                <a:path w="32889" h="163899">
                  <a:moveTo>
                    <a:pt x="0" y="0"/>
                  </a:moveTo>
                  <a:lnTo>
                    <a:pt x="32889" y="1638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8397" y="2130231"/>
              <a:ext cx="32889" cy="163899"/>
            </a:xfrm>
            <a:custGeom>
              <a:avLst/>
              <a:pathLst>
                <a:path w="32889" h="163899">
                  <a:moveTo>
                    <a:pt x="0" y="0"/>
                  </a:moveTo>
                  <a:lnTo>
                    <a:pt x="32889" y="1638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8397" y="2130231"/>
              <a:ext cx="32889" cy="163899"/>
            </a:xfrm>
            <a:custGeom>
              <a:avLst/>
              <a:pathLst>
                <a:path w="32889" h="163899">
                  <a:moveTo>
                    <a:pt x="0" y="0"/>
                  </a:moveTo>
                  <a:lnTo>
                    <a:pt x="32889" y="1638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8397" y="2130231"/>
              <a:ext cx="32889" cy="163899"/>
            </a:xfrm>
            <a:custGeom>
              <a:avLst/>
              <a:pathLst>
                <a:path w="32889" h="163899">
                  <a:moveTo>
                    <a:pt x="0" y="0"/>
                  </a:moveTo>
                  <a:lnTo>
                    <a:pt x="32889" y="1638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35" y="2130231"/>
              <a:ext cx="334316" cy="331066"/>
            </a:xfrm>
            <a:custGeom>
              <a:avLst/>
              <a:pathLst>
                <a:path w="334316" h="331066">
                  <a:moveTo>
                    <a:pt x="134262" y="0"/>
                  </a:moveTo>
                  <a:lnTo>
                    <a:pt x="129098" y="1121"/>
                  </a:lnTo>
                  <a:lnTo>
                    <a:pt x="123972" y="2405"/>
                  </a:lnTo>
                  <a:lnTo>
                    <a:pt x="118889" y="3850"/>
                  </a:lnTo>
                  <a:lnTo>
                    <a:pt x="113855" y="5456"/>
                  </a:lnTo>
                  <a:lnTo>
                    <a:pt x="108874" y="7220"/>
                  </a:lnTo>
                  <a:lnTo>
                    <a:pt x="103950" y="9140"/>
                  </a:lnTo>
                  <a:lnTo>
                    <a:pt x="99091" y="11215"/>
                  </a:lnTo>
                  <a:lnTo>
                    <a:pt x="94299" y="13442"/>
                  </a:lnTo>
                  <a:lnTo>
                    <a:pt x="89580" y="15820"/>
                  </a:lnTo>
                  <a:lnTo>
                    <a:pt x="84938" y="18346"/>
                  </a:lnTo>
                  <a:lnTo>
                    <a:pt x="80379" y="21017"/>
                  </a:lnTo>
                  <a:lnTo>
                    <a:pt x="75906" y="23831"/>
                  </a:lnTo>
                  <a:lnTo>
                    <a:pt x="71524" y="26785"/>
                  </a:lnTo>
                  <a:lnTo>
                    <a:pt x="67238" y="29876"/>
                  </a:lnTo>
                  <a:lnTo>
                    <a:pt x="63052" y="33101"/>
                  </a:lnTo>
                  <a:lnTo>
                    <a:pt x="58970" y="36457"/>
                  </a:lnTo>
                  <a:lnTo>
                    <a:pt x="54996" y="39940"/>
                  </a:lnTo>
                  <a:lnTo>
                    <a:pt x="51134" y="43546"/>
                  </a:lnTo>
                  <a:lnTo>
                    <a:pt x="47388" y="47274"/>
                  </a:lnTo>
                  <a:lnTo>
                    <a:pt x="43762" y="51117"/>
                  </a:lnTo>
                  <a:lnTo>
                    <a:pt x="40259" y="55073"/>
                  </a:lnTo>
                  <a:lnTo>
                    <a:pt x="36883" y="59139"/>
                  </a:lnTo>
                  <a:lnTo>
                    <a:pt x="33636" y="63308"/>
                  </a:lnTo>
                  <a:lnTo>
                    <a:pt x="30524" y="67579"/>
                  </a:lnTo>
                  <a:lnTo>
                    <a:pt x="27548" y="71945"/>
                  </a:lnTo>
                  <a:lnTo>
                    <a:pt x="24711" y="76403"/>
                  </a:lnTo>
                  <a:lnTo>
                    <a:pt x="22017" y="80949"/>
                  </a:lnTo>
                  <a:lnTo>
                    <a:pt x="19467" y="85578"/>
                  </a:lnTo>
                  <a:lnTo>
                    <a:pt x="17066" y="90285"/>
                  </a:lnTo>
                  <a:lnTo>
                    <a:pt x="14814" y="95066"/>
                  </a:lnTo>
                  <a:lnTo>
                    <a:pt x="12714" y="99915"/>
                  </a:lnTo>
                  <a:lnTo>
                    <a:pt x="10769" y="104828"/>
                  </a:lnTo>
                  <a:lnTo>
                    <a:pt x="8980" y="109800"/>
                  </a:lnTo>
                  <a:lnTo>
                    <a:pt x="7349" y="114827"/>
                  </a:lnTo>
                  <a:lnTo>
                    <a:pt x="5878" y="119902"/>
                  </a:lnTo>
                  <a:lnTo>
                    <a:pt x="4568" y="125021"/>
                  </a:lnTo>
                  <a:lnTo>
                    <a:pt x="3421" y="130180"/>
                  </a:lnTo>
                  <a:lnTo>
                    <a:pt x="2437" y="135372"/>
                  </a:lnTo>
                  <a:lnTo>
                    <a:pt x="1617" y="140592"/>
                  </a:lnTo>
                  <a:lnTo>
                    <a:pt x="963" y="145836"/>
                  </a:lnTo>
                  <a:lnTo>
                    <a:pt x="475" y="151097"/>
                  </a:lnTo>
                  <a:lnTo>
                    <a:pt x="154" y="156372"/>
                  </a:lnTo>
                  <a:lnTo>
                    <a:pt x="0" y="161654"/>
                  </a:lnTo>
                  <a:lnTo>
                    <a:pt x="12" y="166938"/>
                  </a:lnTo>
                  <a:lnTo>
                    <a:pt x="192" y="172219"/>
                  </a:lnTo>
                  <a:lnTo>
                    <a:pt x="538" y="177492"/>
                  </a:lnTo>
                  <a:lnTo>
                    <a:pt x="1051" y="182752"/>
                  </a:lnTo>
                  <a:lnTo>
                    <a:pt x="1730" y="187992"/>
                  </a:lnTo>
                  <a:lnTo>
                    <a:pt x="2574" y="193209"/>
                  </a:lnTo>
                  <a:lnTo>
                    <a:pt x="3582" y="198396"/>
                  </a:lnTo>
                  <a:lnTo>
                    <a:pt x="4754" y="203548"/>
                  </a:lnTo>
                  <a:lnTo>
                    <a:pt x="6089" y="208662"/>
                  </a:lnTo>
                  <a:lnTo>
                    <a:pt x="7584" y="213730"/>
                  </a:lnTo>
                  <a:lnTo>
                    <a:pt x="9239" y="218748"/>
                  </a:lnTo>
                  <a:lnTo>
                    <a:pt x="11051" y="223712"/>
                  </a:lnTo>
                  <a:lnTo>
                    <a:pt x="13020" y="228616"/>
                  </a:lnTo>
                  <a:lnTo>
                    <a:pt x="15142" y="233455"/>
                  </a:lnTo>
                  <a:lnTo>
                    <a:pt x="17417" y="238225"/>
                  </a:lnTo>
                  <a:lnTo>
                    <a:pt x="19841" y="242921"/>
                  </a:lnTo>
                  <a:lnTo>
                    <a:pt x="22412" y="247537"/>
                  </a:lnTo>
                  <a:lnTo>
                    <a:pt x="25128" y="252070"/>
                  </a:lnTo>
                  <a:lnTo>
                    <a:pt x="27985" y="256515"/>
                  </a:lnTo>
                  <a:lnTo>
                    <a:pt x="30982" y="260868"/>
                  </a:lnTo>
                  <a:lnTo>
                    <a:pt x="34115" y="265123"/>
                  </a:lnTo>
                  <a:lnTo>
                    <a:pt x="37381" y="269277"/>
                  </a:lnTo>
                  <a:lnTo>
                    <a:pt x="40777" y="273326"/>
                  </a:lnTo>
                  <a:lnTo>
                    <a:pt x="44298" y="277266"/>
                  </a:lnTo>
                  <a:lnTo>
                    <a:pt x="47943" y="281092"/>
                  </a:lnTo>
                  <a:lnTo>
                    <a:pt x="51707" y="284802"/>
                  </a:lnTo>
                  <a:lnTo>
                    <a:pt x="55586" y="288390"/>
                  </a:lnTo>
                  <a:lnTo>
                    <a:pt x="59576" y="291854"/>
                  </a:lnTo>
                  <a:lnTo>
                    <a:pt x="63674" y="295190"/>
                  </a:lnTo>
                  <a:lnTo>
                    <a:pt x="67875" y="298395"/>
                  </a:lnTo>
                  <a:lnTo>
                    <a:pt x="72176" y="301466"/>
                  </a:lnTo>
                  <a:lnTo>
                    <a:pt x="76572" y="304399"/>
                  </a:lnTo>
                  <a:lnTo>
                    <a:pt x="81058" y="307192"/>
                  </a:lnTo>
                  <a:lnTo>
                    <a:pt x="85630" y="309842"/>
                  </a:lnTo>
                  <a:lnTo>
                    <a:pt x="90283" y="312345"/>
                  </a:lnTo>
                  <a:lnTo>
                    <a:pt x="95013" y="314701"/>
                  </a:lnTo>
                  <a:lnTo>
                    <a:pt x="99816" y="316905"/>
                  </a:lnTo>
                  <a:lnTo>
                    <a:pt x="104685" y="318957"/>
                  </a:lnTo>
                  <a:lnTo>
                    <a:pt x="109618" y="320854"/>
                  </a:lnTo>
                  <a:lnTo>
                    <a:pt x="114607" y="322594"/>
                  </a:lnTo>
                  <a:lnTo>
                    <a:pt x="119649" y="324176"/>
                  </a:lnTo>
                  <a:lnTo>
                    <a:pt x="124739" y="325597"/>
                  </a:lnTo>
                  <a:lnTo>
                    <a:pt x="129871" y="326857"/>
                  </a:lnTo>
                  <a:lnTo>
                    <a:pt x="135040" y="327954"/>
                  </a:lnTo>
                  <a:lnTo>
                    <a:pt x="140241" y="328887"/>
                  </a:lnTo>
                  <a:lnTo>
                    <a:pt x="145469" y="329655"/>
                  </a:lnTo>
                  <a:lnTo>
                    <a:pt x="150719" y="330257"/>
                  </a:lnTo>
                  <a:lnTo>
                    <a:pt x="155986" y="330694"/>
                  </a:lnTo>
                  <a:lnTo>
                    <a:pt x="161263" y="330963"/>
                  </a:lnTo>
                  <a:lnTo>
                    <a:pt x="166546" y="331066"/>
                  </a:lnTo>
                  <a:lnTo>
                    <a:pt x="171830" y="331001"/>
                  </a:lnTo>
                  <a:lnTo>
                    <a:pt x="177109" y="330770"/>
                  </a:lnTo>
                  <a:lnTo>
                    <a:pt x="182379" y="330372"/>
                  </a:lnTo>
                  <a:lnTo>
                    <a:pt x="187633" y="329808"/>
                  </a:lnTo>
                  <a:lnTo>
                    <a:pt x="192866" y="329077"/>
                  </a:lnTo>
                  <a:lnTo>
                    <a:pt x="198074" y="328182"/>
                  </a:lnTo>
                  <a:lnTo>
                    <a:pt x="203251" y="327123"/>
                  </a:lnTo>
                  <a:lnTo>
                    <a:pt x="208392" y="325900"/>
                  </a:lnTo>
                  <a:lnTo>
                    <a:pt x="213492" y="324516"/>
                  </a:lnTo>
                  <a:lnTo>
                    <a:pt x="218545" y="322971"/>
                  </a:lnTo>
                  <a:lnTo>
                    <a:pt x="223547" y="321267"/>
                  </a:lnTo>
                  <a:lnTo>
                    <a:pt x="228493" y="319406"/>
                  </a:lnTo>
                  <a:lnTo>
                    <a:pt x="233378" y="317389"/>
                  </a:lnTo>
                  <a:lnTo>
                    <a:pt x="238196" y="315219"/>
                  </a:lnTo>
                  <a:lnTo>
                    <a:pt x="242943" y="312898"/>
                  </a:lnTo>
                  <a:lnTo>
                    <a:pt x="247615" y="310428"/>
                  </a:lnTo>
                  <a:lnTo>
                    <a:pt x="252206" y="307812"/>
                  </a:lnTo>
                  <a:lnTo>
                    <a:pt x="256712" y="305052"/>
                  </a:lnTo>
                  <a:lnTo>
                    <a:pt x="261128" y="302151"/>
                  </a:lnTo>
                  <a:lnTo>
                    <a:pt x="265451" y="299111"/>
                  </a:lnTo>
                  <a:lnTo>
                    <a:pt x="269676" y="295937"/>
                  </a:lnTo>
                  <a:lnTo>
                    <a:pt x="273798" y="292630"/>
                  </a:lnTo>
                  <a:lnTo>
                    <a:pt x="277813" y="289195"/>
                  </a:lnTo>
                  <a:lnTo>
                    <a:pt x="281718" y="285635"/>
                  </a:lnTo>
                  <a:lnTo>
                    <a:pt x="285509" y="281953"/>
                  </a:lnTo>
                  <a:lnTo>
                    <a:pt x="289181" y="278153"/>
                  </a:lnTo>
                  <a:lnTo>
                    <a:pt x="292731" y="274239"/>
                  </a:lnTo>
                  <a:lnTo>
                    <a:pt x="296156" y="270215"/>
                  </a:lnTo>
                  <a:lnTo>
                    <a:pt x="299452" y="266084"/>
                  </a:lnTo>
                  <a:lnTo>
                    <a:pt x="302615" y="261852"/>
                  </a:lnTo>
                  <a:lnTo>
                    <a:pt x="305644" y="257521"/>
                  </a:lnTo>
                  <a:lnTo>
                    <a:pt x="308533" y="253097"/>
                  </a:lnTo>
                  <a:lnTo>
                    <a:pt x="311282" y="248584"/>
                  </a:lnTo>
                  <a:lnTo>
                    <a:pt x="313887" y="243986"/>
                  </a:lnTo>
                  <a:lnTo>
                    <a:pt x="316345" y="239308"/>
                  </a:lnTo>
                  <a:lnTo>
                    <a:pt x="318654" y="234555"/>
                  </a:lnTo>
                  <a:lnTo>
                    <a:pt x="320811" y="229731"/>
                  </a:lnTo>
                  <a:lnTo>
                    <a:pt x="322815" y="224842"/>
                  </a:lnTo>
                  <a:lnTo>
                    <a:pt x="324663" y="219891"/>
                  </a:lnTo>
                  <a:lnTo>
                    <a:pt x="326354" y="214885"/>
                  </a:lnTo>
                  <a:lnTo>
                    <a:pt x="327886" y="209827"/>
                  </a:lnTo>
                  <a:lnTo>
                    <a:pt x="329258" y="204724"/>
                  </a:lnTo>
                  <a:lnTo>
                    <a:pt x="330467" y="199580"/>
                  </a:lnTo>
                  <a:lnTo>
                    <a:pt x="331513" y="194400"/>
                  </a:lnTo>
                  <a:lnTo>
                    <a:pt x="332395" y="189190"/>
                  </a:lnTo>
                  <a:lnTo>
                    <a:pt x="333112" y="183955"/>
                  </a:lnTo>
                  <a:lnTo>
                    <a:pt x="333663" y="178699"/>
                  </a:lnTo>
                  <a:lnTo>
                    <a:pt x="334047" y="173429"/>
                  </a:lnTo>
                  <a:lnTo>
                    <a:pt x="334265" y="168149"/>
                  </a:lnTo>
                  <a:lnTo>
                    <a:pt x="334316" y="162865"/>
                  </a:lnTo>
                  <a:lnTo>
                    <a:pt x="334200" y="157582"/>
                  </a:lnTo>
                  <a:lnTo>
                    <a:pt x="333917" y="152305"/>
                  </a:lnTo>
                  <a:lnTo>
                    <a:pt x="333467" y="147040"/>
                  </a:lnTo>
                  <a:lnTo>
                    <a:pt x="332851" y="141792"/>
                  </a:lnTo>
                  <a:lnTo>
                    <a:pt x="332069" y="136566"/>
                  </a:lnTo>
                  <a:lnTo>
                    <a:pt x="331123" y="131367"/>
                  </a:lnTo>
                  <a:lnTo>
                    <a:pt x="330013" y="126200"/>
                  </a:lnTo>
                  <a:lnTo>
                    <a:pt x="328740" y="121072"/>
                  </a:lnTo>
                  <a:lnTo>
                    <a:pt x="327306" y="115986"/>
                  </a:lnTo>
                  <a:lnTo>
                    <a:pt x="325711" y="110948"/>
                  </a:lnTo>
                  <a:lnTo>
                    <a:pt x="323958" y="105963"/>
                  </a:lnTo>
                  <a:lnTo>
                    <a:pt x="322049" y="101035"/>
                  </a:lnTo>
                  <a:lnTo>
                    <a:pt x="319984" y="96171"/>
                  </a:lnTo>
                  <a:lnTo>
                    <a:pt x="317767" y="91374"/>
                  </a:lnTo>
                  <a:lnTo>
                    <a:pt x="315400" y="86650"/>
                  </a:lnTo>
                  <a:lnTo>
                    <a:pt x="312884" y="82003"/>
                  </a:lnTo>
                  <a:lnTo>
                    <a:pt x="310223" y="77438"/>
                  </a:lnTo>
                  <a:lnTo>
                    <a:pt x="307419" y="72959"/>
                  </a:lnTo>
                  <a:lnTo>
                    <a:pt x="304474" y="68571"/>
                  </a:lnTo>
                  <a:lnTo>
                    <a:pt x="301393" y="64278"/>
                  </a:lnTo>
                  <a:lnTo>
                    <a:pt x="298177" y="60085"/>
                  </a:lnTo>
                  <a:lnTo>
                    <a:pt x="294830" y="55996"/>
                  </a:lnTo>
                  <a:lnTo>
                    <a:pt x="291356" y="52014"/>
                  </a:lnTo>
                  <a:lnTo>
                    <a:pt x="287757" y="48144"/>
                  </a:lnTo>
                  <a:lnTo>
                    <a:pt x="284038" y="44390"/>
                  </a:lnTo>
                  <a:lnTo>
                    <a:pt x="280203" y="40755"/>
                  </a:lnTo>
                  <a:lnTo>
                    <a:pt x="276254" y="37244"/>
                  </a:lnTo>
                  <a:lnTo>
                    <a:pt x="272196" y="33859"/>
                  </a:lnTo>
                  <a:lnTo>
                    <a:pt x="268034" y="30604"/>
                  </a:lnTo>
                  <a:lnTo>
                    <a:pt x="263770" y="27482"/>
                  </a:lnTo>
                  <a:lnTo>
                    <a:pt x="259410" y="24496"/>
                  </a:lnTo>
                  <a:lnTo>
                    <a:pt x="254958" y="21650"/>
                  </a:lnTo>
                  <a:lnTo>
                    <a:pt x="250418" y="18945"/>
                  </a:lnTo>
                  <a:lnTo>
                    <a:pt x="245795" y="16386"/>
                  </a:lnTo>
                  <a:lnTo>
                    <a:pt x="241093" y="13974"/>
                  </a:lnTo>
                  <a:lnTo>
                    <a:pt x="236318" y="11712"/>
                  </a:lnTo>
                  <a:lnTo>
                    <a:pt x="231473" y="9602"/>
                  </a:lnTo>
                  <a:lnTo>
                    <a:pt x="226564" y="7646"/>
                  </a:lnTo>
                  <a:lnTo>
                    <a:pt x="221595" y="5846"/>
                  </a:lnTo>
                  <a:lnTo>
                    <a:pt x="216573" y="4204"/>
                  </a:lnTo>
                  <a:lnTo>
                    <a:pt x="211501" y="2722"/>
                  </a:lnTo>
                  <a:lnTo>
                    <a:pt x="206384" y="1401"/>
                  </a:lnTo>
                  <a:lnTo>
                    <a:pt x="201228" y="242"/>
                  </a:lnTo>
                  <a:lnTo>
                    <a:pt x="167152" y="1638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34076" cy="167167"/>
            </a:xfrm>
            <a:custGeom>
              <a:avLst/>
              <a:pathLst>
                <a:path w="34076" h="167167">
                  <a:moveTo>
                    <a:pt x="34076" y="3510"/>
                  </a:moveTo>
                  <a:lnTo>
                    <a:pt x="27330" y="2249"/>
                  </a:lnTo>
                  <a:lnTo>
                    <a:pt x="20538" y="1266"/>
                  </a:lnTo>
                  <a:lnTo>
                    <a:pt x="13711" y="563"/>
                  </a:lnTo>
                  <a:lnTo>
                    <a:pt x="6861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451" y="2633064"/>
              <a:ext cx="6296" cy="167167"/>
            </a:xfrm>
            <a:custGeom>
              <a:avLst/>
              <a:pathLst>
                <a:path w="6296" h="167167">
                  <a:moveTo>
                    <a:pt x="6296" y="0"/>
                  </a:moveTo>
                  <a:lnTo>
                    <a:pt x="0" y="118"/>
                  </a:lnTo>
                  <a:lnTo>
                    <a:pt x="629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98" y="2633182"/>
              <a:ext cx="334312" cy="334215"/>
            </a:xfrm>
            <a:custGeom>
              <a:avLst/>
              <a:pathLst>
                <a:path w="334312" h="334215">
                  <a:moveTo>
                    <a:pt x="160853" y="0"/>
                  </a:moveTo>
                  <a:lnTo>
                    <a:pt x="155572" y="282"/>
                  </a:lnTo>
                  <a:lnTo>
                    <a:pt x="150302" y="732"/>
                  </a:lnTo>
                  <a:lnTo>
                    <a:pt x="145050" y="1348"/>
                  </a:lnTo>
                  <a:lnTo>
                    <a:pt x="139820" y="2130"/>
                  </a:lnTo>
                  <a:lnTo>
                    <a:pt x="134617" y="3077"/>
                  </a:lnTo>
                  <a:lnTo>
                    <a:pt x="129446" y="4188"/>
                  </a:lnTo>
                  <a:lnTo>
                    <a:pt x="124314" y="5462"/>
                  </a:lnTo>
                  <a:lnTo>
                    <a:pt x="119224" y="6898"/>
                  </a:lnTo>
                  <a:lnTo>
                    <a:pt x="114182" y="8494"/>
                  </a:lnTo>
                  <a:lnTo>
                    <a:pt x="109193" y="10249"/>
                  </a:lnTo>
                  <a:lnTo>
                    <a:pt x="104263" y="12161"/>
                  </a:lnTo>
                  <a:lnTo>
                    <a:pt x="99395" y="14227"/>
                  </a:lnTo>
                  <a:lnTo>
                    <a:pt x="94595" y="16447"/>
                  </a:lnTo>
                  <a:lnTo>
                    <a:pt x="89867" y="18817"/>
                  </a:lnTo>
                  <a:lnTo>
                    <a:pt x="85217" y="21336"/>
                  </a:lnTo>
                  <a:lnTo>
                    <a:pt x="80649" y="24001"/>
                  </a:lnTo>
                  <a:lnTo>
                    <a:pt x="76167" y="26808"/>
                  </a:lnTo>
                  <a:lnTo>
                    <a:pt x="71777" y="29756"/>
                  </a:lnTo>
                  <a:lnTo>
                    <a:pt x="67482" y="32842"/>
                  </a:lnTo>
                  <a:lnTo>
                    <a:pt x="63287" y="36062"/>
                  </a:lnTo>
                  <a:lnTo>
                    <a:pt x="59195" y="39412"/>
                  </a:lnTo>
                  <a:lnTo>
                    <a:pt x="55212" y="42891"/>
                  </a:lnTo>
                  <a:lnTo>
                    <a:pt x="51341" y="46494"/>
                  </a:lnTo>
                  <a:lnTo>
                    <a:pt x="47585" y="50218"/>
                  </a:lnTo>
                  <a:lnTo>
                    <a:pt x="43950" y="54058"/>
                  </a:lnTo>
                  <a:lnTo>
                    <a:pt x="40437" y="58011"/>
                  </a:lnTo>
                  <a:lnTo>
                    <a:pt x="37052" y="62074"/>
                  </a:lnTo>
                  <a:lnTo>
                    <a:pt x="33796" y="66242"/>
                  </a:lnTo>
                  <a:lnTo>
                    <a:pt x="30674" y="70510"/>
                  </a:lnTo>
                  <a:lnTo>
                    <a:pt x="27689" y="74876"/>
                  </a:lnTo>
                  <a:lnTo>
                    <a:pt x="24843" y="79333"/>
                  </a:lnTo>
                  <a:lnTo>
                    <a:pt x="22140" y="83878"/>
                  </a:lnTo>
                  <a:lnTo>
                    <a:pt x="19582" y="88507"/>
                  </a:lnTo>
                  <a:lnTo>
                    <a:pt x="17171" y="93214"/>
                  </a:lnTo>
                  <a:lnTo>
                    <a:pt x="14911" y="97995"/>
                  </a:lnTo>
                  <a:lnTo>
                    <a:pt x="12803" y="102845"/>
                  </a:lnTo>
                  <a:lnTo>
                    <a:pt x="10849" y="107759"/>
                  </a:lnTo>
                  <a:lnTo>
                    <a:pt x="9052" y="112733"/>
                  </a:lnTo>
                  <a:lnTo>
                    <a:pt x="7413" y="117761"/>
                  </a:lnTo>
                  <a:lnTo>
                    <a:pt x="5934" y="122838"/>
                  </a:lnTo>
                  <a:lnTo>
                    <a:pt x="4616" y="127960"/>
                  </a:lnTo>
                  <a:lnTo>
                    <a:pt x="3461" y="133121"/>
                  </a:lnTo>
                  <a:lnTo>
                    <a:pt x="2470" y="138316"/>
                  </a:lnTo>
                  <a:lnTo>
                    <a:pt x="1643" y="143539"/>
                  </a:lnTo>
                  <a:lnTo>
                    <a:pt x="982" y="148786"/>
                  </a:lnTo>
                  <a:lnTo>
                    <a:pt x="488" y="154051"/>
                  </a:lnTo>
                  <a:lnTo>
                    <a:pt x="160" y="159329"/>
                  </a:lnTo>
                  <a:lnTo>
                    <a:pt x="0" y="164615"/>
                  </a:lnTo>
                  <a:lnTo>
                    <a:pt x="6" y="169904"/>
                  </a:lnTo>
                  <a:lnTo>
                    <a:pt x="180" y="175189"/>
                  </a:lnTo>
                  <a:lnTo>
                    <a:pt x="521" y="180467"/>
                  </a:lnTo>
                  <a:lnTo>
                    <a:pt x="1029" y="185731"/>
                  </a:lnTo>
                  <a:lnTo>
                    <a:pt x="1703" y="190976"/>
                  </a:lnTo>
                  <a:lnTo>
                    <a:pt x="2543" y="196197"/>
                  </a:lnTo>
                  <a:lnTo>
                    <a:pt x="3547" y="201390"/>
                  </a:lnTo>
                  <a:lnTo>
                    <a:pt x="4715" y="206547"/>
                  </a:lnTo>
                  <a:lnTo>
                    <a:pt x="6046" y="211666"/>
                  </a:lnTo>
                  <a:lnTo>
                    <a:pt x="7538" y="216739"/>
                  </a:lnTo>
                  <a:lnTo>
                    <a:pt x="9190" y="221763"/>
                  </a:lnTo>
                  <a:lnTo>
                    <a:pt x="10999" y="226732"/>
                  </a:lnTo>
                  <a:lnTo>
                    <a:pt x="12965" y="231642"/>
                  </a:lnTo>
                  <a:lnTo>
                    <a:pt x="15086" y="236486"/>
                  </a:lnTo>
                  <a:lnTo>
                    <a:pt x="17358" y="241262"/>
                  </a:lnTo>
                  <a:lnTo>
                    <a:pt x="19781" y="245963"/>
                  </a:lnTo>
                  <a:lnTo>
                    <a:pt x="22351" y="250585"/>
                  </a:lnTo>
                  <a:lnTo>
                    <a:pt x="25065" y="255123"/>
                  </a:lnTo>
                  <a:lnTo>
                    <a:pt x="27923" y="259573"/>
                  </a:lnTo>
                  <a:lnTo>
                    <a:pt x="30919" y="263931"/>
                  </a:lnTo>
                  <a:lnTo>
                    <a:pt x="34052" y="268192"/>
                  </a:lnTo>
                  <a:lnTo>
                    <a:pt x="37318" y="272351"/>
                  </a:lnTo>
                  <a:lnTo>
                    <a:pt x="40713" y="276405"/>
                  </a:lnTo>
                  <a:lnTo>
                    <a:pt x="44236" y="280350"/>
                  </a:lnTo>
                  <a:lnTo>
                    <a:pt x="47881" y="284181"/>
                  </a:lnTo>
                  <a:lnTo>
                    <a:pt x="51646" y="287895"/>
                  </a:lnTo>
                  <a:lnTo>
                    <a:pt x="55526" y="291488"/>
                  </a:lnTo>
                  <a:lnTo>
                    <a:pt x="59518" y="294957"/>
                  </a:lnTo>
                  <a:lnTo>
                    <a:pt x="63618" y="298297"/>
                  </a:lnTo>
                  <a:lnTo>
                    <a:pt x="67822" y="301506"/>
                  </a:lnTo>
                  <a:lnTo>
                    <a:pt x="72124" y="304581"/>
                  </a:lnTo>
                  <a:lnTo>
                    <a:pt x="76522" y="307518"/>
                  </a:lnTo>
                  <a:lnTo>
                    <a:pt x="81011" y="310314"/>
                  </a:lnTo>
                  <a:lnTo>
                    <a:pt x="85586" y="312967"/>
                  </a:lnTo>
                  <a:lnTo>
                    <a:pt x="90242" y="315474"/>
                  </a:lnTo>
                  <a:lnTo>
                    <a:pt x="94976" y="317833"/>
                  </a:lnTo>
                  <a:lnTo>
                    <a:pt x="99781" y="320040"/>
                  </a:lnTo>
                  <a:lnTo>
                    <a:pt x="104654" y="322095"/>
                  </a:lnTo>
                  <a:lnTo>
                    <a:pt x="109590" y="323994"/>
                  </a:lnTo>
                  <a:lnTo>
                    <a:pt x="114583" y="325736"/>
                  </a:lnTo>
                  <a:lnTo>
                    <a:pt x="119629" y="327319"/>
                  </a:lnTo>
                  <a:lnTo>
                    <a:pt x="124722" y="328742"/>
                  </a:lnTo>
                  <a:lnTo>
                    <a:pt x="129858" y="330003"/>
                  </a:lnTo>
                  <a:lnTo>
                    <a:pt x="135031" y="331101"/>
                  </a:lnTo>
                  <a:lnTo>
                    <a:pt x="140237" y="332035"/>
                  </a:lnTo>
                  <a:lnTo>
                    <a:pt x="145469" y="332804"/>
                  </a:lnTo>
                  <a:lnTo>
                    <a:pt x="150723" y="333407"/>
                  </a:lnTo>
                  <a:lnTo>
                    <a:pt x="155993" y="333843"/>
                  </a:lnTo>
                  <a:lnTo>
                    <a:pt x="161275" y="334113"/>
                  </a:lnTo>
                  <a:lnTo>
                    <a:pt x="166562" y="334215"/>
                  </a:lnTo>
                  <a:lnTo>
                    <a:pt x="171850" y="334150"/>
                  </a:lnTo>
                  <a:lnTo>
                    <a:pt x="177134" y="333917"/>
                  </a:lnTo>
                  <a:lnTo>
                    <a:pt x="182407" y="333518"/>
                  </a:lnTo>
                  <a:lnTo>
                    <a:pt x="187665" y="332952"/>
                  </a:lnTo>
                  <a:lnTo>
                    <a:pt x="192903" y="332220"/>
                  </a:lnTo>
                  <a:lnTo>
                    <a:pt x="198114" y="331323"/>
                  </a:lnTo>
                  <a:lnTo>
                    <a:pt x="203295" y="330261"/>
                  </a:lnTo>
                  <a:lnTo>
                    <a:pt x="208440" y="329036"/>
                  </a:lnTo>
                  <a:lnTo>
                    <a:pt x="213543" y="327649"/>
                  </a:lnTo>
                  <a:lnTo>
                    <a:pt x="218600" y="326101"/>
                  </a:lnTo>
                  <a:lnTo>
                    <a:pt x="223605" y="324394"/>
                  </a:lnTo>
                  <a:lnTo>
                    <a:pt x="228554" y="322530"/>
                  </a:lnTo>
                  <a:lnTo>
                    <a:pt x="233441" y="320509"/>
                  </a:lnTo>
                  <a:lnTo>
                    <a:pt x="238262" y="318336"/>
                  </a:lnTo>
                  <a:lnTo>
                    <a:pt x="243012" y="316011"/>
                  </a:lnTo>
                  <a:lnTo>
                    <a:pt x="247686" y="313536"/>
                  </a:lnTo>
                  <a:lnTo>
                    <a:pt x="252280" y="310916"/>
                  </a:lnTo>
                  <a:lnTo>
                    <a:pt x="256788" y="308151"/>
                  </a:lnTo>
                  <a:lnTo>
                    <a:pt x="261206" y="305245"/>
                  </a:lnTo>
                  <a:lnTo>
                    <a:pt x="265530" y="302200"/>
                  </a:lnTo>
                  <a:lnTo>
                    <a:pt x="269756" y="299021"/>
                  </a:lnTo>
                  <a:lnTo>
                    <a:pt x="273879" y="295709"/>
                  </a:lnTo>
                  <a:lnTo>
                    <a:pt x="277896" y="292269"/>
                  </a:lnTo>
                  <a:lnTo>
                    <a:pt x="281801" y="288703"/>
                  </a:lnTo>
                  <a:lnTo>
                    <a:pt x="285592" y="285016"/>
                  </a:lnTo>
                  <a:lnTo>
                    <a:pt x="289264" y="281210"/>
                  </a:lnTo>
                  <a:lnTo>
                    <a:pt x="292814" y="277290"/>
                  </a:lnTo>
                  <a:lnTo>
                    <a:pt x="296238" y="273260"/>
                  </a:lnTo>
                  <a:lnTo>
                    <a:pt x="299533" y="269124"/>
                  </a:lnTo>
                  <a:lnTo>
                    <a:pt x="302696" y="264885"/>
                  </a:lnTo>
                  <a:lnTo>
                    <a:pt x="305723" y="260549"/>
                  </a:lnTo>
                  <a:lnTo>
                    <a:pt x="308611" y="256118"/>
                  </a:lnTo>
                  <a:lnTo>
                    <a:pt x="311358" y="251599"/>
                  </a:lnTo>
                  <a:lnTo>
                    <a:pt x="313960" y="246995"/>
                  </a:lnTo>
                  <a:lnTo>
                    <a:pt x="316415" y="242312"/>
                  </a:lnTo>
                  <a:lnTo>
                    <a:pt x="318721" y="237552"/>
                  </a:lnTo>
                  <a:lnTo>
                    <a:pt x="320876" y="232723"/>
                  </a:lnTo>
                  <a:lnTo>
                    <a:pt x="322876" y="227827"/>
                  </a:lnTo>
                  <a:lnTo>
                    <a:pt x="324721" y="222871"/>
                  </a:lnTo>
                  <a:lnTo>
                    <a:pt x="326408" y="217859"/>
                  </a:lnTo>
                  <a:lnTo>
                    <a:pt x="327935" y="212796"/>
                  </a:lnTo>
                  <a:lnTo>
                    <a:pt x="329302" y="207687"/>
                  </a:lnTo>
                  <a:lnTo>
                    <a:pt x="330506" y="202537"/>
                  </a:lnTo>
                  <a:lnTo>
                    <a:pt x="331547" y="197352"/>
                  </a:lnTo>
                  <a:lnTo>
                    <a:pt x="332423" y="192137"/>
                  </a:lnTo>
                  <a:lnTo>
                    <a:pt x="333134" y="186897"/>
                  </a:lnTo>
                  <a:lnTo>
                    <a:pt x="333679" y="181636"/>
                  </a:lnTo>
                  <a:lnTo>
                    <a:pt x="334057" y="176361"/>
                  </a:lnTo>
                  <a:lnTo>
                    <a:pt x="334268" y="171077"/>
                  </a:lnTo>
                  <a:lnTo>
                    <a:pt x="334312" y="165789"/>
                  </a:lnTo>
                  <a:lnTo>
                    <a:pt x="334188" y="160502"/>
                  </a:lnTo>
                  <a:lnTo>
                    <a:pt x="333898" y="155222"/>
                  </a:lnTo>
                  <a:lnTo>
                    <a:pt x="333440" y="149953"/>
                  </a:lnTo>
                  <a:lnTo>
                    <a:pt x="332816" y="144702"/>
                  </a:lnTo>
                  <a:lnTo>
                    <a:pt x="332027" y="139472"/>
                  </a:lnTo>
                  <a:lnTo>
                    <a:pt x="331072" y="134271"/>
                  </a:lnTo>
                  <a:lnTo>
                    <a:pt x="329953" y="129102"/>
                  </a:lnTo>
                  <a:lnTo>
                    <a:pt x="328671" y="123971"/>
                  </a:lnTo>
                  <a:lnTo>
                    <a:pt x="327228" y="118884"/>
                  </a:lnTo>
                  <a:lnTo>
                    <a:pt x="325624" y="113844"/>
                  </a:lnTo>
                  <a:lnTo>
                    <a:pt x="323862" y="108858"/>
                  </a:lnTo>
                  <a:lnTo>
                    <a:pt x="321943" y="103930"/>
                  </a:lnTo>
                  <a:lnTo>
                    <a:pt x="319869" y="99066"/>
                  </a:lnTo>
                  <a:lnTo>
                    <a:pt x="317642" y="94269"/>
                  </a:lnTo>
                  <a:lnTo>
                    <a:pt x="315265" y="89545"/>
                  </a:lnTo>
                  <a:lnTo>
                    <a:pt x="312739" y="84899"/>
                  </a:lnTo>
                  <a:lnTo>
                    <a:pt x="310068" y="80334"/>
                  </a:lnTo>
                  <a:lnTo>
                    <a:pt x="307253" y="75857"/>
                  </a:lnTo>
                  <a:lnTo>
                    <a:pt x="304299" y="71471"/>
                  </a:lnTo>
                  <a:lnTo>
                    <a:pt x="301207" y="67181"/>
                  </a:lnTo>
                  <a:lnTo>
                    <a:pt x="297981" y="62990"/>
                  </a:lnTo>
                  <a:lnTo>
                    <a:pt x="294624" y="58904"/>
                  </a:lnTo>
                  <a:lnTo>
                    <a:pt x="291139" y="54926"/>
                  </a:lnTo>
                  <a:lnTo>
                    <a:pt x="287530" y="51060"/>
                  </a:lnTo>
                  <a:lnTo>
                    <a:pt x="283801" y="47310"/>
                  </a:lnTo>
                  <a:lnTo>
                    <a:pt x="279955" y="43680"/>
                  </a:lnTo>
                  <a:lnTo>
                    <a:pt x="275997" y="40174"/>
                  </a:lnTo>
                  <a:lnTo>
                    <a:pt x="271929" y="36794"/>
                  </a:lnTo>
                  <a:lnTo>
                    <a:pt x="267756" y="33545"/>
                  </a:lnTo>
                  <a:lnTo>
                    <a:pt x="263483" y="30429"/>
                  </a:lnTo>
                  <a:lnTo>
                    <a:pt x="259113" y="27451"/>
                  </a:lnTo>
                  <a:lnTo>
                    <a:pt x="254652" y="24611"/>
                  </a:lnTo>
                  <a:lnTo>
                    <a:pt x="250102" y="21915"/>
                  </a:lnTo>
                  <a:lnTo>
                    <a:pt x="245470" y="19364"/>
                  </a:lnTo>
                  <a:lnTo>
                    <a:pt x="240759" y="16960"/>
                  </a:lnTo>
                  <a:lnTo>
                    <a:pt x="167149" y="1670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73610" cy="167167"/>
            </a:xfrm>
            <a:custGeom>
              <a:avLst/>
              <a:pathLst>
                <a:path w="73610" h="167167">
                  <a:moveTo>
                    <a:pt x="73610" y="17079"/>
                  </a:moveTo>
                  <a:lnTo>
                    <a:pt x="68301" y="14590"/>
                  </a:lnTo>
                  <a:lnTo>
                    <a:pt x="62909" y="12288"/>
                  </a:lnTo>
                  <a:lnTo>
                    <a:pt x="57439" y="10177"/>
                  </a:lnTo>
                  <a:lnTo>
                    <a:pt x="51898" y="8260"/>
                  </a:lnTo>
                  <a:lnTo>
                    <a:pt x="46294" y="6538"/>
                  </a:lnTo>
                  <a:lnTo>
                    <a:pt x="40632" y="5013"/>
                  </a:lnTo>
                  <a:lnTo>
                    <a:pt x="34921" y="3688"/>
                  </a:lnTo>
                  <a:lnTo>
                    <a:pt x="29166" y="2564"/>
                  </a:lnTo>
                  <a:lnTo>
                    <a:pt x="23376" y="1642"/>
                  </a:lnTo>
                  <a:lnTo>
                    <a:pt x="17557" y="924"/>
                  </a:lnTo>
                  <a:lnTo>
                    <a:pt x="11717" y="411"/>
                  </a:lnTo>
                  <a:lnTo>
                    <a:pt x="5862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9128" y="3170392"/>
              <a:ext cx="26852" cy="167167"/>
            </a:xfrm>
            <a:custGeom>
              <a:avLst/>
              <a:pathLst>
                <a:path w="26852" h="167167">
                  <a:moveTo>
                    <a:pt x="26852" y="0"/>
                  </a:moveTo>
                  <a:lnTo>
                    <a:pt x="20111" y="135"/>
                  </a:lnTo>
                  <a:lnTo>
                    <a:pt x="13382" y="543"/>
                  </a:lnTo>
                  <a:lnTo>
                    <a:pt x="6674" y="1222"/>
                  </a:lnTo>
                  <a:lnTo>
                    <a:pt x="0" y="2170"/>
                  </a:lnTo>
                  <a:lnTo>
                    <a:pt x="268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128" y="3172563"/>
              <a:ext cx="26852" cy="164996"/>
            </a:xfrm>
            <a:custGeom>
              <a:avLst/>
              <a:pathLst>
                <a:path w="26852" h="164996">
                  <a:moveTo>
                    <a:pt x="0" y="0"/>
                  </a:moveTo>
                  <a:lnTo>
                    <a:pt x="26852" y="1649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128" y="3172563"/>
              <a:ext cx="26852" cy="164996"/>
            </a:xfrm>
            <a:custGeom>
              <a:avLst/>
              <a:pathLst>
                <a:path w="26852" h="164996">
                  <a:moveTo>
                    <a:pt x="0" y="0"/>
                  </a:moveTo>
                  <a:lnTo>
                    <a:pt x="26852" y="1649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128" y="3172563"/>
              <a:ext cx="26852" cy="164996"/>
            </a:xfrm>
            <a:custGeom>
              <a:avLst/>
              <a:pathLst>
                <a:path w="26852" h="164996">
                  <a:moveTo>
                    <a:pt x="0" y="0"/>
                  </a:moveTo>
                  <a:lnTo>
                    <a:pt x="26852" y="1649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128" y="3172563"/>
              <a:ext cx="26852" cy="164996"/>
            </a:xfrm>
            <a:custGeom>
              <a:avLst/>
              <a:pathLst>
                <a:path w="26852" h="164996">
                  <a:moveTo>
                    <a:pt x="0" y="0"/>
                  </a:moveTo>
                  <a:lnTo>
                    <a:pt x="26852" y="1649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128" y="3172563"/>
              <a:ext cx="26852" cy="164996"/>
            </a:xfrm>
            <a:custGeom>
              <a:avLst/>
              <a:pathLst>
                <a:path w="26852" h="164996">
                  <a:moveTo>
                    <a:pt x="0" y="0"/>
                  </a:moveTo>
                  <a:lnTo>
                    <a:pt x="26852" y="1649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128" y="3172563"/>
              <a:ext cx="26852" cy="164996"/>
            </a:xfrm>
            <a:custGeom>
              <a:avLst/>
              <a:pathLst>
                <a:path w="26852" h="164996">
                  <a:moveTo>
                    <a:pt x="0" y="0"/>
                  </a:moveTo>
                  <a:lnTo>
                    <a:pt x="26852" y="1649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128" y="3172563"/>
              <a:ext cx="26852" cy="164996"/>
            </a:xfrm>
            <a:custGeom>
              <a:avLst/>
              <a:pathLst>
                <a:path w="26852" h="164996">
                  <a:moveTo>
                    <a:pt x="0" y="0"/>
                  </a:moveTo>
                  <a:lnTo>
                    <a:pt x="26852" y="164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128" y="3172563"/>
              <a:ext cx="26852" cy="164996"/>
            </a:xfrm>
            <a:custGeom>
              <a:avLst/>
              <a:pathLst>
                <a:path w="26852" h="164996">
                  <a:moveTo>
                    <a:pt x="0" y="0"/>
                  </a:moveTo>
                  <a:lnTo>
                    <a:pt x="26852" y="164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128" y="3172563"/>
              <a:ext cx="26852" cy="164996"/>
            </a:xfrm>
            <a:custGeom>
              <a:avLst/>
              <a:pathLst>
                <a:path w="26852" h="164996">
                  <a:moveTo>
                    <a:pt x="0" y="0"/>
                  </a:moveTo>
                  <a:lnTo>
                    <a:pt x="26852" y="164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128" y="3172563"/>
              <a:ext cx="26852" cy="164996"/>
            </a:xfrm>
            <a:custGeom>
              <a:avLst/>
              <a:pathLst>
                <a:path w="26852" h="164996">
                  <a:moveTo>
                    <a:pt x="0" y="0"/>
                  </a:moveTo>
                  <a:lnTo>
                    <a:pt x="26852" y="164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9128" y="3172563"/>
              <a:ext cx="26852" cy="164996"/>
            </a:xfrm>
            <a:custGeom>
              <a:avLst/>
              <a:pathLst>
                <a:path w="26852" h="164996">
                  <a:moveTo>
                    <a:pt x="0" y="0"/>
                  </a:moveTo>
                  <a:lnTo>
                    <a:pt x="26852" y="1649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99128" y="3172563"/>
              <a:ext cx="26852" cy="164996"/>
            </a:xfrm>
            <a:custGeom>
              <a:avLst/>
              <a:pathLst>
                <a:path w="26852" h="164996">
                  <a:moveTo>
                    <a:pt x="0" y="0"/>
                  </a:moveTo>
                  <a:lnTo>
                    <a:pt x="26852" y="1649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29" y="3172563"/>
              <a:ext cx="334298" cy="332164"/>
            </a:xfrm>
            <a:custGeom>
              <a:avLst/>
              <a:pathLst>
                <a:path w="334298" h="332164">
                  <a:moveTo>
                    <a:pt x="140298" y="0"/>
                  </a:moveTo>
                  <a:lnTo>
                    <a:pt x="135080" y="934"/>
                  </a:lnTo>
                  <a:lnTo>
                    <a:pt x="129893" y="2034"/>
                  </a:lnTo>
                  <a:lnTo>
                    <a:pt x="124744" y="3297"/>
                  </a:lnTo>
                  <a:lnTo>
                    <a:pt x="119637" y="4723"/>
                  </a:lnTo>
                  <a:lnTo>
                    <a:pt x="114578" y="6311"/>
                  </a:lnTo>
                  <a:lnTo>
                    <a:pt x="109573" y="8058"/>
                  </a:lnTo>
                  <a:lnTo>
                    <a:pt x="104625" y="9963"/>
                  </a:lnTo>
                  <a:lnTo>
                    <a:pt x="99740" y="12023"/>
                  </a:lnTo>
                  <a:lnTo>
                    <a:pt x="94922" y="14238"/>
                  </a:lnTo>
                  <a:lnTo>
                    <a:pt x="90178" y="16604"/>
                  </a:lnTo>
                  <a:lnTo>
                    <a:pt x="85511" y="19120"/>
                  </a:lnTo>
                  <a:lnTo>
                    <a:pt x="80926" y="21782"/>
                  </a:lnTo>
                  <a:lnTo>
                    <a:pt x="76427" y="24589"/>
                  </a:lnTo>
                  <a:lnTo>
                    <a:pt x="72020" y="27537"/>
                  </a:lnTo>
                  <a:lnTo>
                    <a:pt x="67709" y="30622"/>
                  </a:lnTo>
                  <a:lnTo>
                    <a:pt x="63498" y="33844"/>
                  </a:lnTo>
                  <a:lnTo>
                    <a:pt x="59391" y="37197"/>
                  </a:lnTo>
                  <a:lnTo>
                    <a:pt x="55392" y="40678"/>
                  </a:lnTo>
                  <a:lnTo>
                    <a:pt x="51506" y="44285"/>
                  </a:lnTo>
                  <a:lnTo>
                    <a:pt x="47736" y="48013"/>
                  </a:lnTo>
                  <a:lnTo>
                    <a:pt x="44086" y="51859"/>
                  </a:lnTo>
                  <a:lnTo>
                    <a:pt x="40560" y="55818"/>
                  </a:lnTo>
                  <a:lnTo>
                    <a:pt x="37162" y="59888"/>
                  </a:lnTo>
                  <a:lnTo>
                    <a:pt x="33894" y="64063"/>
                  </a:lnTo>
                  <a:lnTo>
                    <a:pt x="30760" y="68339"/>
                  </a:lnTo>
                  <a:lnTo>
                    <a:pt x="27763" y="72713"/>
                  </a:lnTo>
                  <a:lnTo>
                    <a:pt x="24907" y="77180"/>
                  </a:lnTo>
                  <a:lnTo>
                    <a:pt x="22194" y="81735"/>
                  </a:lnTo>
                  <a:lnTo>
                    <a:pt x="19626" y="86374"/>
                  </a:lnTo>
                  <a:lnTo>
                    <a:pt x="17207" y="91092"/>
                  </a:lnTo>
                  <a:lnTo>
                    <a:pt x="14939" y="95884"/>
                  </a:lnTo>
                  <a:lnTo>
                    <a:pt x="12824" y="100746"/>
                  </a:lnTo>
                  <a:lnTo>
                    <a:pt x="10864" y="105672"/>
                  </a:lnTo>
                  <a:lnTo>
                    <a:pt x="9061" y="110658"/>
                  </a:lnTo>
                  <a:lnTo>
                    <a:pt x="7417" y="115699"/>
                  </a:lnTo>
                  <a:lnTo>
                    <a:pt x="5934" y="120789"/>
                  </a:lnTo>
                  <a:lnTo>
                    <a:pt x="4614" y="125924"/>
                  </a:lnTo>
                  <a:lnTo>
                    <a:pt x="3456" y="131098"/>
                  </a:lnTo>
                  <a:lnTo>
                    <a:pt x="2464" y="136306"/>
                  </a:lnTo>
                  <a:lnTo>
                    <a:pt x="1637" y="141543"/>
                  </a:lnTo>
                  <a:lnTo>
                    <a:pt x="976" y="146804"/>
                  </a:lnTo>
                  <a:lnTo>
                    <a:pt x="483" y="152083"/>
                  </a:lnTo>
                  <a:lnTo>
                    <a:pt x="157" y="157375"/>
                  </a:lnTo>
                  <a:lnTo>
                    <a:pt x="0" y="162674"/>
                  </a:lnTo>
                  <a:lnTo>
                    <a:pt x="10" y="167976"/>
                  </a:lnTo>
                  <a:lnTo>
                    <a:pt x="189" y="173275"/>
                  </a:lnTo>
                  <a:lnTo>
                    <a:pt x="535" y="178566"/>
                  </a:lnTo>
                  <a:lnTo>
                    <a:pt x="1049" y="183843"/>
                  </a:lnTo>
                  <a:lnTo>
                    <a:pt x="1730" y="189101"/>
                  </a:lnTo>
                  <a:lnTo>
                    <a:pt x="2578" y="194335"/>
                  </a:lnTo>
                  <a:lnTo>
                    <a:pt x="3591" y="199539"/>
                  </a:lnTo>
                  <a:lnTo>
                    <a:pt x="4769" y="204708"/>
                  </a:lnTo>
                  <a:lnTo>
                    <a:pt x="6110" y="209838"/>
                  </a:lnTo>
                  <a:lnTo>
                    <a:pt x="7613" y="214922"/>
                  </a:lnTo>
                  <a:lnTo>
                    <a:pt x="9276" y="219956"/>
                  </a:lnTo>
                  <a:lnTo>
                    <a:pt x="11099" y="224935"/>
                  </a:lnTo>
                  <a:lnTo>
                    <a:pt x="13078" y="229854"/>
                  </a:lnTo>
                  <a:lnTo>
                    <a:pt x="15212" y="234707"/>
                  </a:lnTo>
                  <a:lnTo>
                    <a:pt x="17499" y="239491"/>
                  </a:lnTo>
                  <a:lnTo>
                    <a:pt x="19937" y="244199"/>
                  </a:lnTo>
                  <a:lnTo>
                    <a:pt x="22523" y="248828"/>
                  </a:lnTo>
                  <a:lnTo>
                    <a:pt x="25254" y="253372"/>
                  </a:lnTo>
                  <a:lnTo>
                    <a:pt x="28128" y="257827"/>
                  </a:lnTo>
                  <a:lnTo>
                    <a:pt x="31142" y="262189"/>
                  </a:lnTo>
                  <a:lnTo>
                    <a:pt x="34293" y="266454"/>
                  </a:lnTo>
                  <a:lnTo>
                    <a:pt x="37577" y="270616"/>
                  </a:lnTo>
                  <a:lnTo>
                    <a:pt x="40991" y="274672"/>
                  </a:lnTo>
                  <a:lnTo>
                    <a:pt x="44533" y="278618"/>
                  </a:lnTo>
                  <a:lnTo>
                    <a:pt x="48198" y="282449"/>
                  </a:lnTo>
                  <a:lnTo>
                    <a:pt x="51982" y="286162"/>
                  </a:lnTo>
                  <a:lnTo>
                    <a:pt x="55883" y="289753"/>
                  </a:lnTo>
                  <a:lnTo>
                    <a:pt x="59895" y="293219"/>
                  </a:lnTo>
                  <a:lnTo>
                    <a:pt x="64015" y="296556"/>
                  </a:lnTo>
                  <a:lnTo>
                    <a:pt x="68239" y="299761"/>
                  </a:lnTo>
                  <a:lnTo>
                    <a:pt x="72563" y="302830"/>
                  </a:lnTo>
                  <a:lnTo>
                    <a:pt x="76981" y="305760"/>
                  </a:lnTo>
                  <a:lnTo>
                    <a:pt x="81491" y="308549"/>
                  </a:lnTo>
                  <a:lnTo>
                    <a:pt x="86086" y="311193"/>
                  </a:lnTo>
                  <a:lnTo>
                    <a:pt x="90763" y="313690"/>
                  </a:lnTo>
                  <a:lnTo>
                    <a:pt x="95517" y="316038"/>
                  </a:lnTo>
                  <a:lnTo>
                    <a:pt x="100343" y="318233"/>
                  </a:lnTo>
                  <a:lnTo>
                    <a:pt x="105236" y="320275"/>
                  </a:lnTo>
                  <a:lnTo>
                    <a:pt x="110191" y="322160"/>
                  </a:lnTo>
                  <a:lnTo>
                    <a:pt x="115204" y="323888"/>
                  </a:lnTo>
                  <a:lnTo>
                    <a:pt x="120269" y="325455"/>
                  </a:lnTo>
                  <a:lnTo>
                    <a:pt x="125381" y="326861"/>
                  </a:lnTo>
                  <a:lnTo>
                    <a:pt x="130535" y="328104"/>
                  </a:lnTo>
                  <a:lnTo>
                    <a:pt x="135726" y="329183"/>
                  </a:lnTo>
                  <a:lnTo>
                    <a:pt x="140949" y="330097"/>
                  </a:lnTo>
                  <a:lnTo>
                    <a:pt x="146198" y="330845"/>
                  </a:lnTo>
                  <a:lnTo>
                    <a:pt x="151468" y="331426"/>
                  </a:lnTo>
                  <a:lnTo>
                    <a:pt x="156753" y="331840"/>
                  </a:lnTo>
                  <a:lnTo>
                    <a:pt x="162050" y="332086"/>
                  </a:lnTo>
                  <a:lnTo>
                    <a:pt x="167351" y="332164"/>
                  </a:lnTo>
                  <a:lnTo>
                    <a:pt x="172652" y="332073"/>
                  </a:lnTo>
                  <a:lnTo>
                    <a:pt x="177948" y="331815"/>
                  </a:lnTo>
                  <a:lnTo>
                    <a:pt x="183233" y="331388"/>
                  </a:lnTo>
                  <a:lnTo>
                    <a:pt x="188501" y="330795"/>
                  </a:lnTo>
                  <a:lnTo>
                    <a:pt x="193748" y="330034"/>
                  </a:lnTo>
                  <a:lnTo>
                    <a:pt x="198969" y="329108"/>
                  </a:lnTo>
                  <a:lnTo>
                    <a:pt x="204157" y="328016"/>
                  </a:lnTo>
                  <a:lnTo>
                    <a:pt x="209308" y="326761"/>
                  </a:lnTo>
                  <a:lnTo>
                    <a:pt x="214417" y="325342"/>
                  </a:lnTo>
                  <a:lnTo>
                    <a:pt x="219478" y="323763"/>
                  </a:lnTo>
                  <a:lnTo>
                    <a:pt x="224487" y="322023"/>
                  </a:lnTo>
                  <a:lnTo>
                    <a:pt x="229437" y="320126"/>
                  </a:lnTo>
                  <a:lnTo>
                    <a:pt x="234326" y="318073"/>
                  </a:lnTo>
                  <a:lnTo>
                    <a:pt x="239146" y="315866"/>
                  </a:lnTo>
                  <a:lnTo>
                    <a:pt x="243894" y="313507"/>
                  </a:lnTo>
                  <a:lnTo>
                    <a:pt x="248566" y="310998"/>
                  </a:lnTo>
                  <a:lnTo>
                    <a:pt x="253155" y="308343"/>
                  </a:lnTo>
                  <a:lnTo>
                    <a:pt x="257657" y="305543"/>
                  </a:lnTo>
                  <a:lnTo>
                    <a:pt x="262069" y="302603"/>
                  </a:lnTo>
                  <a:lnTo>
                    <a:pt x="266385" y="299523"/>
                  </a:lnTo>
                  <a:lnTo>
                    <a:pt x="270601" y="296309"/>
                  </a:lnTo>
                  <a:lnTo>
                    <a:pt x="274713" y="292962"/>
                  </a:lnTo>
                  <a:lnTo>
                    <a:pt x="278717" y="289487"/>
                  </a:lnTo>
                  <a:lnTo>
                    <a:pt x="282609" y="285886"/>
                  </a:lnTo>
                  <a:lnTo>
                    <a:pt x="286385" y="282164"/>
                  </a:lnTo>
                  <a:lnTo>
                    <a:pt x="290040" y="278324"/>
                  </a:lnTo>
                  <a:lnTo>
                    <a:pt x="293572" y="274369"/>
                  </a:lnTo>
                  <a:lnTo>
                    <a:pt x="296977" y="270305"/>
                  </a:lnTo>
                  <a:lnTo>
                    <a:pt x="300252" y="266135"/>
                  </a:lnTo>
                  <a:lnTo>
                    <a:pt x="303392" y="261863"/>
                  </a:lnTo>
                  <a:lnTo>
                    <a:pt x="306395" y="257494"/>
                  </a:lnTo>
                  <a:lnTo>
                    <a:pt x="309259" y="253032"/>
                  </a:lnTo>
                  <a:lnTo>
                    <a:pt x="311979" y="248481"/>
                  </a:lnTo>
                  <a:lnTo>
                    <a:pt x="314554" y="243846"/>
                  </a:lnTo>
                  <a:lnTo>
                    <a:pt x="316980" y="239132"/>
                  </a:lnTo>
                  <a:lnTo>
                    <a:pt x="319256" y="234343"/>
                  </a:lnTo>
                  <a:lnTo>
                    <a:pt x="321378" y="229485"/>
                  </a:lnTo>
                  <a:lnTo>
                    <a:pt x="323346" y="224562"/>
                  </a:lnTo>
                  <a:lnTo>
                    <a:pt x="325156" y="219578"/>
                  </a:lnTo>
                  <a:lnTo>
                    <a:pt x="326808" y="214540"/>
                  </a:lnTo>
                  <a:lnTo>
                    <a:pt x="328299" y="209452"/>
                  </a:lnTo>
                  <a:lnTo>
                    <a:pt x="329627" y="204319"/>
                  </a:lnTo>
                  <a:lnTo>
                    <a:pt x="330793" y="199147"/>
                  </a:lnTo>
                  <a:lnTo>
                    <a:pt x="331793" y="193940"/>
                  </a:lnTo>
                  <a:lnTo>
                    <a:pt x="332629" y="188705"/>
                  </a:lnTo>
                  <a:lnTo>
                    <a:pt x="333297" y="183445"/>
                  </a:lnTo>
                  <a:lnTo>
                    <a:pt x="333799" y="178167"/>
                  </a:lnTo>
                  <a:lnTo>
                    <a:pt x="334132" y="172875"/>
                  </a:lnTo>
                  <a:lnTo>
                    <a:pt x="334298" y="167576"/>
                  </a:lnTo>
                  <a:lnTo>
                    <a:pt x="334296" y="162274"/>
                  </a:lnTo>
                  <a:lnTo>
                    <a:pt x="334126" y="156975"/>
                  </a:lnTo>
                  <a:lnTo>
                    <a:pt x="333787" y="151684"/>
                  </a:lnTo>
                  <a:lnTo>
                    <a:pt x="333281" y="146406"/>
                  </a:lnTo>
                  <a:lnTo>
                    <a:pt x="332608" y="141147"/>
                  </a:lnTo>
                  <a:lnTo>
                    <a:pt x="331769" y="135912"/>
                  </a:lnTo>
                  <a:lnTo>
                    <a:pt x="330764" y="130706"/>
                  </a:lnTo>
                  <a:lnTo>
                    <a:pt x="329594" y="125535"/>
                  </a:lnTo>
                  <a:lnTo>
                    <a:pt x="328261" y="120403"/>
                  </a:lnTo>
                  <a:lnTo>
                    <a:pt x="326766" y="115317"/>
                  </a:lnTo>
                  <a:lnTo>
                    <a:pt x="325110" y="110280"/>
                  </a:lnTo>
                  <a:lnTo>
                    <a:pt x="323295" y="105298"/>
                  </a:lnTo>
                  <a:lnTo>
                    <a:pt x="321324" y="100376"/>
                  </a:lnTo>
                  <a:lnTo>
                    <a:pt x="319197" y="95520"/>
                  </a:lnTo>
                  <a:lnTo>
                    <a:pt x="316917" y="90733"/>
                  </a:lnTo>
                  <a:lnTo>
                    <a:pt x="314487" y="86021"/>
                  </a:lnTo>
                  <a:lnTo>
                    <a:pt x="311908" y="81388"/>
                  </a:lnTo>
                  <a:lnTo>
                    <a:pt x="309184" y="76840"/>
                  </a:lnTo>
                  <a:lnTo>
                    <a:pt x="306317" y="72380"/>
                  </a:lnTo>
                  <a:lnTo>
                    <a:pt x="303310" y="68013"/>
                  </a:lnTo>
                  <a:lnTo>
                    <a:pt x="300166" y="63744"/>
                  </a:lnTo>
                  <a:lnTo>
                    <a:pt x="296888" y="59577"/>
                  </a:lnTo>
                  <a:lnTo>
                    <a:pt x="293479" y="55515"/>
                  </a:lnTo>
                  <a:lnTo>
                    <a:pt x="289944" y="51564"/>
                  </a:lnTo>
                  <a:lnTo>
                    <a:pt x="167151" y="1649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122793" cy="167167"/>
            </a:xfrm>
            <a:custGeom>
              <a:avLst/>
              <a:pathLst>
                <a:path w="122793" h="167167">
                  <a:moveTo>
                    <a:pt x="122793" y="53735"/>
                  </a:moveTo>
                  <a:lnTo>
                    <a:pt x="118983" y="49745"/>
                  </a:lnTo>
                  <a:lnTo>
                    <a:pt x="115044" y="45884"/>
                  </a:lnTo>
                  <a:lnTo>
                    <a:pt x="110980" y="42154"/>
                  </a:lnTo>
                  <a:lnTo>
                    <a:pt x="106795" y="38560"/>
                  </a:lnTo>
                  <a:lnTo>
                    <a:pt x="102493" y="35106"/>
                  </a:lnTo>
                  <a:lnTo>
                    <a:pt x="98080" y="31797"/>
                  </a:lnTo>
                  <a:lnTo>
                    <a:pt x="93560" y="28634"/>
                  </a:lnTo>
                  <a:lnTo>
                    <a:pt x="88939" y="25623"/>
                  </a:lnTo>
                  <a:lnTo>
                    <a:pt x="84220" y="22765"/>
                  </a:lnTo>
                  <a:lnTo>
                    <a:pt x="79410" y="20065"/>
                  </a:lnTo>
                  <a:lnTo>
                    <a:pt x="74513" y="17525"/>
                  </a:lnTo>
                  <a:lnTo>
                    <a:pt x="69535" y="15148"/>
                  </a:lnTo>
                  <a:lnTo>
                    <a:pt x="64482" y="12937"/>
                  </a:lnTo>
                  <a:lnTo>
                    <a:pt x="59358" y="10893"/>
                  </a:lnTo>
                  <a:lnTo>
                    <a:pt x="54169" y="9020"/>
                  </a:lnTo>
                  <a:lnTo>
                    <a:pt x="48922" y="7318"/>
                  </a:lnTo>
                  <a:lnTo>
                    <a:pt x="43621" y="5791"/>
                  </a:lnTo>
                  <a:lnTo>
                    <a:pt x="38273" y="4440"/>
                  </a:lnTo>
                  <a:lnTo>
                    <a:pt x="32883" y="3266"/>
                  </a:lnTo>
                  <a:lnTo>
                    <a:pt x="27457" y="2270"/>
                  </a:lnTo>
                  <a:lnTo>
                    <a:pt x="22002" y="1454"/>
                  </a:lnTo>
                  <a:lnTo>
                    <a:pt x="16522" y="818"/>
                  </a:lnTo>
                  <a:lnTo>
                    <a:pt x="11025" y="363"/>
                  </a:lnTo>
                  <a:lnTo>
                    <a:pt x="5515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3967" y="3707720"/>
              <a:ext cx="6780" cy="167167"/>
            </a:xfrm>
            <a:custGeom>
              <a:avLst/>
              <a:pathLst>
                <a:path w="6780" h="167167">
                  <a:moveTo>
                    <a:pt x="6780" y="0"/>
                  </a:moveTo>
                  <a:lnTo>
                    <a:pt x="0" y="137"/>
                  </a:lnTo>
                  <a:lnTo>
                    <a:pt x="678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3967" y="3707858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3967" y="3707858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3967" y="3707858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3967" y="3707858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3967" y="3707858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3967" y="3707858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3967" y="3707858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3967" y="3707858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3967" y="3707858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3967" y="3707858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3967" y="3707858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89" y="3707858"/>
              <a:ext cx="334307" cy="334196"/>
            </a:xfrm>
            <a:custGeom>
              <a:avLst/>
              <a:pathLst>
                <a:path w="334307" h="334196">
                  <a:moveTo>
                    <a:pt x="160377" y="0"/>
                  </a:moveTo>
                  <a:lnTo>
                    <a:pt x="155092" y="298"/>
                  </a:lnTo>
                  <a:lnTo>
                    <a:pt x="149820" y="764"/>
                  </a:lnTo>
                  <a:lnTo>
                    <a:pt x="144564" y="1396"/>
                  </a:lnTo>
                  <a:lnTo>
                    <a:pt x="139331" y="2194"/>
                  </a:lnTo>
                  <a:lnTo>
                    <a:pt x="134126" y="3158"/>
                  </a:lnTo>
                  <a:lnTo>
                    <a:pt x="128954" y="4286"/>
                  </a:lnTo>
                  <a:lnTo>
                    <a:pt x="123821" y="5577"/>
                  </a:lnTo>
                  <a:lnTo>
                    <a:pt x="118731" y="7030"/>
                  </a:lnTo>
                  <a:lnTo>
                    <a:pt x="113689" y="8644"/>
                  </a:lnTo>
                  <a:lnTo>
                    <a:pt x="108701" y="10416"/>
                  </a:lnTo>
                  <a:lnTo>
                    <a:pt x="103772" y="12345"/>
                  </a:lnTo>
                  <a:lnTo>
                    <a:pt x="98906" y="14430"/>
                  </a:lnTo>
                  <a:lnTo>
                    <a:pt x="94109" y="16667"/>
                  </a:lnTo>
                  <a:lnTo>
                    <a:pt x="89385" y="19055"/>
                  </a:lnTo>
                  <a:lnTo>
                    <a:pt x="84739" y="21592"/>
                  </a:lnTo>
                  <a:lnTo>
                    <a:pt x="80175" y="24274"/>
                  </a:lnTo>
                  <a:lnTo>
                    <a:pt x="75699" y="27100"/>
                  </a:lnTo>
                  <a:lnTo>
                    <a:pt x="71315" y="30066"/>
                  </a:lnTo>
                  <a:lnTo>
                    <a:pt x="67026" y="33169"/>
                  </a:lnTo>
                  <a:lnTo>
                    <a:pt x="62838" y="36407"/>
                  </a:lnTo>
                  <a:lnTo>
                    <a:pt x="58755" y="39775"/>
                  </a:lnTo>
                  <a:lnTo>
                    <a:pt x="54780" y="43271"/>
                  </a:lnTo>
                  <a:lnTo>
                    <a:pt x="50918" y="46891"/>
                  </a:lnTo>
                  <a:lnTo>
                    <a:pt x="47173" y="50632"/>
                  </a:lnTo>
                  <a:lnTo>
                    <a:pt x="43548" y="54489"/>
                  </a:lnTo>
                  <a:lnTo>
                    <a:pt x="40046" y="58459"/>
                  </a:lnTo>
                  <a:lnTo>
                    <a:pt x="36673" y="62538"/>
                  </a:lnTo>
                  <a:lnTo>
                    <a:pt x="33430" y="66722"/>
                  </a:lnTo>
                  <a:lnTo>
                    <a:pt x="30321" y="71006"/>
                  </a:lnTo>
                  <a:lnTo>
                    <a:pt x="27349" y="75387"/>
                  </a:lnTo>
                  <a:lnTo>
                    <a:pt x="24518" y="79859"/>
                  </a:lnTo>
                  <a:lnTo>
                    <a:pt x="21829" y="84419"/>
                  </a:lnTo>
                  <a:lnTo>
                    <a:pt x="19287" y="89062"/>
                  </a:lnTo>
                  <a:lnTo>
                    <a:pt x="16892" y="93783"/>
                  </a:lnTo>
                  <a:lnTo>
                    <a:pt x="14648" y="98577"/>
                  </a:lnTo>
                  <a:lnTo>
                    <a:pt x="12558" y="103440"/>
                  </a:lnTo>
                  <a:lnTo>
                    <a:pt x="10622" y="108367"/>
                  </a:lnTo>
                  <a:lnTo>
                    <a:pt x="8843" y="113352"/>
                  </a:lnTo>
                  <a:lnTo>
                    <a:pt x="7223" y="118392"/>
                  </a:lnTo>
                  <a:lnTo>
                    <a:pt x="5763" y="123480"/>
                  </a:lnTo>
                  <a:lnTo>
                    <a:pt x="4465" y="128612"/>
                  </a:lnTo>
                  <a:lnTo>
                    <a:pt x="3330" y="133782"/>
                  </a:lnTo>
                  <a:lnTo>
                    <a:pt x="2360" y="138986"/>
                  </a:lnTo>
                  <a:lnTo>
                    <a:pt x="1555" y="144218"/>
                  </a:lnTo>
                  <a:lnTo>
                    <a:pt x="915" y="149472"/>
                  </a:lnTo>
                  <a:lnTo>
                    <a:pt x="443" y="154744"/>
                  </a:lnTo>
                  <a:lnTo>
                    <a:pt x="137" y="160029"/>
                  </a:lnTo>
                  <a:lnTo>
                    <a:pt x="0" y="165321"/>
                  </a:lnTo>
                  <a:lnTo>
                    <a:pt x="29" y="170614"/>
                  </a:lnTo>
                  <a:lnTo>
                    <a:pt x="226" y="175904"/>
                  </a:lnTo>
                  <a:lnTo>
                    <a:pt x="591" y="181185"/>
                  </a:lnTo>
                  <a:lnTo>
                    <a:pt x="1123" y="186451"/>
                  </a:lnTo>
                  <a:lnTo>
                    <a:pt x="1821" y="191698"/>
                  </a:lnTo>
                  <a:lnTo>
                    <a:pt x="2685" y="196921"/>
                  </a:lnTo>
                  <a:lnTo>
                    <a:pt x="3714" y="202113"/>
                  </a:lnTo>
                  <a:lnTo>
                    <a:pt x="4907" y="207271"/>
                  </a:lnTo>
                  <a:lnTo>
                    <a:pt x="6262" y="212388"/>
                  </a:lnTo>
                  <a:lnTo>
                    <a:pt x="7779" y="217459"/>
                  </a:lnTo>
                  <a:lnTo>
                    <a:pt x="9455" y="222480"/>
                  </a:lnTo>
                  <a:lnTo>
                    <a:pt x="11290" y="227445"/>
                  </a:lnTo>
                  <a:lnTo>
                    <a:pt x="13281" y="232350"/>
                  </a:lnTo>
                  <a:lnTo>
                    <a:pt x="15426" y="237189"/>
                  </a:lnTo>
                  <a:lnTo>
                    <a:pt x="17724" y="241958"/>
                  </a:lnTo>
                  <a:lnTo>
                    <a:pt x="20171" y="246652"/>
                  </a:lnTo>
                  <a:lnTo>
                    <a:pt x="22766" y="251266"/>
                  </a:lnTo>
                  <a:lnTo>
                    <a:pt x="25505" y="255795"/>
                  </a:lnTo>
                  <a:lnTo>
                    <a:pt x="28387" y="260236"/>
                  </a:lnTo>
                  <a:lnTo>
                    <a:pt x="31407" y="264582"/>
                  </a:lnTo>
                  <a:lnTo>
                    <a:pt x="34564" y="268832"/>
                  </a:lnTo>
                  <a:lnTo>
                    <a:pt x="37854" y="272979"/>
                  </a:lnTo>
                  <a:lnTo>
                    <a:pt x="41273" y="277020"/>
                  </a:lnTo>
                  <a:lnTo>
                    <a:pt x="44818" y="280950"/>
                  </a:lnTo>
                  <a:lnTo>
                    <a:pt x="48487" y="284766"/>
                  </a:lnTo>
                  <a:lnTo>
                    <a:pt x="52274" y="288465"/>
                  </a:lnTo>
                  <a:lnTo>
                    <a:pt x="56176" y="292041"/>
                  </a:lnTo>
                  <a:lnTo>
                    <a:pt x="60190" y="295492"/>
                  </a:lnTo>
                  <a:lnTo>
                    <a:pt x="64311" y="298815"/>
                  </a:lnTo>
                  <a:lnTo>
                    <a:pt x="68535" y="302005"/>
                  </a:lnTo>
                  <a:lnTo>
                    <a:pt x="72858" y="305060"/>
                  </a:lnTo>
                  <a:lnTo>
                    <a:pt x="77276" y="307976"/>
                  </a:lnTo>
                  <a:lnTo>
                    <a:pt x="81783" y="310751"/>
                  </a:lnTo>
                  <a:lnTo>
                    <a:pt x="86376" y="313383"/>
                  </a:lnTo>
                  <a:lnTo>
                    <a:pt x="91051" y="315867"/>
                  </a:lnTo>
                  <a:lnTo>
                    <a:pt x="95801" y="318202"/>
                  </a:lnTo>
                  <a:lnTo>
                    <a:pt x="100623" y="320385"/>
                  </a:lnTo>
                  <a:lnTo>
                    <a:pt x="105512" y="322415"/>
                  </a:lnTo>
                  <a:lnTo>
                    <a:pt x="110463" y="324289"/>
                  </a:lnTo>
                  <a:lnTo>
                    <a:pt x="115470" y="326005"/>
                  </a:lnTo>
                  <a:lnTo>
                    <a:pt x="120530" y="327562"/>
                  </a:lnTo>
                  <a:lnTo>
                    <a:pt x="125636" y="328958"/>
                  </a:lnTo>
                  <a:lnTo>
                    <a:pt x="130783" y="330191"/>
                  </a:lnTo>
                  <a:lnTo>
                    <a:pt x="135967" y="331261"/>
                  </a:lnTo>
                  <a:lnTo>
                    <a:pt x="141183" y="332166"/>
                  </a:lnTo>
                  <a:lnTo>
                    <a:pt x="146424" y="332906"/>
                  </a:lnTo>
                  <a:lnTo>
                    <a:pt x="151687" y="333479"/>
                  </a:lnTo>
                  <a:lnTo>
                    <a:pt x="156964" y="333886"/>
                  </a:lnTo>
                  <a:lnTo>
                    <a:pt x="162253" y="334125"/>
                  </a:lnTo>
                  <a:lnTo>
                    <a:pt x="167545" y="334196"/>
                  </a:lnTo>
                  <a:lnTo>
                    <a:pt x="172838" y="334100"/>
                  </a:lnTo>
                  <a:lnTo>
                    <a:pt x="178125" y="333837"/>
                  </a:lnTo>
                  <a:lnTo>
                    <a:pt x="183401" y="333406"/>
                  </a:lnTo>
                  <a:lnTo>
                    <a:pt x="188660" y="332808"/>
                  </a:lnTo>
                  <a:lnTo>
                    <a:pt x="193898" y="332044"/>
                  </a:lnTo>
                  <a:lnTo>
                    <a:pt x="199109" y="331115"/>
                  </a:lnTo>
                  <a:lnTo>
                    <a:pt x="204289" y="330021"/>
                  </a:lnTo>
                  <a:lnTo>
                    <a:pt x="209431" y="328764"/>
                  </a:lnTo>
                  <a:lnTo>
                    <a:pt x="214530" y="327344"/>
                  </a:lnTo>
                  <a:lnTo>
                    <a:pt x="219582" y="325764"/>
                  </a:lnTo>
                  <a:lnTo>
                    <a:pt x="224582" y="324025"/>
                  </a:lnTo>
                  <a:lnTo>
                    <a:pt x="229524" y="322128"/>
                  </a:lnTo>
                  <a:lnTo>
                    <a:pt x="234403" y="320075"/>
                  </a:lnTo>
                  <a:lnTo>
                    <a:pt x="239215" y="317870"/>
                  </a:lnTo>
                  <a:lnTo>
                    <a:pt x="243955" y="315513"/>
                  </a:lnTo>
                  <a:lnTo>
                    <a:pt x="248617" y="313007"/>
                  </a:lnTo>
                  <a:lnTo>
                    <a:pt x="253198" y="310354"/>
                  </a:lnTo>
                  <a:lnTo>
                    <a:pt x="257693" y="307558"/>
                  </a:lnTo>
                  <a:lnTo>
                    <a:pt x="262097" y="304622"/>
                  </a:lnTo>
                  <a:lnTo>
                    <a:pt x="266406" y="301547"/>
                  </a:lnTo>
                  <a:lnTo>
                    <a:pt x="270615" y="298337"/>
                  </a:lnTo>
                  <a:lnTo>
                    <a:pt x="274720" y="294995"/>
                  </a:lnTo>
                  <a:lnTo>
                    <a:pt x="278718" y="291526"/>
                  </a:lnTo>
                  <a:lnTo>
                    <a:pt x="282604" y="287931"/>
                  </a:lnTo>
                  <a:lnTo>
                    <a:pt x="286374" y="284215"/>
                  </a:lnTo>
                  <a:lnTo>
                    <a:pt x="290024" y="280382"/>
                  </a:lnTo>
                  <a:lnTo>
                    <a:pt x="293552" y="276435"/>
                  </a:lnTo>
                  <a:lnTo>
                    <a:pt x="296952" y="272379"/>
                  </a:lnTo>
                  <a:lnTo>
                    <a:pt x="300223" y="268216"/>
                  </a:lnTo>
                  <a:lnTo>
                    <a:pt x="303360" y="263953"/>
                  </a:lnTo>
                  <a:lnTo>
                    <a:pt x="306360" y="259592"/>
                  </a:lnTo>
                  <a:lnTo>
                    <a:pt x="309221" y="255138"/>
                  </a:lnTo>
                  <a:lnTo>
                    <a:pt x="311939" y="250596"/>
                  </a:lnTo>
                  <a:lnTo>
                    <a:pt x="314513" y="245970"/>
                  </a:lnTo>
                  <a:lnTo>
                    <a:pt x="316938" y="241265"/>
                  </a:lnTo>
                  <a:lnTo>
                    <a:pt x="319213" y="236485"/>
                  </a:lnTo>
                  <a:lnTo>
                    <a:pt x="321336" y="231636"/>
                  </a:lnTo>
                  <a:lnTo>
                    <a:pt x="323305" y="226722"/>
                  </a:lnTo>
                  <a:lnTo>
                    <a:pt x="325116" y="221749"/>
                  </a:lnTo>
                  <a:lnTo>
                    <a:pt x="326770" y="216720"/>
                  </a:lnTo>
                  <a:lnTo>
                    <a:pt x="328263" y="211642"/>
                  </a:lnTo>
                  <a:lnTo>
                    <a:pt x="329595" y="206519"/>
                  </a:lnTo>
                  <a:lnTo>
                    <a:pt x="330763" y="201356"/>
                  </a:lnTo>
                  <a:lnTo>
                    <a:pt x="331768" y="196159"/>
                  </a:lnTo>
                  <a:lnTo>
                    <a:pt x="332608" y="190932"/>
                  </a:lnTo>
                  <a:lnTo>
                    <a:pt x="333282" y="185682"/>
                  </a:lnTo>
                  <a:lnTo>
                    <a:pt x="333789" y="180413"/>
                  </a:lnTo>
                  <a:lnTo>
                    <a:pt x="334129" y="175130"/>
                  </a:lnTo>
                  <a:lnTo>
                    <a:pt x="334302" y="169840"/>
                  </a:lnTo>
                  <a:lnTo>
                    <a:pt x="334307" y="164546"/>
                  </a:lnTo>
                  <a:lnTo>
                    <a:pt x="334145" y="159255"/>
                  </a:lnTo>
                  <a:lnTo>
                    <a:pt x="333815" y="153972"/>
                  </a:lnTo>
                  <a:lnTo>
                    <a:pt x="333318" y="148702"/>
                  </a:lnTo>
                  <a:lnTo>
                    <a:pt x="332654" y="143451"/>
                  </a:lnTo>
                  <a:lnTo>
                    <a:pt x="331825" y="138223"/>
                  </a:lnTo>
                  <a:lnTo>
                    <a:pt x="330830" y="133023"/>
                  </a:lnTo>
                  <a:lnTo>
                    <a:pt x="329672" y="127858"/>
                  </a:lnTo>
                  <a:lnTo>
                    <a:pt x="328350" y="122733"/>
                  </a:lnTo>
                  <a:lnTo>
                    <a:pt x="326867" y="117651"/>
                  </a:lnTo>
                  <a:lnTo>
                    <a:pt x="325223" y="112619"/>
                  </a:lnTo>
                  <a:lnTo>
                    <a:pt x="323421" y="107642"/>
                  </a:lnTo>
                  <a:lnTo>
                    <a:pt x="321463" y="102724"/>
                  </a:lnTo>
                  <a:lnTo>
                    <a:pt x="319349" y="97871"/>
                  </a:lnTo>
                  <a:lnTo>
                    <a:pt x="317083" y="93087"/>
                  </a:lnTo>
                  <a:lnTo>
                    <a:pt x="314667" y="88377"/>
                  </a:lnTo>
                  <a:lnTo>
                    <a:pt x="312103" y="83747"/>
                  </a:lnTo>
                  <a:lnTo>
                    <a:pt x="309393" y="79199"/>
                  </a:lnTo>
                  <a:lnTo>
                    <a:pt x="306541" y="74740"/>
                  </a:lnTo>
                  <a:lnTo>
                    <a:pt x="303549" y="70373"/>
                  </a:lnTo>
                  <a:lnTo>
                    <a:pt x="300421" y="66103"/>
                  </a:lnTo>
                  <a:lnTo>
                    <a:pt x="297158" y="61935"/>
                  </a:lnTo>
                  <a:lnTo>
                    <a:pt x="293766" y="57871"/>
                  </a:lnTo>
                  <a:lnTo>
                    <a:pt x="290246" y="53917"/>
                  </a:lnTo>
                  <a:lnTo>
                    <a:pt x="286603" y="50077"/>
                  </a:lnTo>
                  <a:lnTo>
                    <a:pt x="282840" y="46354"/>
                  </a:lnTo>
                  <a:lnTo>
                    <a:pt x="278962" y="42752"/>
                  </a:lnTo>
                  <a:lnTo>
                    <a:pt x="274971" y="39274"/>
                  </a:lnTo>
                  <a:lnTo>
                    <a:pt x="270872" y="35925"/>
                  </a:lnTo>
                  <a:lnTo>
                    <a:pt x="266669" y="32707"/>
                  </a:lnTo>
                  <a:lnTo>
                    <a:pt x="262366" y="29623"/>
                  </a:lnTo>
                  <a:lnTo>
                    <a:pt x="257968" y="26678"/>
                  </a:lnTo>
                  <a:lnTo>
                    <a:pt x="253479" y="23873"/>
                  </a:lnTo>
                  <a:lnTo>
                    <a:pt x="248903" y="21212"/>
                  </a:lnTo>
                  <a:lnTo>
                    <a:pt x="244245" y="18697"/>
                  </a:lnTo>
                  <a:lnTo>
                    <a:pt x="239510" y="16330"/>
                  </a:lnTo>
                  <a:lnTo>
                    <a:pt x="234702" y="14115"/>
                  </a:lnTo>
                  <a:lnTo>
                    <a:pt x="229827" y="12053"/>
                  </a:lnTo>
                  <a:lnTo>
                    <a:pt x="224889" y="10147"/>
                  </a:lnTo>
                  <a:lnTo>
                    <a:pt x="167158" y="1670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57730" cy="167167"/>
            </a:xfrm>
            <a:custGeom>
              <a:avLst/>
              <a:pathLst>
                <a:path w="57730" h="167167">
                  <a:moveTo>
                    <a:pt x="57730" y="10284"/>
                  </a:moveTo>
                  <a:lnTo>
                    <a:pt x="52164" y="8347"/>
                  </a:lnTo>
                  <a:lnTo>
                    <a:pt x="46532" y="6607"/>
                  </a:lnTo>
                  <a:lnTo>
                    <a:pt x="40843" y="5066"/>
                  </a:lnTo>
                  <a:lnTo>
                    <a:pt x="35103" y="3727"/>
                  </a:lnTo>
                  <a:lnTo>
                    <a:pt x="29319" y="2591"/>
                  </a:lnTo>
                  <a:lnTo>
                    <a:pt x="23499" y="1659"/>
                  </a:lnTo>
                  <a:lnTo>
                    <a:pt x="17650" y="934"/>
                  </a:lnTo>
                  <a:lnTo>
                    <a:pt x="11779" y="415"/>
                  </a:lnTo>
                  <a:lnTo>
                    <a:pt x="5893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506" y="4213821"/>
              <a:ext cx="6780" cy="167167"/>
            </a:xfrm>
            <a:custGeom>
              <a:avLst/>
              <a:pathLst>
                <a:path w="6780" h="167167">
                  <a:moveTo>
                    <a:pt x="6780" y="0"/>
                  </a:moveTo>
                  <a:lnTo>
                    <a:pt x="0" y="137"/>
                  </a:lnTo>
                  <a:lnTo>
                    <a:pt x="678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506" y="4213959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506" y="4213959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506" y="4213959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506" y="4213959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506" y="4213959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506" y="4213959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506" y="4213959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506" y="4213959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506" y="4213959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4506" y="4213959"/>
              <a:ext cx="6780" cy="167029"/>
            </a:xfrm>
            <a:custGeom>
              <a:avLst/>
              <a:pathLst>
                <a:path w="6780" h="167029">
                  <a:moveTo>
                    <a:pt x="0" y="0"/>
                  </a:moveTo>
                  <a:lnTo>
                    <a:pt x="6780" y="1670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29" y="4213959"/>
              <a:ext cx="334307" cy="334196"/>
            </a:xfrm>
            <a:custGeom>
              <a:avLst/>
              <a:pathLst>
                <a:path w="334307" h="334196">
                  <a:moveTo>
                    <a:pt x="160377" y="0"/>
                  </a:moveTo>
                  <a:lnTo>
                    <a:pt x="155092" y="298"/>
                  </a:lnTo>
                  <a:lnTo>
                    <a:pt x="149820" y="764"/>
                  </a:lnTo>
                  <a:lnTo>
                    <a:pt x="144564" y="1396"/>
                  </a:lnTo>
                  <a:lnTo>
                    <a:pt x="139331" y="2194"/>
                  </a:lnTo>
                  <a:lnTo>
                    <a:pt x="134126" y="3158"/>
                  </a:lnTo>
                  <a:lnTo>
                    <a:pt x="128954" y="4286"/>
                  </a:lnTo>
                  <a:lnTo>
                    <a:pt x="123821" y="5577"/>
                  </a:lnTo>
                  <a:lnTo>
                    <a:pt x="118731" y="7030"/>
                  </a:lnTo>
                  <a:lnTo>
                    <a:pt x="113689" y="8644"/>
                  </a:lnTo>
                  <a:lnTo>
                    <a:pt x="108701" y="10416"/>
                  </a:lnTo>
                  <a:lnTo>
                    <a:pt x="103772" y="12345"/>
                  </a:lnTo>
                  <a:lnTo>
                    <a:pt x="98906" y="14430"/>
                  </a:lnTo>
                  <a:lnTo>
                    <a:pt x="94109" y="16667"/>
                  </a:lnTo>
                  <a:lnTo>
                    <a:pt x="89385" y="19055"/>
                  </a:lnTo>
                  <a:lnTo>
                    <a:pt x="84739" y="21592"/>
                  </a:lnTo>
                  <a:lnTo>
                    <a:pt x="80175" y="24274"/>
                  </a:lnTo>
                  <a:lnTo>
                    <a:pt x="75699" y="27100"/>
                  </a:lnTo>
                  <a:lnTo>
                    <a:pt x="71315" y="30066"/>
                  </a:lnTo>
                  <a:lnTo>
                    <a:pt x="67026" y="33169"/>
                  </a:lnTo>
                  <a:lnTo>
                    <a:pt x="62838" y="36407"/>
                  </a:lnTo>
                  <a:lnTo>
                    <a:pt x="58755" y="39775"/>
                  </a:lnTo>
                  <a:lnTo>
                    <a:pt x="54780" y="43271"/>
                  </a:lnTo>
                  <a:lnTo>
                    <a:pt x="50918" y="46891"/>
                  </a:lnTo>
                  <a:lnTo>
                    <a:pt x="47173" y="50632"/>
                  </a:lnTo>
                  <a:lnTo>
                    <a:pt x="43548" y="54489"/>
                  </a:lnTo>
                  <a:lnTo>
                    <a:pt x="40046" y="58459"/>
                  </a:lnTo>
                  <a:lnTo>
                    <a:pt x="36673" y="62538"/>
                  </a:lnTo>
                  <a:lnTo>
                    <a:pt x="33430" y="66722"/>
                  </a:lnTo>
                  <a:lnTo>
                    <a:pt x="30321" y="71006"/>
                  </a:lnTo>
                  <a:lnTo>
                    <a:pt x="27349" y="75387"/>
                  </a:lnTo>
                  <a:lnTo>
                    <a:pt x="24518" y="79859"/>
                  </a:lnTo>
                  <a:lnTo>
                    <a:pt x="21829" y="84419"/>
                  </a:lnTo>
                  <a:lnTo>
                    <a:pt x="19287" y="89062"/>
                  </a:lnTo>
                  <a:lnTo>
                    <a:pt x="16892" y="93783"/>
                  </a:lnTo>
                  <a:lnTo>
                    <a:pt x="14648" y="98577"/>
                  </a:lnTo>
                  <a:lnTo>
                    <a:pt x="12558" y="103440"/>
                  </a:lnTo>
                  <a:lnTo>
                    <a:pt x="10622" y="108367"/>
                  </a:lnTo>
                  <a:lnTo>
                    <a:pt x="8843" y="113352"/>
                  </a:lnTo>
                  <a:lnTo>
                    <a:pt x="7223" y="118392"/>
                  </a:lnTo>
                  <a:lnTo>
                    <a:pt x="5763" y="123480"/>
                  </a:lnTo>
                  <a:lnTo>
                    <a:pt x="4465" y="128612"/>
                  </a:lnTo>
                  <a:lnTo>
                    <a:pt x="3330" y="133782"/>
                  </a:lnTo>
                  <a:lnTo>
                    <a:pt x="2360" y="138986"/>
                  </a:lnTo>
                  <a:lnTo>
                    <a:pt x="1555" y="144218"/>
                  </a:lnTo>
                  <a:lnTo>
                    <a:pt x="915" y="149472"/>
                  </a:lnTo>
                  <a:lnTo>
                    <a:pt x="443" y="154744"/>
                  </a:lnTo>
                  <a:lnTo>
                    <a:pt x="137" y="160029"/>
                  </a:lnTo>
                  <a:lnTo>
                    <a:pt x="0" y="165321"/>
                  </a:lnTo>
                  <a:lnTo>
                    <a:pt x="29" y="170614"/>
                  </a:lnTo>
                  <a:lnTo>
                    <a:pt x="226" y="175904"/>
                  </a:lnTo>
                  <a:lnTo>
                    <a:pt x="591" y="181185"/>
                  </a:lnTo>
                  <a:lnTo>
                    <a:pt x="1123" y="186451"/>
                  </a:lnTo>
                  <a:lnTo>
                    <a:pt x="1821" y="191698"/>
                  </a:lnTo>
                  <a:lnTo>
                    <a:pt x="2685" y="196921"/>
                  </a:lnTo>
                  <a:lnTo>
                    <a:pt x="3714" y="202113"/>
                  </a:lnTo>
                  <a:lnTo>
                    <a:pt x="4907" y="207271"/>
                  </a:lnTo>
                  <a:lnTo>
                    <a:pt x="6262" y="212388"/>
                  </a:lnTo>
                  <a:lnTo>
                    <a:pt x="7779" y="217459"/>
                  </a:lnTo>
                  <a:lnTo>
                    <a:pt x="9455" y="222480"/>
                  </a:lnTo>
                  <a:lnTo>
                    <a:pt x="11290" y="227445"/>
                  </a:lnTo>
                  <a:lnTo>
                    <a:pt x="13281" y="232350"/>
                  </a:lnTo>
                  <a:lnTo>
                    <a:pt x="15426" y="237189"/>
                  </a:lnTo>
                  <a:lnTo>
                    <a:pt x="17724" y="241958"/>
                  </a:lnTo>
                  <a:lnTo>
                    <a:pt x="20171" y="246652"/>
                  </a:lnTo>
                  <a:lnTo>
                    <a:pt x="22766" y="251266"/>
                  </a:lnTo>
                  <a:lnTo>
                    <a:pt x="25505" y="255795"/>
                  </a:lnTo>
                  <a:lnTo>
                    <a:pt x="28387" y="260236"/>
                  </a:lnTo>
                  <a:lnTo>
                    <a:pt x="31407" y="264582"/>
                  </a:lnTo>
                  <a:lnTo>
                    <a:pt x="34564" y="268832"/>
                  </a:lnTo>
                  <a:lnTo>
                    <a:pt x="37854" y="272979"/>
                  </a:lnTo>
                  <a:lnTo>
                    <a:pt x="41273" y="277020"/>
                  </a:lnTo>
                  <a:lnTo>
                    <a:pt x="44818" y="280950"/>
                  </a:lnTo>
                  <a:lnTo>
                    <a:pt x="48487" y="284766"/>
                  </a:lnTo>
                  <a:lnTo>
                    <a:pt x="52274" y="288465"/>
                  </a:lnTo>
                  <a:lnTo>
                    <a:pt x="56176" y="292041"/>
                  </a:lnTo>
                  <a:lnTo>
                    <a:pt x="60190" y="295492"/>
                  </a:lnTo>
                  <a:lnTo>
                    <a:pt x="64311" y="298815"/>
                  </a:lnTo>
                  <a:lnTo>
                    <a:pt x="68535" y="302005"/>
                  </a:lnTo>
                  <a:lnTo>
                    <a:pt x="72858" y="305060"/>
                  </a:lnTo>
                  <a:lnTo>
                    <a:pt x="77276" y="307976"/>
                  </a:lnTo>
                  <a:lnTo>
                    <a:pt x="81783" y="310751"/>
                  </a:lnTo>
                  <a:lnTo>
                    <a:pt x="86376" y="313383"/>
                  </a:lnTo>
                  <a:lnTo>
                    <a:pt x="91051" y="315867"/>
                  </a:lnTo>
                  <a:lnTo>
                    <a:pt x="95801" y="318202"/>
                  </a:lnTo>
                  <a:lnTo>
                    <a:pt x="100623" y="320385"/>
                  </a:lnTo>
                  <a:lnTo>
                    <a:pt x="105512" y="322415"/>
                  </a:lnTo>
                  <a:lnTo>
                    <a:pt x="110463" y="324289"/>
                  </a:lnTo>
                  <a:lnTo>
                    <a:pt x="115470" y="326005"/>
                  </a:lnTo>
                  <a:lnTo>
                    <a:pt x="120530" y="327562"/>
                  </a:lnTo>
                  <a:lnTo>
                    <a:pt x="125636" y="328958"/>
                  </a:lnTo>
                  <a:lnTo>
                    <a:pt x="130783" y="330191"/>
                  </a:lnTo>
                  <a:lnTo>
                    <a:pt x="135967" y="331261"/>
                  </a:lnTo>
                  <a:lnTo>
                    <a:pt x="141183" y="332166"/>
                  </a:lnTo>
                  <a:lnTo>
                    <a:pt x="146424" y="332906"/>
                  </a:lnTo>
                  <a:lnTo>
                    <a:pt x="151687" y="333479"/>
                  </a:lnTo>
                  <a:lnTo>
                    <a:pt x="156964" y="333886"/>
                  </a:lnTo>
                  <a:lnTo>
                    <a:pt x="162253" y="334125"/>
                  </a:lnTo>
                  <a:lnTo>
                    <a:pt x="167545" y="334196"/>
                  </a:lnTo>
                  <a:lnTo>
                    <a:pt x="172838" y="334100"/>
                  </a:lnTo>
                  <a:lnTo>
                    <a:pt x="178125" y="333837"/>
                  </a:lnTo>
                  <a:lnTo>
                    <a:pt x="183401" y="333406"/>
                  </a:lnTo>
                  <a:lnTo>
                    <a:pt x="188660" y="332808"/>
                  </a:lnTo>
                  <a:lnTo>
                    <a:pt x="193898" y="332044"/>
                  </a:lnTo>
                  <a:lnTo>
                    <a:pt x="199109" y="331115"/>
                  </a:lnTo>
                  <a:lnTo>
                    <a:pt x="204289" y="330021"/>
                  </a:lnTo>
                  <a:lnTo>
                    <a:pt x="209431" y="328764"/>
                  </a:lnTo>
                  <a:lnTo>
                    <a:pt x="214530" y="327344"/>
                  </a:lnTo>
                  <a:lnTo>
                    <a:pt x="219582" y="325764"/>
                  </a:lnTo>
                  <a:lnTo>
                    <a:pt x="224582" y="324025"/>
                  </a:lnTo>
                  <a:lnTo>
                    <a:pt x="229524" y="322128"/>
                  </a:lnTo>
                  <a:lnTo>
                    <a:pt x="234403" y="320075"/>
                  </a:lnTo>
                  <a:lnTo>
                    <a:pt x="239215" y="317870"/>
                  </a:lnTo>
                  <a:lnTo>
                    <a:pt x="243955" y="315513"/>
                  </a:lnTo>
                  <a:lnTo>
                    <a:pt x="248617" y="313007"/>
                  </a:lnTo>
                  <a:lnTo>
                    <a:pt x="253198" y="310354"/>
                  </a:lnTo>
                  <a:lnTo>
                    <a:pt x="257693" y="307558"/>
                  </a:lnTo>
                  <a:lnTo>
                    <a:pt x="262097" y="304622"/>
                  </a:lnTo>
                  <a:lnTo>
                    <a:pt x="266406" y="301547"/>
                  </a:lnTo>
                  <a:lnTo>
                    <a:pt x="270615" y="298337"/>
                  </a:lnTo>
                  <a:lnTo>
                    <a:pt x="274720" y="294995"/>
                  </a:lnTo>
                  <a:lnTo>
                    <a:pt x="278718" y="291526"/>
                  </a:lnTo>
                  <a:lnTo>
                    <a:pt x="282604" y="287931"/>
                  </a:lnTo>
                  <a:lnTo>
                    <a:pt x="286374" y="284215"/>
                  </a:lnTo>
                  <a:lnTo>
                    <a:pt x="290024" y="280382"/>
                  </a:lnTo>
                  <a:lnTo>
                    <a:pt x="293552" y="276435"/>
                  </a:lnTo>
                  <a:lnTo>
                    <a:pt x="296952" y="272379"/>
                  </a:lnTo>
                  <a:lnTo>
                    <a:pt x="300223" y="268216"/>
                  </a:lnTo>
                  <a:lnTo>
                    <a:pt x="303360" y="263953"/>
                  </a:lnTo>
                  <a:lnTo>
                    <a:pt x="306360" y="259592"/>
                  </a:lnTo>
                  <a:lnTo>
                    <a:pt x="309221" y="255138"/>
                  </a:lnTo>
                  <a:lnTo>
                    <a:pt x="311939" y="250596"/>
                  </a:lnTo>
                  <a:lnTo>
                    <a:pt x="314513" y="245970"/>
                  </a:lnTo>
                  <a:lnTo>
                    <a:pt x="316938" y="241265"/>
                  </a:lnTo>
                  <a:lnTo>
                    <a:pt x="319213" y="236485"/>
                  </a:lnTo>
                  <a:lnTo>
                    <a:pt x="321336" y="231636"/>
                  </a:lnTo>
                  <a:lnTo>
                    <a:pt x="323305" y="226722"/>
                  </a:lnTo>
                  <a:lnTo>
                    <a:pt x="325116" y="221749"/>
                  </a:lnTo>
                  <a:lnTo>
                    <a:pt x="326770" y="216720"/>
                  </a:lnTo>
                  <a:lnTo>
                    <a:pt x="328263" y="211642"/>
                  </a:lnTo>
                  <a:lnTo>
                    <a:pt x="329595" y="206519"/>
                  </a:lnTo>
                  <a:lnTo>
                    <a:pt x="330763" y="201356"/>
                  </a:lnTo>
                  <a:lnTo>
                    <a:pt x="331768" y="196159"/>
                  </a:lnTo>
                  <a:lnTo>
                    <a:pt x="332608" y="190932"/>
                  </a:lnTo>
                  <a:lnTo>
                    <a:pt x="333282" y="185682"/>
                  </a:lnTo>
                  <a:lnTo>
                    <a:pt x="333789" y="180413"/>
                  </a:lnTo>
                  <a:lnTo>
                    <a:pt x="334129" y="175130"/>
                  </a:lnTo>
                  <a:lnTo>
                    <a:pt x="334302" y="169840"/>
                  </a:lnTo>
                  <a:lnTo>
                    <a:pt x="334307" y="164546"/>
                  </a:lnTo>
                  <a:lnTo>
                    <a:pt x="334145" y="159255"/>
                  </a:lnTo>
                  <a:lnTo>
                    <a:pt x="333815" y="153972"/>
                  </a:lnTo>
                  <a:lnTo>
                    <a:pt x="333318" y="148702"/>
                  </a:lnTo>
                  <a:lnTo>
                    <a:pt x="332654" y="143451"/>
                  </a:lnTo>
                  <a:lnTo>
                    <a:pt x="331825" y="138223"/>
                  </a:lnTo>
                  <a:lnTo>
                    <a:pt x="330830" y="133023"/>
                  </a:lnTo>
                  <a:lnTo>
                    <a:pt x="329672" y="127858"/>
                  </a:lnTo>
                  <a:lnTo>
                    <a:pt x="328350" y="122733"/>
                  </a:lnTo>
                  <a:lnTo>
                    <a:pt x="326867" y="117651"/>
                  </a:lnTo>
                  <a:lnTo>
                    <a:pt x="325223" y="112619"/>
                  </a:lnTo>
                  <a:lnTo>
                    <a:pt x="323421" y="107642"/>
                  </a:lnTo>
                  <a:lnTo>
                    <a:pt x="321463" y="102724"/>
                  </a:lnTo>
                  <a:lnTo>
                    <a:pt x="319349" y="97871"/>
                  </a:lnTo>
                  <a:lnTo>
                    <a:pt x="317083" y="93087"/>
                  </a:lnTo>
                  <a:lnTo>
                    <a:pt x="314667" y="88377"/>
                  </a:lnTo>
                  <a:lnTo>
                    <a:pt x="312103" y="83747"/>
                  </a:lnTo>
                  <a:lnTo>
                    <a:pt x="309393" y="79199"/>
                  </a:lnTo>
                  <a:lnTo>
                    <a:pt x="306541" y="74740"/>
                  </a:lnTo>
                  <a:lnTo>
                    <a:pt x="303549" y="70373"/>
                  </a:lnTo>
                  <a:lnTo>
                    <a:pt x="300421" y="66103"/>
                  </a:lnTo>
                  <a:lnTo>
                    <a:pt x="297158" y="61935"/>
                  </a:lnTo>
                  <a:lnTo>
                    <a:pt x="293766" y="57871"/>
                  </a:lnTo>
                  <a:lnTo>
                    <a:pt x="290246" y="53917"/>
                  </a:lnTo>
                  <a:lnTo>
                    <a:pt x="286603" y="50077"/>
                  </a:lnTo>
                  <a:lnTo>
                    <a:pt x="282840" y="46354"/>
                  </a:lnTo>
                  <a:lnTo>
                    <a:pt x="278962" y="42752"/>
                  </a:lnTo>
                  <a:lnTo>
                    <a:pt x="274971" y="39274"/>
                  </a:lnTo>
                  <a:lnTo>
                    <a:pt x="270872" y="35925"/>
                  </a:lnTo>
                  <a:lnTo>
                    <a:pt x="266669" y="32707"/>
                  </a:lnTo>
                  <a:lnTo>
                    <a:pt x="262366" y="29623"/>
                  </a:lnTo>
                  <a:lnTo>
                    <a:pt x="257968" y="26678"/>
                  </a:lnTo>
                  <a:lnTo>
                    <a:pt x="253479" y="23873"/>
                  </a:lnTo>
                  <a:lnTo>
                    <a:pt x="248903" y="21212"/>
                  </a:lnTo>
                  <a:lnTo>
                    <a:pt x="244245" y="18697"/>
                  </a:lnTo>
                  <a:lnTo>
                    <a:pt x="239510" y="16330"/>
                  </a:lnTo>
                  <a:lnTo>
                    <a:pt x="234702" y="14115"/>
                  </a:lnTo>
                  <a:lnTo>
                    <a:pt x="229827" y="12053"/>
                  </a:lnTo>
                  <a:lnTo>
                    <a:pt x="224889" y="10147"/>
                  </a:lnTo>
                  <a:lnTo>
                    <a:pt x="167158" y="1670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57730" cy="167167"/>
            </a:xfrm>
            <a:custGeom>
              <a:avLst/>
              <a:pathLst>
                <a:path w="57730" h="167167">
                  <a:moveTo>
                    <a:pt x="57730" y="10284"/>
                  </a:moveTo>
                  <a:lnTo>
                    <a:pt x="52164" y="8347"/>
                  </a:lnTo>
                  <a:lnTo>
                    <a:pt x="46532" y="6607"/>
                  </a:lnTo>
                  <a:lnTo>
                    <a:pt x="40843" y="5066"/>
                  </a:lnTo>
                  <a:lnTo>
                    <a:pt x="35103" y="3727"/>
                  </a:lnTo>
                  <a:lnTo>
                    <a:pt x="29319" y="2591"/>
                  </a:lnTo>
                  <a:lnTo>
                    <a:pt x="23499" y="1659"/>
                  </a:lnTo>
                  <a:lnTo>
                    <a:pt x="17650" y="934"/>
                  </a:lnTo>
                  <a:lnTo>
                    <a:pt x="11779" y="415"/>
                  </a:lnTo>
                  <a:lnTo>
                    <a:pt x="5893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546" y="4659281"/>
              <a:ext cx="1978" cy="167167"/>
            </a:xfrm>
            <a:custGeom>
              <a:avLst/>
              <a:pathLst>
                <a:path w="1978" h="167167">
                  <a:moveTo>
                    <a:pt x="1978" y="0"/>
                  </a:moveTo>
                  <a:lnTo>
                    <a:pt x="0" y="11"/>
                  </a:lnTo>
                  <a:lnTo>
                    <a:pt x="197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546" y="4659293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546" y="4659293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546" y="4659293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546" y="4659293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546" y="4659293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546" y="4659293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546" y="4659293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546" y="4659293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546" y="4659293"/>
              <a:ext cx="1978" cy="167155"/>
            </a:xfrm>
            <a:custGeom>
              <a:avLst/>
              <a:pathLst>
                <a:path w="1978" h="167155">
                  <a:moveTo>
                    <a:pt x="0" y="0"/>
                  </a:moveTo>
                  <a:lnTo>
                    <a:pt x="1978" y="1671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20878" y="4659293"/>
              <a:ext cx="165646" cy="167155"/>
            </a:xfrm>
            <a:custGeom>
              <a:avLst/>
              <a:pathLst>
                <a:path w="165646" h="167155">
                  <a:moveTo>
                    <a:pt x="163668" y="0"/>
                  </a:moveTo>
                  <a:lnTo>
                    <a:pt x="158260" y="151"/>
                  </a:lnTo>
                  <a:lnTo>
                    <a:pt x="152860" y="477"/>
                  </a:lnTo>
                  <a:lnTo>
                    <a:pt x="147474" y="978"/>
                  </a:lnTo>
                  <a:lnTo>
                    <a:pt x="142106" y="1653"/>
                  </a:lnTo>
                  <a:lnTo>
                    <a:pt x="136763" y="2502"/>
                  </a:lnTo>
                  <a:lnTo>
                    <a:pt x="131451" y="3523"/>
                  </a:lnTo>
                  <a:lnTo>
                    <a:pt x="126174" y="4715"/>
                  </a:lnTo>
                  <a:lnTo>
                    <a:pt x="120939" y="6077"/>
                  </a:lnTo>
                  <a:lnTo>
                    <a:pt x="115750" y="7608"/>
                  </a:lnTo>
                  <a:lnTo>
                    <a:pt x="110614" y="9306"/>
                  </a:lnTo>
                  <a:lnTo>
                    <a:pt x="105535" y="11169"/>
                  </a:lnTo>
                  <a:lnTo>
                    <a:pt x="100519" y="13196"/>
                  </a:lnTo>
                  <a:lnTo>
                    <a:pt x="95572" y="15384"/>
                  </a:lnTo>
                  <a:lnTo>
                    <a:pt x="90697" y="17731"/>
                  </a:lnTo>
                  <a:lnTo>
                    <a:pt x="85902" y="20234"/>
                  </a:lnTo>
                  <a:lnTo>
                    <a:pt x="81190" y="22891"/>
                  </a:lnTo>
                  <a:lnTo>
                    <a:pt x="76566" y="25700"/>
                  </a:lnTo>
                  <a:lnTo>
                    <a:pt x="72035" y="28656"/>
                  </a:lnTo>
                  <a:lnTo>
                    <a:pt x="67603" y="31757"/>
                  </a:lnTo>
                  <a:lnTo>
                    <a:pt x="63273" y="35001"/>
                  </a:lnTo>
                  <a:lnTo>
                    <a:pt x="59051" y="38382"/>
                  </a:lnTo>
                  <a:lnTo>
                    <a:pt x="54940" y="41899"/>
                  </a:lnTo>
                  <a:lnTo>
                    <a:pt x="50945" y="45547"/>
                  </a:lnTo>
                  <a:lnTo>
                    <a:pt x="47070" y="49322"/>
                  </a:lnTo>
                  <a:lnTo>
                    <a:pt x="43319" y="53220"/>
                  </a:lnTo>
                  <a:lnTo>
                    <a:pt x="39697" y="57238"/>
                  </a:lnTo>
                  <a:lnTo>
                    <a:pt x="36206" y="61371"/>
                  </a:lnTo>
                  <a:lnTo>
                    <a:pt x="32851" y="65615"/>
                  </a:lnTo>
                  <a:lnTo>
                    <a:pt x="29635" y="69965"/>
                  </a:lnTo>
                  <a:lnTo>
                    <a:pt x="26562" y="74416"/>
                  </a:lnTo>
                  <a:lnTo>
                    <a:pt x="23634" y="78965"/>
                  </a:lnTo>
                  <a:lnTo>
                    <a:pt x="20854" y="83606"/>
                  </a:lnTo>
                  <a:lnTo>
                    <a:pt x="18227" y="88335"/>
                  </a:lnTo>
                  <a:lnTo>
                    <a:pt x="15754" y="93147"/>
                  </a:lnTo>
                  <a:lnTo>
                    <a:pt x="13437" y="98035"/>
                  </a:lnTo>
                  <a:lnTo>
                    <a:pt x="11281" y="102997"/>
                  </a:lnTo>
                  <a:lnTo>
                    <a:pt x="9285" y="108025"/>
                  </a:lnTo>
                  <a:lnTo>
                    <a:pt x="7454" y="113115"/>
                  </a:lnTo>
                  <a:lnTo>
                    <a:pt x="5788" y="118262"/>
                  </a:lnTo>
                  <a:lnTo>
                    <a:pt x="4290" y="123460"/>
                  </a:lnTo>
                  <a:lnTo>
                    <a:pt x="2961" y="128704"/>
                  </a:lnTo>
                  <a:lnTo>
                    <a:pt x="1802" y="133988"/>
                  </a:lnTo>
                  <a:lnTo>
                    <a:pt x="814" y="139307"/>
                  </a:lnTo>
                  <a:lnTo>
                    <a:pt x="0" y="144655"/>
                  </a:lnTo>
                  <a:lnTo>
                    <a:pt x="165646" y="1671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63" y="4659281"/>
              <a:ext cx="334314" cy="334332"/>
            </a:xfrm>
            <a:custGeom>
              <a:avLst/>
              <a:pathLst>
                <a:path w="334314" h="334332">
                  <a:moveTo>
                    <a:pt x="1515" y="144667"/>
                  </a:moveTo>
                  <a:lnTo>
                    <a:pt x="885" y="149925"/>
                  </a:lnTo>
                  <a:lnTo>
                    <a:pt x="423" y="155201"/>
                  </a:lnTo>
                  <a:lnTo>
                    <a:pt x="127" y="160489"/>
                  </a:lnTo>
                  <a:lnTo>
                    <a:pt x="0" y="165783"/>
                  </a:lnTo>
                  <a:lnTo>
                    <a:pt x="40" y="171079"/>
                  </a:lnTo>
                  <a:lnTo>
                    <a:pt x="247" y="176371"/>
                  </a:lnTo>
                  <a:lnTo>
                    <a:pt x="623" y="181654"/>
                  </a:lnTo>
                  <a:lnTo>
                    <a:pt x="1165" y="186922"/>
                  </a:lnTo>
                  <a:lnTo>
                    <a:pt x="1874" y="192171"/>
                  </a:lnTo>
                  <a:lnTo>
                    <a:pt x="2749" y="197394"/>
                  </a:lnTo>
                  <a:lnTo>
                    <a:pt x="3789" y="202587"/>
                  </a:lnTo>
                  <a:lnTo>
                    <a:pt x="4993" y="207744"/>
                  </a:lnTo>
                  <a:lnTo>
                    <a:pt x="6360" y="212861"/>
                  </a:lnTo>
                  <a:lnTo>
                    <a:pt x="7888" y="217931"/>
                  </a:lnTo>
                  <a:lnTo>
                    <a:pt x="9576" y="222951"/>
                  </a:lnTo>
                  <a:lnTo>
                    <a:pt x="11422" y="227915"/>
                  </a:lnTo>
                  <a:lnTo>
                    <a:pt x="13425" y="232818"/>
                  </a:lnTo>
                  <a:lnTo>
                    <a:pt x="15582" y="237655"/>
                  </a:lnTo>
                  <a:lnTo>
                    <a:pt x="17890" y="242421"/>
                  </a:lnTo>
                  <a:lnTo>
                    <a:pt x="20349" y="247112"/>
                  </a:lnTo>
                  <a:lnTo>
                    <a:pt x="22955" y="251722"/>
                  </a:lnTo>
                  <a:lnTo>
                    <a:pt x="25706" y="256248"/>
                  </a:lnTo>
                  <a:lnTo>
                    <a:pt x="28599" y="260684"/>
                  </a:lnTo>
                  <a:lnTo>
                    <a:pt x="31631" y="265026"/>
                  </a:lnTo>
                  <a:lnTo>
                    <a:pt x="34799" y="269270"/>
                  </a:lnTo>
                  <a:lnTo>
                    <a:pt x="38099" y="273412"/>
                  </a:lnTo>
                  <a:lnTo>
                    <a:pt x="41530" y="277447"/>
                  </a:lnTo>
                  <a:lnTo>
                    <a:pt x="45086" y="281371"/>
                  </a:lnTo>
                  <a:lnTo>
                    <a:pt x="48765" y="285181"/>
                  </a:lnTo>
                  <a:lnTo>
                    <a:pt x="52563" y="288872"/>
                  </a:lnTo>
                  <a:lnTo>
                    <a:pt x="56476" y="292441"/>
                  </a:lnTo>
                  <a:lnTo>
                    <a:pt x="60499" y="295885"/>
                  </a:lnTo>
                  <a:lnTo>
                    <a:pt x="64630" y="299199"/>
                  </a:lnTo>
                  <a:lnTo>
                    <a:pt x="68864" y="302380"/>
                  </a:lnTo>
                  <a:lnTo>
                    <a:pt x="73197" y="305426"/>
                  </a:lnTo>
                  <a:lnTo>
                    <a:pt x="77623" y="308333"/>
                  </a:lnTo>
                  <a:lnTo>
                    <a:pt x="82140" y="311099"/>
                  </a:lnTo>
                  <a:lnTo>
                    <a:pt x="86742" y="313720"/>
                  </a:lnTo>
                  <a:lnTo>
                    <a:pt x="91425" y="316194"/>
                  </a:lnTo>
                  <a:lnTo>
                    <a:pt x="96184" y="318518"/>
                  </a:lnTo>
                  <a:lnTo>
                    <a:pt x="101014" y="320690"/>
                  </a:lnTo>
                  <a:lnTo>
                    <a:pt x="105910" y="322709"/>
                  </a:lnTo>
                  <a:lnTo>
                    <a:pt x="110868" y="324571"/>
                  </a:lnTo>
                  <a:lnTo>
                    <a:pt x="115882" y="326275"/>
                  </a:lnTo>
                  <a:lnTo>
                    <a:pt x="120948" y="327820"/>
                  </a:lnTo>
                  <a:lnTo>
                    <a:pt x="126060" y="329203"/>
                  </a:lnTo>
                  <a:lnTo>
                    <a:pt x="131214" y="330424"/>
                  </a:lnTo>
                  <a:lnTo>
                    <a:pt x="136403" y="331480"/>
                  </a:lnTo>
                  <a:lnTo>
                    <a:pt x="141623" y="332372"/>
                  </a:lnTo>
                  <a:lnTo>
                    <a:pt x="146869" y="333098"/>
                  </a:lnTo>
                  <a:lnTo>
                    <a:pt x="152136" y="333658"/>
                  </a:lnTo>
                  <a:lnTo>
                    <a:pt x="157417" y="334050"/>
                  </a:lnTo>
                  <a:lnTo>
                    <a:pt x="162709" y="334275"/>
                  </a:lnTo>
                  <a:lnTo>
                    <a:pt x="168004" y="334332"/>
                  </a:lnTo>
                  <a:lnTo>
                    <a:pt x="173299" y="334222"/>
                  </a:lnTo>
                  <a:lnTo>
                    <a:pt x="178588" y="333943"/>
                  </a:lnTo>
                  <a:lnTo>
                    <a:pt x="183865" y="333498"/>
                  </a:lnTo>
                  <a:lnTo>
                    <a:pt x="189126" y="332885"/>
                  </a:lnTo>
                  <a:lnTo>
                    <a:pt x="194364" y="332106"/>
                  </a:lnTo>
                  <a:lnTo>
                    <a:pt x="199575" y="331162"/>
                  </a:lnTo>
                  <a:lnTo>
                    <a:pt x="204754" y="330053"/>
                  </a:lnTo>
                  <a:lnTo>
                    <a:pt x="209895" y="328780"/>
                  </a:lnTo>
                  <a:lnTo>
                    <a:pt x="214993" y="327345"/>
                  </a:lnTo>
                  <a:lnTo>
                    <a:pt x="220043" y="325750"/>
                  </a:lnTo>
                  <a:lnTo>
                    <a:pt x="225039" y="323995"/>
                  </a:lnTo>
                  <a:lnTo>
                    <a:pt x="229978" y="322083"/>
                  </a:lnTo>
                  <a:lnTo>
                    <a:pt x="234854" y="320015"/>
                  </a:lnTo>
                  <a:lnTo>
                    <a:pt x="239662" y="317794"/>
                  </a:lnTo>
                  <a:lnTo>
                    <a:pt x="244397" y="315422"/>
                  </a:lnTo>
                  <a:lnTo>
                    <a:pt x="249054" y="312901"/>
                  </a:lnTo>
                  <a:lnTo>
                    <a:pt x="253630" y="310234"/>
                  </a:lnTo>
                  <a:lnTo>
                    <a:pt x="258118" y="307423"/>
                  </a:lnTo>
                  <a:lnTo>
                    <a:pt x="262516" y="304471"/>
                  </a:lnTo>
                  <a:lnTo>
                    <a:pt x="266817" y="301382"/>
                  </a:lnTo>
                  <a:lnTo>
                    <a:pt x="271019" y="298158"/>
                  </a:lnTo>
                  <a:lnTo>
                    <a:pt x="275116" y="294802"/>
                  </a:lnTo>
                  <a:lnTo>
                    <a:pt x="279105" y="291318"/>
                  </a:lnTo>
                  <a:lnTo>
                    <a:pt x="282981" y="287710"/>
                  </a:lnTo>
                  <a:lnTo>
                    <a:pt x="286742" y="283981"/>
                  </a:lnTo>
                  <a:lnTo>
                    <a:pt x="290382" y="280134"/>
                  </a:lnTo>
                  <a:lnTo>
                    <a:pt x="293899" y="276174"/>
                  </a:lnTo>
                  <a:lnTo>
                    <a:pt x="297288" y="272105"/>
                  </a:lnTo>
                  <a:lnTo>
                    <a:pt x="300547" y="267930"/>
                  </a:lnTo>
                  <a:lnTo>
                    <a:pt x="303672" y="263654"/>
                  </a:lnTo>
                  <a:lnTo>
                    <a:pt x="306660" y="259282"/>
                  </a:lnTo>
                  <a:lnTo>
                    <a:pt x="309508" y="254817"/>
                  </a:lnTo>
                  <a:lnTo>
                    <a:pt x="312213" y="250263"/>
                  </a:lnTo>
                  <a:lnTo>
                    <a:pt x="314772" y="245627"/>
                  </a:lnTo>
                  <a:lnTo>
                    <a:pt x="317183" y="240912"/>
                  </a:lnTo>
                  <a:lnTo>
                    <a:pt x="319444" y="236122"/>
                  </a:lnTo>
                  <a:lnTo>
                    <a:pt x="321552" y="231264"/>
                  </a:lnTo>
                  <a:lnTo>
                    <a:pt x="323505" y="226341"/>
                  </a:lnTo>
                  <a:lnTo>
                    <a:pt x="325301" y="221359"/>
                  </a:lnTo>
                  <a:lnTo>
                    <a:pt x="326938" y="216322"/>
                  </a:lnTo>
                  <a:lnTo>
                    <a:pt x="328415" y="211236"/>
                  </a:lnTo>
                  <a:lnTo>
                    <a:pt x="329730" y="206106"/>
                  </a:lnTo>
                  <a:lnTo>
                    <a:pt x="330882" y="200937"/>
                  </a:lnTo>
                  <a:lnTo>
                    <a:pt x="331870" y="195734"/>
                  </a:lnTo>
                  <a:lnTo>
                    <a:pt x="332692" y="190502"/>
                  </a:lnTo>
                  <a:lnTo>
                    <a:pt x="333348" y="185247"/>
                  </a:lnTo>
                  <a:lnTo>
                    <a:pt x="333837" y="179973"/>
                  </a:lnTo>
                  <a:lnTo>
                    <a:pt x="334159" y="174687"/>
                  </a:lnTo>
                  <a:lnTo>
                    <a:pt x="334314" y="169393"/>
                  </a:lnTo>
                  <a:lnTo>
                    <a:pt x="334300" y="164097"/>
                  </a:lnTo>
                  <a:lnTo>
                    <a:pt x="334119" y="158805"/>
                  </a:lnTo>
                  <a:lnTo>
                    <a:pt x="333771" y="153520"/>
                  </a:lnTo>
                  <a:lnTo>
                    <a:pt x="333255" y="148249"/>
                  </a:lnTo>
                  <a:lnTo>
                    <a:pt x="332572" y="142997"/>
                  </a:lnTo>
                  <a:lnTo>
                    <a:pt x="331724" y="137770"/>
                  </a:lnTo>
                  <a:lnTo>
                    <a:pt x="330710" y="132572"/>
                  </a:lnTo>
                  <a:lnTo>
                    <a:pt x="329532" y="127408"/>
                  </a:lnTo>
                  <a:lnTo>
                    <a:pt x="328191" y="122285"/>
                  </a:lnTo>
                  <a:lnTo>
                    <a:pt x="326688" y="117206"/>
                  </a:lnTo>
                  <a:lnTo>
                    <a:pt x="325026" y="112178"/>
                  </a:lnTo>
                  <a:lnTo>
                    <a:pt x="323205" y="107205"/>
                  </a:lnTo>
                  <a:lnTo>
                    <a:pt x="321227" y="102292"/>
                  </a:lnTo>
                  <a:lnTo>
                    <a:pt x="319094" y="97444"/>
                  </a:lnTo>
                  <a:lnTo>
                    <a:pt x="316810" y="92667"/>
                  </a:lnTo>
                  <a:lnTo>
                    <a:pt x="314375" y="87963"/>
                  </a:lnTo>
                  <a:lnTo>
                    <a:pt x="311792" y="83340"/>
                  </a:lnTo>
                  <a:lnTo>
                    <a:pt x="309064" y="78801"/>
                  </a:lnTo>
                  <a:lnTo>
                    <a:pt x="306193" y="74350"/>
                  </a:lnTo>
                  <a:lnTo>
                    <a:pt x="303183" y="69992"/>
                  </a:lnTo>
                  <a:lnTo>
                    <a:pt x="300037" y="65732"/>
                  </a:lnTo>
                  <a:lnTo>
                    <a:pt x="296757" y="61574"/>
                  </a:lnTo>
                  <a:lnTo>
                    <a:pt x="293347" y="57522"/>
                  </a:lnTo>
                  <a:lnTo>
                    <a:pt x="289811" y="53580"/>
                  </a:lnTo>
                  <a:lnTo>
                    <a:pt x="286151" y="49752"/>
                  </a:lnTo>
                  <a:lnTo>
                    <a:pt x="282372" y="46041"/>
                  </a:lnTo>
                  <a:lnTo>
                    <a:pt x="278477" y="42452"/>
                  </a:lnTo>
                  <a:lnTo>
                    <a:pt x="274471" y="38989"/>
                  </a:lnTo>
                  <a:lnTo>
                    <a:pt x="270357" y="35654"/>
                  </a:lnTo>
                  <a:lnTo>
                    <a:pt x="266139" y="32451"/>
                  </a:lnTo>
                  <a:lnTo>
                    <a:pt x="261822" y="29383"/>
                  </a:lnTo>
                  <a:lnTo>
                    <a:pt x="257410" y="26454"/>
                  </a:lnTo>
                  <a:lnTo>
                    <a:pt x="252907" y="23666"/>
                  </a:lnTo>
                  <a:lnTo>
                    <a:pt x="248318" y="21022"/>
                  </a:lnTo>
                  <a:lnTo>
                    <a:pt x="243648" y="18524"/>
                  </a:lnTo>
                  <a:lnTo>
                    <a:pt x="238901" y="16176"/>
                  </a:lnTo>
                  <a:lnTo>
                    <a:pt x="234082" y="13979"/>
                  </a:lnTo>
                  <a:lnTo>
                    <a:pt x="229196" y="11936"/>
                  </a:lnTo>
                  <a:lnTo>
                    <a:pt x="224248" y="10049"/>
                  </a:lnTo>
                  <a:lnTo>
                    <a:pt x="219242" y="8319"/>
                  </a:lnTo>
                  <a:lnTo>
                    <a:pt x="214184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242" y="0"/>
                  </a:moveTo>
                  <a:lnTo>
                    <a:pt x="0" y="0"/>
                  </a:lnTo>
                  <a:lnTo>
                    <a:pt x="24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478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72" y="5018213"/>
              <a:ext cx="334296" cy="334334"/>
            </a:xfrm>
            <a:custGeom>
              <a:avLst/>
              <a:pathLst>
                <a:path w="334296" h="334334">
                  <a:moveTo>
                    <a:pt x="166905" y="0"/>
                  </a:moveTo>
                  <a:lnTo>
                    <a:pt x="161604" y="91"/>
                  </a:lnTo>
                  <a:lnTo>
                    <a:pt x="156309" y="351"/>
                  </a:lnTo>
                  <a:lnTo>
                    <a:pt x="151024" y="779"/>
                  </a:lnTo>
                  <a:lnTo>
                    <a:pt x="145756" y="1374"/>
                  </a:lnTo>
                  <a:lnTo>
                    <a:pt x="140509" y="2136"/>
                  </a:lnTo>
                  <a:lnTo>
                    <a:pt x="135288" y="3063"/>
                  </a:lnTo>
                  <a:lnTo>
                    <a:pt x="130100" y="4156"/>
                  </a:lnTo>
                  <a:lnTo>
                    <a:pt x="124950" y="5413"/>
                  </a:lnTo>
                  <a:lnTo>
                    <a:pt x="119841" y="6833"/>
                  </a:lnTo>
                  <a:lnTo>
                    <a:pt x="114780" y="8413"/>
                  </a:lnTo>
                  <a:lnTo>
                    <a:pt x="109772" y="10154"/>
                  </a:lnTo>
                  <a:lnTo>
                    <a:pt x="104822" y="12052"/>
                  </a:lnTo>
                  <a:lnTo>
                    <a:pt x="99934" y="14107"/>
                  </a:lnTo>
                  <a:lnTo>
                    <a:pt x="95114" y="16315"/>
                  </a:lnTo>
                  <a:lnTo>
                    <a:pt x="90366" y="18676"/>
                  </a:lnTo>
                  <a:lnTo>
                    <a:pt x="85696" y="21185"/>
                  </a:lnTo>
                  <a:lnTo>
                    <a:pt x="81108" y="23842"/>
                  </a:lnTo>
                  <a:lnTo>
                    <a:pt x="76606" y="26642"/>
                  </a:lnTo>
                  <a:lnTo>
                    <a:pt x="72195" y="29584"/>
                  </a:lnTo>
                  <a:lnTo>
                    <a:pt x="67880" y="32665"/>
                  </a:lnTo>
                  <a:lnTo>
                    <a:pt x="63664" y="35880"/>
                  </a:lnTo>
                  <a:lnTo>
                    <a:pt x="59553" y="39228"/>
                  </a:lnTo>
                  <a:lnTo>
                    <a:pt x="55550" y="42705"/>
                  </a:lnTo>
                  <a:lnTo>
                    <a:pt x="51659" y="46306"/>
                  </a:lnTo>
                  <a:lnTo>
                    <a:pt x="47884" y="50030"/>
                  </a:lnTo>
                  <a:lnTo>
                    <a:pt x="44229" y="53871"/>
                  </a:lnTo>
                  <a:lnTo>
                    <a:pt x="40698" y="57826"/>
                  </a:lnTo>
                  <a:lnTo>
                    <a:pt x="37294" y="61891"/>
                  </a:lnTo>
                  <a:lnTo>
                    <a:pt x="34021" y="66062"/>
                  </a:lnTo>
                  <a:lnTo>
                    <a:pt x="30882" y="70334"/>
                  </a:lnTo>
                  <a:lnTo>
                    <a:pt x="27880" y="74704"/>
                  </a:lnTo>
                  <a:lnTo>
                    <a:pt x="25017" y="79167"/>
                  </a:lnTo>
                  <a:lnTo>
                    <a:pt x="22298" y="83719"/>
                  </a:lnTo>
                  <a:lnTo>
                    <a:pt x="19725" y="88354"/>
                  </a:lnTo>
                  <a:lnTo>
                    <a:pt x="17299" y="93069"/>
                  </a:lnTo>
                  <a:lnTo>
                    <a:pt x="15025" y="97858"/>
                  </a:lnTo>
                  <a:lnTo>
                    <a:pt x="12904" y="102717"/>
                  </a:lnTo>
                  <a:lnTo>
                    <a:pt x="10937" y="107641"/>
                  </a:lnTo>
                  <a:lnTo>
                    <a:pt x="9128" y="112625"/>
                  </a:lnTo>
                  <a:lnTo>
                    <a:pt x="7478" y="117664"/>
                  </a:lnTo>
                  <a:lnTo>
                    <a:pt x="5988" y="122752"/>
                  </a:lnTo>
                  <a:lnTo>
                    <a:pt x="4661" y="127885"/>
                  </a:lnTo>
                  <a:lnTo>
                    <a:pt x="3497" y="133058"/>
                  </a:lnTo>
                  <a:lnTo>
                    <a:pt x="2498" y="138265"/>
                  </a:lnTo>
                  <a:lnTo>
                    <a:pt x="1664" y="143501"/>
                  </a:lnTo>
                  <a:lnTo>
                    <a:pt x="997" y="148760"/>
                  </a:lnTo>
                  <a:lnTo>
                    <a:pt x="497" y="154039"/>
                  </a:lnTo>
                  <a:lnTo>
                    <a:pt x="164" y="159330"/>
                  </a:lnTo>
                  <a:lnTo>
                    <a:pt x="0" y="164630"/>
                  </a:lnTo>
                  <a:lnTo>
                    <a:pt x="3" y="169932"/>
                  </a:lnTo>
                  <a:lnTo>
                    <a:pt x="175" y="175231"/>
                  </a:lnTo>
                  <a:lnTo>
                    <a:pt x="515" y="180522"/>
                  </a:lnTo>
                  <a:lnTo>
                    <a:pt x="1022" y="185799"/>
                  </a:lnTo>
                  <a:lnTo>
                    <a:pt x="1696" y="191058"/>
                  </a:lnTo>
                  <a:lnTo>
                    <a:pt x="2537" y="196293"/>
                  </a:lnTo>
                  <a:lnTo>
                    <a:pt x="3544" y="201499"/>
                  </a:lnTo>
                  <a:lnTo>
                    <a:pt x="4715" y="206670"/>
                  </a:lnTo>
                  <a:lnTo>
                    <a:pt x="6049" y="211801"/>
                  </a:lnTo>
                  <a:lnTo>
                    <a:pt x="7546" y="216887"/>
                  </a:lnTo>
                  <a:lnTo>
                    <a:pt x="9203" y="221924"/>
                  </a:lnTo>
                  <a:lnTo>
                    <a:pt x="11019" y="226905"/>
                  </a:lnTo>
                  <a:lnTo>
                    <a:pt x="12992" y="231826"/>
                  </a:lnTo>
                  <a:lnTo>
                    <a:pt x="15120" y="236682"/>
                  </a:lnTo>
                  <a:lnTo>
                    <a:pt x="17401" y="241469"/>
                  </a:lnTo>
                  <a:lnTo>
                    <a:pt x="19832" y="246180"/>
                  </a:lnTo>
                  <a:lnTo>
                    <a:pt x="22412" y="250812"/>
                  </a:lnTo>
                  <a:lnTo>
                    <a:pt x="25137" y="255360"/>
                  </a:lnTo>
                  <a:lnTo>
                    <a:pt x="28006" y="259819"/>
                  </a:lnTo>
                  <a:lnTo>
                    <a:pt x="31014" y="264185"/>
                  </a:lnTo>
                  <a:lnTo>
                    <a:pt x="34159" y="268453"/>
                  </a:lnTo>
                  <a:lnTo>
                    <a:pt x="37438" y="272620"/>
                  </a:lnTo>
                  <a:lnTo>
                    <a:pt x="40847" y="276680"/>
                  </a:lnTo>
                  <a:lnTo>
                    <a:pt x="44384" y="280630"/>
                  </a:lnTo>
                  <a:lnTo>
                    <a:pt x="48044" y="284466"/>
                  </a:lnTo>
                  <a:lnTo>
                    <a:pt x="51824" y="288185"/>
                  </a:lnTo>
                  <a:lnTo>
                    <a:pt x="55719" y="291781"/>
                  </a:lnTo>
                  <a:lnTo>
                    <a:pt x="59727" y="295252"/>
                  </a:lnTo>
                  <a:lnTo>
                    <a:pt x="63843" y="298594"/>
                  </a:lnTo>
                  <a:lnTo>
                    <a:pt x="68063" y="301804"/>
                  </a:lnTo>
                  <a:lnTo>
                    <a:pt x="72382" y="304878"/>
                  </a:lnTo>
                  <a:lnTo>
                    <a:pt x="76797" y="307814"/>
                  </a:lnTo>
                  <a:lnTo>
                    <a:pt x="81303" y="310609"/>
                  </a:lnTo>
                  <a:lnTo>
                    <a:pt x="85895" y="313259"/>
                  </a:lnTo>
                  <a:lnTo>
                    <a:pt x="90569" y="315762"/>
                  </a:lnTo>
                  <a:lnTo>
                    <a:pt x="95320" y="318116"/>
                  </a:lnTo>
                  <a:lnTo>
                    <a:pt x="100143" y="320318"/>
                  </a:lnTo>
                  <a:lnTo>
                    <a:pt x="105033" y="322366"/>
                  </a:lnTo>
                  <a:lnTo>
                    <a:pt x="109986" y="324258"/>
                  </a:lnTo>
                  <a:lnTo>
                    <a:pt x="114997" y="325991"/>
                  </a:lnTo>
                  <a:lnTo>
                    <a:pt x="120060" y="327565"/>
                  </a:lnTo>
                  <a:lnTo>
                    <a:pt x="125170" y="328978"/>
                  </a:lnTo>
                  <a:lnTo>
                    <a:pt x="130323" y="330228"/>
                  </a:lnTo>
                  <a:lnTo>
                    <a:pt x="135512" y="331313"/>
                  </a:lnTo>
                  <a:lnTo>
                    <a:pt x="140734" y="332234"/>
                  </a:lnTo>
                  <a:lnTo>
                    <a:pt x="145982" y="332989"/>
                  </a:lnTo>
                  <a:lnTo>
                    <a:pt x="151251" y="333577"/>
                  </a:lnTo>
                  <a:lnTo>
                    <a:pt x="156536" y="333997"/>
                  </a:lnTo>
                  <a:lnTo>
                    <a:pt x="161832" y="334250"/>
                  </a:lnTo>
                  <a:lnTo>
                    <a:pt x="167133" y="334334"/>
                  </a:lnTo>
                  <a:lnTo>
                    <a:pt x="172435" y="334251"/>
                  </a:lnTo>
                  <a:lnTo>
                    <a:pt x="177731" y="333999"/>
                  </a:lnTo>
                  <a:lnTo>
                    <a:pt x="183016" y="333579"/>
                  </a:lnTo>
                  <a:lnTo>
                    <a:pt x="188285" y="332992"/>
                  </a:lnTo>
                  <a:lnTo>
                    <a:pt x="193533" y="332239"/>
                  </a:lnTo>
                  <a:lnTo>
                    <a:pt x="198755" y="331319"/>
                  </a:lnTo>
                  <a:lnTo>
                    <a:pt x="203945" y="330234"/>
                  </a:lnTo>
                  <a:lnTo>
                    <a:pt x="209097" y="328985"/>
                  </a:lnTo>
                  <a:lnTo>
                    <a:pt x="214208" y="327573"/>
                  </a:lnTo>
                  <a:lnTo>
                    <a:pt x="219271" y="326000"/>
                  </a:lnTo>
                  <a:lnTo>
                    <a:pt x="224282" y="324267"/>
                  </a:lnTo>
                  <a:lnTo>
                    <a:pt x="229235" y="322377"/>
                  </a:lnTo>
                  <a:lnTo>
                    <a:pt x="234126" y="320330"/>
                  </a:lnTo>
                  <a:lnTo>
                    <a:pt x="238950" y="318128"/>
                  </a:lnTo>
                  <a:lnTo>
                    <a:pt x="243701" y="315776"/>
                  </a:lnTo>
                  <a:lnTo>
                    <a:pt x="248375" y="313273"/>
                  </a:lnTo>
                  <a:lnTo>
                    <a:pt x="252968" y="310624"/>
                  </a:lnTo>
                  <a:lnTo>
                    <a:pt x="257474" y="307830"/>
                  </a:lnTo>
                  <a:lnTo>
                    <a:pt x="261889" y="304895"/>
                  </a:lnTo>
                  <a:lnTo>
                    <a:pt x="266209" y="301821"/>
                  </a:lnTo>
                  <a:lnTo>
                    <a:pt x="270430" y="298612"/>
                  </a:lnTo>
                  <a:lnTo>
                    <a:pt x="274546" y="295270"/>
                  </a:lnTo>
                  <a:lnTo>
                    <a:pt x="278555" y="291800"/>
                  </a:lnTo>
                  <a:lnTo>
                    <a:pt x="282451" y="288204"/>
                  </a:lnTo>
                  <a:lnTo>
                    <a:pt x="286231" y="284487"/>
                  </a:lnTo>
                  <a:lnTo>
                    <a:pt x="289892" y="280652"/>
                  </a:lnTo>
                  <a:lnTo>
                    <a:pt x="293429" y="276702"/>
                  </a:lnTo>
                  <a:lnTo>
                    <a:pt x="296839" y="272642"/>
                  </a:lnTo>
                  <a:lnTo>
                    <a:pt x="300119" y="268476"/>
                  </a:lnTo>
                  <a:lnTo>
                    <a:pt x="303265" y="264208"/>
                  </a:lnTo>
                  <a:lnTo>
                    <a:pt x="306274" y="259843"/>
                  </a:lnTo>
                  <a:lnTo>
                    <a:pt x="309143" y="255384"/>
                  </a:lnTo>
                  <a:lnTo>
                    <a:pt x="311869" y="250837"/>
                  </a:lnTo>
                  <a:lnTo>
                    <a:pt x="314450" y="246205"/>
                  </a:lnTo>
                  <a:lnTo>
                    <a:pt x="316882" y="241494"/>
                  </a:lnTo>
                  <a:lnTo>
                    <a:pt x="319164" y="236709"/>
                  </a:lnTo>
                  <a:lnTo>
                    <a:pt x="321293" y="231853"/>
                  </a:lnTo>
                  <a:lnTo>
                    <a:pt x="323266" y="226932"/>
                  </a:lnTo>
                  <a:lnTo>
                    <a:pt x="325083" y="221951"/>
                  </a:lnTo>
                  <a:lnTo>
                    <a:pt x="326741" y="216915"/>
                  </a:lnTo>
                  <a:lnTo>
                    <a:pt x="328239" y="211829"/>
                  </a:lnTo>
                  <a:lnTo>
                    <a:pt x="329574" y="206698"/>
                  </a:lnTo>
                  <a:lnTo>
                    <a:pt x="330746" y="201527"/>
                  </a:lnTo>
                  <a:lnTo>
                    <a:pt x="331753" y="196322"/>
                  </a:lnTo>
                  <a:lnTo>
                    <a:pt x="332595" y="191087"/>
                  </a:lnTo>
                  <a:lnTo>
                    <a:pt x="333270" y="185828"/>
                  </a:lnTo>
                  <a:lnTo>
                    <a:pt x="333778" y="180551"/>
                  </a:lnTo>
                  <a:lnTo>
                    <a:pt x="334119" y="175260"/>
                  </a:lnTo>
                  <a:lnTo>
                    <a:pt x="334292" y="169960"/>
                  </a:lnTo>
                  <a:lnTo>
                    <a:pt x="334296" y="164658"/>
                  </a:lnTo>
                  <a:lnTo>
                    <a:pt x="334133" y="159359"/>
                  </a:lnTo>
                  <a:lnTo>
                    <a:pt x="333801" y="154067"/>
                  </a:lnTo>
                  <a:lnTo>
                    <a:pt x="333302" y="148789"/>
                  </a:lnTo>
                  <a:lnTo>
                    <a:pt x="332636" y="143529"/>
                  </a:lnTo>
                  <a:lnTo>
                    <a:pt x="331803" y="138293"/>
                  </a:lnTo>
                  <a:lnTo>
                    <a:pt x="330804" y="133086"/>
                  </a:lnTo>
                  <a:lnTo>
                    <a:pt x="329641" y="127913"/>
                  </a:lnTo>
                  <a:lnTo>
                    <a:pt x="328315" y="122780"/>
                  </a:lnTo>
                  <a:lnTo>
                    <a:pt x="326826" y="117691"/>
                  </a:lnTo>
                  <a:lnTo>
                    <a:pt x="325177" y="112652"/>
                  </a:lnTo>
                  <a:lnTo>
                    <a:pt x="323368" y="107668"/>
                  </a:lnTo>
                  <a:lnTo>
                    <a:pt x="321403" y="102744"/>
                  </a:lnTo>
                  <a:lnTo>
                    <a:pt x="319282" y="97885"/>
                  </a:lnTo>
                  <a:lnTo>
                    <a:pt x="317009" y="93095"/>
                  </a:lnTo>
                  <a:lnTo>
                    <a:pt x="314584" y="88380"/>
                  </a:lnTo>
                  <a:lnTo>
                    <a:pt x="312012" y="83744"/>
                  </a:lnTo>
                  <a:lnTo>
                    <a:pt x="309293" y="79192"/>
                  </a:lnTo>
                  <a:lnTo>
                    <a:pt x="306432" y="74728"/>
                  </a:lnTo>
                  <a:lnTo>
                    <a:pt x="303430" y="70358"/>
                  </a:lnTo>
                  <a:lnTo>
                    <a:pt x="300292" y="66084"/>
                  </a:lnTo>
                  <a:lnTo>
                    <a:pt x="297019" y="61913"/>
                  </a:lnTo>
                  <a:lnTo>
                    <a:pt x="293616" y="57847"/>
                  </a:lnTo>
                  <a:lnTo>
                    <a:pt x="290086" y="53892"/>
                  </a:lnTo>
                  <a:lnTo>
                    <a:pt x="286432" y="50050"/>
                  </a:lnTo>
                  <a:lnTo>
                    <a:pt x="282657" y="46326"/>
                  </a:lnTo>
                  <a:lnTo>
                    <a:pt x="278767" y="42724"/>
                  </a:lnTo>
                  <a:lnTo>
                    <a:pt x="274765" y="39247"/>
                  </a:lnTo>
                  <a:lnTo>
                    <a:pt x="270654" y="35898"/>
                  </a:lnTo>
                  <a:lnTo>
                    <a:pt x="266439" y="32682"/>
                  </a:lnTo>
                  <a:lnTo>
                    <a:pt x="262124" y="29601"/>
                  </a:lnTo>
                  <a:lnTo>
                    <a:pt x="257714" y="26658"/>
                  </a:lnTo>
                  <a:lnTo>
                    <a:pt x="253212" y="23857"/>
                  </a:lnTo>
                  <a:lnTo>
                    <a:pt x="248624" y="21199"/>
                  </a:lnTo>
                  <a:lnTo>
                    <a:pt x="243955" y="18689"/>
                  </a:lnTo>
                  <a:lnTo>
                    <a:pt x="239207" y="16328"/>
                  </a:lnTo>
                  <a:lnTo>
                    <a:pt x="234388" y="14119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67239" cy="167167"/>
            </a:xfrm>
            <a:custGeom>
              <a:avLst/>
              <a:pathLst>
                <a:path w="67239" h="167167">
                  <a:moveTo>
                    <a:pt x="67239" y="14119"/>
                  </a:moveTo>
                  <a:lnTo>
                    <a:pt x="61921" y="11891"/>
                  </a:lnTo>
                  <a:lnTo>
                    <a:pt x="56529" y="9848"/>
                  </a:lnTo>
                  <a:lnTo>
                    <a:pt x="51069" y="7991"/>
                  </a:lnTo>
                  <a:lnTo>
                    <a:pt x="45549" y="6325"/>
                  </a:lnTo>
                  <a:lnTo>
                    <a:pt x="39975" y="4850"/>
                  </a:lnTo>
                  <a:lnTo>
                    <a:pt x="34353" y="3567"/>
                  </a:lnTo>
                  <a:lnTo>
                    <a:pt x="28690" y="2480"/>
                  </a:lnTo>
                  <a:lnTo>
                    <a:pt x="22993" y="1588"/>
                  </a:lnTo>
                  <a:lnTo>
                    <a:pt x="17268" y="894"/>
                  </a:lnTo>
                  <a:lnTo>
                    <a:pt x="11524" y="397"/>
                  </a:lnTo>
                  <a:lnTo>
                    <a:pt x="5765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7934" y="5269756"/>
              <a:ext cx="166567" cy="167167"/>
            </a:xfrm>
            <a:custGeom>
              <a:avLst/>
              <a:pathLst>
                <a:path w="166567" h="167167">
                  <a:moveTo>
                    <a:pt x="166526" y="0"/>
                  </a:moveTo>
                  <a:lnTo>
                    <a:pt x="161128" y="88"/>
                  </a:lnTo>
                  <a:lnTo>
                    <a:pt x="155735" y="351"/>
                  </a:lnTo>
                  <a:lnTo>
                    <a:pt x="150353" y="788"/>
                  </a:lnTo>
                  <a:lnTo>
                    <a:pt x="144989" y="1398"/>
                  </a:lnTo>
                  <a:lnTo>
                    <a:pt x="139647" y="2181"/>
                  </a:lnTo>
                  <a:lnTo>
                    <a:pt x="134333" y="3137"/>
                  </a:lnTo>
                  <a:lnTo>
                    <a:pt x="129052" y="4263"/>
                  </a:lnTo>
                  <a:lnTo>
                    <a:pt x="123811" y="5560"/>
                  </a:lnTo>
                  <a:lnTo>
                    <a:pt x="118614" y="7025"/>
                  </a:lnTo>
                  <a:lnTo>
                    <a:pt x="113468" y="8657"/>
                  </a:lnTo>
                  <a:lnTo>
                    <a:pt x="108377" y="10454"/>
                  </a:lnTo>
                  <a:lnTo>
                    <a:pt x="103346" y="12415"/>
                  </a:lnTo>
                  <a:lnTo>
                    <a:pt x="98381" y="14538"/>
                  </a:lnTo>
                  <a:lnTo>
                    <a:pt x="93488" y="16819"/>
                  </a:lnTo>
                  <a:lnTo>
                    <a:pt x="88671" y="19258"/>
                  </a:lnTo>
                  <a:lnTo>
                    <a:pt x="83935" y="21850"/>
                  </a:lnTo>
                  <a:lnTo>
                    <a:pt x="79285" y="24595"/>
                  </a:lnTo>
                  <a:lnTo>
                    <a:pt x="74726" y="27488"/>
                  </a:lnTo>
                  <a:lnTo>
                    <a:pt x="70263" y="30526"/>
                  </a:lnTo>
                  <a:lnTo>
                    <a:pt x="65901" y="33708"/>
                  </a:lnTo>
                  <a:lnTo>
                    <a:pt x="61644" y="37028"/>
                  </a:lnTo>
                  <a:lnTo>
                    <a:pt x="57496" y="40484"/>
                  </a:lnTo>
                  <a:lnTo>
                    <a:pt x="53461" y="44073"/>
                  </a:lnTo>
                  <a:lnTo>
                    <a:pt x="49545" y="47790"/>
                  </a:lnTo>
                  <a:lnTo>
                    <a:pt x="45751" y="51631"/>
                  </a:lnTo>
                  <a:lnTo>
                    <a:pt x="42083" y="55593"/>
                  </a:lnTo>
                  <a:lnTo>
                    <a:pt x="38545" y="59671"/>
                  </a:lnTo>
                  <a:lnTo>
                    <a:pt x="35140" y="63862"/>
                  </a:lnTo>
                  <a:lnTo>
                    <a:pt x="31872" y="68160"/>
                  </a:lnTo>
                  <a:lnTo>
                    <a:pt x="28745" y="72561"/>
                  </a:lnTo>
                  <a:lnTo>
                    <a:pt x="25762" y="77061"/>
                  </a:lnTo>
                  <a:lnTo>
                    <a:pt x="22926" y="81656"/>
                  </a:lnTo>
                  <a:lnTo>
                    <a:pt x="20239" y="86339"/>
                  </a:lnTo>
                  <a:lnTo>
                    <a:pt x="17705" y="91107"/>
                  </a:lnTo>
                  <a:lnTo>
                    <a:pt x="15326" y="95954"/>
                  </a:lnTo>
                  <a:lnTo>
                    <a:pt x="13106" y="100875"/>
                  </a:lnTo>
                  <a:lnTo>
                    <a:pt x="11045" y="105865"/>
                  </a:lnTo>
                  <a:lnTo>
                    <a:pt x="9146" y="110920"/>
                  </a:lnTo>
                  <a:lnTo>
                    <a:pt x="7412" y="116033"/>
                  </a:lnTo>
                  <a:lnTo>
                    <a:pt x="5844" y="121199"/>
                  </a:lnTo>
                  <a:lnTo>
                    <a:pt x="4443" y="126414"/>
                  </a:lnTo>
                  <a:lnTo>
                    <a:pt x="3211" y="131671"/>
                  </a:lnTo>
                  <a:lnTo>
                    <a:pt x="2150" y="136964"/>
                  </a:lnTo>
                  <a:lnTo>
                    <a:pt x="1261" y="142290"/>
                  </a:lnTo>
                  <a:lnTo>
                    <a:pt x="543" y="147641"/>
                  </a:lnTo>
                  <a:lnTo>
                    <a:pt x="0" y="153013"/>
                  </a:lnTo>
                  <a:lnTo>
                    <a:pt x="1665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43" y="5269756"/>
              <a:ext cx="334308" cy="334333"/>
            </a:xfrm>
            <a:custGeom>
              <a:avLst/>
              <a:pathLst>
                <a:path w="334308" h="334333">
                  <a:moveTo>
                    <a:pt x="591" y="153013"/>
                  </a:moveTo>
                  <a:lnTo>
                    <a:pt x="225" y="158311"/>
                  </a:lnTo>
                  <a:lnTo>
                    <a:pt x="28" y="163618"/>
                  </a:lnTo>
                  <a:lnTo>
                    <a:pt x="0" y="168928"/>
                  </a:lnTo>
                  <a:lnTo>
                    <a:pt x="140" y="174237"/>
                  </a:lnTo>
                  <a:lnTo>
                    <a:pt x="449" y="179539"/>
                  </a:lnTo>
                  <a:lnTo>
                    <a:pt x="926" y="184828"/>
                  </a:lnTo>
                  <a:lnTo>
                    <a:pt x="1571" y="190099"/>
                  </a:lnTo>
                  <a:lnTo>
                    <a:pt x="2383" y="195347"/>
                  </a:lnTo>
                  <a:lnTo>
                    <a:pt x="3361" y="200567"/>
                  </a:lnTo>
                  <a:lnTo>
                    <a:pt x="4504" y="205753"/>
                  </a:lnTo>
                  <a:lnTo>
                    <a:pt x="5812" y="210900"/>
                  </a:lnTo>
                  <a:lnTo>
                    <a:pt x="7283" y="216003"/>
                  </a:lnTo>
                  <a:lnTo>
                    <a:pt x="8915" y="221056"/>
                  </a:lnTo>
                  <a:lnTo>
                    <a:pt x="10706" y="226056"/>
                  </a:lnTo>
                  <a:lnTo>
                    <a:pt x="12656" y="230995"/>
                  </a:lnTo>
                  <a:lnTo>
                    <a:pt x="14761" y="235871"/>
                  </a:lnTo>
                  <a:lnTo>
                    <a:pt x="17020" y="240677"/>
                  </a:lnTo>
                  <a:lnTo>
                    <a:pt x="19431" y="245409"/>
                  </a:lnTo>
                  <a:lnTo>
                    <a:pt x="21991" y="250062"/>
                  </a:lnTo>
                  <a:lnTo>
                    <a:pt x="24697" y="254631"/>
                  </a:lnTo>
                  <a:lnTo>
                    <a:pt x="27547" y="259112"/>
                  </a:lnTo>
                  <a:lnTo>
                    <a:pt x="30538" y="263500"/>
                  </a:lnTo>
                  <a:lnTo>
                    <a:pt x="33667" y="267791"/>
                  </a:lnTo>
                  <a:lnTo>
                    <a:pt x="36931" y="271980"/>
                  </a:lnTo>
                  <a:lnTo>
                    <a:pt x="40326" y="276064"/>
                  </a:lnTo>
                  <a:lnTo>
                    <a:pt x="43849" y="280038"/>
                  </a:lnTo>
                  <a:lnTo>
                    <a:pt x="47496" y="283898"/>
                  </a:lnTo>
                  <a:lnTo>
                    <a:pt x="51264" y="287640"/>
                  </a:lnTo>
                  <a:lnTo>
                    <a:pt x="55149" y="291260"/>
                  </a:lnTo>
                  <a:lnTo>
                    <a:pt x="59148" y="294755"/>
                  </a:lnTo>
                  <a:lnTo>
                    <a:pt x="63255" y="298122"/>
                  </a:lnTo>
                  <a:lnTo>
                    <a:pt x="67467" y="301356"/>
                  </a:lnTo>
                  <a:lnTo>
                    <a:pt x="71779" y="304455"/>
                  </a:lnTo>
                  <a:lnTo>
                    <a:pt x="76188" y="307415"/>
                  </a:lnTo>
                  <a:lnTo>
                    <a:pt x="80689" y="310234"/>
                  </a:lnTo>
                  <a:lnTo>
                    <a:pt x="85277" y="312908"/>
                  </a:lnTo>
                  <a:lnTo>
                    <a:pt x="89948" y="315436"/>
                  </a:lnTo>
                  <a:lnTo>
                    <a:pt x="94696" y="317813"/>
                  </a:lnTo>
                  <a:lnTo>
                    <a:pt x="99518" y="320039"/>
                  </a:lnTo>
                  <a:lnTo>
                    <a:pt x="104408" y="322110"/>
                  </a:lnTo>
                  <a:lnTo>
                    <a:pt x="109361" y="324025"/>
                  </a:lnTo>
                  <a:lnTo>
                    <a:pt x="114373" y="325782"/>
                  </a:lnTo>
                  <a:lnTo>
                    <a:pt x="119438" y="327379"/>
                  </a:lnTo>
                  <a:lnTo>
                    <a:pt x="124551" y="328813"/>
                  </a:lnTo>
                  <a:lnTo>
                    <a:pt x="129707" y="330085"/>
                  </a:lnTo>
                  <a:lnTo>
                    <a:pt x="134901" y="331193"/>
                  </a:lnTo>
                  <a:lnTo>
                    <a:pt x="140127" y="332134"/>
                  </a:lnTo>
                  <a:lnTo>
                    <a:pt x="145381" y="332910"/>
                  </a:lnTo>
                  <a:lnTo>
                    <a:pt x="150656" y="333518"/>
                  </a:lnTo>
                  <a:lnTo>
                    <a:pt x="155949" y="333958"/>
                  </a:lnTo>
                  <a:lnTo>
                    <a:pt x="161252" y="334230"/>
                  </a:lnTo>
                  <a:lnTo>
                    <a:pt x="166562" y="334333"/>
                  </a:lnTo>
                  <a:lnTo>
                    <a:pt x="171872" y="334268"/>
                  </a:lnTo>
                  <a:lnTo>
                    <a:pt x="177177" y="334034"/>
                  </a:lnTo>
                  <a:lnTo>
                    <a:pt x="182473" y="333631"/>
                  </a:lnTo>
                  <a:lnTo>
                    <a:pt x="187752" y="333061"/>
                  </a:lnTo>
                  <a:lnTo>
                    <a:pt x="193011" y="332323"/>
                  </a:lnTo>
                  <a:lnTo>
                    <a:pt x="198244" y="331418"/>
                  </a:lnTo>
                  <a:lnTo>
                    <a:pt x="203446" y="330348"/>
                  </a:lnTo>
                  <a:lnTo>
                    <a:pt x="208611" y="329113"/>
                  </a:lnTo>
                  <a:lnTo>
                    <a:pt x="213734" y="327715"/>
                  </a:lnTo>
                  <a:lnTo>
                    <a:pt x="218810" y="326154"/>
                  </a:lnTo>
                  <a:lnTo>
                    <a:pt x="223834" y="324433"/>
                  </a:lnTo>
                  <a:lnTo>
                    <a:pt x="228801" y="322554"/>
                  </a:lnTo>
                  <a:lnTo>
                    <a:pt x="233706" y="320517"/>
                  </a:lnTo>
                  <a:lnTo>
                    <a:pt x="238543" y="318326"/>
                  </a:lnTo>
                  <a:lnTo>
                    <a:pt x="243308" y="315982"/>
                  </a:lnTo>
                  <a:lnTo>
                    <a:pt x="247997" y="313488"/>
                  </a:lnTo>
                  <a:lnTo>
                    <a:pt x="252604" y="310847"/>
                  </a:lnTo>
                  <a:lnTo>
                    <a:pt x="257125" y="308060"/>
                  </a:lnTo>
                  <a:lnTo>
                    <a:pt x="261555" y="305131"/>
                  </a:lnTo>
                  <a:lnTo>
                    <a:pt x="265889" y="302063"/>
                  </a:lnTo>
                  <a:lnTo>
                    <a:pt x="270124" y="298859"/>
                  </a:lnTo>
                  <a:lnTo>
                    <a:pt x="274255" y="295522"/>
                  </a:lnTo>
                  <a:lnTo>
                    <a:pt x="278278" y="292055"/>
                  </a:lnTo>
                  <a:lnTo>
                    <a:pt x="282189" y="288463"/>
                  </a:lnTo>
                  <a:lnTo>
                    <a:pt x="285984" y="284748"/>
                  </a:lnTo>
                  <a:lnTo>
                    <a:pt x="289659" y="280914"/>
                  </a:lnTo>
                  <a:lnTo>
                    <a:pt x="293210" y="276966"/>
                  </a:lnTo>
                  <a:lnTo>
                    <a:pt x="296634" y="272906"/>
                  </a:lnTo>
                  <a:lnTo>
                    <a:pt x="299928" y="268740"/>
                  </a:lnTo>
                  <a:lnTo>
                    <a:pt x="303087" y="264472"/>
                  </a:lnTo>
                  <a:lnTo>
                    <a:pt x="306109" y="260105"/>
                  </a:lnTo>
                  <a:lnTo>
                    <a:pt x="308991" y="255644"/>
                  </a:lnTo>
                  <a:lnTo>
                    <a:pt x="311730" y="251095"/>
                  </a:lnTo>
                  <a:lnTo>
                    <a:pt x="314323" y="246460"/>
                  </a:lnTo>
                  <a:lnTo>
                    <a:pt x="316767" y="241745"/>
                  </a:lnTo>
                  <a:lnTo>
                    <a:pt x="319061" y="236956"/>
                  </a:lnTo>
                  <a:lnTo>
                    <a:pt x="321201" y="232095"/>
                  </a:lnTo>
                  <a:lnTo>
                    <a:pt x="323185" y="227170"/>
                  </a:lnTo>
                  <a:lnTo>
                    <a:pt x="325013" y="222183"/>
                  </a:lnTo>
                  <a:lnTo>
                    <a:pt x="326680" y="217141"/>
                  </a:lnTo>
                  <a:lnTo>
                    <a:pt x="328187" y="212049"/>
                  </a:lnTo>
                  <a:lnTo>
                    <a:pt x="329532" y="206912"/>
                  </a:lnTo>
                  <a:lnTo>
                    <a:pt x="330712" y="201734"/>
                  </a:lnTo>
                  <a:lnTo>
                    <a:pt x="331728" y="196521"/>
                  </a:lnTo>
                  <a:lnTo>
                    <a:pt x="332577" y="191279"/>
                  </a:lnTo>
                  <a:lnTo>
                    <a:pt x="333259" y="186013"/>
                  </a:lnTo>
                  <a:lnTo>
                    <a:pt x="333774" y="180727"/>
                  </a:lnTo>
                  <a:lnTo>
                    <a:pt x="334121" y="175428"/>
                  </a:lnTo>
                  <a:lnTo>
                    <a:pt x="334299" y="170120"/>
                  </a:lnTo>
                  <a:lnTo>
                    <a:pt x="334308" y="164810"/>
                  </a:lnTo>
                  <a:lnTo>
                    <a:pt x="334149" y="159501"/>
                  </a:lnTo>
                  <a:lnTo>
                    <a:pt x="333822" y="154201"/>
                  </a:lnTo>
                  <a:lnTo>
                    <a:pt x="333326" y="148914"/>
                  </a:lnTo>
                  <a:lnTo>
                    <a:pt x="332662" y="143645"/>
                  </a:lnTo>
                  <a:lnTo>
                    <a:pt x="331831" y="138400"/>
                  </a:lnTo>
                  <a:lnTo>
                    <a:pt x="330834" y="133183"/>
                  </a:lnTo>
                  <a:lnTo>
                    <a:pt x="329672" y="128001"/>
                  </a:lnTo>
                  <a:lnTo>
                    <a:pt x="328346" y="122859"/>
                  </a:lnTo>
                  <a:lnTo>
                    <a:pt x="326858" y="117762"/>
                  </a:lnTo>
                  <a:lnTo>
                    <a:pt x="325208" y="112714"/>
                  </a:lnTo>
                  <a:lnTo>
                    <a:pt x="323398" y="107721"/>
                  </a:lnTo>
                  <a:lnTo>
                    <a:pt x="321431" y="102788"/>
                  </a:lnTo>
                  <a:lnTo>
                    <a:pt x="319308" y="97920"/>
                  </a:lnTo>
                  <a:lnTo>
                    <a:pt x="317032" y="93122"/>
                  </a:lnTo>
                  <a:lnTo>
                    <a:pt x="314605" y="88399"/>
                  </a:lnTo>
                  <a:lnTo>
                    <a:pt x="312028" y="83755"/>
                  </a:lnTo>
                  <a:lnTo>
                    <a:pt x="309306" y="79196"/>
                  </a:lnTo>
                  <a:lnTo>
                    <a:pt x="306440" y="74725"/>
                  </a:lnTo>
                  <a:lnTo>
                    <a:pt x="303433" y="70347"/>
                  </a:lnTo>
                  <a:lnTo>
                    <a:pt x="300289" y="66068"/>
                  </a:lnTo>
                  <a:lnTo>
                    <a:pt x="297010" y="61890"/>
                  </a:lnTo>
                  <a:lnTo>
                    <a:pt x="293601" y="57818"/>
                  </a:lnTo>
                  <a:lnTo>
                    <a:pt x="290064" y="53857"/>
                  </a:lnTo>
                  <a:lnTo>
                    <a:pt x="286402" y="50010"/>
                  </a:lnTo>
                  <a:lnTo>
                    <a:pt x="282621" y="46282"/>
                  </a:lnTo>
                  <a:lnTo>
                    <a:pt x="278723" y="42675"/>
                  </a:lnTo>
                  <a:lnTo>
                    <a:pt x="274712" y="39194"/>
                  </a:lnTo>
                  <a:lnTo>
                    <a:pt x="270593" y="35843"/>
                  </a:lnTo>
                  <a:lnTo>
                    <a:pt x="266369" y="32623"/>
                  </a:lnTo>
                  <a:lnTo>
                    <a:pt x="262046" y="29540"/>
                  </a:lnTo>
                  <a:lnTo>
                    <a:pt x="257626" y="26595"/>
                  </a:lnTo>
                  <a:lnTo>
                    <a:pt x="253116" y="23793"/>
                  </a:lnTo>
                  <a:lnTo>
                    <a:pt x="248518" y="21135"/>
                  </a:lnTo>
                  <a:lnTo>
                    <a:pt x="243838" y="18624"/>
                  </a:lnTo>
                  <a:lnTo>
                    <a:pt x="239081" y="16263"/>
                  </a:lnTo>
                  <a:lnTo>
                    <a:pt x="234252" y="14055"/>
                  </a:lnTo>
                  <a:lnTo>
                    <a:pt x="229355" y="12001"/>
                  </a:lnTo>
                  <a:lnTo>
                    <a:pt x="224395" y="10104"/>
                  </a:lnTo>
                  <a:lnTo>
                    <a:pt x="219377" y="8365"/>
                  </a:lnTo>
                  <a:lnTo>
                    <a:pt x="214306" y="6786"/>
                  </a:lnTo>
                  <a:lnTo>
                    <a:pt x="209188" y="5370"/>
                  </a:lnTo>
                  <a:lnTo>
                    <a:pt x="204028" y="4116"/>
                  </a:lnTo>
                  <a:lnTo>
                    <a:pt x="198830" y="3027"/>
                  </a:lnTo>
                  <a:lnTo>
                    <a:pt x="193600" y="2104"/>
                  </a:lnTo>
                  <a:lnTo>
                    <a:pt x="188344" y="1347"/>
                  </a:lnTo>
                  <a:lnTo>
                    <a:pt x="183066" y="758"/>
                  </a:lnTo>
                  <a:lnTo>
                    <a:pt x="177772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7458" y="5399291"/>
              <a:ext cx="8756" cy="167167"/>
            </a:xfrm>
            <a:custGeom>
              <a:avLst/>
              <a:pathLst>
                <a:path w="8756" h="167167">
                  <a:moveTo>
                    <a:pt x="8756" y="0"/>
                  </a:moveTo>
                  <a:lnTo>
                    <a:pt x="0" y="229"/>
                  </a:lnTo>
                  <a:lnTo>
                    <a:pt x="875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7458" y="5399521"/>
              <a:ext cx="8756" cy="166937"/>
            </a:xfrm>
            <a:custGeom>
              <a:avLst/>
              <a:pathLst>
                <a:path w="8756" h="166937">
                  <a:moveTo>
                    <a:pt x="0" y="0"/>
                  </a:moveTo>
                  <a:lnTo>
                    <a:pt x="8756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7458" y="5399521"/>
              <a:ext cx="8756" cy="166937"/>
            </a:xfrm>
            <a:custGeom>
              <a:avLst/>
              <a:pathLst>
                <a:path w="8756" h="166937">
                  <a:moveTo>
                    <a:pt x="0" y="0"/>
                  </a:moveTo>
                  <a:lnTo>
                    <a:pt x="8756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7458" y="5399521"/>
              <a:ext cx="8756" cy="166937"/>
            </a:xfrm>
            <a:custGeom>
              <a:avLst/>
              <a:pathLst>
                <a:path w="8756" h="166937">
                  <a:moveTo>
                    <a:pt x="0" y="0"/>
                  </a:moveTo>
                  <a:lnTo>
                    <a:pt x="8756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7458" y="5399521"/>
              <a:ext cx="8756" cy="166937"/>
            </a:xfrm>
            <a:custGeom>
              <a:avLst/>
              <a:pathLst>
                <a:path w="8756" h="166937">
                  <a:moveTo>
                    <a:pt x="0" y="0"/>
                  </a:moveTo>
                  <a:lnTo>
                    <a:pt x="8756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7458" y="5399521"/>
              <a:ext cx="8756" cy="166937"/>
            </a:xfrm>
            <a:custGeom>
              <a:avLst/>
              <a:pathLst>
                <a:path w="8756" h="166937">
                  <a:moveTo>
                    <a:pt x="0" y="0"/>
                  </a:moveTo>
                  <a:lnTo>
                    <a:pt x="8756" y="1669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7458" y="5399521"/>
              <a:ext cx="8756" cy="166937"/>
            </a:xfrm>
            <a:custGeom>
              <a:avLst/>
              <a:pathLst>
                <a:path w="8756" h="166937">
                  <a:moveTo>
                    <a:pt x="0" y="0"/>
                  </a:moveTo>
                  <a:lnTo>
                    <a:pt x="8756" y="1669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48" y="5399521"/>
              <a:ext cx="334319" cy="334099"/>
            </a:xfrm>
            <a:custGeom>
              <a:avLst/>
              <a:pathLst>
                <a:path w="334319" h="334099">
                  <a:moveTo>
                    <a:pt x="158410" y="0"/>
                  </a:moveTo>
                  <a:lnTo>
                    <a:pt x="153139" y="360"/>
                  </a:lnTo>
                  <a:lnTo>
                    <a:pt x="147881" y="886"/>
                  </a:lnTo>
                  <a:lnTo>
                    <a:pt x="142644" y="1579"/>
                  </a:lnTo>
                  <a:lnTo>
                    <a:pt x="137430" y="2436"/>
                  </a:lnTo>
                  <a:lnTo>
                    <a:pt x="132246" y="3458"/>
                  </a:lnTo>
                  <a:lnTo>
                    <a:pt x="127098" y="4643"/>
                  </a:lnTo>
                  <a:lnTo>
                    <a:pt x="121989" y="5991"/>
                  </a:lnTo>
                  <a:lnTo>
                    <a:pt x="116925" y="7499"/>
                  </a:lnTo>
                  <a:lnTo>
                    <a:pt x="111912" y="9166"/>
                  </a:lnTo>
                  <a:lnTo>
                    <a:pt x="106953" y="10991"/>
                  </a:lnTo>
                  <a:lnTo>
                    <a:pt x="102055" y="12972"/>
                  </a:lnTo>
                  <a:lnTo>
                    <a:pt x="97222" y="15106"/>
                  </a:lnTo>
                  <a:lnTo>
                    <a:pt x="92459" y="17393"/>
                  </a:lnTo>
                  <a:lnTo>
                    <a:pt x="87770" y="19828"/>
                  </a:lnTo>
                  <a:lnTo>
                    <a:pt x="83161" y="22411"/>
                  </a:lnTo>
                  <a:lnTo>
                    <a:pt x="78636" y="25138"/>
                  </a:lnTo>
                  <a:lnTo>
                    <a:pt x="74199" y="28006"/>
                  </a:lnTo>
                  <a:lnTo>
                    <a:pt x="69855" y="31014"/>
                  </a:lnTo>
                  <a:lnTo>
                    <a:pt x="65608" y="34157"/>
                  </a:lnTo>
                  <a:lnTo>
                    <a:pt x="61462" y="37433"/>
                  </a:lnTo>
                  <a:lnTo>
                    <a:pt x="57422" y="40838"/>
                  </a:lnTo>
                  <a:lnTo>
                    <a:pt x="53492" y="44369"/>
                  </a:lnTo>
                  <a:lnTo>
                    <a:pt x="49676" y="48022"/>
                  </a:lnTo>
                  <a:lnTo>
                    <a:pt x="45976" y="51795"/>
                  </a:lnTo>
                  <a:lnTo>
                    <a:pt x="42398" y="55682"/>
                  </a:lnTo>
                  <a:lnTo>
                    <a:pt x="38945" y="59681"/>
                  </a:lnTo>
                  <a:lnTo>
                    <a:pt x="35619" y="63786"/>
                  </a:lnTo>
                  <a:lnTo>
                    <a:pt x="32425" y="67995"/>
                  </a:lnTo>
                  <a:lnTo>
                    <a:pt x="29366" y="72303"/>
                  </a:lnTo>
                  <a:lnTo>
                    <a:pt x="26444" y="76705"/>
                  </a:lnTo>
                  <a:lnTo>
                    <a:pt x="23662" y="81197"/>
                  </a:lnTo>
                  <a:lnTo>
                    <a:pt x="21025" y="85775"/>
                  </a:lnTo>
                  <a:lnTo>
                    <a:pt x="18533" y="90434"/>
                  </a:lnTo>
                  <a:lnTo>
                    <a:pt x="16189" y="95169"/>
                  </a:lnTo>
                  <a:lnTo>
                    <a:pt x="13997" y="99976"/>
                  </a:lnTo>
                  <a:lnTo>
                    <a:pt x="11957" y="104850"/>
                  </a:lnTo>
                  <a:lnTo>
                    <a:pt x="10072" y="109786"/>
                  </a:lnTo>
                  <a:lnTo>
                    <a:pt x="8345" y="114779"/>
                  </a:lnTo>
                  <a:lnTo>
                    <a:pt x="6776" y="119824"/>
                  </a:lnTo>
                  <a:lnTo>
                    <a:pt x="5367" y="124916"/>
                  </a:lnTo>
                  <a:lnTo>
                    <a:pt x="4120" y="130051"/>
                  </a:lnTo>
                  <a:lnTo>
                    <a:pt x="3036" y="135222"/>
                  </a:lnTo>
                  <a:lnTo>
                    <a:pt x="2115" y="140424"/>
                  </a:lnTo>
                  <a:lnTo>
                    <a:pt x="1360" y="145653"/>
                  </a:lnTo>
                  <a:lnTo>
                    <a:pt x="770" y="150904"/>
                  </a:lnTo>
                  <a:lnTo>
                    <a:pt x="346" y="156170"/>
                  </a:lnTo>
                  <a:lnTo>
                    <a:pt x="90" y="161448"/>
                  </a:lnTo>
                  <a:lnTo>
                    <a:pt x="0" y="166730"/>
                  </a:lnTo>
                  <a:lnTo>
                    <a:pt x="76" y="172013"/>
                  </a:lnTo>
                  <a:lnTo>
                    <a:pt x="320" y="177291"/>
                  </a:lnTo>
                  <a:lnTo>
                    <a:pt x="731" y="182559"/>
                  </a:lnTo>
                  <a:lnTo>
                    <a:pt x="1308" y="187811"/>
                  </a:lnTo>
                  <a:lnTo>
                    <a:pt x="2050" y="193042"/>
                  </a:lnTo>
                  <a:lnTo>
                    <a:pt x="2958" y="198247"/>
                  </a:lnTo>
                  <a:lnTo>
                    <a:pt x="4029" y="203420"/>
                  </a:lnTo>
                  <a:lnTo>
                    <a:pt x="5263" y="208558"/>
                  </a:lnTo>
                  <a:lnTo>
                    <a:pt x="6660" y="213653"/>
                  </a:lnTo>
                  <a:lnTo>
                    <a:pt x="8216" y="218702"/>
                  </a:lnTo>
                  <a:lnTo>
                    <a:pt x="9931" y="223700"/>
                  </a:lnTo>
                  <a:lnTo>
                    <a:pt x="11804" y="228640"/>
                  </a:lnTo>
                  <a:lnTo>
                    <a:pt x="13831" y="233519"/>
                  </a:lnTo>
                  <a:lnTo>
                    <a:pt x="16012" y="238332"/>
                  </a:lnTo>
                  <a:lnTo>
                    <a:pt x="18344" y="243073"/>
                  </a:lnTo>
                  <a:lnTo>
                    <a:pt x="20824" y="247738"/>
                  </a:lnTo>
                  <a:lnTo>
                    <a:pt x="23451" y="252322"/>
                  </a:lnTo>
                  <a:lnTo>
                    <a:pt x="26221" y="256821"/>
                  </a:lnTo>
                  <a:lnTo>
                    <a:pt x="29132" y="261231"/>
                  </a:lnTo>
                  <a:lnTo>
                    <a:pt x="32180" y="265546"/>
                  </a:lnTo>
                  <a:lnTo>
                    <a:pt x="35364" y="269762"/>
                  </a:lnTo>
                  <a:lnTo>
                    <a:pt x="38679" y="273876"/>
                  </a:lnTo>
                  <a:lnTo>
                    <a:pt x="42123" y="277883"/>
                  </a:lnTo>
                  <a:lnTo>
                    <a:pt x="45692" y="281780"/>
                  </a:lnTo>
                  <a:lnTo>
                    <a:pt x="49381" y="285561"/>
                  </a:lnTo>
                  <a:lnTo>
                    <a:pt x="53189" y="289224"/>
                  </a:lnTo>
                  <a:lnTo>
                    <a:pt x="57110" y="292765"/>
                  </a:lnTo>
                  <a:lnTo>
                    <a:pt x="61142" y="296180"/>
                  </a:lnTo>
                  <a:lnTo>
                    <a:pt x="65279" y="299466"/>
                  </a:lnTo>
                  <a:lnTo>
                    <a:pt x="69518" y="302620"/>
                  </a:lnTo>
                  <a:lnTo>
                    <a:pt x="73855" y="305638"/>
                  </a:lnTo>
                  <a:lnTo>
                    <a:pt x="78285" y="308517"/>
                  </a:lnTo>
                  <a:lnTo>
                    <a:pt x="82803" y="311256"/>
                  </a:lnTo>
                  <a:lnTo>
                    <a:pt x="87406" y="313850"/>
                  </a:lnTo>
                  <a:lnTo>
                    <a:pt x="92089" y="316297"/>
                  </a:lnTo>
                  <a:lnTo>
                    <a:pt x="96846" y="318595"/>
                  </a:lnTo>
                  <a:lnTo>
                    <a:pt x="101674" y="320741"/>
                  </a:lnTo>
                  <a:lnTo>
                    <a:pt x="106567" y="322734"/>
                  </a:lnTo>
                  <a:lnTo>
                    <a:pt x="111521" y="324571"/>
                  </a:lnTo>
                  <a:lnTo>
                    <a:pt x="116530" y="326251"/>
                  </a:lnTo>
                  <a:lnTo>
                    <a:pt x="121590" y="327772"/>
                  </a:lnTo>
                  <a:lnTo>
                    <a:pt x="126696" y="329132"/>
                  </a:lnTo>
                  <a:lnTo>
                    <a:pt x="131842" y="330330"/>
                  </a:lnTo>
                  <a:lnTo>
                    <a:pt x="137023" y="331365"/>
                  </a:lnTo>
                  <a:lnTo>
                    <a:pt x="142234" y="332235"/>
                  </a:lnTo>
                  <a:lnTo>
                    <a:pt x="147470" y="332940"/>
                  </a:lnTo>
                  <a:lnTo>
                    <a:pt x="152726" y="333480"/>
                  </a:lnTo>
                  <a:lnTo>
                    <a:pt x="157996" y="333853"/>
                  </a:lnTo>
                  <a:lnTo>
                    <a:pt x="163276" y="334060"/>
                  </a:lnTo>
                  <a:lnTo>
                    <a:pt x="168559" y="334099"/>
                  </a:lnTo>
                  <a:lnTo>
                    <a:pt x="173841" y="333972"/>
                  </a:lnTo>
                  <a:lnTo>
                    <a:pt x="179116" y="333677"/>
                  </a:lnTo>
                  <a:lnTo>
                    <a:pt x="184380" y="333216"/>
                  </a:lnTo>
                  <a:lnTo>
                    <a:pt x="189626" y="332589"/>
                  </a:lnTo>
                  <a:lnTo>
                    <a:pt x="194850" y="331797"/>
                  </a:lnTo>
                  <a:lnTo>
                    <a:pt x="200046" y="330840"/>
                  </a:lnTo>
                  <a:lnTo>
                    <a:pt x="205209" y="329719"/>
                  </a:lnTo>
                  <a:lnTo>
                    <a:pt x="210334" y="328435"/>
                  </a:lnTo>
                  <a:lnTo>
                    <a:pt x="215416" y="326990"/>
                  </a:lnTo>
                  <a:lnTo>
                    <a:pt x="220450" y="325386"/>
                  </a:lnTo>
                  <a:lnTo>
                    <a:pt x="225431" y="323623"/>
                  </a:lnTo>
                  <a:lnTo>
                    <a:pt x="230353" y="321703"/>
                  </a:lnTo>
                  <a:lnTo>
                    <a:pt x="235213" y="319629"/>
                  </a:lnTo>
                  <a:lnTo>
                    <a:pt x="240004" y="317402"/>
                  </a:lnTo>
                  <a:lnTo>
                    <a:pt x="244723" y="315025"/>
                  </a:lnTo>
                  <a:lnTo>
                    <a:pt x="249364" y="312500"/>
                  </a:lnTo>
                  <a:lnTo>
                    <a:pt x="253923" y="309830"/>
                  </a:lnTo>
                  <a:lnTo>
                    <a:pt x="258395" y="307017"/>
                  </a:lnTo>
                  <a:lnTo>
                    <a:pt x="262776" y="304064"/>
                  </a:lnTo>
                  <a:lnTo>
                    <a:pt x="267062" y="300974"/>
                  </a:lnTo>
                  <a:lnTo>
                    <a:pt x="271248" y="297750"/>
                  </a:lnTo>
                  <a:lnTo>
                    <a:pt x="275330" y="294396"/>
                  </a:lnTo>
                  <a:lnTo>
                    <a:pt x="279304" y="290914"/>
                  </a:lnTo>
                  <a:lnTo>
                    <a:pt x="283166" y="287308"/>
                  </a:lnTo>
                  <a:lnTo>
                    <a:pt x="286912" y="283582"/>
                  </a:lnTo>
                  <a:lnTo>
                    <a:pt x="290538" y="279740"/>
                  </a:lnTo>
                  <a:lnTo>
                    <a:pt x="294042" y="275785"/>
                  </a:lnTo>
                  <a:lnTo>
                    <a:pt x="297418" y="271721"/>
                  </a:lnTo>
                  <a:lnTo>
                    <a:pt x="300664" y="267552"/>
                  </a:lnTo>
                  <a:lnTo>
                    <a:pt x="303777" y="263283"/>
                  </a:lnTo>
                  <a:lnTo>
                    <a:pt x="306754" y="258918"/>
                  </a:lnTo>
                  <a:lnTo>
                    <a:pt x="309591" y="254461"/>
                  </a:lnTo>
                  <a:lnTo>
                    <a:pt x="312286" y="249916"/>
                  </a:lnTo>
                  <a:lnTo>
                    <a:pt x="314835" y="245289"/>
                  </a:lnTo>
                  <a:lnTo>
                    <a:pt x="317238" y="240583"/>
                  </a:lnTo>
                  <a:lnTo>
                    <a:pt x="319490" y="235804"/>
                  </a:lnTo>
                  <a:lnTo>
                    <a:pt x="321590" y="230956"/>
                  </a:lnTo>
                  <a:lnTo>
                    <a:pt x="323536" y="226044"/>
                  </a:lnTo>
                  <a:lnTo>
                    <a:pt x="325326" y="221072"/>
                  </a:lnTo>
                  <a:lnTo>
                    <a:pt x="326958" y="216047"/>
                  </a:lnTo>
                  <a:lnTo>
                    <a:pt x="328430" y="210973"/>
                  </a:lnTo>
                  <a:lnTo>
                    <a:pt x="329741" y="205855"/>
                  </a:lnTo>
                  <a:lnTo>
                    <a:pt x="330890" y="200698"/>
                  </a:lnTo>
                  <a:lnTo>
                    <a:pt x="331875" y="195507"/>
                  </a:lnTo>
                  <a:lnTo>
                    <a:pt x="332695" y="190287"/>
                  </a:lnTo>
                  <a:lnTo>
                    <a:pt x="333351" y="185045"/>
                  </a:lnTo>
                  <a:lnTo>
                    <a:pt x="333840" y="179784"/>
                  </a:lnTo>
                  <a:lnTo>
                    <a:pt x="334163" y="174510"/>
                  </a:lnTo>
                  <a:lnTo>
                    <a:pt x="334319" y="169229"/>
                  </a:lnTo>
                  <a:lnTo>
                    <a:pt x="334307" y="163946"/>
                  </a:lnTo>
                  <a:lnTo>
                    <a:pt x="334129" y="158665"/>
                  </a:lnTo>
                  <a:lnTo>
                    <a:pt x="333785" y="153393"/>
                  </a:lnTo>
                  <a:lnTo>
                    <a:pt x="333273" y="148134"/>
                  </a:lnTo>
                  <a:lnTo>
                    <a:pt x="332596" y="142894"/>
                  </a:lnTo>
                  <a:lnTo>
                    <a:pt x="331754" y="137678"/>
                  </a:lnTo>
                  <a:lnTo>
                    <a:pt x="330747" y="132492"/>
                  </a:lnTo>
                  <a:lnTo>
                    <a:pt x="329577" y="127340"/>
                  </a:lnTo>
                  <a:lnTo>
                    <a:pt x="328244" y="122227"/>
                  </a:lnTo>
                  <a:lnTo>
                    <a:pt x="326751" y="117159"/>
                  </a:lnTo>
                  <a:lnTo>
                    <a:pt x="325098" y="112140"/>
                  </a:lnTo>
                  <a:lnTo>
                    <a:pt x="323287" y="107177"/>
                  </a:lnTo>
                  <a:lnTo>
                    <a:pt x="321321" y="102273"/>
                  </a:lnTo>
                  <a:lnTo>
                    <a:pt x="319200" y="97434"/>
                  </a:lnTo>
                  <a:lnTo>
                    <a:pt x="316928" y="92664"/>
                  </a:lnTo>
                  <a:lnTo>
                    <a:pt x="314506" y="87968"/>
                  </a:lnTo>
                  <a:lnTo>
                    <a:pt x="311937" y="83351"/>
                  </a:lnTo>
                  <a:lnTo>
                    <a:pt x="309223" y="78818"/>
                  </a:lnTo>
                  <a:lnTo>
                    <a:pt x="306367" y="74373"/>
                  </a:lnTo>
                  <a:lnTo>
                    <a:pt x="303373" y="70020"/>
                  </a:lnTo>
                  <a:lnTo>
                    <a:pt x="300242" y="65764"/>
                  </a:lnTo>
                  <a:lnTo>
                    <a:pt x="296978" y="61609"/>
                  </a:lnTo>
                  <a:lnTo>
                    <a:pt x="293585" y="57560"/>
                  </a:lnTo>
                  <a:lnTo>
                    <a:pt x="290065" y="53619"/>
                  </a:lnTo>
                  <a:lnTo>
                    <a:pt x="286422" y="49792"/>
                  </a:lnTo>
                  <a:lnTo>
                    <a:pt x="282661" y="46082"/>
                  </a:lnTo>
                  <a:lnTo>
                    <a:pt x="278784" y="42492"/>
                  </a:lnTo>
                  <a:lnTo>
                    <a:pt x="274795" y="39027"/>
                  </a:lnTo>
                  <a:lnTo>
                    <a:pt x="270699" y="35690"/>
                  </a:lnTo>
                  <a:lnTo>
                    <a:pt x="266500" y="32483"/>
                  </a:lnTo>
                  <a:lnTo>
                    <a:pt x="262201" y="29411"/>
                  </a:lnTo>
                  <a:lnTo>
                    <a:pt x="257808" y="26477"/>
                  </a:lnTo>
                  <a:lnTo>
                    <a:pt x="253324" y="23683"/>
                  </a:lnTo>
                  <a:lnTo>
                    <a:pt x="248753" y="21031"/>
                  </a:lnTo>
                  <a:lnTo>
                    <a:pt x="244102" y="18526"/>
                  </a:lnTo>
                  <a:lnTo>
                    <a:pt x="239373" y="16169"/>
                  </a:lnTo>
                  <a:lnTo>
                    <a:pt x="234573" y="13962"/>
                  </a:lnTo>
                  <a:lnTo>
                    <a:pt x="229705" y="11908"/>
                  </a:lnTo>
                  <a:lnTo>
                    <a:pt x="224774" y="10010"/>
                  </a:lnTo>
                  <a:lnTo>
                    <a:pt x="219786" y="8267"/>
                  </a:lnTo>
                  <a:lnTo>
                    <a:pt x="214746" y="6684"/>
                  </a:lnTo>
                  <a:lnTo>
                    <a:pt x="167167" y="1669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47578" cy="167167"/>
            </a:xfrm>
            <a:custGeom>
              <a:avLst/>
              <a:pathLst>
                <a:path w="47578" h="167167">
                  <a:moveTo>
                    <a:pt x="47578" y="6913"/>
                  </a:moveTo>
                  <a:lnTo>
                    <a:pt x="41767" y="5302"/>
                  </a:lnTo>
                  <a:lnTo>
                    <a:pt x="35902" y="3900"/>
                  </a:lnTo>
                  <a:lnTo>
                    <a:pt x="29990" y="2712"/>
                  </a:lnTo>
                  <a:lnTo>
                    <a:pt x="24039" y="1737"/>
                  </a:lnTo>
                  <a:lnTo>
                    <a:pt x="18056" y="978"/>
                  </a:lnTo>
                  <a:lnTo>
                    <a:pt x="12050" y="434"/>
                  </a:lnTo>
                  <a:lnTo>
                    <a:pt x="6029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7871" y="5399291"/>
              <a:ext cx="85672" cy="167167"/>
            </a:xfrm>
            <a:custGeom>
              <a:avLst/>
              <a:pathLst>
                <a:path w="85672" h="167167">
                  <a:moveTo>
                    <a:pt x="85672" y="0"/>
                  </a:moveTo>
                  <a:lnTo>
                    <a:pt x="80051" y="94"/>
                  </a:lnTo>
                  <a:lnTo>
                    <a:pt x="74437" y="377"/>
                  </a:lnTo>
                  <a:lnTo>
                    <a:pt x="68835" y="850"/>
                  </a:lnTo>
                  <a:lnTo>
                    <a:pt x="63252" y="1510"/>
                  </a:lnTo>
                  <a:lnTo>
                    <a:pt x="57695" y="2357"/>
                  </a:lnTo>
                  <a:lnTo>
                    <a:pt x="52169" y="3391"/>
                  </a:lnTo>
                  <a:lnTo>
                    <a:pt x="46681" y="4610"/>
                  </a:lnTo>
                  <a:lnTo>
                    <a:pt x="41237" y="6013"/>
                  </a:lnTo>
                  <a:lnTo>
                    <a:pt x="35844" y="7599"/>
                  </a:lnTo>
                  <a:lnTo>
                    <a:pt x="30507" y="9364"/>
                  </a:lnTo>
                  <a:lnTo>
                    <a:pt x="25232" y="11308"/>
                  </a:lnTo>
                  <a:lnTo>
                    <a:pt x="20025" y="13429"/>
                  </a:lnTo>
                  <a:lnTo>
                    <a:pt x="14893" y="15723"/>
                  </a:lnTo>
                  <a:lnTo>
                    <a:pt x="9841" y="18189"/>
                  </a:lnTo>
                  <a:lnTo>
                    <a:pt x="4875" y="20823"/>
                  </a:lnTo>
                  <a:lnTo>
                    <a:pt x="0" y="23622"/>
                  </a:lnTo>
                  <a:lnTo>
                    <a:pt x="8567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7871" y="5422914"/>
              <a:ext cx="85672" cy="143544"/>
            </a:xfrm>
            <a:custGeom>
              <a:avLst/>
              <a:pathLst>
                <a:path w="85672" h="143544">
                  <a:moveTo>
                    <a:pt x="0" y="0"/>
                  </a:moveTo>
                  <a:lnTo>
                    <a:pt x="85672" y="143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7871" y="5422914"/>
              <a:ext cx="85672" cy="143544"/>
            </a:xfrm>
            <a:custGeom>
              <a:avLst/>
              <a:pathLst>
                <a:path w="85672" h="143544">
                  <a:moveTo>
                    <a:pt x="0" y="0"/>
                  </a:moveTo>
                  <a:lnTo>
                    <a:pt x="85672" y="143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7871" y="5422914"/>
              <a:ext cx="85672" cy="143544"/>
            </a:xfrm>
            <a:custGeom>
              <a:avLst/>
              <a:pathLst>
                <a:path w="85672" h="143544">
                  <a:moveTo>
                    <a:pt x="0" y="0"/>
                  </a:moveTo>
                  <a:lnTo>
                    <a:pt x="85672" y="143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7871" y="5422914"/>
              <a:ext cx="85672" cy="143544"/>
            </a:xfrm>
            <a:custGeom>
              <a:avLst/>
              <a:pathLst>
                <a:path w="85672" h="143544">
                  <a:moveTo>
                    <a:pt x="0" y="0"/>
                  </a:moveTo>
                  <a:lnTo>
                    <a:pt x="85672" y="1435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37871" y="5422914"/>
              <a:ext cx="85672" cy="143544"/>
            </a:xfrm>
            <a:custGeom>
              <a:avLst/>
              <a:pathLst>
                <a:path w="85672" h="143544">
                  <a:moveTo>
                    <a:pt x="0" y="0"/>
                  </a:moveTo>
                  <a:lnTo>
                    <a:pt x="85672" y="1435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81" y="5422914"/>
              <a:ext cx="213385" cy="310706"/>
            </a:xfrm>
            <a:custGeom>
              <a:avLst/>
              <a:pathLst>
                <a:path w="213385" h="310706">
                  <a:moveTo>
                    <a:pt x="81490" y="0"/>
                  </a:moveTo>
                  <a:lnTo>
                    <a:pt x="76935" y="2818"/>
                  </a:lnTo>
                  <a:lnTo>
                    <a:pt x="72473" y="5780"/>
                  </a:lnTo>
                  <a:lnTo>
                    <a:pt x="68109" y="8884"/>
                  </a:lnTo>
                  <a:lnTo>
                    <a:pt x="63846" y="12127"/>
                  </a:lnTo>
                  <a:lnTo>
                    <a:pt x="59689" y="15504"/>
                  </a:lnTo>
                  <a:lnTo>
                    <a:pt x="55642" y="19013"/>
                  </a:lnTo>
                  <a:lnTo>
                    <a:pt x="51710" y="22649"/>
                  </a:lnTo>
                  <a:lnTo>
                    <a:pt x="47896" y="26410"/>
                  </a:lnTo>
                  <a:lnTo>
                    <a:pt x="44205" y="30291"/>
                  </a:lnTo>
                  <a:lnTo>
                    <a:pt x="40640" y="34288"/>
                  </a:lnTo>
                  <a:lnTo>
                    <a:pt x="37205" y="38397"/>
                  </a:lnTo>
                  <a:lnTo>
                    <a:pt x="33903" y="42614"/>
                  </a:lnTo>
                  <a:lnTo>
                    <a:pt x="30738" y="46935"/>
                  </a:lnTo>
                  <a:lnTo>
                    <a:pt x="27713" y="51355"/>
                  </a:lnTo>
                  <a:lnTo>
                    <a:pt x="24832" y="55869"/>
                  </a:lnTo>
                  <a:lnTo>
                    <a:pt x="22096" y="60474"/>
                  </a:lnTo>
                  <a:lnTo>
                    <a:pt x="19509" y="65164"/>
                  </a:lnTo>
                  <a:lnTo>
                    <a:pt x="17074" y="69934"/>
                  </a:lnTo>
                  <a:lnTo>
                    <a:pt x="14793" y="74780"/>
                  </a:lnTo>
                  <a:lnTo>
                    <a:pt x="12668" y="79697"/>
                  </a:lnTo>
                  <a:lnTo>
                    <a:pt x="10702" y="84679"/>
                  </a:lnTo>
                  <a:lnTo>
                    <a:pt x="8897" y="89721"/>
                  </a:lnTo>
                  <a:lnTo>
                    <a:pt x="7254" y="94819"/>
                  </a:lnTo>
                  <a:lnTo>
                    <a:pt x="5775" y="99966"/>
                  </a:lnTo>
                  <a:lnTo>
                    <a:pt x="4462" y="105159"/>
                  </a:lnTo>
                  <a:lnTo>
                    <a:pt x="3316" y="110391"/>
                  </a:lnTo>
                  <a:lnTo>
                    <a:pt x="2338" y="115657"/>
                  </a:lnTo>
                  <a:lnTo>
                    <a:pt x="1529" y="120951"/>
                  </a:lnTo>
                  <a:lnTo>
                    <a:pt x="890" y="126269"/>
                  </a:lnTo>
                  <a:lnTo>
                    <a:pt x="422" y="131604"/>
                  </a:lnTo>
                  <a:lnTo>
                    <a:pt x="125" y="136952"/>
                  </a:lnTo>
                  <a:lnTo>
                    <a:pt x="0" y="142306"/>
                  </a:lnTo>
                  <a:lnTo>
                    <a:pt x="46" y="147662"/>
                  </a:lnTo>
                  <a:lnTo>
                    <a:pt x="263" y="153014"/>
                  </a:lnTo>
                  <a:lnTo>
                    <a:pt x="652" y="158355"/>
                  </a:lnTo>
                  <a:lnTo>
                    <a:pt x="1212" y="163682"/>
                  </a:lnTo>
                  <a:lnTo>
                    <a:pt x="1943" y="168988"/>
                  </a:lnTo>
                  <a:lnTo>
                    <a:pt x="2842" y="174268"/>
                  </a:lnTo>
                  <a:lnTo>
                    <a:pt x="3911" y="179516"/>
                  </a:lnTo>
                  <a:lnTo>
                    <a:pt x="5147" y="184727"/>
                  </a:lnTo>
                  <a:lnTo>
                    <a:pt x="6550" y="189896"/>
                  </a:lnTo>
                  <a:lnTo>
                    <a:pt x="8117" y="195018"/>
                  </a:lnTo>
                  <a:lnTo>
                    <a:pt x="9847" y="200086"/>
                  </a:lnTo>
                  <a:lnTo>
                    <a:pt x="11740" y="205097"/>
                  </a:lnTo>
                  <a:lnTo>
                    <a:pt x="13791" y="210044"/>
                  </a:lnTo>
                  <a:lnTo>
                    <a:pt x="16000" y="214923"/>
                  </a:lnTo>
                  <a:lnTo>
                    <a:pt x="18364" y="219729"/>
                  </a:lnTo>
                  <a:lnTo>
                    <a:pt x="20881" y="224457"/>
                  </a:lnTo>
                  <a:lnTo>
                    <a:pt x="23549" y="229102"/>
                  </a:lnTo>
                  <a:lnTo>
                    <a:pt x="26363" y="233658"/>
                  </a:lnTo>
                  <a:lnTo>
                    <a:pt x="29322" y="238123"/>
                  </a:lnTo>
                  <a:lnTo>
                    <a:pt x="32423" y="242490"/>
                  </a:lnTo>
                  <a:lnTo>
                    <a:pt x="35662" y="246755"/>
                  </a:lnTo>
                  <a:lnTo>
                    <a:pt x="39035" y="250915"/>
                  </a:lnTo>
                  <a:lnTo>
                    <a:pt x="42541" y="254965"/>
                  </a:lnTo>
                  <a:lnTo>
                    <a:pt x="46174" y="258900"/>
                  </a:lnTo>
                  <a:lnTo>
                    <a:pt x="49932" y="262716"/>
                  </a:lnTo>
                  <a:lnTo>
                    <a:pt x="53810" y="266411"/>
                  </a:lnTo>
                  <a:lnTo>
                    <a:pt x="57804" y="269979"/>
                  </a:lnTo>
                  <a:lnTo>
                    <a:pt x="61910" y="273417"/>
                  </a:lnTo>
                  <a:lnTo>
                    <a:pt x="66125" y="276722"/>
                  </a:lnTo>
                  <a:lnTo>
                    <a:pt x="70443" y="279891"/>
                  </a:lnTo>
                  <a:lnTo>
                    <a:pt x="74861" y="282919"/>
                  </a:lnTo>
                  <a:lnTo>
                    <a:pt x="79373" y="285805"/>
                  </a:lnTo>
                  <a:lnTo>
                    <a:pt x="83975" y="288544"/>
                  </a:lnTo>
                  <a:lnTo>
                    <a:pt x="88663" y="291134"/>
                  </a:lnTo>
                  <a:lnTo>
                    <a:pt x="93431" y="293573"/>
                  </a:lnTo>
                  <a:lnTo>
                    <a:pt x="98275" y="295858"/>
                  </a:lnTo>
                  <a:lnTo>
                    <a:pt x="103190" y="297987"/>
                  </a:lnTo>
                  <a:lnTo>
                    <a:pt x="108171" y="299957"/>
                  </a:lnTo>
                  <a:lnTo>
                    <a:pt x="113212" y="301767"/>
                  </a:lnTo>
                  <a:lnTo>
                    <a:pt x="118308" y="303414"/>
                  </a:lnTo>
                  <a:lnTo>
                    <a:pt x="123454" y="304897"/>
                  </a:lnTo>
                  <a:lnTo>
                    <a:pt x="128646" y="306214"/>
                  </a:lnTo>
                  <a:lnTo>
                    <a:pt x="133877" y="307364"/>
                  </a:lnTo>
                  <a:lnTo>
                    <a:pt x="139142" y="308347"/>
                  </a:lnTo>
                  <a:lnTo>
                    <a:pt x="144436" y="309160"/>
                  </a:lnTo>
                  <a:lnTo>
                    <a:pt x="149753" y="309803"/>
                  </a:lnTo>
                  <a:lnTo>
                    <a:pt x="155088" y="310275"/>
                  </a:lnTo>
                  <a:lnTo>
                    <a:pt x="160435" y="310576"/>
                  </a:lnTo>
                  <a:lnTo>
                    <a:pt x="165790" y="310706"/>
                  </a:lnTo>
                  <a:lnTo>
                    <a:pt x="171145" y="310664"/>
                  </a:lnTo>
                  <a:lnTo>
                    <a:pt x="176497" y="310451"/>
                  </a:lnTo>
                  <a:lnTo>
                    <a:pt x="181839" y="310066"/>
                  </a:lnTo>
                  <a:lnTo>
                    <a:pt x="187166" y="309511"/>
                  </a:lnTo>
                  <a:lnTo>
                    <a:pt x="192473" y="308785"/>
                  </a:lnTo>
                  <a:lnTo>
                    <a:pt x="197753" y="307889"/>
                  </a:lnTo>
                  <a:lnTo>
                    <a:pt x="203002" y="306825"/>
                  </a:lnTo>
                  <a:lnTo>
                    <a:pt x="208215" y="305593"/>
                  </a:lnTo>
                  <a:lnTo>
                    <a:pt x="213385" y="304194"/>
                  </a:lnTo>
                  <a:lnTo>
                    <a:pt x="167162" y="1435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23544" y="5399291"/>
              <a:ext cx="167153" cy="327817"/>
            </a:xfrm>
            <a:custGeom>
              <a:avLst/>
              <a:pathLst>
                <a:path w="167153" h="327817">
                  <a:moveTo>
                    <a:pt x="46222" y="327817"/>
                  </a:moveTo>
                  <a:lnTo>
                    <a:pt x="51305" y="326266"/>
                  </a:lnTo>
                  <a:lnTo>
                    <a:pt x="56337" y="324555"/>
                  </a:lnTo>
                  <a:lnTo>
                    <a:pt x="61312" y="322685"/>
                  </a:lnTo>
                  <a:lnTo>
                    <a:pt x="66224" y="320657"/>
                  </a:lnTo>
                  <a:lnTo>
                    <a:pt x="71070" y="318474"/>
                  </a:lnTo>
                  <a:lnTo>
                    <a:pt x="75844" y="316139"/>
                  </a:lnTo>
                  <a:lnTo>
                    <a:pt x="80541" y="313652"/>
                  </a:lnTo>
                  <a:lnTo>
                    <a:pt x="85157" y="311018"/>
                  </a:lnTo>
                  <a:lnTo>
                    <a:pt x="89687" y="308238"/>
                  </a:lnTo>
                  <a:lnTo>
                    <a:pt x="94126" y="305316"/>
                  </a:lnTo>
                  <a:lnTo>
                    <a:pt x="98470" y="302254"/>
                  </a:lnTo>
                  <a:lnTo>
                    <a:pt x="102714" y="299056"/>
                  </a:lnTo>
                  <a:lnTo>
                    <a:pt x="106855" y="295724"/>
                  </a:lnTo>
                  <a:lnTo>
                    <a:pt x="110888" y="292262"/>
                  </a:lnTo>
                  <a:lnTo>
                    <a:pt x="114808" y="288674"/>
                  </a:lnTo>
                  <a:lnTo>
                    <a:pt x="118613" y="284963"/>
                  </a:lnTo>
                  <a:lnTo>
                    <a:pt x="122297" y="281133"/>
                  </a:lnTo>
                  <a:lnTo>
                    <a:pt x="125858" y="277188"/>
                  </a:lnTo>
                  <a:lnTo>
                    <a:pt x="129292" y="273131"/>
                  </a:lnTo>
                  <a:lnTo>
                    <a:pt x="132595" y="268968"/>
                  </a:lnTo>
                  <a:lnTo>
                    <a:pt x="135764" y="264701"/>
                  </a:lnTo>
                  <a:lnTo>
                    <a:pt x="138796" y="260336"/>
                  </a:lnTo>
                  <a:lnTo>
                    <a:pt x="141688" y="255877"/>
                  </a:lnTo>
                  <a:lnTo>
                    <a:pt x="144436" y="251328"/>
                  </a:lnTo>
                  <a:lnTo>
                    <a:pt x="147038" y="246694"/>
                  </a:lnTo>
                  <a:lnTo>
                    <a:pt x="149492" y="241980"/>
                  </a:lnTo>
                  <a:lnTo>
                    <a:pt x="151795" y="237190"/>
                  </a:lnTo>
                  <a:lnTo>
                    <a:pt x="153944" y="232329"/>
                  </a:lnTo>
                  <a:lnTo>
                    <a:pt x="155937" y="227403"/>
                  </a:lnTo>
                  <a:lnTo>
                    <a:pt x="157773" y="222415"/>
                  </a:lnTo>
                  <a:lnTo>
                    <a:pt x="159450" y="217372"/>
                  </a:lnTo>
                  <a:lnTo>
                    <a:pt x="160965" y="212278"/>
                  </a:lnTo>
                  <a:lnTo>
                    <a:pt x="162318" y="207138"/>
                  </a:lnTo>
                  <a:lnTo>
                    <a:pt x="163506" y="201958"/>
                  </a:lnTo>
                  <a:lnTo>
                    <a:pt x="164530" y="196743"/>
                  </a:lnTo>
                  <a:lnTo>
                    <a:pt x="165387" y="191498"/>
                  </a:lnTo>
                  <a:lnTo>
                    <a:pt x="166077" y="186228"/>
                  </a:lnTo>
                  <a:lnTo>
                    <a:pt x="166599" y="180939"/>
                  </a:lnTo>
                  <a:lnTo>
                    <a:pt x="166952" y="175636"/>
                  </a:lnTo>
                  <a:lnTo>
                    <a:pt x="167137" y="170325"/>
                  </a:lnTo>
                  <a:lnTo>
                    <a:pt x="167153" y="165010"/>
                  </a:lnTo>
                  <a:lnTo>
                    <a:pt x="167000" y="159698"/>
                  </a:lnTo>
                  <a:lnTo>
                    <a:pt x="166678" y="154393"/>
                  </a:lnTo>
                  <a:lnTo>
                    <a:pt x="166188" y="149101"/>
                  </a:lnTo>
                  <a:lnTo>
                    <a:pt x="165530" y="143827"/>
                  </a:lnTo>
                  <a:lnTo>
                    <a:pt x="164704" y="138577"/>
                  </a:lnTo>
                  <a:lnTo>
                    <a:pt x="163712" y="133356"/>
                  </a:lnTo>
                  <a:lnTo>
                    <a:pt x="162554" y="128169"/>
                  </a:lnTo>
                  <a:lnTo>
                    <a:pt x="161233" y="123021"/>
                  </a:lnTo>
                  <a:lnTo>
                    <a:pt x="159748" y="117918"/>
                  </a:lnTo>
                  <a:lnTo>
                    <a:pt x="158101" y="112865"/>
                  </a:lnTo>
                  <a:lnTo>
                    <a:pt x="156295" y="107866"/>
                  </a:lnTo>
                  <a:lnTo>
                    <a:pt x="154331" y="102928"/>
                  </a:lnTo>
                  <a:lnTo>
                    <a:pt x="152211" y="98054"/>
                  </a:lnTo>
                  <a:lnTo>
                    <a:pt x="149937" y="93251"/>
                  </a:lnTo>
                  <a:lnTo>
                    <a:pt x="147512" y="88522"/>
                  </a:lnTo>
                  <a:lnTo>
                    <a:pt x="144937" y="83872"/>
                  </a:lnTo>
                  <a:lnTo>
                    <a:pt x="142216" y="79307"/>
                  </a:lnTo>
                  <a:lnTo>
                    <a:pt x="139351" y="74831"/>
                  </a:lnTo>
                  <a:lnTo>
                    <a:pt x="136346" y="70448"/>
                  </a:lnTo>
                  <a:lnTo>
                    <a:pt x="133202" y="66162"/>
                  </a:lnTo>
                  <a:lnTo>
                    <a:pt x="129924" y="61979"/>
                  </a:lnTo>
                  <a:lnTo>
                    <a:pt x="126515" y="57902"/>
                  </a:lnTo>
                  <a:lnTo>
                    <a:pt x="122978" y="53936"/>
                  </a:lnTo>
                  <a:lnTo>
                    <a:pt x="119316" y="50084"/>
                  </a:lnTo>
                  <a:lnTo>
                    <a:pt x="115534" y="46350"/>
                  </a:lnTo>
                  <a:lnTo>
                    <a:pt x="111635" y="42738"/>
                  </a:lnTo>
                  <a:lnTo>
                    <a:pt x="107623" y="39252"/>
                  </a:lnTo>
                  <a:lnTo>
                    <a:pt x="103502" y="35896"/>
                  </a:lnTo>
                  <a:lnTo>
                    <a:pt x="99277" y="32672"/>
                  </a:lnTo>
                  <a:lnTo>
                    <a:pt x="94952" y="29584"/>
                  </a:lnTo>
                  <a:lnTo>
                    <a:pt x="90530" y="26635"/>
                  </a:lnTo>
                  <a:lnTo>
                    <a:pt x="86017" y="23828"/>
                  </a:lnTo>
                  <a:lnTo>
                    <a:pt x="81417" y="21167"/>
                  </a:lnTo>
                  <a:lnTo>
                    <a:pt x="76735" y="18652"/>
                  </a:lnTo>
                  <a:lnTo>
                    <a:pt x="71975" y="16288"/>
                  </a:lnTo>
                  <a:lnTo>
                    <a:pt x="67142" y="14076"/>
                  </a:lnTo>
                  <a:lnTo>
                    <a:pt x="62242" y="12019"/>
                  </a:lnTo>
                  <a:lnTo>
                    <a:pt x="57279" y="10119"/>
                  </a:lnTo>
                  <a:lnTo>
                    <a:pt x="52257" y="8378"/>
                  </a:lnTo>
                  <a:lnTo>
                    <a:pt x="47183" y="6797"/>
                  </a:lnTo>
                  <a:lnTo>
                    <a:pt x="42062" y="5378"/>
                  </a:lnTo>
                  <a:lnTo>
                    <a:pt x="36897" y="4122"/>
                  </a:lnTo>
                  <a:lnTo>
                    <a:pt x="31696" y="3032"/>
                  </a:lnTo>
                  <a:lnTo>
                    <a:pt x="26462" y="2107"/>
                  </a:lnTo>
                  <a:lnTo>
                    <a:pt x="21202" y="1350"/>
                  </a:lnTo>
                  <a:lnTo>
                    <a:pt x="15920" y="759"/>
                  </a:lnTo>
                  <a:lnTo>
                    <a:pt x="10622" y="337"/>
                  </a:lnTo>
                  <a:lnTo>
                    <a:pt x="5313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9841" y="5269756"/>
              <a:ext cx="25416" cy="167167"/>
            </a:xfrm>
            <a:custGeom>
              <a:avLst/>
              <a:pathLst>
                <a:path w="25416" h="167167">
                  <a:moveTo>
                    <a:pt x="25416" y="0"/>
                  </a:moveTo>
                  <a:lnTo>
                    <a:pt x="16915" y="216"/>
                  </a:lnTo>
                  <a:lnTo>
                    <a:pt x="8435" y="864"/>
                  </a:lnTo>
                  <a:lnTo>
                    <a:pt x="0" y="1943"/>
                  </a:lnTo>
                  <a:lnTo>
                    <a:pt x="2541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9841" y="5271699"/>
              <a:ext cx="25416" cy="165223"/>
            </a:xfrm>
            <a:custGeom>
              <a:avLst/>
              <a:pathLst>
                <a:path w="25416" h="165223">
                  <a:moveTo>
                    <a:pt x="0" y="0"/>
                  </a:moveTo>
                  <a:lnTo>
                    <a:pt x="25416" y="1652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9841" y="5271699"/>
              <a:ext cx="25416" cy="165223"/>
            </a:xfrm>
            <a:custGeom>
              <a:avLst/>
              <a:pathLst>
                <a:path w="25416" h="165223">
                  <a:moveTo>
                    <a:pt x="0" y="0"/>
                  </a:moveTo>
                  <a:lnTo>
                    <a:pt x="25416" y="1652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9841" y="5271699"/>
              <a:ext cx="25416" cy="165223"/>
            </a:xfrm>
            <a:custGeom>
              <a:avLst/>
              <a:pathLst>
                <a:path w="25416" h="165223">
                  <a:moveTo>
                    <a:pt x="0" y="0"/>
                  </a:moveTo>
                  <a:lnTo>
                    <a:pt x="25416" y="1652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9841" y="5271699"/>
              <a:ext cx="25416" cy="165223"/>
            </a:xfrm>
            <a:custGeom>
              <a:avLst/>
              <a:pathLst>
                <a:path w="25416" h="165223">
                  <a:moveTo>
                    <a:pt x="0" y="0"/>
                  </a:moveTo>
                  <a:lnTo>
                    <a:pt x="25416" y="1652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95852" y="5271699"/>
              <a:ext cx="149406" cy="165223"/>
            </a:xfrm>
            <a:custGeom>
              <a:avLst/>
              <a:pathLst>
                <a:path w="149406" h="165223">
                  <a:moveTo>
                    <a:pt x="123989" y="0"/>
                  </a:moveTo>
                  <a:lnTo>
                    <a:pt x="118574" y="924"/>
                  </a:lnTo>
                  <a:lnTo>
                    <a:pt x="113193" y="2026"/>
                  </a:lnTo>
                  <a:lnTo>
                    <a:pt x="107850" y="3303"/>
                  </a:lnTo>
                  <a:lnTo>
                    <a:pt x="102552" y="4756"/>
                  </a:lnTo>
                  <a:lnTo>
                    <a:pt x="97305" y="6382"/>
                  </a:lnTo>
                  <a:lnTo>
                    <a:pt x="92114" y="8180"/>
                  </a:lnTo>
                  <a:lnTo>
                    <a:pt x="86985" y="10147"/>
                  </a:lnTo>
                  <a:lnTo>
                    <a:pt x="81924" y="12282"/>
                  </a:lnTo>
                  <a:lnTo>
                    <a:pt x="76935" y="14582"/>
                  </a:lnTo>
                  <a:lnTo>
                    <a:pt x="72025" y="17044"/>
                  </a:lnTo>
                  <a:lnTo>
                    <a:pt x="67198" y="19667"/>
                  </a:lnTo>
                  <a:lnTo>
                    <a:pt x="62460" y="22446"/>
                  </a:lnTo>
                  <a:lnTo>
                    <a:pt x="57816" y="25380"/>
                  </a:lnTo>
                  <a:lnTo>
                    <a:pt x="53270" y="28465"/>
                  </a:lnTo>
                  <a:lnTo>
                    <a:pt x="48829" y="31697"/>
                  </a:lnTo>
                  <a:lnTo>
                    <a:pt x="44496" y="35074"/>
                  </a:lnTo>
                  <a:lnTo>
                    <a:pt x="40276" y="38591"/>
                  </a:lnTo>
                  <a:lnTo>
                    <a:pt x="36175" y="42245"/>
                  </a:lnTo>
                  <a:lnTo>
                    <a:pt x="32195" y="46032"/>
                  </a:lnTo>
                  <a:lnTo>
                    <a:pt x="28342" y="49947"/>
                  </a:lnTo>
                  <a:lnTo>
                    <a:pt x="24620" y="53987"/>
                  </a:lnTo>
                  <a:lnTo>
                    <a:pt x="21033" y="58148"/>
                  </a:lnTo>
                  <a:lnTo>
                    <a:pt x="17584" y="62423"/>
                  </a:lnTo>
                  <a:lnTo>
                    <a:pt x="14277" y="66810"/>
                  </a:lnTo>
                  <a:lnTo>
                    <a:pt x="11117" y="71303"/>
                  </a:lnTo>
                  <a:lnTo>
                    <a:pt x="8106" y="75897"/>
                  </a:lnTo>
                  <a:lnTo>
                    <a:pt x="5247" y="80588"/>
                  </a:lnTo>
                  <a:lnTo>
                    <a:pt x="2544" y="85370"/>
                  </a:lnTo>
                  <a:lnTo>
                    <a:pt x="0" y="90239"/>
                  </a:lnTo>
                  <a:lnTo>
                    <a:pt x="149406" y="1652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101" y="5269756"/>
              <a:ext cx="334306" cy="334334"/>
            </a:xfrm>
            <a:custGeom>
              <a:avLst/>
              <a:pathLst>
                <a:path w="334306" h="334334">
                  <a:moveTo>
                    <a:pt x="17750" y="92182"/>
                  </a:moveTo>
                  <a:lnTo>
                    <a:pt x="15444" y="96965"/>
                  </a:lnTo>
                  <a:lnTo>
                    <a:pt x="13291" y="101819"/>
                  </a:lnTo>
                  <a:lnTo>
                    <a:pt x="11293" y="106738"/>
                  </a:lnTo>
                  <a:lnTo>
                    <a:pt x="9453" y="111719"/>
                  </a:lnTo>
                  <a:lnTo>
                    <a:pt x="7771" y="116755"/>
                  </a:lnTo>
                  <a:lnTo>
                    <a:pt x="6251" y="121843"/>
                  </a:lnTo>
                  <a:lnTo>
                    <a:pt x="4892" y="126976"/>
                  </a:lnTo>
                  <a:lnTo>
                    <a:pt x="3698" y="132149"/>
                  </a:lnTo>
                  <a:lnTo>
                    <a:pt x="2668" y="137358"/>
                  </a:lnTo>
                  <a:lnTo>
                    <a:pt x="1804" y="142597"/>
                  </a:lnTo>
                  <a:lnTo>
                    <a:pt x="1107" y="147861"/>
                  </a:lnTo>
                  <a:lnTo>
                    <a:pt x="578" y="153144"/>
                  </a:lnTo>
                  <a:lnTo>
                    <a:pt x="217" y="158441"/>
                  </a:lnTo>
                  <a:lnTo>
                    <a:pt x="24" y="163748"/>
                  </a:lnTo>
                  <a:lnTo>
                    <a:pt x="0" y="169057"/>
                  </a:lnTo>
                  <a:lnTo>
                    <a:pt x="144" y="174365"/>
                  </a:lnTo>
                  <a:lnTo>
                    <a:pt x="457" y="179665"/>
                  </a:lnTo>
                  <a:lnTo>
                    <a:pt x="938" y="184953"/>
                  </a:lnTo>
                  <a:lnTo>
                    <a:pt x="1586" y="190223"/>
                  </a:lnTo>
                  <a:lnTo>
                    <a:pt x="2402" y="195470"/>
                  </a:lnTo>
                  <a:lnTo>
                    <a:pt x="3384" y="200688"/>
                  </a:lnTo>
                  <a:lnTo>
                    <a:pt x="4531" y="205872"/>
                  </a:lnTo>
                  <a:lnTo>
                    <a:pt x="5843" y="211017"/>
                  </a:lnTo>
                  <a:lnTo>
                    <a:pt x="7317" y="216118"/>
                  </a:lnTo>
                  <a:lnTo>
                    <a:pt x="8952" y="221170"/>
                  </a:lnTo>
                  <a:lnTo>
                    <a:pt x="10747" y="226167"/>
                  </a:lnTo>
                  <a:lnTo>
                    <a:pt x="12699" y="231105"/>
                  </a:lnTo>
                  <a:lnTo>
                    <a:pt x="14808" y="235978"/>
                  </a:lnTo>
                  <a:lnTo>
                    <a:pt x="17070" y="240782"/>
                  </a:lnTo>
                  <a:lnTo>
                    <a:pt x="19484" y="245511"/>
                  </a:lnTo>
                  <a:lnTo>
                    <a:pt x="22046" y="250161"/>
                  </a:lnTo>
                  <a:lnTo>
                    <a:pt x="24755" y="254728"/>
                  </a:lnTo>
                  <a:lnTo>
                    <a:pt x="27608" y="259206"/>
                  </a:lnTo>
                  <a:lnTo>
                    <a:pt x="30601" y="263592"/>
                  </a:lnTo>
                  <a:lnTo>
                    <a:pt x="33733" y="267880"/>
                  </a:lnTo>
                  <a:lnTo>
                    <a:pt x="36999" y="272066"/>
                  </a:lnTo>
                  <a:lnTo>
                    <a:pt x="40396" y="276147"/>
                  </a:lnTo>
                  <a:lnTo>
                    <a:pt x="43921" y="280118"/>
                  </a:lnTo>
                  <a:lnTo>
                    <a:pt x="47570" y="283975"/>
                  </a:lnTo>
                  <a:lnTo>
                    <a:pt x="51340" y="287714"/>
                  </a:lnTo>
                  <a:lnTo>
                    <a:pt x="55227" y="291331"/>
                  </a:lnTo>
                  <a:lnTo>
                    <a:pt x="59227" y="294823"/>
                  </a:lnTo>
                  <a:lnTo>
                    <a:pt x="63335" y="298187"/>
                  </a:lnTo>
                  <a:lnTo>
                    <a:pt x="67549" y="301418"/>
                  </a:lnTo>
                  <a:lnTo>
                    <a:pt x="71862" y="304513"/>
                  </a:lnTo>
                  <a:lnTo>
                    <a:pt x="76273" y="307471"/>
                  </a:lnTo>
                  <a:lnTo>
                    <a:pt x="80774" y="310286"/>
                  </a:lnTo>
                  <a:lnTo>
                    <a:pt x="85363" y="312957"/>
                  </a:lnTo>
                  <a:lnTo>
                    <a:pt x="90034" y="315481"/>
                  </a:lnTo>
                  <a:lnTo>
                    <a:pt x="94784" y="317856"/>
                  </a:lnTo>
                  <a:lnTo>
                    <a:pt x="99606" y="320078"/>
                  </a:lnTo>
                  <a:lnTo>
                    <a:pt x="104496" y="322147"/>
                  </a:lnTo>
                  <a:lnTo>
                    <a:pt x="109450" y="324058"/>
                  </a:lnTo>
                  <a:lnTo>
                    <a:pt x="114462" y="325812"/>
                  </a:lnTo>
                  <a:lnTo>
                    <a:pt x="119526" y="327405"/>
                  </a:lnTo>
                  <a:lnTo>
                    <a:pt x="124639" y="328837"/>
                  </a:lnTo>
                  <a:lnTo>
                    <a:pt x="129795" y="330106"/>
                  </a:lnTo>
                  <a:lnTo>
                    <a:pt x="134989" y="331210"/>
                  </a:lnTo>
                  <a:lnTo>
                    <a:pt x="140215" y="332149"/>
                  </a:lnTo>
                  <a:lnTo>
                    <a:pt x="145468" y="332922"/>
                  </a:lnTo>
                  <a:lnTo>
                    <a:pt x="150743" y="333527"/>
                  </a:lnTo>
                  <a:lnTo>
                    <a:pt x="156035" y="333964"/>
                  </a:lnTo>
                  <a:lnTo>
                    <a:pt x="161338" y="334233"/>
                  </a:lnTo>
                  <a:lnTo>
                    <a:pt x="166647" y="334334"/>
                  </a:lnTo>
                  <a:lnTo>
                    <a:pt x="171956" y="334265"/>
                  </a:lnTo>
                  <a:lnTo>
                    <a:pt x="177260" y="334029"/>
                  </a:lnTo>
                  <a:lnTo>
                    <a:pt x="182554" y="333624"/>
                  </a:lnTo>
                  <a:lnTo>
                    <a:pt x="187833" y="333051"/>
                  </a:lnTo>
                  <a:lnTo>
                    <a:pt x="193091" y="332310"/>
                  </a:lnTo>
                  <a:lnTo>
                    <a:pt x="198323" y="331403"/>
                  </a:lnTo>
                  <a:lnTo>
                    <a:pt x="203523" y="330331"/>
                  </a:lnTo>
                  <a:lnTo>
                    <a:pt x="208686" y="329093"/>
                  </a:lnTo>
                  <a:lnTo>
                    <a:pt x="213808" y="327693"/>
                  </a:lnTo>
                  <a:lnTo>
                    <a:pt x="218883" y="326130"/>
                  </a:lnTo>
                  <a:lnTo>
                    <a:pt x="223905" y="324407"/>
                  </a:lnTo>
                  <a:lnTo>
                    <a:pt x="228870" y="322526"/>
                  </a:lnTo>
                  <a:lnTo>
                    <a:pt x="233773" y="320487"/>
                  </a:lnTo>
                  <a:lnTo>
                    <a:pt x="238609" y="318294"/>
                  </a:lnTo>
                  <a:lnTo>
                    <a:pt x="243372" y="315949"/>
                  </a:lnTo>
                  <a:lnTo>
                    <a:pt x="248059" y="313453"/>
                  </a:lnTo>
                  <a:lnTo>
                    <a:pt x="252664" y="310810"/>
                  </a:lnTo>
                  <a:lnTo>
                    <a:pt x="257183" y="308022"/>
                  </a:lnTo>
                  <a:lnTo>
                    <a:pt x="261611" y="305092"/>
                  </a:lnTo>
                  <a:lnTo>
                    <a:pt x="265943" y="302023"/>
                  </a:lnTo>
                  <a:lnTo>
                    <a:pt x="270176" y="298817"/>
                  </a:lnTo>
                  <a:lnTo>
                    <a:pt x="274305" y="295479"/>
                  </a:lnTo>
                  <a:lnTo>
                    <a:pt x="278326" y="292011"/>
                  </a:lnTo>
                  <a:lnTo>
                    <a:pt x="282235" y="288418"/>
                  </a:lnTo>
                  <a:lnTo>
                    <a:pt x="286028" y="284702"/>
                  </a:lnTo>
                  <a:lnTo>
                    <a:pt x="289701" y="280867"/>
                  </a:lnTo>
                  <a:lnTo>
                    <a:pt x="293250" y="276918"/>
                  </a:lnTo>
                  <a:lnTo>
                    <a:pt x="296672" y="272858"/>
                  </a:lnTo>
                  <a:lnTo>
                    <a:pt x="299963" y="268692"/>
                  </a:lnTo>
                  <a:lnTo>
                    <a:pt x="303120" y="264423"/>
                  </a:lnTo>
                  <a:lnTo>
                    <a:pt x="306141" y="260056"/>
                  </a:lnTo>
                  <a:lnTo>
                    <a:pt x="309020" y="255595"/>
                  </a:lnTo>
                  <a:lnTo>
                    <a:pt x="311757" y="251045"/>
                  </a:lnTo>
                  <a:lnTo>
                    <a:pt x="314348" y="246410"/>
                  </a:lnTo>
                  <a:lnTo>
                    <a:pt x="316791" y="241696"/>
                  </a:lnTo>
                  <a:lnTo>
                    <a:pt x="319082" y="236906"/>
                  </a:lnTo>
                  <a:lnTo>
                    <a:pt x="321220" y="232046"/>
                  </a:lnTo>
                  <a:lnTo>
                    <a:pt x="323203" y="227120"/>
                  </a:lnTo>
                  <a:lnTo>
                    <a:pt x="325028" y="222134"/>
                  </a:lnTo>
                  <a:lnTo>
                    <a:pt x="326694" y="217092"/>
                  </a:lnTo>
                  <a:lnTo>
                    <a:pt x="328199" y="212000"/>
                  </a:lnTo>
                  <a:lnTo>
                    <a:pt x="329542" y="206863"/>
                  </a:lnTo>
                  <a:lnTo>
                    <a:pt x="330721" y="201686"/>
                  </a:lnTo>
                  <a:lnTo>
                    <a:pt x="331735" y="196474"/>
                  </a:lnTo>
                  <a:lnTo>
                    <a:pt x="332582" y="191233"/>
                  </a:lnTo>
                  <a:lnTo>
                    <a:pt x="333263" y="185967"/>
                  </a:lnTo>
                  <a:lnTo>
                    <a:pt x="333776" y="180682"/>
                  </a:lnTo>
                  <a:lnTo>
                    <a:pt x="334122" y="175383"/>
                  </a:lnTo>
                  <a:lnTo>
                    <a:pt x="334298" y="170077"/>
                  </a:lnTo>
                  <a:lnTo>
                    <a:pt x="334306" y="164767"/>
                  </a:lnTo>
                  <a:lnTo>
                    <a:pt x="334146" y="159460"/>
                  </a:lnTo>
                  <a:lnTo>
                    <a:pt x="333817" y="154160"/>
                  </a:lnTo>
                  <a:lnTo>
                    <a:pt x="333320" y="148874"/>
                  </a:lnTo>
                  <a:lnTo>
                    <a:pt x="332655" y="143606"/>
                  </a:lnTo>
                  <a:lnTo>
                    <a:pt x="331823" y="138362"/>
                  </a:lnTo>
                  <a:lnTo>
                    <a:pt x="330825" y="133147"/>
                  </a:lnTo>
                  <a:lnTo>
                    <a:pt x="329662" y="127966"/>
                  </a:lnTo>
                  <a:lnTo>
                    <a:pt x="328335" y="122825"/>
                  </a:lnTo>
                  <a:lnTo>
                    <a:pt x="326846" y="117728"/>
                  </a:lnTo>
                  <a:lnTo>
                    <a:pt x="325195" y="112682"/>
                  </a:lnTo>
                  <a:lnTo>
                    <a:pt x="323385" y="107690"/>
                  </a:lnTo>
                  <a:lnTo>
                    <a:pt x="321417" y="102758"/>
                  </a:lnTo>
                  <a:lnTo>
                    <a:pt x="319294" y="97892"/>
                  </a:lnTo>
                  <a:lnTo>
                    <a:pt x="317017" y="93095"/>
                  </a:lnTo>
                  <a:lnTo>
                    <a:pt x="314589" y="88373"/>
                  </a:lnTo>
                  <a:lnTo>
                    <a:pt x="312012" y="83730"/>
                  </a:lnTo>
                  <a:lnTo>
                    <a:pt x="309289" y="79172"/>
                  </a:lnTo>
                  <a:lnTo>
                    <a:pt x="306423" y="74702"/>
                  </a:lnTo>
                  <a:lnTo>
                    <a:pt x="303416" y="70326"/>
                  </a:lnTo>
                  <a:lnTo>
                    <a:pt x="300272" y="66048"/>
                  </a:lnTo>
                  <a:lnTo>
                    <a:pt x="296994" y="61871"/>
                  </a:lnTo>
                  <a:lnTo>
                    <a:pt x="293584" y="57801"/>
                  </a:lnTo>
                  <a:lnTo>
                    <a:pt x="290047" y="53841"/>
                  </a:lnTo>
                  <a:lnTo>
                    <a:pt x="286386" y="49995"/>
                  </a:lnTo>
                  <a:lnTo>
                    <a:pt x="282604" y="46267"/>
                  </a:lnTo>
                  <a:lnTo>
                    <a:pt x="278707" y="42662"/>
                  </a:lnTo>
                  <a:lnTo>
                    <a:pt x="274696" y="39182"/>
                  </a:lnTo>
                  <a:lnTo>
                    <a:pt x="270577" y="35831"/>
                  </a:lnTo>
                  <a:lnTo>
                    <a:pt x="266354" y="32613"/>
                  </a:lnTo>
                  <a:lnTo>
                    <a:pt x="262031" y="29531"/>
                  </a:lnTo>
                  <a:lnTo>
                    <a:pt x="257612" y="26587"/>
                  </a:lnTo>
                  <a:lnTo>
                    <a:pt x="253101" y="23785"/>
                  </a:lnTo>
                  <a:lnTo>
                    <a:pt x="248504" y="21128"/>
                  </a:lnTo>
                  <a:lnTo>
                    <a:pt x="243825" y="18618"/>
                  </a:lnTo>
                  <a:lnTo>
                    <a:pt x="239069" y="16258"/>
                  </a:lnTo>
                  <a:lnTo>
                    <a:pt x="234240" y="14050"/>
                  </a:lnTo>
                  <a:lnTo>
                    <a:pt x="229343" y="11997"/>
                  </a:lnTo>
                  <a:lnTo>
                    <a:pt x="224384" y="10100"/>
                  </a:lnTo>
                  <a:lnTo>
                    <a:pt x="219367" y="8362"/>
                  </a:lnTo>
                  <a:lnTo>
                    <a:pt x="214297" y="6784"/>
                  </a:lnTo>
                  <a:lnTo>
                    <a:pt x="209180" y="5368"/>
                  </a:lnTo>
                  <a:lnTo>
                    <a:pt x="204020" y="4115"/>
                  </a:lnTo>
                  <a:lnTo>
                    <a:pt x="198823" y="3026"/>
                  </a:lnTo>
                  <a:lnTo>
                    <a:pt x="193594" y="2103"/>
                  </a:lnTo>
                  <a:lnTo>
                    <a:pt x="188339" y="1347"/>
                  </a:lnTo>
                  <a:lnTo>
                    <a:pt x="183062" y="758"/>
                  </a:lnTo>
                  <a:lnTo>
                    <a:pt x="177769" y="337"/>
                  </a:lnTo>
                  <a:lnTo>
                    <a:pt x="17246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3073" y="5018213"/>
              <a:ext cx="47965" cy="167167"/>
            </a:xfrm>
            <a:custGeom>
              <a:avLst/>
              <a:pathLst>
                <a:path w="47965" h="167167">
                  <a:moveTo>
                    <a:pt x="47965" y="0"/>
                  </a:moveTo>
                  <a:lnTo>
                    <a:pt x="41885" y="110"/>
                  </a:lnTo>
                  <a:lnTo>
                    <a:pt x="35814" y="442"/>
                  </a:lnTo>
                  <a:lnTo>
                    <a:pt x="29758" y="994"/>
                  </a:lnTo>
                  <a:lnTo>
                    <a:pt x="23726" y="1766"/>
                  </a:lnTo>
                  <a:lnTo>
                    <a:pt x="17727" y="2757"/>
                  </a:lnTo>
                  <a:lnTo>
                    <a:pt x="11767" y="3966"/>
                  </a:lnTo>
                  <a:lnTo>
                    <a:pt x="5855" y="5390"/>
                  </a:lnTo>
                  <a:lnTo>
                    <a:pt x="0" y="7029"/>
                  </a:lnTo>
                  <a:lnTo>
                    <a:pt x="479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3073" y="502524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3073" y="502524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3073" y="502524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92" y="5025242"/>
              <a:ext cx="167146" cy="215856"/>
            </a:xfrm>
            <a:custGeom>
              <a:avLst/>
              <a:pathLst>
                <a:path w="167146" h="215856">
                  <a:moveTo>
                    <a:pt x="119180" y="0"/>
                  </a:moveTo>
                  <a:lnTo>
                    <a:pt x="114019" y="1637"/>
                  </a:lnTo>
                  <a:lnTo>
                    <a:pt x="108914" y="3441"/>
                  </a:lnTo>
                  <a:lnTo>
                    <a:pt x="103870" y="5409"/>
                  </a:lnTo>
                  <a:lnTo>
                    <a:pt x="98892" y="7539"/>
                  </a:lnTo>
                  <a:lnTo>
                    <a:pt x="93985" y="9830"/>
                  </a:lnTo>
                  <a:lnTo>
                    <a:pt x="89156" y="12278"/>
                  </a:lnTo>
                  <a:lnTo>
                    <a:pt x="84408" y="14881"/>
                  </a:lnTo>
                  <a:lnTo>
                    <a:pt x="79747" y="17637"/>
                  </a:lnTo>
                  <a:lnTo>
                    <a:pt x="75178" y="20542"/>
                  </a:lnTo>
                  <a:lnTo>
                    <a:pt x="70706" y="23594"/>
                  </a:lnTo>
                  <a:lnTo>
                    <a:pt x="66334" y="26789"/>
                  </a:lnTo>
                  <a:lnTo>
                    <a:pt x="62068" y="30124"/>
                  </a:lnTo>
                  <a:lnTo>
                    <a:pt x="57913" y="33595"/>
                  </a:lnTo>
                  <a:lnTo>
                    <a:pt x="53872" y="37199"/>
                  </a:lnTo>
                  <a:lnTo>
                    <a:pt x="49950" y="40932"/>
                  </a:lnTo>
                  <a:lnTo>
                    <a:pt x="46151" y="44790"/>
                  </a:lnTo>
                  <a:lnTo>
                    <a:pt x="42478" y="48769"/>
                  </a:lnTo>
                  <a:lnTo>
                    <a:pt x="38937" y="52865"/>
                  </a:lnTo>
                  <a:lnTo>
                    <a:pt x="35530" y="57073"/>
                  </a:lnTo>
                  <a:lnTo>
                    <a:pt x="32261" y="61390"/>
                  </a:lnTo>
                  <a:lnTo>
                    <a:pt x="29134" y="65810"/>
                  </a:lnTo>
                  <a:lnTo>
                    <a:pt x="26152" y="70329"/>
                  </a:lnTo>
                  <a:lnTo>
                    <a:pt x="23317" y="74943"/>
                  </a:lnTo>
                  <a:lnTo>
                    <a:pt x="20633" y="79645"/>
                  </a:lnTo>
                  <a:lnTo>
                    <a:pt x="18103" y="84432"/>
                  </a:lnTo>
                  <a:lnTo>
                    <a:pt x="15730" y="89299"/>
                  </a:lnTo>
                  <a:lnTo>
                    <a:pt x="13515" y="94240"/>
                  </a:lnTo>
                  <a:lnTo>
                    <a:pt x="11461" y="99250"/>
                  </a:lnTo>
                  <a:lnTo>
                    <a:pt x="9571" y="104324"/>
                  </a:lnTo>
                  <a:lnTo>
                    <a:pt x="7846" y="109456"/>
                  </a:lnTo>
                  <a:lnTo>
                    <a:pt x="6288" y="114642"/>
                  </a:lnTo>
                  <a:lnTo>
                    <a:pt x="4899" y="119875"/>
                  </a:lnTo>
                  <a:lnTo>
                    <a:pt x="3681" y="125151"/>
                  </a:lnTo>
                  <a:lnTo>
                    <a:pt x="2633" y="130463"/>
                  </a:lnTo>
                  <a:lnTo>
                    <a:pt x="1759" y="135807"/>
                  </a:lnTo>
                  <a:lnTo>
                    <a:pt x="1057" y="141176"/>
                  </a:lnTo>
                  <a:lnTo>
                    <a:pt x="530" y="146565"/>
                  </a:lnTo>
                  <a:lnTo>
                    <a:pt x="178" y="151968"/>
                  </a:lnTo>
                  <a:lnTo>
                    <a:pt x="1" y="157380"/>
                  </a:lnTo>
                  <a:lnTo>
                    <a:pt x="0" y="162794"/>
                  </a:lnTo>
                  <a:lnTo>
                    <a:pt x="173" y="168206"/>
                  </a:lnTo>
                  <a:lnTo>
                    <a:pt x="522" y="173609"/>
                  </a:lnTo>
                  <a:lnTo>
                    <a:pt x="1046" y="178999"/>
                  </a:lnTo>
                  <a:lnTo>
                    <a:pt x="1744" y="184368"/>
                  </a:lnTo>
                  <a:lnTo>
                    <a:pt x="2615" y="189712"/>
                  </a:lnTo>
                  <a:lnTo>
                    <a:pt x="3659" y="195025"/>
                  </a:lnTo>
                  <a:lnTo>
                    <a:pt x="4875" y="200301"/>
                  </a:lnTo>
                  <a:lnTo>
                    <a:pt x="6261" y="205535"/>
                  </a:lnTo>
                  <a:lnTo>
                    <a:pt x="7815" y="210722"/>
                  </a:lnTo>
                  <a:lnTo>
                    <a:pt x="9537" y="215856"/>
                  </a:lnTo>
                  <a:lnTo>
                    <a:pt x="167146" y="1601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63430" y="5018213"/>
              <a:ext cx="324760" cy="334333"/>
            </a:xfrm>
            <a:custGeom>
              <a:avLst/>
              <a:pathLst>
                <a:path w="324760" h="334333">
                  <a:moveTo>
                    <a:pt x="0" y="222885"/>
                  </a:moveTo>
                  <a:lnTo>
                    <a:pt x="1844" y="227850"/>
                  </a:lnTo>
                  <a:lnTo>
                    <a:pt x="3844" y="232754"/>
                  </a:lnTo>
                  <a:lnTo>
                    <a:pt x="5999" y="237592"/>
                  </a:lnTo>
                  <a:lnTo>
                    <a:pt x="8307" y="242360"/>
                  </a:lnTo>
                  <a:lnTo>
                    <a:pt x="10764" y="247052"/>
                  </a:lnTo>
                  <a:lnTo>
                    <a:pt x="13368" y="251664"/>
                  </a:lnTo>
                  <a:lnTo>
                    <a:pt x="16117" y="256191"/>
                  </a:lnTo>
                  <a:lnTo>
                    <a:pt x="19009" y="260629"/>
                  </a:lnTo>
                  <a:lnTo>
                    <a:pt x="22039" y="264973"/>
                  </a:lnTo>
                  <a:lnTo>
                    <a:pt x="25206" y="269219"/>
                  </a:lnTo>
                  <a:lnTo>
                    <a:pt x="28505" y="273362"/>
                  </a:lnTo>
                  <a:lnTo>
                    <a:pt x="31934" y="277399"/>
                  </a:lnTo>
                  <a:lnTo>
                    <a:pt x="35489" y="281325"/>
                  </a:lnTo>
                  <a:lnTo>
                    <a:pt x="39167" y="285136"/>
                  </a:lnTo>
                  <a:lnTo>
                    <a:pt x="42964" y="288829"/>
                  </a:lnTo>
                  <a:lnTo>
                    <a:pt x="46876" y="292400"/>
                  </a:lnTo>
                  <a:lnTo>
                    <a:pt x="50899" y="295845"/>
                  </a:lnTo>
                  <a:lnTo>
                    <a:pt x="55029" y="299161"/>
                  </a:lnTo>
                  <a:lnTo>
                    <a:pt x="59262" y="302345"/>
                  </a:lnTo>
                  <a:lnTo>
                    <a:pt x="63594" y="305392"/>
                  </a:lnTo>
                  <a:lnTo>
                    <a:pt x="68020" y="308301"/>
                  </a:lnTo>
                  <a:lnTo>
                    <a:pt x="72536" y="311069"/>
                  </a:lnTo>
                  <a:lnTo>
                    <a:pt x="77138" y="313691"/>
                  </a:lnTo>
                  <a:lnTo>
                    <a:pt x="81820" y="316167"/>
                  </a:lnTo>
                  <a:lnTo>
                    <a:pt x="86578" y="318493"/>
                  </a:lnTo>
                  <a:lnTo>
                    <a:pt x="91408" y="320668"/>
                  </a:lnTo>
                  <a:lnTo>
                    <a:pt x="96304" y="322688"/>
                  </a:lnTo>
                  <a:lnTo>
                    <a:pt x="101262" y="324552"/>
                  </a:lnTo>
                  <a:lnTo>
                    <a:pt x="106276" y="326258"/>
                  </a:lnTo>
                  <a:lnTo>
                    <a:pt x="111342" y="327804"/>
                  </a:lnTo>
                  <a:lnTo>
                    <a:pt x="116454" y="329189"/>
                  </a:lnTo>
                  <a:lnTo>
                    <a:pt x="121608" y="330412"/>
                  </a:lnTo>
                  <a:lnTo>
                    <a:pt x="126797" y="331470"/>
                  </a:lnTo>
                  <a:lnTo>
                    <a:pt x="132018" y="332364"/>
                  </a:lnTo>
                  <a:lnTo>
                    <a:pt x="137264" y="333092"/>
                  </a:lnTo>
                  <a:lnTo>
                    <a:pt x="142531" y="333653"/>
                  </a:lnTo>
                  <a:lnTo>
                    <a:pt x="147813" y="334047"/>
                  </a:lnTo>
                  <a:lnTo>
                    <a:pt x="153104" y="334274"/>
                  </a:lnTo>
                  <a:lnTo>
                    <a:pt x="158401" y="334333"/>
                  </a:lnTo>
                  <a:lnTo>
                    <a:pt x="163696" y="334223"/>
                  </a:lnTo>
                  <a:lnTo>
                    <a:pt x="168985" y="333947"/>
                  </a:lnTo>
                  <a:lnTo>
                    <a:pt x="174263" y="333503"/>
                  </a:lnTo>
                  <a:lnTo>
                    <a:pt x="179524" y="332891"/>
                  </a:lnTo>
                  <a:lnTo>
                    <a:pt x="184764" y="332114"/>
                  </a:lnTo>
                  <a:lnTo>
                    <a:pt x="189975" y="331171"/>
                  </a:lnTo>
                  <a:lnTo>
                    <a:pt x="195155" y="330063"/>
                  </a:lnTo>
                  <a:lnTo>
                    <a:pt x="200297" y="328792"/>
                  </a:lnTo>
                  <a:lnTo>
                    <a:pt x="205395" y="327358"/>
                  </a:lnTo>
                  <a:lnTo>
                    <a:pt x="210446" y="325764"/>
                  </a:lnTo>
                  <a:lnTo>
                    <a:pt x="215444" y="324011"/>
                  </a:lnTo>
                  <a:lnTo>
                    <a:pt x="220384" y="322100"/>
                  </a:lnTo>
                  <a:lnTo>
                    <a:pt x="225261" y="320033"/>
                  </a:lnTo>
                  <a:lnTo>
                    <a:pt x="230070" y="317813"/>
                  </a:lnTo>
                  <a:lnTo>
                    <a:pt x="234806" y="315442"/>
                  </a:lnTo>
                  <a:lnTo>
                    <a:pt x="239464" y="312922"/>
                  </a:lnTo>
                  <a:lnTo>
                    <a:pt x="244041" y="310256"/>
                  </a:lnTo>
                  <a:lnTo>
                    <a:pt x="248530" y="307446"/>
                  </a:lnTo>
                  <a:lnTo>
                    <a:pt x="252929" y="304495"/>
                  </a:lnTo>
                  <a:lnTo>
                    <a:pt x="257232" y="301406"/>
                  </a:lnTo>
                  <a:lnTo>
                    <a:pt x="261434" y="298183"/>
                  </a:lnTo>
                  <a:lnTo>
                    <a:pt x="265533" y="294828"/>
                  </a:lnTo>
                  <a:lnTo>
                    <a:pt x="269523" y="291344"/>
                  </a:lnTo>
                  <a:lnTo>
                    <a:pt x="273401" y="287737"/>
                  </a:lnTo>
                  <a:lnTo>
                    <a:pt x="277162" y="284008"/>
                  </a:lnTo>
                  <a:lnTo>
                    <a:pt x="280804" y="280162"/>
                  </a:lnTo>
                  <a:lnTo>
                    <a:pt x="284322" y="276202"/>
                  </a:lnTo>
                  <a:lnTo>
                    <a:pt x="287712" y="272133"/>
                  </a:lnTo>
                  <a:lnTo>
                    <a:pt x="290972" y="267959"/>
                  </a:lnTo>
                  <a:lnTo>
                    <a:pt x="294098" y="263683"/>
                  </a:lnTo>
                  <a:lnTo>
                    <a:pt x="297087" y="259311"/>
                  </a:lnTo>
                  <a:lnTo>
                    <a:pt x="299937" y="254846"/>
                  </a:lnTo>
                  <a:lnTo>
                    <a:pt x="302643" y="250293"/>
                  </a:lnTo>
                  <a:lnTo>
                    <a:pt x="305203" y="245656"/>
                  </a:lnTo>
                  <a:lnTo>
                    <a:pt x="307616" y="240941"/>
                  </a:lnTo>
                  <a:lnTo>
                    <a:pt x="309878" y="236152"/>
                  </a:lnTo>
                  <a:lnTo>
                    <a:pt x="311987" y="231293"/>
                  </a:lnTo>
                  <a:lnTo>
                    <a:pt x="313941" y="226370"/>
                  </a:lnTo>
                  <a:lnTo>
                    <a:pt x="315738" y="221388"/>
                  </a:lnTo>
                  <a:lnTo>
                    <a:pt x="317376" y="216351"/>
                  </a:lnTo>
                  <a:lnTo>
                    <a:pt x="318854" y="211265"/>
                  </a:lnTo>
                  <a:lnTo>
                    <a:pt x="320170" y="206135"/>
                  </a:lnTo>
                  <a:lnTo>
                    <a:pt x="321323" y="200965"/>
                  </a:lnTo>
                  <a:lnTo>
                    <a:pt x="322312" y="195762"/>
                  </a:lnTo>
                  <a:lnTo>
                    <a:pt x="323135" y="190529"/>
                  </a:lnTo>
                  <a:lnTo>
                    <a:pt x="323792" y="185274"/>
                  </a:lnTo>
                  <a:lnTo>
                    <a:pt x="324282" y="180000"/>
                  </a:lnTo>
                  <a:lnTo>
                    <a:pt x="324605" y="174713"/>
                  </a:lnTo>
                  <a:lnTo>
                    <a:pt x="324760" y="169419"/>
                  </a:lnTo>
                  <a:lnTo>
                    <a:pt x="324748" y="164122"/>
                  </a:lnTo>
                  <a:lnTo>
                    <a:pt x="324567" y="158829"/>
                  </a:lnTo>
                  <a:lnTo>
                    <a:pt x="324220" y="153544"/>
                  </a:lnTo>
                  <a:lnTo>
                    <a:pt x="323704" y="148272"/>
                  </a:lnTo>
                  <a:lnTo>
                    <a:pt x="323022" y="143020"/>
                  </a:lnTo>
                  <a:lnTo>
                    <a:pt x="322174" y="137792"/>
                  </a:lnTo>
                  <a:lnTo>
                    <a:pt x="321161" y="132593"/>
                  </a:lnTo>
                  <a:lnTo>
                    <a:pt x="319984" y="127429"/>
                  </a:lnTo>
                  <a:lnTo>
                    <a:pt x="318643" y="122305"/>
                  </a:lnTo>
                  <a:lnTo>
                    <a:pt x="317141" y="117226"/>
                  </a:lnTo>
                  <a:lnTo>
                    <a:pt x="315479" y="112197"/>
                  </a:lnTo>
                  <a:lnTo>
                    <a:pt x="313658" y="107223"/>
                  </a:lnTo>
                  <a:lnTo>
                    <a:pt x="311681" y="102310"/>
                  </a:lnTo>
                  <a:lnTo>
                    <a:pt x="309549" y="97461"/>
                  </a:lnTo>
                  <a:lnTo>
                    <a:pt x="307264" y="92683"/>
                  </a:lnTo>
                  <a:lnTo>
                    <a:pt x="304830" y="87979"/>
                  </a:lnTo>
                  <a:lnTo>
                    <a:pt x="302247" y="83355"/>
                  </a:lnTo>
                  <a:lnTo>
                    <a:pt x="299519" y="78814"/>
                  </a:lnTo>
                  <a:lnTo>
                    <a:pt x="296649" y="74363"/>
                  </a:lnTo>
                  <a:lnTo>
                    <a:pt x="293639" y="70005"/>
                  </a:lnTo>
                  <a:lnTo>
                    <a:pt x="290493" y="65744"/>
                  </a:lnTo>
                  <a:lnTo>
                    <a:pt x="287213" y="61585"/>
                  </a:lnTo>
                  <a:lnTo>
                    <a:pt x="283803" y="57532"/>
                  </a:lnTo>
                  <a:lnTo>
                    <a:pt x="280267" y="53589"/>
                  </a:lnTo>
                  <a:lnTo>
                    <a:pt x="276607" y="49761"/>
                  </a:lnTo>
                  <a:lnTo>
                    <a:pt x="272828" y="46050"/>
                  </a:lnTo>
                  <a:lnTo>
                    <a:pt x="268933" y="42460"/>
                  </a:lnTo>
                  <a:lnTo>
                    <a:pt x="264926" y="38996"/>
                  </a:lnTo>
                  <a:lnTo>
                    <a:pt x="260812" y="35661"/>
                  </a:lnTo>
                  <a:lnTo>
                    <a:pt x="256594" y="32457"/>
                  </a:lnTo>
                  <a:lnTo>
                    <a:pt x="252277" y="29389"/>
                  </a:lnTo>
                  <a:lnTo>
                    <a:pt x="247864" y="26459"/>
                  </a:lnTo>
                  <a:lnTo>
                    <a:pt x="243361" y="23670"/>
                  </a:lnTo>
                  <a:lnTo>
                    <a:pt x="238772" y="21026"/>
                  </a:lnTo>
                  <a:lnTo>
                    <a:pt x="234102" y="18528"/>
                  </a:lnTo>
                  <a:lnTo>
                    <a:pt x="229355" y="16179"/>
                  </a:lnTo>
                  <a:lnTo>
                    <a:pt x="224535" y="13982"/>
                  </a:lnTo>
                  <a:lnTo>
                    <a:pt x="219649" y="11938"/>
                  </a:lnTo>
                  <a:lnTo>
                    <a:pt x="214700" y="10051"/>
                  </a:lnTo>
                  <a:lnTo>
                    <a:pt x="209694" y="8321"/>
                  </a:lnTo>
                  <a:lnTo>
                    <a:pt x="204635" y="6751"/>
                  </a:lnTo>
                  <a:lnTo>
                    <a:pt x="199530" y="5341"/>
                  </a:lnTo>
                  <a:lnTo>
                    <a:pt x="194382" y="4095"/>
                  </a:lnTo>
                  <a:lnTo>
                    <a:pt x="189198" y="3011"/>
                  </a:lnTo>
                  <a:lnTo>
                    <a:pt x="183981" y="2093"/>
                  </a:lnTo>
                  <a:lnTo>
                    <a:pt x="178738" y="1340"/>
                  </a:lnTo>
                  <a:lnTo>
                    <a:pt x="173474" y="754"/>
                  </a:lnTo>
                  <a:lnTo>
                    <a:pt x="168195" y="335"/>
                  </a:lnTo>
                  <a:lnTo>
                    <a:pt x="162904" y="83"/>
                  </a:lnTo>
                  <a:lnTo>
                    <a:pt x="157608" y="0"/>
                  </a:lnTo>
                  <a:lnTo>
                    <a:pt x="15760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9179" y="4659281"/>
              <a:ext cx="104055" cy="167167"/>
            </a:xfrm>
            <a:custGeom>
              <a:avLst/>
              <a:pathLst>
                <a:path w="104055" h="167167">
                  <a:moveTo>
                    <a:pt x="104055" y="0"/>
                  </a:moveTo>
                  <a:lnTo>
                    <a:pt x="98440" y="94"/>
                  </a:lnTo>
                  <a:lnTo>
                    <a:pt x="92832" y="377"/>
                  </a:lnTo>
                  <a:lnTo>
                    <a:pt x="87236" y="848"/>
                  </a:lnTo>
                  <a:lnTo>
                    <a:pt x="81659" y="1507"/>
                  </a:lnTo>
                  <a:lnTo>
                    <a:pt x="76108" y="2352"/>
                  </a:lnTo>
                  <a:lnTo>
                    <a:pt x="70588" y="3384"/>
                  </a:lnTo>
                  <a:lnTo>
                    <a:pt x="65105" y="4600"/>
                  </a:lnTo>
                  <a:lnTo>
                    <a:pt x="59667" y="6000"/>
                  </a:lnTo>
                  <a:lnTo>
                    <a:pt x="54279" y="7582"/>
                  </a:lnTo>
                  <a:lnTo>
                    <a:pt x="48947" y="9344"/>
                  </a:lnTo>
                  <a:lnTo>
                    <a:pt x="43677" y="11284"/>
                  </a:lnTo>
                  <a:lnTo>
                    <a:pt x="38475" y="13400"/>
                  </a:lnTo>
                  <a:lnTo>
                    <a:pt x="33347" y="15690"/>
                  </a:lnTo>
                  <a:lnTo>
                    <a:pt x="28300" y="18150"/>
                  </a:lnTo>
                  <a:lnTo>
                    <a:pt x="23337" y="20779"/>
                  </a:lnTo>
                  <a:lnTo>
                    <a:pt x="18466" y="23572"/>
                  </a:lnTo>
                  <a:lnTo>
                    <a:pt x="13691" y="26528"/>
                  </a:lnTo>
                  <a:lnTo>
                    <a:pt x="9018" y="29643"/>
                  </a:lnTo>
                  <a:lnTo>
                    <a:pt x="4453" y="32912"/>
                  </a:lnTo>
                  <a:lnTo>
                    <a:pt x="0" y="36334"/>
                  </a:lnTo>
                  <a:lnTo>
                    <a:pt x="1040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9179" y="4695615"/>
              <a:ext cx="104055" cy="130833"/>
            </a:xfrm>
            <a:custGeom>
              <a:avLst/>
              <a:pathLst>
                <a:path w="104055" h="130833">
                  <a:moveTo>
                    <a:pt x="0" y="0"/>
                  </a:moveTo>
                  <a:lnTo>
                    <a:pt x="104055" y="1308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19179" y="4695615"/>
              <a:ext cx="104055" cy="130833"/>
            </a:xfrm>
            <a:custGeom>
              <a:avLst/>
              <a:pathLst>
                <a:path w="104055" h="130833">
                  <a:moveTo>
                    <a:pt x="0" y="0"/>
                  </a:moveTo>
                  <a:lnTo>
                    <a:pt x="104055" y="1308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71" y="4695615"/>
              <a:ext cx="246161" cy="297983"/>
            </a:xfrm>
            <a:custGeom>
              <a:avLst/>
              <a:pathLst>
                <a:path w="246161" h="297983">
                  <a:moveTo>
                    <a:pt x="63107" y="0"/>
                  </a:moveTo>
                  <a:lnTo>
                    <a:pt x="58994" y="3379"/>
                  </a:lnTo>
                  <a:lnTo>
                    <a:pt x="54990" y="6888"/>
                  </a:lnTo>
                  <a:lnTo>
                    <a:pt x="51100" y="10523"/>
                  </a:lnTo>
                  <a:lnTo>
                    <a:pt x="47328" y="14280"/>
                  </a:lnTo>
                  <a:lnTo>
                    <a:pt x="43677" y="18155"/>
                  </a:lnTo>
                  <a:lnTo>
                    <a:pt x="40152" y="22144"/>
                  </a:lnTo>
                  <a:lnTo>
                    <a:pt x="36755" y="26244"/>
                  </a:lnTo>
                  <a:lnTo>
                    <a:pt x="33491" y="30449"/>
                  </a:lnTo>
                  <a:lnTo>
                    <a:pt x="30362" y="34757"/>
                  </a:lnTo>
                  <a:lnTo>
                    <a:pt x="27372" y="39162"/>
                  </a:lnTo>
                  <a:lnTo>
                    <a:pt x="24524" y="43660"/>
                  </a:lnTo>
                  <a:lnTo>
                    <a:pt x="21820" y="48246"/>
                  </a:lnTo>
                  <a:lnTo>
                    <a:pt x="19264" y="52916"/>
                  </a:lnTo>
                  <a:lnTo>
                    <a:pt x="16858" y="57665"/>
                  </a:lnTo>
                  <a:lnTo>
                    <a:pt x="14605" y="62488"/>
                  </a:lnTo>
                  <a:lnTo>
                    <a:pt x="12506" y="67381"/>
                  </a:lnTo>
                  <a:lnTo>
                    <a:pt x="10564" y="72338"/>
                  </a:lnTo>
                  <a:lnTo>
                    <a:pt x="8780" y="77354"/>
                  </a:lnTo>
                  <a:lnTo>
                    <a:pt x="7158" y="82424"/>
                  </a:lnTo>
                  <a:lnTo>
                    <a:pt x="5697" y="87544"/>
                  </a:lnTo>
                  <a:lnTo>
                    <a:pt x="4401" y="92708"/>
                  </a:lnTo>
                  <a:lnTo>
                    <a:pt x="3269" y="97910"/>
                  </a:lnTo>
                  <a:lnTo>
                    <a:pt x="2304" y="103145"/>
                  </a:lnTo>
                  <a:lnTo>
                    <a:pt x="1506" y="108409"/>
                  </a:lnTo>
                  <a:lnTo>
                    <a:pt x="876" y="113695"/>
                  </a:lnTo>
                  <a:lnTo>
                    <a:pt x="415" y="118999"/>
                  </a:lnTo>
                  <a:lnTo>
                    <a:pt x="122" y="124315"/>
                  </a:lnTo>
                  <a:lnTo>
                    <a:pt x="0" y="129637"/>
                  </a:lnTo>
                  <a:lnTo>
                    <a:pt x="46" y="134961"/>
                  </a:lnTo>
                  <a:lnTo>
                    <a:pt x="262" y="140280"/>
                  </a:lnTo>
                  <a:lnTo>
                    <a:pt x="648" y="145590"/>
                  </a:lnTo>
                  <a:lnTo>
                    <a:pt x="1202" y="150885"/>
                  </a:lnTo>
                  <a:lnTo>
                    <a:pt x="1925" y="156159"/>
                  </a:lnTo>
                  <a:lnTo>
                    <a:pt x="2815" y="161408"/>
                  </a:lnTo>
                  <a:lnTo>
                    <a:pt x="3872" y="166626"/>
                  </a:lnTo>
                  <a:lnTo>
                    <a:pt x="5095" y="171808"/>
                  </a:lnTo>
                  <a:lnTo>
                    <a:pt x="6482" y="176948"/>
                  </a:lnTo>
                  <a:lnTo>
                    <a:pt x="8032" y="182041"/>
                  </a:lnTo>
                  <a:lnTo>
                    <a:pt x="9743" y="187082"/>
                  </a:lnTo>
                  <a:lnTo>
                    <a:pt x="11614" y="192066"/>
                  </a:lnTo>
                  <a:lnTo>
                    <a:pt x="13643" y="196988"/>
                  </a:lnTo>
                  <a:lnTo>
                    <a:pt x="15827" y="201843"/>
                  </a:lnTo>
                  <a:lnTo>
                    <a:pt x="18165" y="206626"/>
                  </a:lnTo>
                  <a:lnTo>
                    <a:pt x="20654" y="211332"/>
                  </a:lnTo>
                  <a:lnTo>
                    <a:pt x="23292" y="215957"/>
                  </a:lnTo>
                  <a:lnTo>
                    <a:pt x="26075" y="220495"/>
                  </a:lnTo>
                  <a:lnTo>
                    <a:pt x="29002" y="224942"/>
                  </a:lnTo>
                  <a:lnTo>
                    <a:pt x="32069" y="229294"/>
                  </a:lnTo>
                  <a:lnTo>
                    <a:pt x="35273" y="233546"/>
                  </a:lnTo>
                  <a:lnTo>
                    <a:pt x="38610" y="237694"/>
                  </a:lnTo>
                  <a:lnTo>
                    <a:pt x="42078" y="241733"/>
                  </a:lnTo>
                  <a:lnTo>
                    <a:pt x="45673" y="245660"/>
                  </a:lnTo>
                  <a:lnTo>
                    <a:pt x="49391" y="249470"/>
                  </a:lnTo>
                  <a:lnTo>
                    <a:pt x="53229" y="253160"/>
                  </a:lnTo>
                  <a:lnTo>
                    <a:pt x="57182" y="256726"/>
                  </a:lnTo>
                  <a:lnTo>
                    <a:pt x="61246" y="260164"/>
                  </a:lnTo>
                  <a:lnTo>
                    <a:pt x="65418" y="263472"/>
                  </a:lnTo>
                  <a:lnTo>
                    <a:pt x="69693" y="266644"/>
                  </a:lnTo>
                  <a:lnTo>
                    <a:pt x="74068" y="269679"/>
                  </a:lnTo>
                  <a:lnTo>
                    <a:pt x="78536" y="272573"/>
                  </a:lnTo>
                  <a:lnTo>
                    <a:pt x="83094" y="275323"/>
                  </a:lnTo>
                  <a:lnTo>
                    <a:pt x="87738" y="277927"/>
                  </a:lnTo>
                  <a:lnTo>
                    <a:pt x="92462" y="280381"/>
                  </a:lnTo>
                  <a:lnTo>
                    <a:pt x="97262" y="282684"/>
                  </a:lnTo>
                  <a:lnTo>
                    <a:pt x="102133" y="284833"/>
                  </a:lnTo>
                  <a:lnTo>
                    <a:pt x="107070" y="286826"/>
                  </a:lnTo>
                  <a:lnTo>
                    <a:pt x="112068" y="288660"/>
                  </a:lnTo>
                  <a:lnTo>
                    <a:pt x="117121" y="290335"/>
                  </a:lnTo>
                  <a:lnTo>
                    <a:pt x="122226" y="291847"/>
                  </a:lnTo>
                  <a:lnTo>
                    <a:pt x="127376" y="293196"/>
                  </a:lnTo>
                  <a:lnTo>
                    <a:pt x="132566" y="294381"/>
                  </a:lnTo>
                  <a:lnTo>
                    <a:pt x="137792" y="295400"/>
                  </a:lnTo>
                  <a:lnTo>
                    <a:pt x="143047" y="296252"/>
                  </a:lnTo>
                  <a:lnTo>
                    <a:pt x="148326" y="296936"/>
                  </a:lnTo>
                  <a:lnTo>
                    <a:pt x="153625" y="297451"/>
                  </a:lnTo>
                  <a:lnTo>
                    <a:pt x="158938" y="297798"/>
                  </a:lnTo>
                  <a:lnTo>
                    <a:pt x="164259" y="297975"/>
                  </a:lnTo>
                  <a:lnTo>
                    <a:pt x="169582" y="297983"/>
                  </a:lnTo>
                  <a:lnTo>
                    <a:pt x="174904" y="297821"/>
                  </a:lnTo>
                  <a:lnTo>
                    <a:pt x="180217" y="297490"/>
                  </a:lnTo>
                  <a:lnTo>
                    <a:pt x="185517" y="296990"/>
                  </a:lnTo>
                  <a:lnTo>
                    <a:pt x="190799" y="296321"/>
                  </a:lnTo>
                  <a:lnTo>
                    <a:pt x="196057" y="295484"/>
                  </a:lnTo>
                  <a:lnTo>
                    <a:pt x="201285" y="294481"/>
                  </a:lnTo>
                  <a:lnTo>
                    <a:pt x="206479" y="293311"/>
                  </a:lnTo>
                  <a:lnTo>
                    <a:pt x="211633" y="291977"/>
                  </a:lnTo>
                  <a:lnTo>
                    <a:pt x="216741" y="290479"/>
                  </a:lnTo>
                  <a:lnTo>
                    <a:pt x="221800" y="288819"/>
                  </a:lnTo>
                  <a:lnTo>
                    <a:pt x="226803" y="286999"/>
                  </a:lnTo>
                  <a:lnTo>
                    <a:pt x="231746" y="285021"/>
                  </a:lnTo>
                  <a:lnTo>
                    <a:pt x="236623" y="282886"/>
                  </a:lnTo>
                  <a:lnTo>
                    <a:pt x="241429" y="280597"/>
                  </a:lnTo>
                  <a:lnTo>
                    <a:pt x="246161" y="278157"/>
                  </a:lnTo>
                  <a:lnTo>
                    <a:pt x="167163" y="1308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63" cy="314491"/>
            </a:xfrm>
            <a:custGeom>
              <a:avLst/>
              <a:pathLst>
                <a:path w="167163" h="314491">
                  <a:moveTo>
                    <a:pt x="78997" y="314491"/>
                  </a:moveTo>
                  <a:lnTo>
                    <a:pt x="83659" y="311894"/>
                  </a:lnTo>
                  <a:lnTo>
                    <a:pt x="88235" y="309151"/>
                  </a:lnTo>
                  <a:lnTo>
                    <a:pt x="92722" y="306262"/>
                  </a:lnTo>
                  <a:lnTo>
                    <a:pt x="97114" y="303232"/>
                  </a:lnTo>
                  <a:lnTo>
                    <a:pt x="101407" y="300064"/>
                  </a:lnTo>
                  <a:lnTo>
                    <a:pt x="105597" y="296759"/>
                  </a:lnTo>
                  <a:lnTo>
                    <a:pt x="109679" y="293323"/>
                  </a:lnTo>
                  <a:lnTo>
                    <a:pt x="113649" y="289759"/>
                  </a:lnTo>
                  <a:lnTo>
                    <a:pt x="117504" y="286069"/>
                  </a:lnTo>
                  <a:lnTo>
                    <a:pt x="121239" y="282258"/>
                  </a:lnTo>
                  <a:lnTo>
                    <a:pt x="124850" y="278330"/>
                  </a:lnTo>
                  <a:lnTo>
                    <a:pt x="128334" y="274289"/>
                  </a:lnTo>
                  <a:lnTo>
                    <a:pt x="131688" y="270139"/>
                  </a:lnTo>
                  <a:lnTo>
                    <a:pt x="134907" y="265883"/>
                  </a:lnTo>
                  <a:lnTo>
                    <a:pt x="137989" y="261528"/>
                  </a:lnTo>
                  <a:lnTo>
                    <a:pt x="140930" y="257076"/>
                  </a:lnTo>
                  <a:lnTo>
                    <a:pt x="143728" y="252532"/>
                  </a:lnTo>
                  <a:lnTo>
                    <a:pt x="146379" y="247901"/>
                  </a:lnTo>
                  <a:lnTo>
                    <a:pt x="148881" y="243189"/>
                  </a:lnTo>
                  <a:lnTo>
                    <a:pt x="151231" y="238398"/>
                  </a:lnTo>
                  <a:lnTo>
                    <a:pt x="153428" y="233536"/>
                  </a:lnTo>
                  <a:lnTo>
                    <a:pt x="155468" y="228605"/>
                  </a:lnTo>
                  <a:lnTo>
                    <a:pt x="157349" y="223612"/>
                  </a:lnTo>
                  <a:lnTo>
                    <a:pt x="159070" y="218562"/>
                  </a:lnTo>
                  <a:lnTo>
                    <a:pt x="160630" y="213459"/>
                  </a:lnTo>
                  <a:lnTo>
                    <a:pt x="162025" y="208308"/>
                  </a:lnTo>
                  <a:lnTo>
                    <a:pt x="163256" y="203116"/>
                  </a:lnTo>
                  <a:lnTo>
                    <a:pt x="164320" y="197888"/>
                  </a:lnTo>
                  <a:lnTo>
                    <a:pt x="165217" y="192628"/>
                  </a:lnTo>
                  <a:lnTo>
                    <a:pt x="165945" y="187342"/>
                  </a:lnTo>
                  <a:lnTo>
                    <a:pt x="166504" y="182036"/>
                  </a:lnTo>
                  <a:lnTo>
                    <a:pt x="166894" y="176714"/>
                  </a:lnTo>
                  <a:lnTo>
                    <a:pt x="167114" y="171383"/>
                  </a:lnTo>
                  <a:lnTo>
                    <a:pt x="167163" y="166047"/>
                  </a:lnTo>
                  <a:lnTo>
                    <a:pt x="167042" y="160713"/>
                  </a:lnTo>
                  <a:lnTo>
                    <a:pt x="166751" y="155385"/>
                  </a:lnTo>
                  <a:lnTo>
                    <a:pt x="166290" y="150069"/>
                  </a:lnTo>
                  <a:lnTo>
                    <a:pt x="165660" y="144771"/>
                  </a:lnTo>
                  <a:lnTo>
                    <a:pt x="164861" y="139495"/>
                  </a:lnTo>
                  <a:lnTo>
                    <a:pt x="163894" y="134247"/>
                  </a:lnTo>
                  <a:lnTo>
                    <a:pt x="162759" y="129034"/>
                  </a:lnTo>
                  <a:lnTo>
                    <a:pt x="161460" y="123859"/>
                  </a:lnTo>
                  <a:lnTo>
                    <a:pt x="159995" y="118728"/>
                  </a:lnTo>
                  <a:lnTo>
                    <a:pt x="158368" y="113646"/>
                  </a:lnTo>
                  <a:lnTo>
                    <a:pt x="156579" y="108619"/>
                  </a:lnTo>
                  <a:lnTo>
                    <a:pt x="154631" y="103652"/>
                  </a:lnTo>
                  <a:lnTo>
                    <a:pt x="152525" y="98749"/>
                  </a:lnTo>
                  <a:lnTo>
                    <a:pt x="150263" y="93916"/>
                  </a:lnTo>
                  <a:lnTo>
                    <a:pt x="147849" y="89158"/>
                  </a:lnTo>
                  <a:lnTo>
                    <a:pt x="145284" y="84479"/>
                  </a:lnTo>
                  <a:lnTo>
                    <a:pt x="142571" y="79884"/>
                  </a:lnTo>
                  <a:lnTo>
                    <a:pt x="139713" y="75378"/>
                  </a:lnTo>
                  <a:lnTo>
                    <a:pt x="136712" y="70966"/>
                  </a:lnTo>
                  <a:lnTo>
                    <a:pt x="133572" y="66652"/>
                  </a:lnTo>
                  <a:lnTo>
                    <a:pt x="130296" y="62440"/>
                  </a:lnTo>
                  <a:lnTo>
                    <a:pt x="126888" y="58335"/>
                  </a:lnTo>
                  <a:lnTo>
                    <a:pt x="123350" y="54341"/>
                  </a:lnTo>
                  <a:lnTo>
                    <a:pt x="119686" y="50462"/>
                  </a:lnTo>
                  <a:lnTo>
                    <a:pt x="115900" y="46701"/>
                  </a:lnTo>
                  <a:lnTo>
                    <a:pt x="111997" y="43064"/>
                  </a:lnTo>
                  <a:lnTo>
                    <a:pt x="107979" y="39553"/>
                  </a:lnTo>
                  <a:lnTo>
                    <a:pt x="103851" y="36172"/>
                  </a:lnTo>
                  <a:lnTo>
                    <a:pt x="99617" y="32924"/>
                  </a:lnTo>
                  <a:lnTo>
                    <a:pt x="95282" y="29813"/>
                  </a:lnTo>
                  <a:lnTo>
                    <a:pt x="90850" y="26842"/>
                  </a:lnTo>
                  <a:lnTo>
                    <a:pt x="86325" y="24014"/>
                  </a:lnTo>
                  <a:lnTo>
                    <a:pt x="81713" y="21332"/>
                  </a:lnTo>
                  <a:lnTo>
                    <a:pt x="77017" y="18798"/>
                  </a:lnTo>
                  <a:lnTo>
                    <a:pt x="72242" y="16416"/>
                  </a:lnTo>
                  <a:lnTo>
                    <a:pt x="67394" y="14187"/>
                  </a:lnTo>
                  <a:lnTo>
                    <a:pt x="62478" y="12114"/>
                  </a:lnTo>
                  <a:lnTo>
                    <a:pt x="57497" y="10199"/>
                  </a:lnTo>
                  <a:lnTo>
                    <a:pt x="52458" y="8444"/>
                  </a:lnTo>
                  <a:lnTo>
                    <a:pt x="47366" y="6850"/>
                  </a:lnTo>
                  <a:lnTo>
                    <a:pt x="42225" y="5420"/>
                  </a:lnTo>
                  <a:lnTo>
                    <a:pt x="37042" y="4155"/>
                  </a:lnTo>
                  <a:lnTo>
                    <a:pt x="31820" y="3056"/>
                  </a:lnTo>
                  <a:lnTo>
                    <a:pt x="26567" y="2124"/>
                  </a:lnTo>
                  <a:lnTo>
                    <a:pt x="21286" y="1360"/>
                  </a:lnTo>
                  <a:lnTo>
                    <a:pt x="15983" y="765"/>
                  </a:lnTo>
                  <a:lnTo>
                    <a:pt x="10664" y="340"/>
                  </a:lnTo>
                  <a:lnTo>
                    <a:pt x="533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9905" y="4213821"/>
              <a:ext cx="128566" cy="167167"/>
            </a:xfrm>
            <a:custGeom>
              <a:avLst/>
              <a:pathLst>
                <a:path w="128566" h="167167">
                  <a:moveTo>
                    <a:pt x="128566" y="0"/>
                  </a:moveTo>
                  <a:lnTo>
                    <a:pt x="122926" y="95"/>
                  </a:lnTo>
                  <a:lnTo>
                    <a:pt x="117292" y="380"/>
                  </a:lnTo>
                  <a:lnTo>
                    <a:pt x="111671" y="855"/>
                  </a:lnTo>
                  <a:lnTo>
                    <a:pt x="106069" y="1520"/>
                  </a:lnTo>
                  <a:lnTo>
                    <a:pt x="100493" y="2374"/>
                  </a:lnTo>
                  <a:lnTo>
                    <a:pt x="94949" y="3415"/>
                  </a:lnTo>
                  <a:lnTo>
                    <a:pt x="89443" y="4642"/>
                  </a:lnTo>
                  <a:lnTo>
                    <a:pt x="83982" y="6055"/>
                  </a:lnTo>
                  <a:lnTo>
                    <a:pt x="78571" y="7651"/>
                  </a:lnTo>
                  <a:lnTo>
                    <a:pt x="73217" y="9428"/>
                  </a:lnTo>
                  <a:lnTo>
                    <a:pt x="67927" y="11386"/>
                  </a:lnTo>
                  <a:lnTo>
                    <a:pt x="62705" y="13520"/>
                  </a:lnTo>
                  <a:lnTo>
                    <a:pt x="57558" y="15830"/>
                  </a:lnTo>
                  <a:lnTo>
                    <a:pt x="52493" y="18312"/>
                  </a:lnTo>
                  <a:lnTo>
                    <a:pt x="47514" y="20963"/>
                  </a:lnTo>
                  <a:lnTo>
                    <a:pt x="42627" y="23781"/>
                  </a:lnTo>
                  <a:lnTo>
                    <a:pt x="37838" y="26763"/>
                  </a:lnTo>
                  <a:lnTo>
                    <a:pt x="33152" y="29904"/>
                  </a:lnTo>
                  <a:lnTo>
                    <a:pt x="28575" y="33201"/>
                  </a:lnTo>
                  <a:lnTo>
                    <a:pt x="24112" y="36651"/>
                  </a:lnTo>
                  <a:lnTo>
                    <a:pt x="19768" y="40250"/>
                  </a:lnTo>
                  <a:lnTo>
                    <a:pt x="15548" y="43993"/>
                  </a:lnTo>
                  <a:lnTo>
                    <a:pt x="11456" y="47876"/>
                  </a:lnTo>
                  <a:lnTo>
                    <a:pt x="7498" y="51896"/>
                  </a:lnTo>
                  <a:lnTo>
                    <a:pt x="3678" y="56046"/>
                  </a:lnTo>
                  <a:lnTo>
                    <a:pt x="0" y="60323"/>
                  </a:lnTo>
                  <a:lnTo>
                    <a:pt x="12856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9905" y="4274145"/>
              <a:ext cx="128566" cy="106843"/>
            </a:xfrm>
            <a:custGeom>
              <a:avLst/>
              <a:pathLst>
                <a:path w="128566" h="106843">
                  <a:moveTo>
                    <a:pt x="0" y="0"/>
                  </a:moveTo>
                  <a:lnTo>
                    <a:pt x="128566" y="1068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6" y="4274145"/>
              <a:ext cx="334047" cy="274001"/>
            </a:xfrm>
            <a:custGeom>
              <a:avLst/>
              <a:pathLst>
                <a:path w="334047" h="274001">
                  <a:moveTo>
                    <a:pt x="38598" y="0"/>
                  </a:moveTo>
                  <a:lnTo>
                    <a:pt x="35273" y="4133"/>
                  </a:lnTo>
                  <a:lnTo>
                    <a:pt x="32080" y="8369"/>
                  </a:lnTo>
                  <a:lnTo>
                    <a:pt x="29024" y="12705"/>
                  </a:lnTo>
                  <a:lnTo>
                    <a:pt x="26106" y="17136"/>
                  </a:lnTo>
                  <a:lnTo>
                    <a:pt x="23331" y="21657"/>
                  </a:lnTo>
                  <a:lnTo>
                    <a:pt x="20700" y="26264"/>
                  </a:lnTo>
                  <a:lnTo>
                    <a:pt x="18217" y="30952"/>
                  </a:lnTo>
                  <a:lnTo>
                    <a:pt x="15884" y="35716"/>
                  </a:lnTo>
                  <a:lnTo>
                    <a:pt x="13704" y="40552"/>
                  </a:lnTo>
                  <a:lnTo>
                    <a:pt x="11677" y="45455"/>
                  </a:lnTo>
                  <a:lnTo>
                    <a:pt x="9808" y="50419"/>
                  </a:lnTo>
                  <a:lnTo>
                    <a:pt x="8097" y="55441"/>
                  </a:lnTo>
                  <a:lnTo>
                    <a:pt x="6546" y="60514"/>
                  </a:lnTo>
                  <a:lnTo>
                    <a:pt x="5157" y="65634"/>
                  </a:lnTo>
                  <a:lnTo>
                    <a:pt x="3931" y="70795"/>
                  </a:lnTo>
                  <a:lnTo>
                    <a:pt x="2869" y="75993"/>
                  </a:lnTo>
                  <a:lnTo>
                    <a:pt x="1973" y="81221"/>
                  </a:lnTo>
                  <a:lnTo>
                    <a:pt x="1243" y="86476"/>
                  </a:lnTo>
                  <a:lnTo>
                    <a:pt x="680" y="91751"/>
                  </a:lnTo>
                  <a:lnTo>
                    <a:pt x="285" y="97041"/>
                  </a:lnTo>
                  <a:lnTo>
                    <a:pt x="58" y="102341"/>
                  </a:lnTo>
                  <a:lnTo>
                    <a:pt x="0" y="107646"/>
                  </a:lnTo>
                  <a:lnTo>
                    <a:pt x="109" y="112949"/>
                  </a:lnTo>
                  <a:lnTo>
                    <a:pt x="387" y="118247"/>
                  </a:lnTo>
                  <a:lnTo>
                    <a:pt x="833" y="123533"/>
                  </a:lnTo>
                  <a:lnTo>
                    <a:pt x="1446" y="128803"/>
                  </a:lnTo>
                  <a:lnTo>
                    <a:pt x="2226" y="134050"/>
                  </a:lnTo>
                  <a:lnTo>
                    <a:pt x="3173" y="139270"/>
                  </a:lnTo>
                  <a:lnTo>
                    <a:pt x="4284" y="144457"/>
                  </a:lnTo>
                  <a:lnTo>
                    <a:pt x="5560" y="149606"/>
                  </a:lnTo>
                  <a:lnTo>
                    <a:pt x="6998" y="154712"/>
                  </a:lnTo>
                  <a:lnTo>
                    <a:pt x="8597" y="159770"/>
                  </a:lnTo>
                  <a:lnTo>
                    <a:pt x="10357" y="164775"/>
                  </a:lnTo>
                  <a:lnTo>
                    <a:pt x="12274" y="169721"/>
                  </a:lnTo>
                  <a:lnTo>
                    <a:pt x="14347" y="174605"/>
                  </a:lnTo>
                  <a:lnTo>
                    <a:pt x="16574" y="179419"/>
                  </a:lnTo>
                  <a:lnTo>
                    <a:pt x="18953" y="184161"/>
                  </a:lnTo>
                  <a:lnTo>
                    <a:pt x="21481" y="188825"/>
                  </a:lnTo>
                  <a:lnTo>
                    <a:pt x="24155" y="193406"/>
                  </a:lnTo>
                  <a:lnTo>
                    <a:pt x="26974" y="197900"/>
                  </a:lnTo>
                  <a:lnTo>
                    <a:pt x="29934" y="202303"/>
                  </a:lnTo>
                  <a:lnTo>
                    <a:pt x="33032" y="206609"/>
                  </a:lnTo>
                  <a:lnTo>
                    <a:pt x="36265" y="210815"/>
                  </a:lnTo>
                  <a:lnTo>
                    <a:pt x="39630" y="214916"/>
                  </a:lnTo>
                  <a:lnTo>
                    <a:pt x="43123" y="218908"/>
                  </a:lnTo>
                  <a:lnTo>
                    <a:pt x="46742" y="222788"/>
                  </a:lnTo>
                  <a:lnTo>
                    <a:pt x="50481" y="226551"/>
                  </a:lnTo>
                  <a:lnTo>
                    <a:pt x="54338" y="230193"/>
                  </a:lnTo>
                  <a:lnTo>
                    <a:pt x="58309" y="233711"/>
                  </a:lnTo>
                  <a:lnTo>
                    <a:pt x="62389" y="237101"/>
                  </a:lnTo>
                  <a:lnTo>
                    <a:pt x="66575" y="240360"/>
                  </a:lnTo>
                  <a:lnTo>
                    <a:pt x="70862" y="243484"/>
                  </a:lnTo>
                  <a:lnTo>
                    <a:pt x="75247" y="246471"/>
                  </a:lnTo>
                  <a:lnTo>
                    <a:pt x="79723" y="249317"/>
                  </a:lnTo>
                  <a:lnTo>
                    <a:pt x="84288" y="252020"/>
                  </a:lnTo>
                  <a:lnTo>
                    <a:pt x="88936" y="254577"/>
                  </a:lnTo>
                  <a:lnTo>
                    <a:pt x="93663" y="256985"/>
                  </a:lnTo>
                  <a:lnTo>
                    <a:pt x="98464" y="259241"/>
                  </a:lnTo>
                  <a:lnTo>
                    <a:pt x="103335" y="261344"/>
                  </a:lnTo>
                  <a:lnTo>
                    <a:pt x="108269" y="263292"/>
                  </a:lnTo>
                  <a:lnTo>
                    <a:pt x="113263" y="265082"/>
                  </a:lnTo>
                  <a:lnTo>
                    <a:pt x="118311" y="266713"/>
                  </a:lnTo>
                  <a:lnTo>
                    <a:pt x="123408" y="268182"/>
                  </a:lnTo>
                  <a:lnTo>
                    <a:pt x="128550" y="269489"/>
                  </a:lnTo>
                  <a:lnTo>
                    <a:pt x="133730" y="270633"/>
                  </a:lnTo>
                  <a:lnTo>
                    <a:pt x="138944" y="271611"/>
                  </a:lnTo>
                  <a:lnTo>
                    <a:pt x="144186" y="272424"/>
                  </a:lnTo>
                  <a:lnTo>
                    <a:pt x="149452" y="273070"/>
                  </a:lnTo>
                  <a:lnTo>
                    <a:pt x="154735" y="273548"/>
                  </a:lnTo>
                  <a:lnTo>
                    <a:pt x="160031" y="273858"/>
                  </a:lnTo>
                  <a:lnTo>
                    <a:pt x="165334" y="274001"/>
                  </a:lnTo>
                  <a:lnTo>
                    <a:pt x="170639" y="273975"/>
                  </a:lnTo>
                  <a:lnTo>
                    <a:pt x="175940" y="273780"/>
                  </a:lnTo>
                  <a:lnTo>
                    <a:pt x="181232" y="273418"/>
                  </a:lnTo>
                  <a:lnTo>
                    <a:pt x="186511" y="272887"/>
                  </a:lnTo>
                  <a:lnTo>
                    <a:pt x="191770" y="272190"/>
                  </a:lnTo>
                  <a:lnTo>
                    <a:pt x="197004" y="271326"/>
                  </a:lnTo>
                  <a:lnTo>
                    <a:pt x="202208" y="270296"/>
                  </a:lnTo>
                  <a:lnTo>
                    <a:pt x="207377" y="269102"/>
                  </a:lnTo>
                  <a:lnTo>
                    <a:pt x="212505" y="267745"/>
                  </a:lnTo>
                  <a:lnTo>
                    <a:pt x="217587" y="266225"/>
                  </a:lnTo>
                  <a:lnTo>
                    <a:pt x="222619" y="264545"/>
                  </a:lnTo>
                  <a:lnTo>
                    <a:pt x="227595" y="262706"/>
                  </a:lnTo>
                  <a:lnTo>
                    <a:pt x="232510" y="260710"/>
                  </a:lnTo>
                  <a:lnTo>
                    <a:pt x="237360" y="258559"/>
                  </a:lnTo>
                  <a:lnTo>
                    <a:pt x="242138" y="256255"/>
                  </a:lnTo>
                  <a:lnTo>
                    <a:pt x="246841" y="253801"/>
                  </a:lnTo>
                  <a:lnTo>
                    <a:pt x="251464" y="251199"/>
                  </a:lnTo>
                  <a:lnTo>
                    <a:pt x="256002" y="248451"/>
                  </a:lnTo>
                  <a:lnTo>
                    <a:pt x="260451" y="245561"/>
                  </a:lnTo>
                  <a:lnTo>
                    <a:pt x="264805" y="242531"/>
                  </a:lnTo>
                  <a:lnTo>
                    <a:pt x="269062" y="239365"/>
                  </a:lnTo>
                  <a:lnTo>
                    <a:pt x="273215" y="236065"/>
                  </a:lnTo>
                  <a:lnTo>
                    <a:pt x="277262" y="232635"/>
                  </a:lnTo>
                  <a:lnTo>
                    <a:pt x="281198" y="229078"/>
                  </a:lnTo>
                  <a:lnTo>
                    <a:pt x="285019" y="225398"/>
                  </a:lnTo>
                  <a:lnTo>
                    <a:pt x="288722" y="221599"/>
                  </a:lnTo>
                  <a:lnTo>
                    <a:pt x="292302" y="217684"/>
                  </a:lnTo>
                  <a:lnTo>
                    <a:pt x="295756" y="213658"/>
                  </a:lnTo>
                  <a:lnTo>
                    <a:pt x="299080" y="209524"/>
                  </a:lnTo>
                  <a:lnTo>
                    <a:pt x="302272" y="205287"/>
                  </a:lnTo>
                  <a:lnTo>
                    <a:pt x="305327" y="200950"/>
                  </a:lnTo>
                  <a:lnTo>
                    <a:pt x="308244" y="196519"/>
                  </a:lnTo>
                  <a:lnTo>
                    <a:pt x="311018" y="191997"/>
                  </a:lnTo>
                  <a:lnTo>
                    <a:pt x="313648" y="187390"/>
                  </a:lnTo>
                  <a:lnTo>
                    <a:pt x="316130" y="182701"/>
                  </a:lnTo>
                  <a:lnTo>
                    <a:pt x="318462" y="177936"/>
                  </a:lnTo>
                  <a:lnTo>
                    <a:pt x="320641" y="173100"/>
                  </a:lnTo>
                  <a:lnTo>
                    <a:pt x="322666" y="168197"/>
                  </a:lnTo>
                  <a:lnTo>
                    <a:pt x="324535" y="163232"/>
                  </a:lnTo>
                  <a:lnTo>
                    <a:pt x="326245" y="158210"/>
                  </a:lnTo>
                  <a:lnTo>
                    <a:pt x="327795" y="153136"/>
                  </a:lnTo>
                  <a:lnTo>
                    <a:pt x="329183" y="148016"/>
                  </a:lnTo>
                  <a:lnTo>
                    <a:pt x="330408" y="142855"/>
                  </a:lnTo>
                  <a:lnTo>
                    <a:pt x="331468" y="137657"/>
                  </a:lnTo>
                  <a:lnTo>
                    <a:pt x="332363" y="132428"/>
                  </a:lnTo>
                  <a:lnTo>
                    <a:pt x="333092" y="127173"/>
                  </a:lnTo>
                  <a:lnTo>
                    <a:pt x="333653" y="121898"/>
                  </a:lnTo>
                  <a:lnTo>
                    <a:pt x="334047" y="116608"/>
                  </a:lnTo>
                  <a:lnTo>
                    <a:pt x="167165" y="1068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7163" cy="176932"/>
            </a:xfrm>
            <a:custGeom>
              <a:avLst/>
              <a:pathLst>
                <a:path w="167163" h="176932">
                  <a:moveTo>
                    <a:pt x="166882" y="176932"/>
                  </a:moveTo>
                  <a:lnTo>
                    <a:pt x="167111" y="171490"/>
                  </a:lnTo>
                  <a:lnTo>
                    <a:pt x="167163" y="166043"/>
                  </a:lnTo>
                  <a:lnTo>
                    <a:pt x="167038" y="160598"/>
                  </a:lnTo>
                  <a:lnTo>
                    <a:pt x="166735" y="155159"/>
                  </a:lnTo>
                  <a:lnTo>
                    <a:pt x="166255" y="149733"/>
                  </a:lnTo>
                  <a:lnTo>
                    <a:pt x="165599" y="144326"/>
                  </a:lnTo>
                  <a:lnTo>
                    <a:pt x="164767" y="138943"/>
                  </a:lnTo>
                  <a:lnTo>
                    <a:pt x="163760" y="133590"/>
                  </a:lnTo>
                  <a:lnTo>
                    <a:pt x="162579" y="128273"/>
                  </a:lnTo>
                  <a:lnTo>
                    <a:pt x="161226" y="122997"/>
                  </a:lnTo>
                  <a:lnTo>
                    <a:pt x="159701" y="117768"/>
                  </a:lnTo>
                  <a:lnTo>
                    <a:pt x="158007" y="112591"/>
                  </a:lnTo>
                  <a:lnTo>
                    <a:pt x="156145" y="107472"/>
                  </a:lnTo>
                  <a:lnTo>
                    <a:pt x="154118" y="102417"/>
                  </a:lnTo>
                  <a:lnTo>
                    <a:pt x="151926" y="97430"/>
                  </a:lnTo>
                  <a:lnTo>
                    <a:pt x="149574" y="92517"/>
                  </a:lnTo>
                  <a:lnTo>
                    <a:pt x="147062" y="87684"/>
                  </a:lnTo>
                  <a:lnTo>
                    <a:pt x="144395" y="82935"/>
                  </a:lnTo>
                  <a:lnTo>
                    <a:pt x="141574" y="78276"/>
                  </a:lnTo>
                  <a:lnTo>
                    <a:pt x="138603" y="73710"/>
                  </a:lnTo>
                  <a:lnTo>
                    <a:pt x="135484" y="69244"/>
                  </a:lnTo>
                  <a:lnTo>
                    <a:pt x="132222" y="64882"/>
                  </a:lnTo>
                  <a:lnTo>
                    <a:pt x="128820" y="60629"/>
                  </a:lnTo>
                  <a:lnTo>
                    <a:pt x="125280" y="56489"/>
                  </a:lnTo>
                  <a:lnTo>
                    <a:pt x="121608" y="52466"/>
                  </a:lnTo>
                  <a:lnTo>
                    <a:pt x="117807" y="48565"/>
                  </a:lnTo>
                  <a:lnTo>
                    <a:pt x="113880" y="44790"/>
                  </a:lnTo>
                  <a:lnTo>
                    <a:pt x="109833" y="41145"/>
                  </a:lnTo>
                  <a:lnTo>
                    <a:pt x="105669" y="37633"/>
                  </a:lnTo>
                  <a:lnTo>
                    <a:pt x="101393" y="34260"/>
                  </a:lnTo>
                  <a:lnTo>
                    <a:pt x="97009" y="31027"/>
                  </a:lnTo>
                  <a:lnTo>
                    <a:pt x="92522" y="27939"/>
                  </a:lnTo>
                  <a:lnTo>
                    <a:pt x="87937" y="24998"/>
                  </a:lnTo>
                  <a:lnTo>
                    <a:pt x="83259" y="22209"/>
                  </a:lnTo>
                  <a:lnTo>
                    <a:pt x="78492" y="19573"/>
                  </a:lnTo>
                  <a:lnTo>
                    <a:pt x="73642" y="17094"/>
                  </a:lnTo>
                  <a:lnTo>
                    <a:pt x="68713" y="14775"/>
                  </a:lnTo>
                  <a:lnTo>
                    <a:pt x="63712" y="12617"/>
                  </a:lnTo>
                  <a:lnTo>
                    <a:pt x="58643" y="10623"/>
                  </a:lnTo>
                  <a:lnTo>
                    <a:pt x="53512" y="8796"/>
                  </a:lnTo>
                  <a:lnTo>
                    <a:pt x="48324" y="7137"/>
                  </a:lnTo>
                  <a:lnTo>
                    <a:pt x="43085" y="5647"/>
                  </a:lnTo>
                  <a:lnTo>
                    <a:pt x="37800" y="4329"/>
                  </a:lnTo>
                  <a:lnTo>
                    <a:pt x="32474" y="3184"/>
                  </a:lnTo>
                  <a:lnTo>
                    <a:pt x="27115" y="2213"/>
                  </a:lnTo>
                  <a:lnTo>
                    <a:pt x="21726" y="1417"/>
                  </a:lnTo>
                  <a:lnTo>
                    <a:pt x="16315" y="798"/>
                  </a:lnTo>
                  <a:lnTo>
                    <a:pt x="10886" y="354"/>
                  </a:lnTo>
                  <a:lnTo>
                    <a:pt x="544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84" y="3707720"/>
              <a:ext cx="167127" cy="167167"/>
            </a:xfrm>
            <a:custGeom>
              <a:avLst/>
              <a:pathLst>
                <a:path w="167127" h="167167">
                  <a:moveTo>
                    <a:pt x="167127" y="0"/>
                  </a:moveTo>
                  <a:lnTo>
                    <a:pt x="161734" y="87"/>
                  </a:lnTo>
                  <a:lnTo>
                    <a:pt x="156346" y="347"/>
                  </a:lnTo>
                  <a:lnTo>
                    <a:pt x="150970" y="782"/>
                  </a:lnTo>
                  <a:lnTo>
                    <a:pt x="145610" y="1390"/>
                  </a:lnTo>
                  <a:lnTo>
                    <a:pt x="140273" y="2170"/>
                  </a:lnTo>
                  <a:lnTo>
                    <a:pt x="134964" y="3123"/>
                  </a:lnTo>
                  <a:lnTo>
                    <a:pt x="129689" y="4246"/>
                  </a:lnTo>
                  <a:lnTo>
                    <a:pt x="124452" y="5538"/>
                  </a:lnTo>
                  <a:lnTo>
                    <a:pt x="119260" y="6999"/>
                  </a:lnTo>
                  <a:lnTo>
                    <a:pt x="114118" y="8627"/>
                  </a:lnTo>
                  <a:lnTo>
                    <a:pt x="109031" y="10419"/>
                  </a:lnTo>
                  <a:lnTo>
                    <a:pt x="104004" y="12375"/>
                  </a:lnTo>
                  <a:lnTo>
                    <a:pt x="99043" y="14492"/>
                  </a:lnTo>
                  <a:lnTo>
                    <a:pt x="94153" y="16768"/>
                  </a:lnTo>
                  <a:lnTo>
                    <a:pt x="89339" y="19201"/>
                  </a:lnTo>
                  <a:lnTo>
                    <a:pt x="84606" y="21787"/>
                  </a:lnTo>
                  <a:lnTo>
                    <a:pt x="79958" y="24525"/>
                  </a:lnTo>
                  <a:lnTo>
                    <a:pt x="75402" y="27412"/>
                  </a:lnTo>
                  <a:lnTo>
                    <a:pt x="70941" y="30444"/>
                  </a:lnTo>
                  <a:lnTo>
                    <a:pt x="66580" y="33618"/>
                  </a:lnTo>
                  <a:lnTo>
                    <a:pt x="62324" y="36931"/>
                  </a:lnTo>
                  <a:lnTo>
                    <a:pt x="58177" y="40380"/>
                  </a:lnTo>
                  <a:lnTo>
                    <a:pt x="54143" y="43961"/>
                  </a:lnTo>
                  <a:lnTo>
                    <a:pt x="50227" y="47670"/>
                  </a:lnTo>
                  <a:lnTo>
                    <a:pt x="46433" y="51503"/>
                  </a:lnTo>
                  <a:lnTo>
                    <a:pt x="42764" y="55457"/>
                  </a:lnTo>
                  <a:lnTo>
                    <a:pt x="39225" y="59528"/>
                  </a:lnTo>
                  <a:lnTo>
                    <a:pt x="35819" y="63710"/>
                  </a:lnTo>
                  <a:lnTo>
                    <a:pt x="32550" y="68000"/>
                  </a:lnTo>
                  <a:lnTo>
                    <a:pt x="29421" y="72393"/>
                  </a:lnTo>
                  <a:lnTo>
                    <a:pt x="26435" y="76885"/>
                  </a:lnTo>
                  <a:lnTo>
                    <a:pt x="23595" y="81471"/>
                  </a:lnTo>
                  <a:lnTo>
                    <a:pt x="20906" y="86146"/>
                  </a:lnTo>
                  <a:lnTo>
                    <a:pt x="18368" y="90906"/>
                  </a:lnTo>
                  <a:lnTo>
                    <a:pt x="15985" y="95745"/>
                  </a:lnTo>
                  <a:lnTo>
                    <a:pt x="13759" y="100658"/>
                  </a:lnTo>
                  <a:lnTo>
                    <a:pt x="11694" y="105640"/>
                  </a:lnTo>
                  <a:lnTo>
                    <a:pt x="9790" y="110687"/>
                  </a:lnTo>
                  <a:lnTo>
                    <a:pt x="8049" y="115792"/>
                  </a:lnTo>
                  <a:lnTo>
                    <a:pt x="6475" y="120951"/>
                  </a:lnTo>
                  <a:lnTo>
                    <a:pt x="5067" y="126158"/>
                  </a:lnTo>
                  <a:lnTo>
                    <a:pt x="3829" y="131407"/>
                  </a:lnTo>
                  <a:lnTo>
                    <a:pt x="2760" y="136694"/>
                  </a:lnTo>
                  <a:lnTo>
                    <a:pt x="1862" y="142013"/>
                  </a:lnTo>
                  <a:lnTo>
                    <a:pt x="1137" y="147358"/>
                  </a:lnTo>
                  <a:lnTo>
                    <a:pt x="584" y="152723"/>
                  </a:lnTo>
                  <a:lnTo>
                    <a:pt x="205" y="158103"/>
                  </a:lnTo>
                  <a:lnTo>
                    <a:pt x="0" y="163493"/>
                  </a:lnTo>
                  <a:lnTo>
                    <a:pt x="16712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51" y="3707744"/>
              <a:ext cx="334326" cy="334303"/>
            </a:xfrm>
            <a:custGeom>
              <a:avLst/>
              <a:pathLst>
                <a:path w="334326" h="334303">
                  <a:moveTo>
                    <a:pt x="32" y="163469"/>
                  </a:moveTo>
                  <a:lnTo>
                    <a:pt x="0" y="168762"/>
                  </a:lnTo>
                  <a:lnTo>
                    <a:pt x="135" y="174052"/>
                  </a:lnTo>
                  <a:lnTo>
                    <a:pt x="437" y="179336"/>
                  </a:lnTo>
                  <a:lnTo>
                    <a:pt x="906" y="184608"/>
                  </a:lnTo>
                  <a:lnTo>
                    <a:pt x="1543" y="189862"/>
                  </a:lnTo>
                  <a:lnTo>
                    <a:pt x="2345" y="195093"/>
                  </a:lnTo>
                  <a:lnTo>
                    <a:pt x="3312" y="200296"/>
                  </a:lnTo>
                  <a:lnTo>
                    <a:pt x="4444" y="205466"/>
                  </a:lnTo>
                  <a:lnTo>
                    <a:pt x="5738" y="210598"/>
                  </a:lnTo>
                  <a:lnTo>
                    <a:pt x="7195" y="215686"/>
                  </a:lnTo>
                  <a:lnTo>
                    <a:pt x="8812" y="220726"/>
                  </a:lnTo>
                  <a:lnTo>
                    <a:pt x="10587" y="225711"/>
                  </a:lnTo>
                  <a:lnTo>
                    <a:pt x="12520" y="230638"/>
                  </a:lnTo>
                  <a:lnTo>
                    <a:pt x="14607" y="235502"/>
                  </a:lnTo>
                  <a:lnTo>
                    <a:pt x="16848" y="240297"/>
                  </a:lnTo>
                  <a:lnTo>
                    <a:pt x="19239" y="245018"/>
                  </a:lnTo>
                  <a:lnTo>
                    <a:pt x="21778" y="249662"/>
                  </a:lnTo>
                  <a:lnTo>
                    <a:pt x="24463" y="254222"/>
                  </a:lnTo>
                  <a:lnTo>
                    <a:pt x="27291" y="258696"/>
                  </a:lnTo>
                  <a:lnTo>
                    <a:pt x="30259" y="263077"/>
                  </a:lnTo>
                  <a:lnTo>
                    <a:pt x="33365" y="267363"/>
                  </a:lnTo>
                  <a:lnTo>
                    <a:pt x="36604" y="271548"/>
                  </a:lnTo>
                  <a:lnTo>
                    <a:pt x="39975" y="275629"/>
                  </a:lnTo>
                  <a:lnTo>
                    <a:pt x="43473" y="279600"/>
                  </a:lnTo>
                  <a:lnTo>
                    <a:pt x="47095" y="283459"/>
                  </a:lnTo>
                  <a:lnTo>
                    <a:pt x="50837" y="287202"/>
                  </a:lnTo>
                  <a:lnTo>
                    <a:pt x="54696" y="290824"/>
                  </a:lnTo>
                  <a:lnTo>
                    <a:pt x="58667" y="294322"/>
                  </a:lnTo>
                  <a:lnTo>
                    <a:pt x="62747" y="297693"/>
                  </a:lnTo>
                  <a:lnTo>
                    <a:pt x="66932" y="300932"/>
                  </a:lnTo>
                  <a:lnTo>
                    <a:pt x="71218" y="304038"/>
                  </a:lnTo>
                  <a:lnTo>
                    <a:pt x="75599" y="307006"/>
                  </a:lnTo>
                  <a:lnTo>
                    <a:pt x="80073" y="309835"/>
                  </a:lnTo>
                  <a:lnTo>
                    <a:pt x="84633" y="312520"/>
                  </a:lnTo>
                  <a:lnTo>
                    <a:pt x="89277" y="315060"/>
                  </a:lnTo>
                  <a:lnTo>
                    <a:pt x="93998" y="317451"/>
                  </a:lnTo>
                  <a:lnTo>
                    <a:pt x="98793" y="319691"/>
                  </a:lnTo>
                  <a:lnTo>
                    <a:pt x="103656" y="321779"/>
                  </a:lnTo>
                  <a:lnTo>
                    <a:pt x="108583" y="323712"/>
                  </a:lnTo>
                  <a:lnTo>
                    <a:pt x="113569" y="325488"/>
                  </a:lnTo>
                  <a:lnTo>
                    <a:pt x="118608" y="327105"/>
                  </a:lnTo>
                  <a:lnTo>
                    <a:pt x="123696" y="328561"/>
                  </a:lnTo>
                  <a:lnTo>
                    <a:pt x="128828" y="329856"/>
                  </a:lnTo>
                  <a:lnTo>
                    <a:pt x="133997" y="330988"/>
                  </a:lnTo>
                  <a:lnTo>
                    <a:pt x="139201" y="331956"/>
                  </a:lnTo>
                  <a:lnTo>
                    <a:pt x="144432" y="332758"/>
                  </a:lnTo>
                  <a:lnTo>
                    <a:pt x="149686" y="333395"/>
                  </a:lnTo>
                  <a:lnTo>
                    <a:pt x="154958" y="333865"/>
                  </a:lnTo>
                  <a:lnTo>
                    <a:pt x="160241" y="334167"/>
                  </a:lnTo>
                  <a:lnTo>
                    <a:pt x="165532" y="334303"/>
                  </a:lnTo>
                  <a:lnTo>
                    <a:pt x="170824" y="334270"/>
                  </a:lnTo>
                  <a:lnTo>
                    <a:pt x="176113" y="334071"/>
                  </a:lnTo>
                  <a:lnTo>
                    <a:pt x="181393" y="333703"/>
                  </a:lnTo>
                  <a:lnTo>
                    <a:pt x="186658" y="333169"/>
                  </a:lnTo>
                  <a:lnTo>
                    <a:pt x="191904" y="332469"/>
                  </a:lnTo>
                  <a:lnTo>
                    <a:pt x="197125" y="331603"/>
                  </a:lnTo>
                  <a:lnTo>
                    <a:pt x="202316" y="330572"/>
                  </a:lnTo>
                  <a:lnTo>
                    <a:pt x="207472" y="329377"/>
                  </a:lnTo>
                  <a:lnTo>
                    <a:pt x="212587" y="328020"/>
                  </a:lnTo>
                  <a:lnTo>
                    <a:pt x="217657" y="326501"/>
                  </a:lnTo>
                  <a:lnTo>
                    <a:pt x="222676" y="324822"/>
                  </a:lnTo>
                  <a:lnTo>
                    <a:pt x="227640" y="322986"/>
                  </a:lnTo>
                  <a:lnTo>
                    <a:pt x="232543" y="320993"/>
                  </a:lnTo>
                  <a:lnTo>
                    <a:pt x="237380" y="318846"/>
                  </a:lnTo>
                  <a:lnTo>
                    <a:pt x="242148" y="316548"/>
                  </a:lnTo>
                  <a:lnTo>
                    <a:pt x="246839" y="314099"/>
                  </a:lnTo>
                  <a:lnTo>
                    <a:pt x="251451" y="311503"/>
                  </a:lnTo>
                  <a:lnTo>
                    <a:pt x="255979" y="308762"/>
                  </a:lnTo>
                  <a:lnTo>
                    <a:pt x="260417" y="305880"/>
                  </a:lnTo>
                  <a:lnTo>
                    <a:pt x="264763" y="302858"/>
                  </a:lnTo>
                  <a:lnTo>
                    <a:pt x="269010" y="299700"/>
                  </a:lnTo>
                  <a:lnTo>
                    <a:pt x="273155" y="296410"/>
                  </a:lnTo>
                  <a:lnTo>
                    <a:pt x="277194" y="292990"/>
                  </a:lnTo>
                  <a:lnTo>
                    <a:pt x="281122" y="289443"/>
                  </a:lnTo>
                  <a:lnTo>
                    <a:pt x="284937" y="285774"/>
                  </a:lnTo>
                  <a:lnTo>
                    <a:pt x="288633" y="281987"/>
                  </a:lnTo>
                  <a:lnTo>
                    <a:pt x="292208" y="278084"/>
                  </a:lnTo>
                  <a:lnTo>
                    <a:pt x="295657" y="274070"/>
                  </a:lnTo>
                  <a:lnTo>
                    <a:pt x="298977" y="269948"/>
                  </a:lnTo>
                  <a:lnTo>
                    <a:pt x="302165" y="265724"/>
                  </a:lnTo>
                  <a:lnTo>
                    <a:pt x="305218" y="261401"/>
                  </a:lnTo>
                  <a:lnTo>
                    <a:pt x="308133" y="256983"/>
                  </a:lnTo>
                  <a:lnTo>
                    <a:pt x="310906" y="252476"/>
                  </a:lnTo>
                  <a:lnTo>
                    <a:pt x="313536" y="247883"/>
                  </a:lnTo>
                  <a:lnTo>
                    <a:pt x="316018" y="243209"/>
                  </a:lnTo>
                  <a:lnTo>
                    <a:pt x="318351" y="238458"/>
                  </a:lnTo>
                  <a:lnTo>
                    <a:pt x="320533" y="233636"/>
                  </a:lnTo>
                  <a:lnTo>
                    <a:pt x="322561" y="228748"/>
                  </a:lnTo>
                  <a:lnTo>
                    <a:pt x="324433" y="223798"/>
                  </a:lnTo>
                  <a:lnTo>
                    <a:pt x="326148" y="218791"/>
                  </a:lnTo>
                  <a:lnTo>
                    <a:pt x="327703" y="213732"/>
                  </a:lnTo>
                  <a:lnTo>
                    <a:pt x="329098" y="208627"/>
                  </a:lnTo>
                  <a:lnTo>
                    <a:pt x="330330" y="203480"/>
                  </a:lnTo>
                  <a:lnTo>
                    <a:pt x="331398" y="198296"/>
                  </a:lnTo>
                  <a:lnTo>
                    <a:pt x="332302" y="193081"/>
                  </a:lnTo>
                  <a:lnTo>
                    <a:pt x="333040" y="187841"/>
                  </a:lnTo>
                  <a:lnTo>
                    <a:pt x="333612" y="182579"/>
                  </a:lnTo>
                  <a:lnTo>
                    <a:pt x="334018" y="177302"/>
                  </a:lnTo>
                  <a:lnTo>
                    <a:pt x="334256" y="172015"/>
                  </a:lnTo>
                  <a:lnTo>
                    <a:pt x="334326" y="166723"/>
                  </a:lnTo>
                  <a:lnTo>
                    <a:pt x="334229" y="161432"/>
                  </a:lnTo>
                  <a:lnTo>
                    <a:pt x="333964" y="156146"/>
                  </a:lnTo>
                  <a:lnTo>
                    <a:pt x="333533" y="150871"/>
                  </a:lnTo>
                  <a:lnTo>
                    <a:pt x="332934" y="145613"/>
                  </a:lnTo>
                  <a:lnTo>
                    <a:pt x="332170" y="140376"/>
                  </a:lnTo>
                  <a:lnTo>
                    <a:pt x="331240" y="135166"/>
                  </a:lnTo>
                  <a:lnTo>
                    <a:pt x="330145" y="129988"/>
                  </a:lnTo>
                  <a:lnTo>
                    <a:pt x="328887" y="124847"/>
                  </a:lnTo>
                  <a:lnTo>
                    <a:pt x="327467" y="119748"/>
                  </a:lnTo>
                  <a:lnTo>
                    <a:pt x="325887" y="114698"/>
                  </a:lnTo>
                  <a:lnTo>
                    <a:pt x="324147" y="109699"/>
                  </a:lnTo>
                  <a:lnTo>
                    <a:pt x="322250" y="104759"/>
                  </a:lnTo>
                  <a:lnTo>
                    <a:pt x="320197" y="99880"/>
                  </a:lnTo>
                  <a:lnTo>
                    <a:pt x="317991" y="95070"/>
                  </a:lnTo>
                  <a:lnTo>
                    <a:pt x="315634" y="90331"/>
                  </a:lnTo>
                  <a:lnTo>
                    <a:pt x="313128" y="85669"/>
                  </a:lnTo>
                  <a:lnTo>
                    <a:pt x="310476" y="81090"/>
                  </a:lnTo>
                  <a:lnTo>
                    <a:pt x="307680" y="76596"/>
                  </a:lnTo>
                  <a:lnTo>
                    <a:pt x="304743" y="72193"/>
                  </a:lnTo>
                  <a:lnTo>
                    <a:pt x="301669" y="67885"/>
                  </a:lnTo>
                  <a:lnTo>
                    <a:pt x="298459" y="63677"/>
                  </a:lnTo>
                  <a:lnTo>
                    <a:pt x="295118" y="59573"/>
                  </a:lnTo>
                  <a:lnTo>
                    <a:pt x="291649" y="55576"/>
                  </a:lnTo>
                  <a:lnTo>
                    <a:pt x="288055" y="51691"/>
                  </a:lnTo>
                  <a:lnTo>
                    <a:pt x="284339" y="47922"/>
                  </a:lnTo>
                  <a:lnTo>
                    <a:pt x="280507" y="44272"/>
                  </a:lnTo>
                  <a:lnTo>
                    <a:pt x="276560" y="40746"/>
                  </a:lnTo>
                  <a:lnTo>
                    <a:pt x="272504" y="37346"/>
                  </a:lnTo>
                  <a:lnTo>
                    <a:pt x="268343" y="34076"/>
                  </a:lnTo>
                  <a:lnTo>
                    <a:pt x="264080" y="30940"/>
                  </a:lnTo>
                  <a:lnTo>
                    <a:pt x="259720" y="27940"/>
                  </a:lnTo>
                  <a:lnTo>
                    <a:pt x="255267" y="25080"/>
                  </a:lnTo>
                  <a:lnTo>
                    <a:pt x="250725" y="22362"/>
                  </a:lnTo>
                  <a:lnTo>
                    <a:pt x="246100" y="19789"/>
                  </a:lnTo>
                  <a:lnTo>
                    <a:pt x="241396" y="17364"/>
                  </a:lnTo>
                  <a:lnTo>
                    <a:pt x="236618" y="15089"/>
                  </a:lnTo>
                  <a:lnTo>
                    <a:pt x="231770" y="12966"/>
                  </a:lnTo>
                  <a:lnTo>
                    <a:pt x="226857" y="10998"/>
                  </a:lnTo>
                  <a:lnTo>
                    <a:pt x="221884" y="9187"/>
                  </a:lnTo>
                  <a:lnTo>
                    <a:pt x="216856" y="7534"/>
                  </a:lnTo>
                  <a:lnTo>
                    <a:pt x="211779" y="6041"/>
                  </a:lnTo>
                  <a:lnTo>
                    <a:pt x="206657" y="4709"/>
                  </a:lnTo>
                  <a:lnTo>
                    <a:pt x="201495" y="3540"/>
                  </a:lnTo>
                  <a:lnTo>
                    <a:pt x="196299" y="2535"/>
                  </a:lnTo>
                  <a:lnTo>
                    <a:pt x="191074" y="1695"/>
                  </a:lnTo>
                  <a:lnTo>
                    <a:pt x="185824" y="1021"/>
                  </a:lnTo>
                  <a:lnTo>
                    <a:pt x="180556" y="513"/>
                  </a:lnTo>
                  <a:lnTo>
                    <a:pt x="175275" y="173"/>
                  </a:lnTo>
                  <a:lnTo>
                    <a:pt x="169985" y="0"/>
                  </a:lnTo>
                  <a:lnTo>
                    <a:pt x="167159" y="167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2825" cy="167167"/>
            </a:xfrm>
            <a:custGeom>
              <a:avLst/>
              <a:pathLst>
                <a:path w="2825" h="167167">
                  <a:moveTo>
                    <a:pt x="2825" y="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2025-06-05T17:28:44Z</dcterms:modified>
  <cp:category/>
</cp:coreProperties>
</file>