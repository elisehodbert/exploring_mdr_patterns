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2022_BLSE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233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25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31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181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277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233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169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2778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25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169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18180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31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2846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3342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233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31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25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233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213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16884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2336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31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3451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2336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336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3795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233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33272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373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233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332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37367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2336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285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3342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25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252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16884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2537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345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345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25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3598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37951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25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357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373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253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357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3736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25375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285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284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31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31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2623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19376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2527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213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31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33578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30623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31013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34547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31812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31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35986" cap="rnd">
              <a:solidFill>
                <a:srgbClr val="D9485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33601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31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3576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332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31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3576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33272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3101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21367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35343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g82"/>
            <p:cNvSpPr/>
            <p:nvPr/>
          </p:nvSpPr>
          <p:spPr>
            <a:xfrm>
              <a:off x="6933970" y="3170392"/>
              <a:ext cx="49808" cy="167167"/>
            </a:xfrm>
            <a:custGeom>
              <a:avLst/>
              <a:pathLst>
                <a:path w="49808" h="167167">
                  <a:moveTo>
                    <a:pt x="49808" y="0"/>
                  </a:moveTo>
                  <a:lnTo>
                    <a:pt x="43487" y="119"/>
                  </a:lnTo>
                  <a:lnTo>
                    <a:pt x="37176" y="477"/>
                  </a:lnTo>
                  <a:lnTo>
                    <a:pt x="30882" y="1074"/>
                  </a:lnTo>
                  <a:lnTo>
                    <a:pt x="24616" y="1909"/>
                  </a:lnTo>
                  <a:lnTo>
                    <a:pt x="18386" y="2979"/>
                  </a:lnTo>
                  <a:lnTo>
                    <a:pt x="12200" y="4285"/>
                  </a:lnTo>
                  <a:lnTo>
                    <a:pt x="6069" y="5823"/>
                  </a:lnTo>
                  <a:lnTo>
                    <a:pt x="0" y="7592"/>
                  </a:lnTo>
                  <a:lnTo>
                    <a:pt x="4980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g83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g84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g85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g86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g87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g88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g90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g91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g92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g93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g94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g95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g96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g97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g98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g99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g100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g101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g102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g103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g104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g105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g106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g107"/>
            <p:cNvSpPr/>
            <p:nvPr/>
          </p:nvSpPr>
          <p:spPr>
            <a:xfrm>
              <a:off x="6933970" y="3177985"/>
              <a:ext cx="49808" cy="159574"/>
            </a:xfrm>
            <a:custGeom>
              <a:avLst/>
              <a:pathLst>
                <a:path w="49808" h="159574">
                  <a:moveTo>
                    <a:pt x="0" y="0"/>
                  </a:moveTo>
                  <a:lnTo>
                    <a:pt x="49808" y="15957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g108"/>
            <p:cNvSpPr/>
            <p:nvPr/>
          </p:nvSpPr>
          <p:spPr>
            <a:xfrm>
              <a:off x="6816611" y="3170429"/>
              <a:ext cx="334333" cy="334281"/>
            </a:xfrm>
            <a:custGeom>
              <a:avLst/>
              <a:pathLst>
                <a:path w="334333" h="334281">
                  <a:moveTo>
                    <a:pt x="117359" y="7555"/>
                  </a:moveTo>
                  <a:lnTo>
                    <a:pt x="112326" y="9214"/>
                  </a:lnTo>
                  <a:lnTo>
                    <a:pt x="107348" y="11031"/>
                  </a:lnTo>
                  <a:lnTo>
                    <a:pt x="102431" y="13006"/>
                  </a:lnTo>
                  <a:lnTo>
                    <a:pt x="97579" y="15135"/>
                  </a:lnTo>
                  <a:lnTo>
                    <a:pt x="92796" y="17417"/>
                  </a:lnTo>
                  <a:lnTo>
                    <a:pt x="88089" y="19849"/>
                  </a:lnTo>
                  <a:lnTo>
                    <a:pt x="83460" y="22429"/>
                  </a:lnTo>
                  <a:lnTo>
                    <a:pt x="78916" y="25155"/>
                  </a:lnTo>
                  <a:lnTo>
                    <a:pt x="74461" y="28023"/>
                  </a:lnTo>
                  <a:lnTo>
                    <a:pt x="70099" y="31032"/>
                  </a:lnTo>
                  <a:lnTo>
                    <a:pt x="65834" y="34177"/>
                  </a:lnTo>
                  <a:lnTo>
                    <a:pt x="61671" y="37455"/>
                  </a:lnTo>
                  <a:lnTo>
                    <a:pt x="57614" y="40864"/>
                  </a:lnTo>
                  <a:lnTo>
                    <a:pt x="53667" y="44399"/>
                  </a:lnTo>
                  <a:lnTo>
                    <a:pt x="49834" y="48058"/>
                  </a:lnTo>
                  <a:lnTo>
                    <a:pt x="46119" y="51837"/>
                  </a:lnTo>
                  <a:lnTo>
                    <a:pt x="42526" y="55731"/>
                  </a:lnTo>
                  <a:lnTo>
                    <a:pt x="39058" y="59738"/>
                  </a:lnTo>
                  <a:lnTo>
                    <a:pt x="35719" y="63852"/>
                  </a:lnTo>
                  <a:lnTo>
                    <a:pt x="32511" y="68070"/>
                  </a:lnTo>
                  <a:lnTo>
                    <a:pt x="29439" y="72388"/>
                  </a:lnTo>
                  <a:lnTo>
                    <a:pt x="26506" y="76800"/>
                  </a:lnTo>
                  <a:lnTo>
                    <a:pt x="23713" y="81304"/>
                  </a:lnTo>
                  <a:lnTo>
                    <a:pt x="21065" y="85894"/>
                  </a:lnTo>
                  <a:lnTo>
                    <a:pt x="18564" y="90565"/>
                  </a:lnTo>
                  <a:lnTo>
                    <a:pt x="16212" y="95314"/>
                  </a:lnTo>
                  <a:lnTo>
                    <a:pt x="14012" y="100134"/>
                  </a:lnTo>
                  <a:lnTo>
                    <a:pt x="11965" y="105022"/>
                  </a:lnTo>
                  <a:lnTo>
                    <a:pt x="10075" y="109972"/>
                  </a:lnTo>
                  <a:lnTo>
                    <a:pt x="8342" y="114980"/>
                  </a:lnTo>
                  <a:lnTo>
                    <a:pt x="6769" y="120040"/>
                  </a:lnTo>
                  <a:lnTo>
                    <a:pt x="5357" y="125147"/>
                  </a:lnTo>
                  <a:lnTo>
                    <a:pt x="4108" y="130297"/>
                  </a:lnTo>
                  <a:lnTo>
                    <a:pt x="3022" y="135483"/>
                  </a:lnTo>
                  <a:lnTo>
                    <a:pt x="2102" y="140702"/>
                  </a:lnTo>
                  <a:lnTo>
                    <a:pt x="1347" y="145946"/>
                  </a:lnTo>
                  <a:lnTo>
                    <a:pt x="759" y="151213"/>
                  </a:lnTo>
                  <a:lnTo>
                    <a:pt x="338" y="156495"/>
                  </a:lnTo>
                  <a:lnTo>
                    <a:pt x="85" y="161788"/>
                  </a:lnTo>
                  <a:lnTo>
                    <a:pt x="0" y="167086"/>
                  </a:lnTo>
                  <a:lnTo>
                    <a:pt x="82" y="172384"/>
                  </a:lnTo>
                  <a:lnTo>
                    <a:pt x="333" y="177677"/>
                  </a:lnTo>
                  <a:lnTo>
                    <a:pt x="751" y="182960"/>
                  </a:lnTo>
                  <a:lnTo>
                    <a:pt x="1336" y="188226"/>
                  </a:lnTo>
                  <a:lnTo>
                    <a:pt x="2088" y="193471"/>
                  </a:lnTo>
                  <a:lnTo>
                    <a:pt x="3006" y="198690"/>
                  </a:lnTo>
                  <a:lnTo>
                    <a:pt x="4089" y="203877"/>
                  </a:lnTo>
                  <a:lnTo>
                    <a:pt x="5335" y="209028"/>
                  </a:lnTo>
                  <a:lnTo>
                    <a:pt x="6744" y="214136"/>
                  </a:lnTo>
                  <a:lnTo>
                    <a:pt x="8315" y="219196"/>
                  </a:lnTo>
                  <a:lnTo>
                    <a:pt x="10045" y="224205"/>
                  </a:lnTo>
                  <a:lnTo>
                    <a:pt x="11933" y="229156"/>
                  </a:lnTo>
                  <a:lnTo>
                    <a:pt x="13977" y="234045"/>
                  </a:lnTo>
                  <a:lnTo>
                    <a:pt x="16174" y="238867"/>
                  </a:lnTo>
                  <a:lnTo>
                    <a:pt x="18524" y="243616"/>
                  </a:lnTo>
                  <a:lnTo>
                    <a:pt x="21023" y="248289"/>
                  </a:lnTo>
                  <a:lnTo>
                    <a:pt x="23668" y="252880"/>
                  </a:lnTo>
                  <a:lnTo>
                    <a:pt x="26458" y="257385"/>
                  </a:lnTo>
                  <a:lnTo>
                    <a:pt x="29390" y="261800"/>
                  </a:lnTo>
                  <a:lnTo>
                    <a:pt x="32459" y="266119"/>
                  </a:lnTo>
                  <a:lnTo>
                    <a:pt x="35664" y="270338"/>
                  </a:lnTo>
                  <a:lnTo>
                    <a:pt x="39002" y="274454"/>
                  </a:lnTo>
                  <a:lnTo>
                    <a:pt x="42468" y="278463"/>
                  </a:lnTo>
                  <a:lnTo>
                    <a:pt x="46059" y="282359"/>
                  </a:lnTo>
                  <a:lnTo>
                    <a:pt x="49772" y="286140"/>
                  </a:lnTo>
                  <a:lnTo>
                    <a:pt x="53603" y="289801"/>
                  </a:lnTo>
                  <a:lnTo>
                    <a:pt x="57548" y="293338"/>
                  </a:lnTo>
                  <a:lnTo>
                    <a:pt x="61603" y="296749"/>
                  </a:lnTo>
                  <a:lnTo>
                    <a:pt x="65764" y="300030"/>
                  </a:lnTo>
                  <a:lnTo>
                    <a:pt x="70027" y="303177"/>
                  </a:lnTo>
                  <a:lnTo>
                    <a:pt x="74388" y="306187"/>
                  </a:lnTo>
                  <a:lnTo>
                    <a:pt x="78842" y="309058"/>
                  </a:lnTo>
                  <a:lnTo>
                    <a:pt x="83385" y="311786"/>
                  </a:lnTo>
                  <a:lnTo>
                    <a:pt x="88012" y="314369"/>
                  </a:lnTo>
                  <a:lnTo>
                    <a:pt x="92718" y="316804"/>
                  </a:lnTo>
                  <a:lnTo>
                    <a:pt x="97499" y="319088"/>
                  </a:lnTo>
                  <a:lnTo>
                    <a:pt x="102350" y="321220"/>
                  </a:lnTo>
                  <a:lnTo>
                    <a:pt x="107267" y="323197"/>
                  </a:lnTo>
                  <a:lnTo>
                    <a:pt x="112243" y="325017"/>
                  </a:lnTo>
                  <a:lnTo>
                    <a:pt x="117275" y="326678"/>
                  </a:lnTo>
                  <a:lnTo>
                    <a:pt x="122357" y="328179"/>
                  </a:lnTo>
                  <a:lnTo>
                    <a:pt x="127484" y="329519"/>
                  </a:lnTo>
                  <a:lnTo>
                    <a:pt x="132650" y="330695"/>
                  </a:lnTo>
                  <a:lnTo>
                    <a:pt x="137852" y="331707"/>
                  </a:lnTo>
                  <a:lnTo>
                    <a:pt x="143083" y="332553"/>
                  </a:lnTo>
                  <a:lnTo>
                    <a:pt x="148338" y="333233"/>
                  </a:lnTo>
                  <a:lnTo>
                    <a:pt x="153612" y="333747"/>
                  </a:lnTo>
                  <a:lnTo>
                    <a:pt x="158899" y="334093"/>
                  </a:lnTo>
                  <a:lnTo>
                    <a:pt x="164195" y="334271"/>
                  </a:lnTo>
                  <a:lnTo>
                    <a:pt x="169494" y="334281"/>
                  </a:lnTo>
                  <a:lnTo>
                    <a:pt x="174791" y="334123"/>
                  </a:lnTo>
                  <a:lnTo>
                    <a:pt x="180080" y="333798"/>
                  </a:lnTo>
                  <a:lnTo>
                    <a:pt x="185356" y="333305"/>
                  </a:lnTo>
                  <a:lnTo>
                    <a:pt x="190613" y="332645"/>
                  </a:lnTo>
                  <a:lnTo>
                    <a:pt x="195847" y="331818"/>
                  </a:lnTo>
                  <a:lnTo>
                    <a:pt x="201053" y="330827"/>
                  </a:lnTo>
                  <a:lnTo>
                    <a:pt x="206224" y="329670"/>
                  </a:lnTo>
                  <a:lnTo>
                    <a:pt x="211356" y="328351"/>
                  </a:lnTo>
                  <a:lnTo>
                    <a:pt x="216444" y="326869"/>
                  </a:lnTo>
                  <a:lnTo>
                    <a:pt x="221482" y="325227"/>
                  </a:lnTo>
                  <a:lnTo>
                    <a:pt x="226465" y="323426"/>
                  </a:lnTo>
                  <a:lnTo>
                    <a:pt x="231389" y="321469"/>
                  </a:lnTo>
                  <a:lnTo>
                    <a:pt x="236248" y="319356"/>
                  </a:lnTo>
                  <a:lnTo>
                    <a:pt x="241038" y="317090"/>
                  </a:lnTo>
                  <a:lnTo>
                    <a:pt x="245754" y="314673"/>
                  </a:lnTo>
                  <a:lnTo>
                    <a:pt x="250391" y="312108"/>
                  </a:lnTo>
                  <a:lnTo>
                    <a:pt x="254944" y="309397"/>
                  </a:lnTo>
                  <a:lnTo>
                    <a:pt x="259409" y="306544"/>
                  </a:lnTo>
                  <a:lnTo>
                    <a:pt x="263781" y="303550"/>
                  </a:lnTo>
                  <a:lnTo>
                    <a:pt x="268057" y="300420"/>
                  </a:lnTo>
                  <a:lnTo>
                    <a:pt x="272231" y="297155"/>
                  </a:lnTo>
                  <a:lnTo>
                    <a:pt x="276299" y="293760"/>
                  </a:lnTo>
                  <a:lnTo>
                    <a:pt x="280257" y="290237"/>
                  </a:lnTo>
                  <a:lnTo>
                    <a:pt x="284102" y="286591"/>
                  </a:lnTo>
                  <a:lnTo>
                    <a:pt x="287830" y="282825"/>
                  </a:lnTo>
                  <a:lnTo>
                    <a:pt x="291436" y="278943"/>
                  </a:lnTo>
                  <a:lnTo>
                    <a:pt x="294918" y="274948"/>
                  </a:lnTo>
                  <a:lnTo>
                    <a:pt x="298271" y="270845"/>
                  </a:lnTo>
                  <a:lnTo>
                    <a:pt x="301492" y="266637"/>
                  </a:lnTo>
                  <a:lnTo>
                    <a:pt x="304578" y="262330"/>
                  </a:lnTo>
                  <a:lnTo>
                    <a:pt x="307527" y="257927"/>
                  </a:lnTo>
                  <a:lnTo>
                    <a:pt x="310334" y="253433"/>
                  </a:lnTo>
                  <a:lnTo>
                    <a:pt x="312997" y="248852"/>
                  </a:lnTo>
                  <a:lnTo>
                    <a:pt x="315514" y="244189"/>
                  </a:lnTo>
                  <a:lnTo>
                    <a:pt x="317882" y="239448"/>
                  </a:lnTo>
                  <a:lnTo>
                    <a:pt x="320098" y="234635"/>
                  </a:lnTo>
                  <a:lnTo>
                    <a:pt x="322161" y="229754"/>
                  </a:lnTo>
                  <a:lnTo>
                    <a:pt x="324068" y="224810"/>
                  </a:lnTo>
                  <a:lnTo>
                    <a:pt x="325817" y="219808"/>
                  </a:lnTo>
                  <a:lnTo>
                    <a:pt x="327407" y="214754"/>
                  </a:lnTo>
                  <a:lnTo>
                    <a:pt x="328836" y="209651"/>
                  </a:lnTo>
                  <a:lnTo>
                    <a:pt x="330102" y="204506"/>
                  </a:lnTo>
                  <a:lnTo>
                    <a:pt x="331205" y="199323"/>
                  </a:lnTo>
                  <a:lnTo>
                    <a:pt x="332143" y="194108"/>
                  </a:lnTo>
                  <a:lnTo>
                    <a:pt x="332915" y="188865"/>
                  </a:lnTo>
                  <a:lnTo>
                    <a:pt x="333521" y="183601"/>
                  </a:lnTo>
                  <a:lnTo>
                    <a:pt x="333959" y="178320"/>
                  </a:lnTo>
                  <a:lnTo>
                    <a:pt x="334230" y="173028"/>
                  </a:lnTo>
                  <a:lnTo>
                    <a:pt x="334333" y="167730"/>
                  </a:lnTo>
                  <a:lnTo>
                    <a:pt x="334268" y="162432"/>
                  </a:lnTo>
                  <a:lnTo>
                    <a:pt x="334036" y="157138"/>
                  </a:lnTo>
                  <a:lnTo>
                    <a:pt x="333635" y="151854"/>
                  </a:lnTo>
                  <a:lnTo>
                    <a:pt x="333067" y="146586"/>
                  </a:lnTo>
                  <a:lnTo>
                    <a:pt x="332333" y="141338"/>
                  </a:lnTo>
                  <a:lnTo>
                    <a:pt x="331432" y="136116"/>
                  </a:lnTo>
                  <a:lnTo>
                    <a:pt x="330367" y="130925"/>
                  </a:lnTo>
                  <a:lnTo>
                    <a:pt x="329137" y="125771"/>
                  </a:lnTo>
                  <a:lnTo>
                    <a:pt x="327745" y="120658"/>
                  </a:lnTo>
                  <a:lnTo>
                    <a:pt x="326192" y="115592"/>
                  </a:lnTo>
                  <a:lnTo>
                    <a:pt x="324478" y="110578"/>
                  </a:lnTo>
                  <a:lnTo>
                    <a:pt x="322607" y="105621"/>
                  </a:lnTo>
                  <a:lnTo>
                    <a:pt x="320579" y="100725"/>
                  </a:lnTo>
                  <a:lnTo>
                    <a:pt x="318398" y="95896"/>
                  </a:lnTo>
                  <a:lnTo>
                    <a:pt x="316064" y="91139"/>
                  </a:lnTo>
                  <a:lnTo>
                    <a:pt x="313581" y="86458"/>
                  </a:lnTo>
                  <a:lnTo>
                    <a:pt x="310950" y="81858"/>
                  </a:lnTo>
                  <a:lnTo>
                    <a:pt x="308175" y="77343"/>
                  </a:lnTo>
                  <a:lnTo>
                    <a:pt x="305259" y="72919"/>
                  </a:lnTo>
                  <a:lnTo>
                    <a:pt x="302203" y="68590"/>
                  </a:lnTo>
                  <a:lnTo>
                    <a:pt x="299012" y="64360"/>
                  </a:lnTo>
                  <a:lnTo>
                    <a:pt x="295689" y="60232"/>
                  </a:lnTo>
                  <a:lnTo>
                    <a:pt x="292236" y="56213"/>
                  </a:lnTo>
                  <a:lnTo>
                    <a:pt x="288658" y="52304"/>
                  </a:lnTo>
                  <a:lnTo>
                    <a:pt x="284958" y="48512"/>
                  </a:lnTo>
                  <a:lnTo>
                    <a:pt x="281139" y="44838"/>
                  </a:lnTo>
                  <a:lnTo>
                    <a:pt x="277206" y="41287"/>
                  </a:lnTo>
                  <a:lnTo>
                    <a:pt x="273162" y="37863"/>
                  </a:lnTo>
                  <a:lnTo>
                    <a:pt x="269012" y="34568"/>
                  </a:lnTo>
                  <a:lnTo>
                    <a:pt x="264759" y="31407"/>
                  </a:lnTo>
                  <a:lnTo>
                    <a:pt x="260409" y="28382"/>
                  </a:lnTo>
                  <a:lnTo>
                    <a:pt x="255964" y="25496"/>
                  </a:lnTo>
                  <a:lnTo>
                    <a:pt x="251431" y="22753"/>
                  </a:lnTo>
                  <a:lnTo>
                    <a:pt x="246812" y="20155"/>
                  </a:lnTo>
                  <a:lnTo>
                    <a:pt x="242114" y="17705"/>
                  </a:lnTo>
                  <a:lnTo>
                    <a:pt x="237341" y="15404"/>
                  </a:lnTo>
                  <a:lnTo>
                    <a:pt x="232496" y="13256"/>
                  </a:lnTo>
                  <a:lnTo>
                    <a:pt x="227587" y="11263"/>
                  </a:lnTo>
                  <a:lnTo>
                    <a:pt x="222616" y="9426"/>
                  </a:lnTo>
                  <a:lnTo>
                    <a:pt x="217590" y="7748"/>
                  </a:lnTo>
                  <a:lnTo>
                    <a:pt x="212513" y="6230"/>
                  </a:lnTo>
                  <a:lnTo>
                    <a:pt x="207391" y="4874"/>
                  </a:lnTo>
                  <a:lnTo>
                    <a:pt x="202228" y="3680"/>
                  </a:lnTo>
                  <a:lnTo>
                    <a:pt x="197030" y="2651"/>
                  </a:lnTo>
                  <a:lnTo>
                    <a:pt x="191802" y="1787"/>
                  </a:lnTo>
                  <a:lnTo>
                    <a:pt x="186549" y="1090"/>
                  </a:lnTo>
                  <a:lnTo>
                    <a:pt x="181277" y="559"/>
                  </a:lnTo>
                  <a:lnTo>
                    <a:pt x="175991" y="195"/>
                  </a:lnTo>
                  <a:lnTo>
                    <a:pt x="170695" y="0"/>
                  </a:lnTo>
                  <a:lnTo>
                    <a:pt x="167167" y="16713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g109"/>
            <p:cNvSpPr/>
            <p:nvPr/>
          </p:nvSpPr>
          <p:spPr>
            <a:xfrm>
              <a:off x="6983779" y="3170392"/>
              <a:ext cx="3528" cy="167167"/>
            </a:xfrm>
            <a:custGeom>
              <a:avLst/>
              <a:pathLst>
                <a:path w="3528" h="167167">
                  <a:moveTo>
                    <a:pt x="3528" y="37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g110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g111"/>
            <p:cNvSpPr/>
            <p:nvPr/>
          </p:nvSpPr>
          <p:spPr>
            <a:xfrm>
              <a:off x="6751853" y="2633064"/>
              <a:ext cx="167158" cy="185070"/>
            </a:xfrm>
            <a:custGeom>
              <a:avLst/>
              <a:pathLst>
                <a:path w="167158" h="185070">
                  <a:moveTo>
                    <a:pt x="167158" y="0"/>
                  </a:moveTo>
                  <a:lnTo>
                    <a:pt x="161764" y="87"/>
                  </a:lnTo>
                  <a:lnTo>
                    <a:pt x="156376" y="348"/>
                  </a:lnTo>
                  <a:lnTo>
                    <a:pt x="150999" y="782"/>
                  </a:lnTo>
                  <a:lnTo>
                    <a:pt x="145639" y="1390"/>
                  </a:lnTo>
                  <a:lnTo>
                    <a:pt x="140301" y="2171"/>
                  </a:lnTo>
                  <a:lnTo>
                    <a:pt x="134992" y="3123"/>
                  </a:lnTo>
                  <a:lnTo>
                    <a:pt x="129715" y="4247"/>
                  </a:lnTo>
                  <a:lnTo>
                    <a:pt x="124478" y="5540"/>
                  </a:lnTo>
                  <a:lnTo>
                    <a:pt x="119285" y="7001"/>
                  </a:lnTo>
                  <a:lnTo>
                    <a:pt x="114143" y="8629"/>
                  </a:lnTo>
                  <a:lnTo>
                    <a:pt x="109055" y="10422"/>
                  </a:lnTo>
                  <a:lnTo>
                    <a:pt x="104028" y="12378"/>
                  </a:lnTo>
                  <a:lnTo>
                    <a:pt x="99066" y="14496"/>
                  </a:lnTo>
                  <a:lnTo>
                    <a:pt x="94176" y="16772"/>
                  </a:lnTo>
                  <a:lnTo>
                    <a:pt x="89361" y="19205"/>
                  </a:lnTo>
                  <a:lnTo>
                    <a:pt x="84627" y="21793"/>
                  </a:lnTo>
                  <a:lnTo>
                    <a:pt x="79980" y="24531"/>
                  </a:lnTo>
                  <a:lnTo>
                    <a:pt x="75423" y="27418"/>
                  </a:lnTo>
                  <a:lnTo>
                    <a:pt x="70962" y="30451"/>
                  </a:lnTo>
                  <a:lnTo>
                    <a:pt x="66601" y="33626"/>
                  </a:lnTo>
                  <a:lnTo>
                    <a:pt x="62344" y="36940"/>
                  </a:lnTo>
                  <a:lnTo>
                    <a:pt x="58197" y="40390"/>
                  </a:lnTo>
                  <a:lnTo>
                    <a:pt x="54163" y="43971"/>
                  </a:lnTo>
                  <a:lnTo>
                    <a:pt x="50247" y="47681"/>
                  </a:lnTo>
                  <a:lnTo>
                    <a:pt x="46453" y="51516"/>
                  </a:lnTo>
                  <a:lnTo>
                    <a:pt x="42784" y="55470"/>
                  </a:lnTo>
                  <a:lnTo>
                    <a:pt x="39245" y="59542"/>
                  </a:lnTo>
                  <a:lnTo>
                    <a:pt x="35839" y="63725"/>
                  </a:lnTo>
                  <a:lnTo>
                    <a:pt x="32570" y="68016"/>
                  </a:lnTo>
                  <a:lnTo>
                    <a:pt x="29440" y="72410"/>
                  </a:lnTo>
                  <a:lnTo>
                    <a:pt x="26455" y="76903"/>
                  </a:lnTo>
                  <a:lnTo>
                    <a:pt x="23616" y="81490"/>
                  </a:lnTo>
                  <a:lnTo>
                    <a:pt x="20926" y="86166"/>
                  </a:lnTo>
                  <a:lnTo>
                    <a:pt x="18389" y="90926"/>
                  </a:lnTo>
                  <a:lnTo>
                    <a:pt x="16006" y="95766"/>
                  </a:lnTo>
                  <a:lnTo>
                    <a:pt x="13781" y="100680"/>
                  </a:lnTo>
                  <a:lnTo>
                    <a:pt x="11716" y="105663"/>
                  </a:lnTo>
                  <a:lnTo>
                    <a:pt x="9812" y="110711"/>
                  </a:lnTo>
                  <a:lnTo>
                    <a:pt x="8072" y="115817"/>
                  </a:lnTo>
                  <a:lnTo>
                    <a:pt x="6498" y="120977"/>
                  </a:lnTo>
                  <a:lnTo>
                    <a:pt x="5092" y="126185"/>
                  </a:lnTo>
                  <a:lnTo>
                    <a:pt x="3854" y="131435"/>
                  </a:lnTo>
                  <a:lnTo>
                    <a:pt x="2786" y="136723"/>
                  </a:lnTo>
                  <a:lnTo>
                    <a:pt x="1889" y="142042"/>
                  </a:lnTo>
                  <a:lnTo>
                    <a:pt x="1165" y="147388"/>
                  </a:lnTo>
                  <a:lnTo>
                    <a:pt x="613" y="152754"/>
                  </a:lnTo>
                  <a:lnTo>
                    <a:pt x="234" y="158135"/>
                  </a:lnTo>
                  <a:lnTo>
                    <a:pt x="30" y="163526"/>
                  </a:lnTo>
                  <a:lnTo>
                    <a:pt x="0" y="168920"/>
                  </a:lnTo>
                  <a:lnTo>
                    <a:pt x="143" y="174312"/>
                  </a:lnTo>
                  <a:lnTo>
                    <a:pt x="461" y="179698"/>
                  </a:lnTo>
                  <a:lnTo>
                    <a:pt x="952" y="185070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g112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g113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g114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g115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g116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g117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g118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g119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g120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g121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g122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g123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g124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g125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g126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g127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g128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g129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g130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g131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g132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g133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g134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g135"/>
            <p:cNvSpPr/>
            <p:nvPr/>
          </p:nvSpPr>
          <p:spPr>
            <a:xfrm>
              <a:off x="6752805" y="2800231"/>
              <a:ext cx="166206" cy="17902"/>
            </a:xfrm>
            <a:custGeom>
              <a:avLst/>
              <a:pathLst>
                <a:path w="166206" h="17902">
                  <a:moveTo>
                    <a:pt x="0" y="17902"/>
                  </a:moveTo>
                  <a:lnTo>
                    <a:pt x="166206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g136"/>
            <p:cNvSpPr/>
            <p:nvPr/>
          </p:nvSpPr>
          <p:spPr>
            <a:xfrm>
              <a:off x="6752805" y="2639003"/>
              <a:ext cx="333371" cy="328391"/>
            </a:xfrm>
            <a:custGeom>
              <a:avLst/>
              <a:pathLst>
                <a:path w="333371" h="328391">
                  <a:moveTo>
                    <a:pt x="0" y="179130"/>
                  </a:moveTo>
                  <a:lnTo>
                    <a:pt x="650" y="184383"/>
                  </a:lnTo>
                  <a:lnTo>
                    <a:pt x="1466" y="189612"/>
                  </a:lnTo>
                  <a:lnTo>
                    <a:pt x="2447" y="194813"/>
                  </a:lnTo>
                  <a:lnTo>
                    <a:pt x="3592" y="199980"/>
                  </a:lnTo>
                  <a:lnTo>
                    <a:pt x="4900" y="205109"/>
                  </a:lnTo>
                  <a:lnTo>
                    <a:pt x="6370" y="210193"/>
                  </a:lnTo>
                  <a:lnTo>
                    <a:pt x="8000" y="215228"/>
                  </a:lnTo>
                  <a:lnTo>
                    <a:pt x="9789" y="220210"/>
                  </a:lnTo>
                  <a:lnTo>
                    <a:pt x="11735" y="225132"/>
                  </a:lnTo>
                  <a:lnTo>
                    <a:pt x="13835" y="229990"/>
                  </a:lnTo>
                  <a:lnTo>
                    <a:pt x="16088" y="234779"/>
                  </a:lnTo>
                  <a:lnTo>
                    <a:pt x="18492" y="239494"/>
                  </a:lnTo>
                  <a:lnTo>
                    <a:pt x="21044" y="244131"/>
                  </a:lnTo>
                  <a:lnTo>
                    <a:pt x="23741" y="248685"/>
                  </a:lnTo>
                  <a:lnTo>
                    <a:pt x="26581" y="253151"/>
                  </a:lnTo>
                  <a:lnTo>
                    <a:pt x="29561" y="257525"/>
                  </a:lnTo>
                  <a:lnTo>
                    <a:pt x="32678" y="261803"/>
                  </a:lnTo>
                  <a:lnTo>
                    <a:pt x="35929" y="265979"/>
                  </a:lnTo>
                  <a:lnTo>
                    <a:pt x="39310" y="270051"/>
                  </a:lnTo>
                  <a:lnTo>
                    <a:pt x="42819" y="274013"/>
                  </a:lnTo>
                  <a:lnTo>
                    <a:pt x="46451" y="277863"/>
                  </a:lnTo>
                  <a:lnTo>
                    <a:pt x="50204" y="281595"/>
                  </a:lnTo>
                  <a:lnTo>
                    <a:pt x="54072" y="285207"/>
                  </a:lnTo>
                  <a:lnTo>
                    <a:pt x="58053" y="288695"/>
                  </a:lnTo>
                  <a:lnTo>
                    <a:pt x="62143" y="292055"/>
                  </a:lnTo>
                  <a:lnTo>
                    <a:pt x="66336" y="295284"/>
                  </a:lnTo>
                  <a:lnTo>
                    <a:pt x="70630" y="298378"/>
                  </a:lnTo>
                  <a:lnTo>
                    <a:pt x="75020" y="301335"/>
                  </a:lnTo>
                  <a:lnTo>
                    <a:pt x="79501" y="304151"/>
                  </a:lnTo>
                  <a:lnTo>
                    <a:pt x="84069" y="306825"/>
                  </a:lnTo>
                  <a:lnTo>
                    <a:pt x="88719" y="309352"/>
                  </a:lnTo>
                  <a:lnTo>
                    <a:pt x="93447" y="311730"/>
                  </a:lnTo>
                  <a:lnTo>
                    <a:pt x="98248" y="313958"/>
                  </a:lnTo>
                  <a:lnTo>
                    <a:pt x="103117" y="316033"/>
                  </a:lnTo>
                  <a:lnTo>
                    <a:pt x="108050" y="317953"/>
                  </a:lnTo>
                  <a:lnTo>
                    <a:pt x="113040" y="319715"/>
                  </a:lnTo>
                  <a:lnTo>
                    <a:pt x="118084" y="321319"/>
                  </a:lnTo>
                  <a:lnTo>
                    <a:pt x="123176" y="322762"/>
                  </a:lnTo>
                  <a:lnTo>
                    <a:pt x="128311" y="324043"/>
                  </a:lnTo>
                  <a:lnTo>
                    <a:pt x="133485" y="325161"/>
                  </a:lnTo>
                  <a:lnTo>
                    <a:pt x="138691" y="326115"/>
                  </a:lnTo>
                  <a:lnTo>
                    <a:pt x="143924" y="326903"/>
                  </a:lnTo>
                  <a:lnTo>
                    <a:pt x="149180" y="327526"/>
                  </a:lnTo>
                  <a:lnTo>
                    <a:pt x="154453" y="327981"/>
                  </a:lnTo>
                  <a:lnTo>
                    <a:pt x="159738" y="328270"/>
                  </a:lnTo>
                  <a:lnTo>
                    <a:pt x="165029" y="328391"/>
                  </a:lnTo>
                  <a:lnTo>
                    <a:pt x="170322" y="328344"/>
                  </a:lnTo>
                  <a:lnTo>
                    <a:pt x="175610" y="328130"/>
                  </a:lnTo>
                  <a:lnTo>
                    <a:pt x="180889" y="327749"/>
                  </a:lnTo>
                  <a:lnTo>
                    <a:pt x="186153" y="327200"/>
                  </a:lnTo>
                  <a:lnTo>
                    <a:pt x="191397" y="326486"/>
                  </a:lnTo>
                  <a:lnTo>
                    <a:pt x="196616" y="325605"/>
                  </a:lnTo>
                  <a:lnTo>
                    <a:pt x="201805" y="324560"/>
                  </a:lnTo>
                  <a:lnTo>
                    <a:pt x="206958" y="323351"/>
                  </a:lnTo>
                  <a:lnTo>
                    <a:pt x="212070" y="321980"/>
                  </a:lnTo>
                  <a:lnTo>
                    <a:pt x="217135" y="320448"/>
                  </a:lnTo>
                  <a:lnTo>
                    <a:pt x="222150" y="318756"/>
                  </a:lnTo>
                  <a:lnTo>
                    <a:pt x="227109" y="316906"/>
                  </a:lnTo>
                  <a:lnTo>
                    <a:pt x="232007" y="314899"/>
                  </a:lnTo>
                  <a:lnTo>
                    <a:pt x="236839" y="312739"/>
                  </a:lnTo>
                  <a:lnTo>
                    <a:pt x="241600" y="310427"/>
                  </a:lnTo>
                  <a:lnTo>
                    <a:pt x="246285" y="307966"/>
                  </a:lnTo>
                  <a:lnTo>
                    <a:pt x="250890" y="305357"/>
                  </a:lnTo>
                  <a:lnTo>
                    <a:pt x="255411" y="302604"/>
                  </a:lnTo>
                  <a:lnTo>
                    <a:pt x="259841" y="299709"/>
                  </a:lnTo>
                  <a:lnTo>
                    <a:pt x="264178" y="296676"/>
                  </a:lnTo>
                  <a:lnTo>
                    <a:pt x="268417" y="293506"/>
                  </a:lnTo>
                  <a:lnTo>
                    <a:pt x="272554" y="290204"/>
                  </a:lnTo>
                  <a:lnTo>
                    <a:pt x="276583" y="286773"/>
                  </a:lnTo>
                  <a:lnTo>
                    <a:pt x="280502" y="283216"/>
                  </a:lnTo>
                  <a:lnTo>
                    <a:pt x="284307" y="279536"/>
                  </a:lnTo>
                  <a:lnTo>
                    <a:pt x="287993" y="275738"/>
                  </a:lnTo>
                  <a:lnTo>
                    <a:pt x="291557" y="271826"/>
                  </a:lnTo>
                  <a:lnTo>
                    <a:pt x="294995" y="267802"/>
                  </a:lnTo>
                  <a:lnTo>
                    <a:pt x="298305" y="263672"/>
                  </a:lnTo>
                  <a:lnTo>
                    <a:pt x="301481" y="259438"/>
                  </a:lnTo>
                  <a:lnTo>
                    <a:pt x="304523" y="255107"/>
                  </a:lnTo>
                  <a:lnTo>
                    <a:pt x="307425" y="250681"/>
                  </a:lnTo>
                  <a:lnTo>
                    <a:pt x="310186" y="246166"/>
                  </a:lnTo>
                  <a:lnTo>
                    <a:pt x="312803" y="241565"/>
                  </a:lnTo>
                  <a:lnTo>
                    <a:pt x="315273" y="236884"/>
                  </a:lnTo>
                  <a:lnTo>
                    <a:pt x="317593" y="232127"/>
                  </a:lnTo>
                  <a:lnTo>
                    <a:pt x="319762" y="227299"/>
                  </a:lnTo>
                  <a:lnTo>
                    <a:pt x="321776" y="222405"/>
                  </a:lnTo>
                  <a:lnTo>
                    <a:pt x="323635" y="217449"/>
                  </a:lnTo>
                  <a:lnTo>
                    <a:pt x="325336" y="212437"/>
                  </a:lnTo>
                  <a:lnTo>
                    <a:pt x="326877" y="207374"/>
                  </a:lnTo>
                  <a:lnTo>
                    <a:pt x="328258" y="202265"/>
                  </a:lnTo>
                  <a:lnTo>
                    <a:pt x="329476" y="197114"/>
                  </a:lnTo>
                  <a:lnTo>
                    <a:pt x="330530" y="191927"/>
                  </a:lnTo>
                  <a:lnTo>
                    <a:pt x="331419" y="186710"/>
                  </a:lnTo>
                  <a:lnTo>
                    <a:pt x="332143" y="181467"/>
                  </a:lnTo>
                  <a:lnTo>
                    <a:pt x="332701" y="176204"/>
                  </a:lnTo>
                  <a:lnTo>
                    <a:pt x="333091" y="170926"/>
                  </a:lnTo>
                  <a:lnTo>
                    <a:pt x="333315" y="165638"/>
                  </a:lnTo>
                  <a:lnTo>
                    <a:pt x="333371" y="160345"/>
                  </a:lnTo>
                  <a:lnTo>
                    <a:pt x="333259" y="155054"/>
                  </a:lnTo>
                  <a:lnTo>
                    <a:pt x="332980" y="149768"/>
                  </a:lnTo>
                  <a:lnTo>
                    <a:pt x="332533" y="144495"/>
                  </a:lnTo>
                  <a:lnTo>
                    <a:pt x="331920" y="139238"/>
                  </a:lnTo>
                  <a:lnTo>
                    <a:pt x="331141" y="134003"/>
                  </a:lnTo>
                  <a:lnTo>
                    <a:pt x="330197" y="128795"/>
                  </a:lnTo>
                  <a:lnTo>
                    <a:pt x="329088" y="123620"/>
                  </a:lnTo>
                  <a:lnTo>
                    <a:pt x="327816" y="118482"/>
                  </a:lnTo>
                  <a:lnTo>
                    <a:pt x="326381" y="113388"/>
                  </a:lnTo>
                  <a:lnTo>
                    <a:pt x="324787" y="108341"/>
                  </a:lnTo>
                  <a:lnTo>
                    <a:pt x="323033" y="103347"/>
                  </a:lnTo>
                  <a:lnTo>
                    <a:pt x="321122" y="98411"/>
                  </a:lnTo>
                  <a:lnTo>
                    <a:pt x="319056" y="93539"/>
                  </a:lnTo>
                  <a:lnTo>
                    <a:pt x="316836" y="88734"/>
                  </a:lnTo>
                  <a:lnTo>
                    <a:pt x="314466" y="84002"/>
                  </a:lnTo>
                  <a:lnTo>
                    <a:pt x="311947" y="79347"/>
                  </a:lnTo>
                  <a:lnTo>
                    <a:pt x="309282" y="74774"/>
                  </a:lnTo>
                  <a:lnTo>
                    <a:pt x="306473" y="70288"/>
                  </a:lnTo>
                  <a:lnTo>
                    <a:pt x="303524" y="65893"/>
                  </a:lnTo>
                  <a:lnTo>
                    <a:pt x="300437" y="61594"/>
                  </a:lnTo>
                  <a:lnTo>
                    <a:pt x="297216" y="57395"/>
                  </a:lnTo>
                  <a:lnTo>
                    <a:pt x="293863" y="53299"/>
                  </a:lnTo>
                  <a:lnTo>
                    <a:pt x="290383" y="49312"/>
                  </a:lnTo>
                  <a:lnTo>
                    <a:pt x="286778" y="45437"/>
                  </a:lnTo>
                  <a:lnTo>
                    <a:pt x="283052" y="41678"/>
                  </a:lnTo>
                  <a:lnTo>
                    <a:pt x="279208" y="38039"/>
                  </a:lnTo>
                  <a:lnTo>
                    <a:pt x="275252" y="34524"/>
                  </a:lnTo>
                  <a:lnTo>
                    <a:pt x="271186" y="31135"/>
                  </a:lnTo>
                  <a:lnTo>
                    <a:pt x="267015" y="27877"/>
                  </a:lnTo>
                  <a:lnTo>
                    <a:pt x="262743" y="24752"/>
                  </a:lnTo>
                  <a:lnTo>
                    <a:pt x="258375" y="21765"/>
                  </a:lnTo>
                  <a:lnTo>
                    <a:pt x="253914" y="18917"/>
                  </a:lnTo>
                  <a:lnTo>
                    <a:pt x="249364" y="16212"/>
                  </a:lnTo>
                  <a:lnTo>
                    <a:pt x="244732" y="13652"/>
                  </a:lnTo>
                  <a:lnTo>
                    <a:pt x="240021" y="11240"/>
                  </a:lnTo>
                  <a:lnTo>
                    <a:pt x="235236" y="8978"/>
                  </a:lnTo>
                  <a:lnTo>
                    <a:pt x="230381" y="6869"/>
                  </a:lnTo>
                  <a:lnTo>
                    <a:pt x="225463" y="4915"/>
                  </a:lnTo>
                  <a:lnTo>
                    <a:pt x="220485" y="3117"/>
                  </a:lnTo>
                  <a:lnTo>
                    <a:pt x="215452" y="1478"/>
                  </a:lnTo>
                  <a:lnTo>
                    <a:pt x="210370" y="0"/>
                  </a:lnTo>
                  <a:lnTo>
                    <a:pt x="166206" y="16122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g137"/>
            <p:cNvSpPr/>
            <p:nvPr/>
          </p:nvSpPr>
          <p:spPr>
            <a:xfrm>
              <a:off x="6919011" y="2633064"/>
              <a:ext cx="44164" cy="167167"/>
            </a:xfrm>
            <a:custGeom>
              <a:avLst/>
              <a:pathLst>
                <a:path w="44164" h="167167">
                  <a:moveTo>
                    <a:pt x="44164" y="5939"/>
                  </a:moveTo>
                  <a:lnTo>
                    <a:pt x="37975" y="4370"/>
                  </a:lnTo>
                  <a:lnTo>
                    <a:pt x="31731" y="3039"/>
                  </a:lnTo>
                  <a:lnTo>
                    <a:pt x="25441" y="1947"/>
                  </a:lnTo>
                  <a:lnTo>
                    <a:pt x="19113" y="1096"/>
                  </a:lnTo>
                  <a:lnTo>
                    <a:pt x="12757" y="487"/>
                  </a:lnTo>
                  <a:lnTo>
                    <a:pt x="6383" y="12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g138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g139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g140"/>
            <p:cNvSpPr/>
            <p:nvPr/>
          </p:nvSpPr>
          <p:spPr>
            <a:xfrm>
              <a:off x="6650986" y="2126963"/>
              <a:ext cx="77486" cy="167167"/>
            </a:xfrm>
            <a:custGeom>
              <a:avLst/>
              <a:pathLst>
                <a:path w="77486" h="167167">
                  <a:moveTo>
                    <a:pt x="77486" y="0"/>
                  </a:moveTo>
                  <a:lnTo>
                    <a:pt x="71732" y="99"/>
                  </a:lnTo>
                  <a:lnTo>
                    <a:pt x="65985" y="396"/>
                  </a:lnTo>
                  <a:lnTo>
                    <a:pt x="60252" y="890"/>
                  </a:lnTo>
                  <a:lnTo>
                    <a:pt x="54539" y="1582"/>
                  </a:lnTo>
                  <a:lnTo>
                    <a:pt x="48853" y="2470"/>
                  </a:lnTo>
                  <a:lnTo>
                    <a:pt x="43201" y="3553"/>
                  </a:lnTo>
                  <a:lnTo>
                    <a:pt x="37590" y="4830"/>
                  </a:lnTo>
                  <a:lnTo>
                    <a:pt x="32026" y="6299"/>
                  </a:lnTo>
                  <a:lnTo>
                    <a:pt x="26516" y="7959"/>
                  </a:lnTo>
                  <a:lnTo>
                    <a:pt x="21066" y="9808"/>
                  </a:lnTo>
                  <a:lnTo>
                    <a:pt x="15683" y="11843"/>
                  </a:lnTo>
                  <a:lnTo>
                    <a:pt x="10374" y="14063"/>
                  </a:lnTo>
                  <a:lnTo>
                    <a:pt x="5144" y="16463"/>
                  </a:lnTo>
                  <a:lnTo>
                    <a:pt x="0" y="19043"/>
                  </a:lnTo>
                  <a:lnTo>
                    <a:pt x="77486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g141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g142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g143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g144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g145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g146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g147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g148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g149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g150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g151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g152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g153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g154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g155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g156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g157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g158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g159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g160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g162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g163"/>
            <p:cNvSpPr/>
            <p:nvPr/>
          </p:nvSpPr>
          <p:spPr>
            <a:xfrm>
              <a:off x="6650986" y="2146006"/>
              <a:ext cx="77486" cy="148124"/>
            </a:xfrm>
            <a:custGeom>
              <a:avLst/>
              <a:pathLst>
                <a:path w="77486" h="148124">
                  <a:moveTo>
                    <a:pt x="0" y="0"/>
                  </a:moveTo>
                  <a:lnTo>
                    <a:pt x="77486" y="14812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g164"/>
            <p:cNvSpPr/>
            <p:nvPr/>
          </p:nvSpPr>
          <p:spPr>
            <a:xfrm>
              <a:off x="6561313" y="2146006"/>
              <a:ext cx="167158" cy="286934"/>
            </a:xfrm>
            <a:custGeom>
              <a:avLst/>
              <a:pathLst>
                <a:path w="167158" h="286934">
                  <a:moveTo>
                    <a:pt x="89672" y="0"/>
                  </a:moveTo>
                  <a:lnTo>
                    <a:pt x="84926" y="2581"/>
                  </a:lnTo>
                  <a:lnTo>
                    <a:pt x="80265" y="5314"/>
                  </a:lnTo>
                  <a:lnTo>
                    <a:pt x="75696" y="8197"/>
                  </a:lnTo>
                  <a:lnTo>
                    <a:pt x="71222" y="11226"/>
                  </a:lnTo>
                  <a:lnTo>
                    <a:pt x="66848" y="14398"/>
                  </a:lnTo>
                  <a:lnTo>
                    <a:pt x="62579" y="17709"/>
                  </a:lnTo>
                  <a:lnTo>
                    <a:pt x="58419" y="21157"/>
                  </a:lnTo>
                  <a:lnTo>
                    <a:pt x="54372" y="24737"/>
                  </a:lnTo>
                  <a:lnTo>
                    <a:pt x="50444" y="28447"/>
                  </a:lnTo>
                  <a:lnTo>
                    <a:pt x="46637" y="32281"/>
                  </a:lnTo>
                  <a:lnTo>
                    <a:pt x="42957" y="36236"/>
                  </a:lnTo>
                  <a:lnTo>
                    <a:pt x="39406" y="40308"/>
                  </a:lnTo>
                  <a:lnTo>
                    <a:pt x="35988" y="44493"/>
                  </a:lnTo>
                  <a:lnTo>
                    <a:pt x="32708" y="48786"/>
                  </a:lnTo>
                  <a:lnTo>
                    <a:pt x="29568" y="53183"/>
                  </a:lnTo>
                  <a:lnTo>
                    <a:pt x="26572" y="57679"/>
                  </a:lnTo>
                  <a:lnTo>
                    <a:pt x="23722" y="62269"/>
                  </a:lnTo>
                  <a:lnTo>
                    <a:pt x="21023" y="66950"/>
                  </a:lnTo>
                  <a:lnTo>
                    <a:pt x="18476" y="71714"/>
                  </a:lnTo>
                  <a:lnTo>
                    <a:pt x="16084" y="76559"/>
                  </a:lnTo>
                  <a:lnTo>
                    <a:pt x="13850" y="81479"/>
                  </a:lnTo>
                  <a:lnTo>
                    <a:pt x="11777" y="86468"/>
                  </a:lnTo>
                  <a:lnTo>
                    <a:pt x="9865" y="91521"/>
                  </a:lnTo>
                  <a:lnTo>
                    <a:pt x="8118" y="96634"/>
                  </a:lnTo>
                  <a:lnTo>
                    <a:pt x="6537" y="101801"/>
                  </a:lnTo>
                  <a:lnTo>
                    <a:pt x="5124" y="107015"/>
                  </a:lnTo>
                  <a:lnTo>
                    <a:pt x="3880" y="112273"/>
                  </a:lnTo>
                  <a:lnTo>
                    <a:pt x="2807" y="117569"/>
                  </a:lnTo>
                  <a:lnTo>
                    <a:pt x="1906" y="122896"/>
                  </a:lnTo>
                  <a:lnTo>
                    <a:pt x="1177" y="128249"/>
                  </a:lnTo>
                  <a:lnTo>
                    <a:pt x="621" y="133623"/>
                  </a:lnTo>
                  <a:lnTo>
                    <a:pt x="239" y="139013"/>
                  </a:lnTo>
                  <a:lnTo>
                    <a:pt x="32" y="144412"/>
                  </a:lnTo>
                  <a:lnTo>
                    <a:pt x="0" y="149815"/>
                  </a:lnTo>
                  <a:lnTo>
                    <a:pt x="141" y="155216"/>
                  </a:lnTo>
                  <a:lnTo>
                    <a:pt x="458" y="160609"/>
                  </a:lnTo>
                  <a:lnTo>
                    <a:pt x="948" y="165990"/>
                  </a:lnTo>
                  <a:lnTo>
                    <a:pt x="1613" y="171352"/>
                  </a:lnTo>
                  <a:lnTo>
                    <a:pt x="2450" y="176690"/>
                  </a:lnTo>
                  <a:lnTo>
                    <a:pt x="3459" y="181997"/>
                  </a:lnTo>
                  <a:lnTo>
                    <a:pt x="4639" y="187270"/>
                  </a:lnTo>
                  <a:lnTo>
                    <a:pt x="5989" y="192501"/>
                  </a:lnTo>
                  <a:lnTo>
                    <a:pt x="7507" y="197687"/>
                  </a:lnTo>
                  <a:lnTo>
                    <a:pt x="9192" y="202820"/>
                  </a:lnTo>
                  <a:lnTo>
                    <a:pt x="11042" y="207896"/>
                  </a:lnTo>
                  <a:lnTo>
                    <a:pt x="13056" y="212910"/>
                  </a:lnTo>
                  <a:lnTo>
                    <a:pt x="15230" y="217856"/>
                  </a:lnTo>
                  <a:lnTo>
                    <a:pt x="17563" y="222730"/>
                  </a:lnTo>
                  <a:lnTo>
                    <a:pt x="20052" y="227525"/>
                  </a:lnTo>
                  <a:lnTo>
                    <a:pt x="22694" y="232238"/>
                  </a:lnTo>
                  <a:lnTo>
                    <a:pt x="25488" y="236862"/>
                  </a:lnTo>
                  <a:lnTo>
                    <a:pt x="28430" y="241394"/>
                  </a:lnTo>
                  <a:lnTo>
                    <a:pt x="31516" y="245829"/>
                  </a:lnTo>
                  <a:lnTo>
                    <a:pt x="34745" y="250161"/>
                  </a:lnTo>
                  <a:lnTo>
                    <a:pt x="38111" y="254387"/>
                  </a:lnTo>
                  <a:lnTo>
                    <a:pt x="41613" y="258502"/>
                  </a:lnTo>
                  <a:lnTo>
                    <a:pt x="45245" y="262501"/>
                  </a:lnTo>
                  <a:lnTo>
                    <a:pt x="49005" y="266381"/>
                  </a:lnTo>
                  <a:lnTo>
                    <a:pt x="52888" y="270138"/>
                  </a:lnTo>
                  <a:lnTo>
                    <a:pt x="56891" y="273767"/>
                  </a:lnTo>
                  <a:lnTo>
                    <a:pt x="61009" y="277264"/>
                  </a:lnTo>
                  <a:lnTo>
                    <a:pt x="65238" y="280627"/>
                  </a:lnTo>
                  <a:lnTo>
                    <a:pt x="69573" y="283852"/>
                  </a:lnTo>
                  <a:lnTo>
                    <a:pt x="74010" y="286934"/>
                  </a:lnTo>
                  <a:lnTo>
                    <a:pt x="167158" y="148124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g165"/>
            <p:cNvSpPr/>
            <p:nvPr/>
          </p:nvSpPr>
          <p:spPr>
            <a:xfrm>
              <a:off x="6635324" y="2126963"/>
              <a:ext cx="260310" cy="334315"/>
            </a:xfrm>
            <a:custGeom>
              <a:avLst/>
              <a:pathLst>
                <a:path w="260310" h="334315">
                  <a:moveTo>
                    <a:pt x="0" y="305978"/>
                  </a:moveTo>
                  <a:lnTo>
                    <a:pt x="4475" y="308878"/>
                  </a:lnTo>
                  <a:lnTo>
                    <a:pt x="9040" y="311634"/>
                  </a:lnTo>
                  <a:lnTo>
                    <a:pt x="13691" y="314244"/>
                  </a:lnTo>
                  <a:lnTo>
                    <a:pt x="18423" y="316703"/>
                  </a:lnTo>
                  <a:lnTo>
                    <a:pt x="23230" y="319011"/>
                  </a:lnTo>
                  <a:lnTo>
                    <a:pt x="28109" y="321164"/>
                  </a:lnTo>
                  <a:lnTo>
                    <a:pt x="33055" y="323160"/>
                  </a:lnTo>
                  <a:lnTo>
                    <a:pt x="38061" y="324997"/>
                  </a:lnTo>
                  <a:lnTo>
                    <a:pt x="43123" y="326674"/>
                  </a:lnTo>
                  <a:lnTo>
                    <a:pt x="48237" y="328189"/>
                  </a:lnTo>
                  <a:lnTo>
                    <a:pt x="53396" y="329539"/>
                  </a:lnTo>
                  <a:lnTo>
                    <a:pt x="58595" y="330725"/>
                  </a:lnTo>
                  <a:lnTo>
                    <a:pt x="63830" y="331743"/>
                  </a:lnTo>
                  <a:lnTo>
                    <a:pt x="69094" y="332595"/>
                  </a:lnTo>
                  <a:lnTo>
                    <a:pt x="74383" y="333278"/>
                  </a:lnTo>
                  <a:lnTo>
                    <a:pt x="79691" y="333792"/>
                  </a:lnTo>
                  <a:lnTo>
                    <a:pt x="85013" y="334136"/>
                  </a:lnTo>
                  <a:lnTo>
                    <a:pt x="90343" y="334311"/>
                  </a:lnTo>
                  <a:lnTo>
                    <a:pt x="95676" y="334315"/>
                  </a:lnTo>
                  <a:lnTo>
                    <a:pt x="101006" y="334150"/>
                  </a:lnTo>
                  <a:lnTo>
                    <a:pt x="106328" y="333814"/>
                  </a:lnTo>
                  <a:lnTo>
                    <a:pt x="111637" y="333309"/>
                  </a:lnTo>
                  <a:lnTo>
                    <a:pt x="116927" y="332634"/>
                  </a:lnTo>
                  <a:lnTo>
                    <a:pt x="122193" y="331792"/>
                  </a:lnTo>
                  <a:lnTo>
                    <a:pt x="127430" y="330781"/>
                  </a:lnTo>
                  <a:lnTo>
                    <a:pt x="132631" y="329605"/>
                  </a:lnTo>
                  <a:lnTo>
                    <a:pt x="137792" y="328263"/>
                  </a:lnTo>
                  <a:lnTo>
                    <a:pt x="142908" y="326757"/>
                  </a:lnTo>
                  <a:lnTo>
                    <a:pt x="147973" y="325088"/>
                  </a:lnTo>
                  <a:lnTo>
                    <a:pt x="152983" y="323259"/>
                  </a:lnTo>
                  <a:lnTo>
                    <a:pt x="157931" y="321271"/>
                  </a:lnTo>
                  <a:lnTo>
                    <a:pt x="162814" y="319126"/>
                  </a:lnTo>
                  <a:lnTo>
                    <a:pt x="167625" y="316827"/>
                  </a:lnTo>
                  <a:lnTo>
                    <a:pt x="172361" y="314375"/>
                  </a:lnTo>
                  <a:lnTo>
                    <a:pt x="177016" y="311773"/>
                  </a:lnTo>
                  <a:lnTo>
                    <a:pt x="181586" y="309025"/>
                  </a:lnTo>
                  <a:lnTo>
                    <a:pt x="186066" y="306131"/>
                  </a:lnTo>
                  <a:lnTo>
                    <a:pt x="190451" y="303097"/>
                  </a:lnTo>
                  <a:lnTo>
                    <a:pt x="194738" y="299924"/>
                  </a:lnTo>
                  <a:lnTo>
                    <a:pt x="198921" y="296616"/>
                  </a:lnTo>
                  <a:lnTo>
                    <a:pt x="202996" y="293176"/>
                  </a:lnTo>
                  <a:lnTo>
                    <a:pt x="206959" y="289608"/>
                  </a:lnTo>
                  <a:lnTo>
                    <a:pt x="210807" y="285916"/>
                  </a:lnTo>
                  <a:lnTo>
                    <a:pt x="214535" y="282102"/>
                  </a:lnTo>
                  <a:lnTo>
                    <a:pt x="218139" y="278172"/>
                  </a:lnTo>
                  <a:lnTo>
                    <a:pt x="221616" y="274128"/>
                  </a:lnTo>
                  <a:lnTo>
                    <a:pt x="224963" y="269976"/>
                  </a:lnTo>
                  <a:lnTo>
                    <a:pt x="228175" y="265719"/>
                  </a:lnTo>
                  <a:lnTo>
                    <a:pt x="231250" y="261362"/>
                  </a:lnTo>
                  <a:lnTo>
                    <a:pt x="234184" y="256909"/>
                  </a:lnTo>
                  <a:lnTo>
                    <a:pt x="236975" y="252365"/>
                  </a:lnTo>
                  <a:lnTo>
                    <a:pt x="239619" y="247734"/>
                  </a:lnTo>
                  <a:lnTo>
                    <a:pt x="242115" y="243021"/>
                  </a:lnTo>
                  <a:lnTo>
                    <a:pt x="244458" y="238230"/>
                  </a:lnTo>
                  <a:lnTo>
                    <a:pt x="246648" y="233368"/>
                  </a:lnTo>
                  <a:lnTo>
                    <a:pt x="248682" y="228438"/>
                  </a:lnTo>
                  <a:lnTo>
                    <a:pt x="250557" y="223446"/>
                  </a:lnTo>
                  <a:lnTo>
                    <a:pt x="252272" y="218396"/>
                  </a:lnTo>
                  <a:lnTo>
                    <a:pt x="253825" y="213294"/>
                  </a:lnTo>
                  <a:lnTo>
                    <a:pt x="255215" y="208146"/>
                  </a:lnTo>
                  <a:lnTo>
                    <a:pt x="256439" y="202955"/>
                  </a:lnTo>
                  <a:lnTo>
                    <a:pt x="257498" y="197729"/>
                  </a:lnTo>
                  <a:lnTo>
                    <a:pt x="258389" y="192471"/>
                  </a:lnTo>
                  <a:lnTo>
                    <a:pt x="259112" y="187187"/>
                  </a:lnTo>
                  <a:lnTo>
                    <a:pt x="259666" y="181883"/>
                  </a:lnTo>
                  <a:lnTo>
                    <a:pt x="260051" y="176564"/>
                  </a:lnTo>
                  <a:lnTo>
                    <a:pt x="260266" y="171235"/>
                  </a:lnTo>
                  <a:lnTo>
                    <a:pt x="260310" y="165903"/>
                  </a:lnTo>
                  <a:lnTo>
                    <a:pt x="260185" y="160571"/>
                  </a:lnTo>
                  <a:lnTo>
                    <a:pt x="259890" y="155247"/>
                  </a:lnTo>
                  <a:lnTo>
                    <a:pt x="259424" y="149934"/>
                  </a:lnTo>
                  <a:lnTo>
                    <a:pt x="258790" y="144639"/>
                  </a:lnTo>
                  <a:lnTo>
                    <a:pt x="257987" y="139367"/>
                  </a:lnTo>
                  <a:lnTo>
                    <a:pt x="257017" y="134123"/>
                  </a:lnTo>
                  <a:lnTo>
                    <a:pt x="255879" y="128913"/>
                  </a:lnTo>
                  <a:lnTo>
                    <a:pt x="254576" y="123742"/>
                  </a:lnTo>
                  <a:lnTo>
                    <a:pt x="253109" y="118615"/>
                  </a:lnTo>
                  <a:lnTo>
                    <a:pt x="251479" y="113537"/>
                  </a:lnTo>
                  <a:lnTo>
                    <a:pt x="249688" y="108514"/>
                  </a:lnTo>
                  <a:lnTo>
                    <a:pt x="247737" y="103551"/>
                  </a:lnTo>
                  <a:lnTo>
                    <a:pt x="245629" y="98652"/>
                  </a:lnTo>
                  <a:lnTo>
                    <a:pt x="243366" y="93823"/>
                  </a:lnTo>
                  <a:lnTo>
                    <a:pt x="240950" y="89069"/>
                  </a:lnTo>
                  <a:lnTo>
                    <a:pt x="238384" y="84394"/>
                  </a:lnTo>
                  <a:lnTo>
                    <a:pt x="235670" y="79804"/>
                  </a:lnTo>
                  <a:lnTo>
                    <a:pt x="232811" y="75302"/>
                  </a:lnTo>
                  <a:lnTo>
                    <a:pt x="229809" y="70894"/>
                  </a:lnTo>
                  <a:lnTo>
                    <a:pt x="226669" y="66584"/>
                  </a:lnTo>
                  <a:lnTo>
                    <a:pt x="223393" y="62376"/>
                  </a:lnTo>
                  <a:lnTo>
                    <a:pt x="219984" y="58275"/>
                  </a:lnTo>
                  <a:lnTo>
                    <a:pt x="216446" y="54284"/>
                  </a:lnTo>
                  <a:lnTo>
                    <a:pt x="212783" y="50409"/>
                  </a:lnTo>
                  <a:lnTo>
                    <a:pt x="208998" y="46652"/>
                  </a:lnTo>
                  <a:lnTo>
                    <a:pt x="205094" y="43018"/>
                  </a:lnTo>
                  <a:lnTo>
                    <a:pt x="201078" y="39511"/>
                  </a:lnTo>
                  <a:lnTo>
                    <a:pt x="196951" y="36133"/>
                  </a:lnTo>
                  <a:lnTo>
                    <a:pt x="192718" y="32889"/>
                  </a:lnTo>
                  <a:lnTo>
                    <a:pt x="188384" y="29781"/>
                  </a:lnTo>
                  <a:lnTo>
                    <a:pt x="183954" y="26813"/>
                  </a:lnTo>
                  <a:lnTo>
                    <a:pt x="179431" y="23988"/>
                  </a:lnTo>
                  <a:lnTo>
                    <a:pt x="174820" y="21309"/>
                  </a:lnTo>
                  <a:lnTo>
                    <a:pt x="170126" y="18778"/>
                  </a:lnTo>
                  <a:lnTo>
                    <a:pt x="165353" y="16398"/>
                  </a:lnTo>
                  <a:lnTo>
                    <a:pt x="160507" y="14171"/>
                  </a:lnTo>
                  <a:lnTo>
                    <a:pt x="155593" y="12101"/>
                  </a:lnTo>
                  <a:lnTo>
                    <a:pt x="150615" y="10188"/>
                  </a:lnTo>
                  <a:lnTo>
                    <a:pt x="145579" y="8435"/>
                  </a:lnTo>
                  <a:lnTo>
                    <a:pt x="140489" y="6843"/>
                  </a:lnTo>
                  <a:lnTo>
                    <a:pt x="135351" y="5415"/>
                  </a:lnTo>
                  <a:lnTo>
                    <a:pt x="130170" y="4151"/>
                  </a:lnTo>
                  <a:lnTo>
                    <a:pt x="124951" y="3053"/>
                  </a:lnTo>
                  <a:lnTo>
                    <a:pt x="119700" y="2122"/>
                  </a:lnTo>
                  <a:lnTo>
                    <a:pt x="114422" y="1359"/>
                  </a:lnTo>
                  <a:lnTo>
                    <a:pt x="109123" y="765"/>
                  </a:lnTo>
                  <a:lnTo>
                    <a:pt x="103807" y="340"/>
                  </a:lnTo>
                  <a:lnTo>
                    <a:pt x="98480" y="85"/>
                  </a:lnTo>
                  <a:lnTo>
                    <a:pt x="93148" y="0"/>
                  </a:lnTo>
                  <a:lnTo>
                    <a:pt x="9314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g16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g167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g168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g169"/>
            <p:cNvSpPr/>
            <p:nvPr/>
          </p:nvSpPr>
          <p:spPr>
            <a:xfrm>
              <a:off x="6394560" y="1681503"/>
              <a:ext cx="28674" cy="167167"/>
            </a:xfrm>
            <a:custGeom>
              <a:avLst/>
              <a:pathLst>
                <a:path w="28674" h="167167">
                  <a:moveTo>
                    <a:pt x="28674" y="0"/>
                  </a:moveTo>
                  <a:lnTo>
                    <a:pt x="21472" y="155"/>
                  </a:lnTo>
                  <a:lnTo>
                    <a:pt x="14283" y="620"/>
                  </a:lnTo>
                  <a:lnTo>
                    <a:pt x="7121" y="1395"/>
                  </a:lnTo>
                  <a:lnTo>
                    <a:pt x="0" y="2477"/>
                  </a:lnTo>
                  <a:lnTo>
                    <a:pt x="28674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394560" y="1683980"/>
              <a:ext cx="28674" cy="164689"/>
            </a:xfrm>
            <a:custGeom>
              <a:avLst/>
              <a:pathLst>
                <a:path w="28674" h="164689">
                  <a:moveTo>
                    <a:pt x="0" y="0"/>
                  </a:moveTo>
                  <a:lnTo>
                    <a:pt x="28674" y="16468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256069" y="1683980"/>
              <a:ext cx="334319" cy="331853"/>
            </a:xfrm>
            <a:custGeom>
              <a:avLst/>
              <a:pathLst>
                <a:path w="334319" h="331853">
                  <a:moveTo>
                    <a:pt x="138490" y="0"/>
                  </a:moveTo>
                  <a:lnTo>
                    <a:pt x="133291" y="990"/>
                  </a:lnTo>
                  <a:lnTo>
                    <a:pt x="128126" y="2144"/>
                  </a:lnTo>
                  <a:lnTo>
                    <a:pt x="123000" y="3461"/>
                  </a:lnTo>
                  <a:lnTo>
                    <a:pt x="117918" y="4940"/>
                  </a:lnTo>
                  <a:lnTo>
                    <a:pt x="112885" y="6579"/>
                  </a:lnTo>
                  <a:lnTo>
                    <a:pt x="107907" y="8377"/>
                  </a:lnTo>
                  <a:lnTo>
                    <a:pt x="102989" y="10331"/>
                  </a:lnTo>
                  <a:lnTo>
                    <a:pt x="98134" y="12440"/>
                  </a:lnTo>
                  <a:lnTo>
                    <a:pt x="93349" y="14702"/>
                  </a:lnTo>
                  <a:lnTo>
                    <a:pt x="88638" y="17114"/>
                  </a:lnTo>
                  <a:lnTo>
                    <a:pt x="84006" y="19674"/>
                  </a:lnTo>
                  <a:lnTo>
                    <a:pt x="79457" y="22379"/>
                  </a:lnTo>
                  <a:lnTo>
                    <a:pt x="74995" y="25227"/>
                  </a:lnTo>
                  <a:lnTo>
                    <a:pt x="70627" y="28214"/>
                  </a:lnTo>
                  <a:lnTo>
                    <a:pt x="66355" y="31339"/>
                  </a:lnTo>
                  <a:lnTo>
                    <a:pt x="62184" y="34597"/>
                  </a:lnTo>
                  <a:lnTo>
                    <a:pt x="58118" y="37986"/>
                  </a:lnTo>
                  <a:lnTo>
                    <a:pt x="54162" y="41501"/>
                  </a:lnTo>
                  <a:lnTo>
                    <a:pt x="50319" y="45140"/>
                  </a:lnTo>
                  <a:lnTo>
                    <a:pt x="46593" y="48899"/>
                  </a:lnTo>
                  <a:lnTo>
                    <a:pt x="42987" y="52774"/>
                  </a:lnTo>
                  <a:lnTo>
                    <a:pt x="39507" y="56761"/>
                  </a:lnTo>
                  <a:lnTo>
                    <a:pt x="36154" y="60857"/>
                  </a:lnTo>
                  <a:lnTo>
                    <a:pt x="32933" y="65056"/>
                  </a:lnTo>
                  <a:lnTo>
                    <a:pt x="29846" y="69355"/>
                  </a:lnTo>
                  <a:lnTo>
                    <a:pt x="26897" y="73750"/>
                  </a:lnTo>
                  <a:lnTo>
                    <a:pt x="24088" y="78236"/>
                  </a:lnTo>
                  <a:lnTo>
                    <a:pt x="21423" y="82809"/>
                  </a:lnTo>
                  <a:lnTo>
                    <a:pt x="18904" y="87464"/>
                  </a:lnTo>
                  <a:lnTo>
                    <a:pt x="16534" y="92196"/>
                  </a:lnTo>
                  <a:lnTo>
                    <a:pt x="14314" y="97001"/>
                  </a:lnTo>
                  <a:lnTo>
                    <a:pt x="12248" y="101873"/>
                  </a:lnTo>
                  <a:lnTo>
                    <a:pt x="10337" y="106809"/>
                  </a:lnTo>
                  <a:lnTo>
                    <a:pt x="8583" y="111803"/>
                  </a:lnTo>
                  <a:lnTo>
                    <a:pt x="6989" y="116849"/>
                  </a:lnTo>
                  <a:lnTo>
                    <a:pt x="5555" y="121944"/>
                  </a:lnTo>
                  <a:lnTo>
                    <a:pt x="4282" y="127082"/>
                  </a:lnTo>
                  <a:lnTo>
                    <a:pt x="3173" y="132257"/>
                  </a:lnTo>
                  <a:lnTo>
                    <a:pt x="2229" y="137465"/>
                  </a:lnTo>
                  <a:lnTo>
                    <a:pt x="1450" y="142700"/>
                  </a:lnTo>
                  <a:lnTo>
                    <a:pt x="837" y="147957"/>
                  </a:lnTo>
                  <a:lnTo>
                    <a:pt x="390" y="153230"/>
                  </a:lnTo>
                  <a:lnTo>
                    <a:pt x="111" y="158516"/>
                  </a:lnTo>
                  <a:lnTo>
                    <a:pt x="0" y="163807"/>
                  </a:lnTo>
                  <a:lnTo>
                    <a:pt x="55" y="169100"/>
                  </a:lnTo>
                  <a:lnTo>
                    <a:pt x="279" y="174387"/>
                  </a:lnTo>
                  <a:lnTo>
                    <a:pt x="669" y="179666"/>
                  </a:lnTo>
                  <a:lnTo>
                    <a:pt x="1227" y="184929"/>
                  </a:lnTo>
                  <a:lnTo>
                    <a:pt x="1951" y="190172"/>
                  </a:lnTo>
                  <a:lnTo>
                    <a:pt x="2840" y="195389"/>
                  </a:lnTo>
                  <a:lnTo>
                    <a:pt x="3895" y="200576"/>
                  </a:lnTo>
                  <a:lnTo>
                    <a:pt x="5112" y="205727"/>
                  </a:lnTo>
                  <a:lnTo>
                    <a:pt x="6493" y="210836"/>
                  </a:lnTo>
                  <a:lnTo>
                    <a:pt x="8034" y="215899"/>
                  </a:lnTo>
                  <a:lnTo>
                    <a:pt x="9735" y="220911"/>
                  </a:lnTo>
                  <a:lnTo>
                    <a:pt x="11594" y="225867"/>
                  </a:lnTo>
                  <a:lnTo>
                    <a:pt x="13608" y="230761"/>
                  </a:lnTo>
                  <a:lnTo>
                    <a:pt x="15777" y="235589"/>
                  </a:lnTo>
                  <a:lnTo>
                    <a:pt x="18097" y="240346"/>
                  </a:lnTo>
                  <a:lnTo>
                    <a:pt x="20567" y="245027"/>
                  </a:lnTo>
                  <a:lnTo>
                    <a:pt x="23184" y="249627"/>
                  </a:lnTo>
                  <a:lnTo>
                    <a:pt x="25945" y="254143"/>
                  </a:lnTo>
                  <a:lnTo>
                    <a:pt x="28847" y="258569"/>
                  </a:lnTo>
                  <a:lnTo>
                    <a:pt x="31889" y="262900"/>
                  </a:lnTo>
                  <a:lnTo>
                    <a:pt x="35066" y="267133"/>
                  </a:lnTo>
                  <a:lnTo>
                    <a:pt x="38375" y="271264"/>
                  </a:lnTo>
                  <a:lnTo>
                    <a:pt x="41813" y="275288"/>
                  </a:lnTo>
                  <a:lnTo>
                    <a:pt x="45377" y="279200"/>
                  </a:lnTo>
                  <a:lnTo>
                    <a:pt x="49063" y="282998"/>
                  </a:lnTo>
                  <a:lnTo>
                    <a:pt x="52868" y="286678"/>
                  </a:lnTo>
                  <a:lnTo>
                    <a:pt x="56787" y="290235"/>
                  </a:lnTo>
                  <a:lnTo>
                    <a:pt x="60817" y="293666"/>
                  </a:lnTo>
                  <a:lnTo>
                    <a:pt x="64953" y="296968"/>
                  </a:lnTo>
                  <a:lnTo>
                    <a:pt x="69192" y="300138"/>
                  </a:lnTo>
                  <a:lnTo>
                    <a:pt x="73529" y="303171"/>
                  </a:lnTo>
                  <a:lnTo>
                    <a:pt x="77960" y="306066"/>
                  </a:lnTo>
                  <a:lnTo>
                    <a:pt x="82480" y="308819"/>
                  </a:lnTo>
                  <a:lnTo>
                    <a:pt x="87085" y="311428"/>
                  </a:lnTo>
                  <a:lnTo>
                    <a:pt x="91770" y="313889"/>
                  </a:lnTo>
                  <a:lnTo>
                    <a:pt x="96531" y="316201"/>
                  </a:lnTo>
                  <a:lnTo>
                    <a:pt x="101363" y="318361"/>
                  </a:lnTo>
                  <a:lnTo>
                    <a:pt x="106261" y="320368"/>
                  </a:lnTo>
                  <a:lnTo>
                    <a:pt x="111220" y="322218"/>
                  </a:lnTo>
                  <a:lnTo>
                    <a:pt x="116235" y="323910"/>
                  </a:lnTo>
                  <a:lnTo>
                    <a:pt x="121301" y="325442"/>
                  </a:lnTo>
                  <a:lnTo>
                    <a:pt x="126413" y="326813"/>
                  </a:lnTo>
                  <a:lnTo>
                    <a:pt x="131565" y="328022"/>
                  </a:lnTo>
                  <a:lnTo>
                    <a:pt x="136754" y="329067"/>
                  </a:lnTo>
                  <a:lnTo>
                    <a:pt x="141973" y="329948"/>
                  </a:lnTo>
                  <a:lnTo>
                    <a:pt x="147217" y="330662"/>
                  </a:lnTo>
                  <a:lnTo>
                    <a:pt x="152481" y="331211"/>
                  </a:lnTo>
                  <a:lnTo>
                    <a:pt x="157760" y="331592"/>
                  </a:lnTo>
                  <a:lnTo>
                    <a:pt x="163048" y="331806"/>
                  </a:lnTo>
                  <a:lnTo>
                    <a:pt x="168341" y="331853"/>
                  </a:lnTo>
                  <a:lnTo>
                    <a:pt x="173632" y="331732"/>
                  </a:lnTo>
                  <a:lnTo>
                    <a:pt x="178917" y="331443"/>
                  </a:lnTo>
                  <a:lnTo>
                    <a:pt x="184190" y="330988"/>
                  </a:lnTo>
                  <a:lnTo>
                    <a:pt x="189446" y="330365"/>
                  </a:lnTo>
                  <a:lnTo>
                    <a:pt x="194679" y="329577"/>
                  </a:lnTo>
                  <a:lnTo>
                    <a:pt x="199886" y="328623"/>
                  </a:lnTo>
                  <a:lnTo>
                    <a:pt x="205059" y="327505"/>
                  </a:lnTo>
                  <a:lnTo>
                    <a:pt x="210194" y="326224"/>
                  </a:lnTo>
                  <a:lnTo>
                    <a:pt x="215286" y="324781"/>
                  </a:lnTo>
                  <a:lnTo>
                    <a:pt x="220330" y="323177"/>
                  </a:lnTo>
                  <a:lnTo>
                    <a:pt x="225321" y="321415"/>
                  </a:lnTo>
                  <a:lnTo>
                    <a:pt x="230253" y="319495"/>
                  </a:lnTo>
                  <a:lnTo>
                    <a:pt x="235122" y="317420"/>
                  </a:lnTo>
                  <a:lnTo>
                    <a:pt x="239923" y="315192"/>
                  </a:lnTo>
                  <a:lnTo>
                    <a:pt x="244651" y="312814"/>
                  </a:lnTo>
                  <a:lnTo>
                    <a:pt x="249301" y="310287"/>
                  </a:lnTo>
                  <a:lnTo>
                    <a:pt x="253869" y="307613"/>
                  </a:lnTo>
                  <a:lnTo>
                    <a:pt x="258350" y="304797"/>
                  </a:lnTo>
                  <a:lnTo>
                    <a:pt x="262740" y="301840"/>
                  </a:lnTo>
                  <a:lnTo>
                    <a:pt x="267034" y="298746"/>
                  </a:lnTo>
                  <a:lnTo>
                    <a:pt x="271228" y="295517"/>
                  </a:lnTo>
                  <a:lnTo>
                    <a:pt x="275317" y="292157"/>
                  </a:lnTo>
                  <a:lnTo>
                    <a:pt x="279298" y="288669"/>
                  </a:lnTo>
                  <a:lnTo>
                    <a:pt x="283167" y="285057"/>
                  </a:lnTo>
                  <a:lnTo>
                    <a:pt x="286919" y="281325"/>
                  </a:lnTo>
                  <a:lnTo>
                    <a:pt x="290551" y="277475"/>
                  </a:lnTo>
                  <a:lnTo>
                    <a:pt x="294060" y="273513"/>
                  </a:lnTo>
                  <a:lnTo>
                    <a:pt x="297441" y="269441"/>
                  </a:lnTo>
                  <a:lnTo>
                    <a:pt x="300692" y="265264"/>
                  </a:lnTo>
                  <a:lnTo>
                    <a:pt x="303809" y="260987"/>
                  </a:lnTo>
                  <a:lnTo>
                    <a:pt x="306789" y="256613"/>
                  </a:lnTo>
                  <a:lnTo>
                    <a:pt x="309629" y="252147"/>
                  </a:lnTo>
                  <a:lnTo>
                    <a:pt x="312326" y="247593"/>
                  </a:lnTo>
                  <a:lnTo>
                    <a:pt x="314878" y="242956"/>
                  </a:lnTo>
                  <a:lnTo>
                    <a:pt x="317282" y="238241"/>
                  </a:lnTo>
                  <a:lnTo>
                    <a:pt x="319535" y="233452"/>
                  </a:lnTo>
                  <a:lnTo>
                    <a:pt x="321635" y="228594"/>
                  </a:lnTo>
                  <a:lnTo>
                    <a:pt x="323581" y="223672"/>
                  </a:lnTo>
                  <a:lnTo>
                    <a:pt x="325370" y="218690"/>
                  </a:lnTo>
                  <a:lnTo>
                    <a:pt x="327000" y="213655"/>
                  </a:lnTo>
                  <a:lnTo>
                    <a:pt x="328470" y="208571"/>
                  </a:lnTo>
                  <a:lnTo>
                    <a:pt x="329778" y="203442"/>
                  </a:lnTo>
                  <a:lnTo>
                    <a:pt x="330923" y="198275"/>
                  </a:lnTo>
                  <a:lnTo>
                    <a:pt x="331905" y="193074"/>
                  </a:lnTo>
                  <a:lnTo>
                    <a:pt x="332721" y="187845"/>
                  </a:lnTo>
                  <a:lnTo>
                    <a:pt x="333371" y="182592"/>
                  </a:lnTo>
                  <a:lnTo>
                    <a:pt x="333854" y="177321"/>
                  </a:lnTo>
                  <a:lnTo>
                    <a:pt x="334170" y="172038"/>
                  </a:lnTo>
                  <a:lnTo>
                    <a:pt x="334319" y="166748"/>
                  </a:lnTo>
                  <a:lnTo>
                    <a:pt x="334301" y="161455"/>
                  </a:lnTo>
                  <a:lnTo>
                    <a:pt x="334115" y="156166"/>
                  </a:lnTo>
                  <a:lnTo>
                    <a:pt x="333761" y="150885"/>
                  </a:lnTo>
                  <a:lnTo>
                    <a:pt x="333241" y="145618"/>
                  </a:lnTo>
                  <a:lnTo>
                    <a:pt x="332554" y="140370"/>
                  </a:lnTo>
                  <a:lnTo>
                    <a:pt x="331701" y="135146"/>
                  </a:lnTo>
                  <a:lnTo>
                    <a:pt x="330683" y="129952"/>
                  </a:lnTo>
                  <a:lnTo>
                    <a:pt x="329502" y="124793"/>
                  </a:lnTo>
                  <a:lnTo>
                    <a:pt x="328157" y="119674"/>
                  </a:lnTo>
                  <a:lnTo>
                    <a:pt x="326651" y="114600"/>
                  </a:lnTo>
                  <a:lnTo>
                    <a:pt x="324986" y="109577"/>
                  </a:lnTo>
                  <a:lnTo>
                    <a:pt x="323162" y="104608"/>
                  </a:lnTo>
                  <a:lnTo>
                    <a:pt x="321182" y="99700"/>
                  </a:lnTo>
                  <a:lnTo>
                    <a:pt x="319047" y="94857"/>
                  </a:lnTo>
                  <a:lnTo>
                    <a:pt x="316760" y="90083"/>
                  </a:lnTo>
                  <a:lnTo>
                    <a:pt x="314324" y="85385"/>
                  </a:lnTo>
                  <a:lnTo>
                    <a:pt x="311739" y="80766"/>
                  </a:lnTo>
                  <a:lnTo>
                    <a:pt x="309010" y="76232"/>
                  </a:lnTo>
                  <a:lnTo>
                    <a:pt x="306139" y="71786"/>
                  </a:lnTo>
                  <a:lnTo>
                    <a:pt x="303128" y="67433"/>
                  </a:lnTo>
                  <a:lnTo>
                    <a:pt x="299981" y="63177"/>
                  </a:lnTo>
                  <a:lnTo>
                    <a:pt x="296701" y="59023"/>
                  </a:lnTo>
                  <a:lnTo>
                    <a:pt x="293291" y="54976"/>
                  </a:lnTo>
                  <a:lnTo>
                    <a:pt x="289755" y="51038"/>
                  </a:lnTo>
                  <a:lnTo>
                    <a:pt x="286095" y="47214"/>
                  </a:lnTo>
                  <a:lnTo>
                    <a:pt x="282317" y="43508"/>
                  </a:lnTo>
                  <a:lnTo>
                    <a:pt x="278423" y="39923"/>
                  </a:lnTo>
                  <a:lnTo>
                    <a:pt x="274417" y="36464"/>
                  </a:lnTo>
                  <a:lnTo>
                    <a:pt x="270304" y="33133"/>
                  </a:lnTo>
                  <a:lnTo>
                    <a:pt x="266088" y="29934"/>
                  </a:lnTo>
                  <a:lnTo>
                    <a:pt x="261773" y="26870"/>
                  </a:lnTo>
                  <a:lnTo>
                    <a:pt x="257362" y="23944"/>
                  </a:lnTo>
                  <a:lnTo>
                    <a:pt x="252861" y="21159"/>
                  </a:lnTo>
                  <a:lnTo>
                    <a:pt x="167165" y="16468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423235" y="1681503"/>
              <a:ext cx="85696" cy="167167"/>
            </a:xfrm>
            <a:custGeom>
              <a:avLst/>
              <a:pathLst>
                <a:path w="85696" h="167167">
                  <a:moveTo>
                    <a:pt x="85696" y="23636"/>
                  </a:moveTo>
                  <a:lnTo>
                    <a:pt x="80820" y="20835"/>
                  </a:lnTo>
                  <a:lnTo>
                    <a:pt x="75853" y="18200"/>
                  </a:lnTo>
                  <a:lnTo>
                    <a:pt x="70799" y="15733"/>
                  </a:lnTo>
                  <a:lnTo>
                    <a:pt x="65666" y="13437"/>
                  </a:lnTo>
                  <a:lnTo>
                    <a:pt x="60458" y="11315"/>
                  </a:lnTo>
                  <a:lnTo>
                    <a:pt x="55182" y="9370"/>
                  </a:lnTo>
                  <a:lnTo>
                    <a:pt x="49843" y="7603"/>
                  </a:lnTo>
                  <a:lnTo>
                    <a:pt x="44448" y="6017"/>
                  </a:lnTo>
                  <a:lnTo>
                    <a:pt x="39003" y="4613"/>
                  </a:lnTo>
                  <a:lnTo>
                    <a:pt x="33513" y="3393"/>
                  </a:lnTo>
                  <a:lnTo>
                    <a:pt x="27986" y="2359"/>
                  </a:lnTo>
                  <a:lnTo>
                    <a:pt x="22426" y="1511"/>
                  </a:lnTo>
                  <a:lnTo>
                    <a:pt x="16842" y="850"/>
                  </a:lnTo>
                  <a:lnTo>
                    <a:pt x="11238" y="378"/>
                  </a:lnTo>
                  <a:lnTo>
                    <a:pt x="5622" y="9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5853882" y="132257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4"/>
                  </a:lnTo>
                  <a:lnTo>
                    <a:pt x="130429" y="4084"/>
                  </a:lnTo>
                  <a:lnTo>
                    <a:pt x="125287" y="5328"/>
                  </a:lnTo>
                  <a:lnTo>
                    <a:pt x="120188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2" y="11908"/>
                  </a:lnTo>
                  <a:lnTo>
                    <a:pt x="100310" y="13946"/>
                  </a:lnTo>
                  <a:lnTo>
                    <a:pt x="95496" y="16138"/>
                  </a:lnTo>
                  <a:lnTo>
                    <a:pt x="90754" y="18481"/>
                  </a:lnTo>
                  <a:lnTo>
                    <a:pt x="86087" y="20972"/>
                  </a:lnTo>
                  <a:lnTo>
                    <a:pt x="81503" y="23611"/>
                  </a:lnTo>
                  <a:lnTo>
                    <a:pt x="77003" y="26392"/>
                  </a:lnTo>
                  <a:lnTo>
                    <a:pt x="72595" y="29315"/>
                  </a:lnTo>
                  <a:lnTo>
                    <a:pt x="68280" y="32376"/>
                  </a:lnTo>
                  <a:lnTo>
                    <a:pt x="64065" y="35572"/>
                  </a:lnTo>
                  <a:lnTo>
                    <a:pt x="59953" y="38899"/>
                  </a:lnTo>
                  <a:lnTo>
                    <a:pt x="55949" y="42356"/>
                  </a:lnTo>
                  <a:lnTo>
                    <a:pt x="52056" y="45936"/>
                  </a:lnTo>
                  <a:lnTo>
                    <a:pt x="48278" y="49639"/>
                  </a:lnTo>
                  <a:lnTo>
                    <a:pt x="44619" y="53459"/>
                  </a:lnTo>
                  <a:lnTo>
                    <a:pt x="41082" y="57393"/>
                  </a:lnTo>
                  <a:lnTo>
                    <a:pt x="37672" y="61437"/>
                  </a:lnTo>
                  <a:lnTo>
                    <a:pt x="34392" y="65586"/>
                  </a:lnTo>
                  <a:lnTo>
                    <a:pt x="31244" y="69838"/>
                  </a:lnTo>
                  <a:lnTo>
                    <a:pt x="28233" y="74187"/>
                  </a:lnTo>
                  <a:lnTo>
                    <a:pt x="25361" y="78629"/>
                  </a:lnTo>
                  <a:lnTo>
                    <a:pt x="22630" y="83159"/>
                  </a:lnTo>
                  <a:lnTo>
                    <a:pt x="20045" y="87774"/>
                  </a:lnTo>
                  <a:lnTo>
                    <a:pt x="17607" y="92468"/>
                  </a:lnTo>
                  <a:lnTo>
                    <a:pt x="15318" y="97237"/>
                  </a:lnTo>
                  <a:lnTo>
                    <a:pt x="13182" y="102076"/>
                  </a:lnTo>
                  <a:lnTo>
                    <a:pt x="11199" y="106980"/>
                  </a:lnTo>
                  <a:lnTo>
                    <a:pt x="9373" y="111945"/>
                  </a:lnTo>
                  <a:lnTo>
                    <a:pt x="7705" y="116965"/>
                  </a:lnTo>
                  <a:lnTo>
                    <a:pt x="6196" y="122035"/>
                  </a:lnTo>
                  <a:lnTo>
                    <a:pt x="4849" y="127150"/>
                  </a:lnTo>
                  <a:lnTo>
                    <a:pt x="3664" y="132305"/>
                  </a:lnTo>
                  <a:lnTo>
                    <a:pt x="2643" y="137495"/>
                  </a:lnTo>
                  <a:lnTo>
                    <a:pt x="1787" y="142715"/>
                  </a:lnTo>
                  <a:lnTo>
                    <a:pt x="1096" y="147960"/>
                  </a:lnTo>
                  <a:lnTo>
                    <a:pt x="571" y="153223"/>
                  </a:lnTo>
                  <a:lnTo>
                    <a:pt x="213" y="158501"/>
                  </a:lnTo>
                  <a:lnTo>
                    <a:pt x="23" y="163787"/>
                  </a:lnTo>
                  <a:lnTo>
                    <a:pt x="0" y="169077"/>
                  </a:lnTo>
                  <a:lnTo>
                    <a:pt x="144" y="174364"/>
                  </a:lnTo>
                  <a:lnTo>
                    <a:pt x="455" y="179645"/>
                  </a:lnTo>
                  <a:lnTo>
                    <a:pt x="933" y="184913"/>
                  </a:lnTo>
                  <a:lnTo>
                    <a:pt x="1578" y="190163"/>
                  </a:lnTo>
                  <a:lnTo>
                    <a:pt x="2388" y="195391"/>
                  </a:lnTo>
                  <a:lnTo>
                    <a:pt x="3364" y="200590"/>
                  </a:lnTo>
                  <a:lnTo>
                    <a:pt x="4503" y="205755"/>
                  </a:lnTo>
                  <a:lnTo>
                    <a:pt x="5806" y="210882"/>
                  </a:lnTo>
                  <a:lnTo>
                    <a:pt x="7269" y="215965"/>
                  </a:lnTo>
                  <a:lnTo>
                    <a:pt x="8893" y="220999"/>
                  </a:lnTo>
                  <a:lnTo>
                    <a:pt x="10676" y="225980"/>
                  </a:lnTo>
                  <a:lnTo>
                    <a:pt x="12615" y="230901"/>
                  </a:lnTo>
                  <a:lnTo>
                    <a:pt x="14709" y="235759"/>
                  </a:lnTo>
                  <a:lnTo>
                    <a:pt x="16955" y="240548"/>
                  </a:lnTo>
                  <a:lnTo>
                    <a:pt x="19352" y="245263"/>
                  </a:lnTo>
                  <a:lnTo>
                    <a:pt x="21897" y="249900"/>
                  </a:lnTo>
                  <a:lnTo>
                    <a:pt x="24588" y="254455"/>
                  </a:lnTo>
                  <a:lnTo>
                    <a:pt x="27421" y="258922"/>
                  </a:lnTo>
                  <a:lnTo>
                    <a:pt x="30394" y="263297"/>
                  </a:lnTo>
                  <a:lnTo>
                    <a:pt x="33504" y="267576"/>
                  </a:lnTo>
                  <a:lnTo>
                    <a:pt x="36747" y="271754"/>
                  </a:lnTo>
                  <a:lnTo>
                    <a:pt x="40122" y="275828"/>
                  </a:lnTo>
                  <a:lnTo>
                    <a:pt x="43623" y="279793"/>
                  </a:lnTo>
                  <a:lnTo>
                    <a:pt x="47248" y="283645"/>
                  </a:lnTo>
                  <a:lnTo>
                    <a:pt x="50994" y="287380"/>
                  </a:lnTo>
                  <a:lnTo>
                    <a:pt x="54855" y="290995"/>
                  </a:lnTo>
                  <a:lnTo>
                    <a:pt x="58829" y="294487"/>
                  </a:lnTo>
                  <a:lnTo>
                    <a:pt x="62912" y="297850"/>
                  </a:lnTo>
                  <a:lnTo>
                    <a:pt x="67099" y="301083"/>
                  </a:lnTo>
                  <a:lnTo>
                    <a:pt x="71386" y="304182"/>
                  </a:lnTo>
                  <a:lnTo>
                    <a:pt x="75769" y="307143"/>
                  </a:lnTo>
                  <a:lnTo>
                    <a:pt x="80243" y="309964"/>
                  </a:lnTo>
                  <a:lnTo>
                    <a:pt x="84805" y="312643"/>
                  </a:lnTo>
                  <a:lnTo>
                    <a:pt x="89449" y="315176"/>
                  </a:lnTo>
                  <a:lnTo>
                    <a:pt x="94171" y="317560"/>
                  </a:lnTo>
                  <a:lnTo>
                    <a:pt x="98965" y="319794"/>
                  </a:lnTo>
                  <a:lnTo>
                    <a:pt x="103829" y="321875"/>
                  </a:lnTo>
                  <a:lnTo>
                    <a:pt x="108755" y="323801"/>
                  </a:lnTo>
                  <a:lnTo>
                    <a:pt x="113740" y="325571"/>
                  </a:lnTo>
                  <a:lnTo>
                    <a:pt x="118779" y="327181"/>
                  </a:lnTo>
                  <a:lnTo>
                    <a:pt x="123866" y="328632"/>
                  </a:lnTo>
                  <a:lnTo>
                    <a:pt x="128996" y="329921"/>
                  </a:lnTo>
                  <a:lnTo>
                    <a:pt x="134164" y="331046"/>
                  </a:lnTo>
                  <a:lnTo>
                    <a:pt x="139366" y="332008"/>
                  </a:lnTo>
                  <a:lnTo>
                    <a:pt x="144595" y="332805"/>
                  </a:lnTo>
                  <a:lnTo>
                    <a:pt x="149847" y="333436"/>
                  </a:lnTo>
                  <a:lnTo>
                    <a:pt x="155116" y="333900"/>
                  </a:lnTo>
                  <a:lnTo>
                    <a:pt x="160398" y="334198"/>
                  </a:lnTo>
                  <a:lnTo>
                    <a:pt x="165686" y="334328"/>
                  </a:lnTo>
                  <a:lnTo>
                    <a:pt x="170975" y="334291"/>
                  </a:lnTo>
                  <a:lnTo>
                    <a:pt x="176261" y="334086"/>
                  </a:lnTo>
                  <a:lnTo>
                    <a:pt x="181538" y="333715"/>
                  </a:lnTo>
                  <a:lnTo>
                    <a:pt x="186800" y="333176"/>
                  </a:lnTo>
                  <a:lnTo>
                    <a:pt x="192043" y="332472"/>
                  </a:lnTo>
                  <a:lnTo>
                    <a:pt x="197260" y="331601"/>
                  </a:lnTo>
                  <a:lnTo>
                    <a:pt x="202448" y="330567"/>
                  </a:lnTo>
                  <a:lnTo>
                    <a:pt x="207600" y="329368"/>
                  </a:lnTo>
                  <a:lnTo>
                    <a:pt x="212711" y="328007"/>
                  </a:lnTo>
                  <a:lnTo>
                    <a:pt x="217778" y="326486"/>
                  </a:lnTo>
                  <a:lnTo>
                    <a:pt x="222793" y="324804"/>
                  </a:lnTo>
                  <a:lnTo>
                    <a:pt x="227753" y="322965"/>
                  </a:lnTo>
                  <a:lnTo>
                    <a:pt x="232652" y="320970"/>
                  </a:lnTo>
                  <a:lnTo>
                    <a:pt x="237485" y="318821"/>
                  </a:lnTo>
                  <a:lnTo>
                    <a:pt x="242248" y="316519"/>
                  </a:lnTo>
                  <a:lnTo>
                    <a:pt x="246936" y="314069"/>
                  </a:lnTo>
                  <a:lnTo>
                    <a:pt x="251544" y="311471"/>
                  </a:lnTo>
                  <a:lnTo>
                    <a:pt x="256067" y="308729"/>
                  </a:lnTo>
                  <a:lnTo>
                    <a:pt x="260501" y="305845"/>
                  </a:lnTo>
                  <a:lnTo>
                    <a:pt x="264842" y="302822"/>
                  </a:lnTo>
                  <a:lnTo>
                    <a:pt x="269085" y="299664"/>
                  </a:lnTo>
                  <a:lnTo>
                    <a:pt x="273226" y="296372"/>
                  </a:lnTo>
                  <a:lnTo>
                    <a:pt x="277261" y="292952"/>
                  </a:lnTo>
                  <a:lnTo>
                    <a:pt x="281186" y="289405"/>
                  </a:lnTo>
                  <a:lnTo>
                    <a:pt x="284996" y="285736"/>
                  </a:lnTo>
                  <a:lnTo>
                    <a:pt x="288689" y="281948"/>
                  </a:lnTo>
                  <a:lnTo>
                    <a:pt x="292259" y="278046"/>
                  </a:lnTo>
                  <a:lnTo>
                    <a:pt x="295705" y="274032"/>
                  </a:lnTo>
                  <a:lnTo>
                    <a:pt x="299022" y="269911"/>
                  </a:lnTo>
                  <a:lnTo>
                    <a:pt x="302206" y="265688"/>
                  </a:lnTo>
                  <a:lnTo>
                    <a:pt x="305256" y="261366"/>
                  </a:lnTo>
                  <a:lnTo>
                    <a:pt x="308167" y="256949"/>
                  </a:lnTo>
                  <a:lnTo>
                    <a:pt x="310937" y="252443"/>
                  </a:lnTo>
                  <a:lnTo>
                    <a:pt x="313563" y="247851"/>
                  </a:lnTo>
                  <a:lnTo>
                    <a:pt x="316043" y="243178"/>
                  </a:lnTo>
                  <a:lnTo>
                    <a:pt x="318373" y="238429"/>
                  </a:lnTo>
                  <a:lnTo>
                    <a:pt x="320552" y="233609"/>
                  </a:lnTo>
                  <a:lnTo>
                    <a:pt x="322577" y="228723"/>
                  </a:lnTo>
                  <a:lnTo>
                    <a:pt x="324447" y="223775"/>
                  </a:lnTo>
                  <a:lnTo>
                    <a:pt x="326160" y="218770"/>
                  </a:lnTo>
                  <a:lnTo>
                    <a:pt x="327713" y="213713"/>
                  </a:lnTo>
                  <a:lnTo>
                    <a:pt x="329105" y="208610"/>
                  </a:lnTo>
                  <a:lnTo>
                    <a:pt x="330335" y="203465"/>
                  </a:lnTo>
                  <a:lnTo>
                    <a:pt x="331402" y="198284"/>
                  </a:lnTo>
                  <a:lnTo>
                    <a:pt x="332304" y="193072"/>
                  </a:lnTo>
                  <a:lnTo>
                    <a:pt x="333041" y="187834"/>
                  </a:lnTo>
                  <a:lnTo>
                    <a:pt x="333612" y="182575"/>
                  </a:lnTo>
                  <a:lnTo>
                    <a:pt x="334016" y="177301"/>
                  </a:lnTo>
                  <a:lnTo>
                    <a:pt x="334253" y="172017"/>
                  </a:lnTo>
                  <a:lnTo>
                    <a:pt x="334323" y="166727"/>
                  </a:lnTo>
                  <a:lnTo>
                    <a:pt x="334225" y="161439"/>
                  </a:lnTo>
                  <a:lnTo>
                    <a:pt x="333960" y="156155"/>
                  </a:lnTo>
                  <a:lnTo>
                    <a:pt x="333529" y="150883"/>
                  </a:lnTo>
                  <a:lnTo>
                    <a:pt x="332930" y="145628"/>
                  </a:lnTo>
                  <a:lnTo>
                    <a:pt x="332166" y="140394"/>
                  </a:lnTo>
                  <a:lnTo>
                    <a:pt x="331236" y="135186"/>
                  </a:lnTo>
                  <a:lnTo>
                    <a:pt x="330142" y="130011"/>
                  </a:lnTo>
                  <a:lnTo>
                    <a:pt x="328885" y="124873"/>
                  </a:lnTo>
                  <a:lnTo>
                    <a:pt x="327466" y="119777"/>
                  </a:lnTo>
                  <a:lnTo>
                    <a:pt x="325886" y="114729"/>
                  </a:lnTo>
                  <a:lnTo>
                    <a:pt x="324147" y="109733"/>
                  </a:lnTo>
                  <a:lnTo>
                    <a:pt x="322252" y="104795"/>
                  </a:lnTo>
                  <a:lnTo>
                    <a:pt x="320201" y="99919"/>
                  </a:lnTo>
                  <a:lnTo>
                    <a:pt x="317996" y="95110"/>
                  </a:lnTo>
                  <a:lnTo>
                    <a:pt x="315641" y="90374"/>
                  </a:lnTo>
                  <a:lnTo>
                    <a:pt x="313137" y="85714"/>
                  </a:lnTo>
                  <a:lnTo>
                    <a:pt x="310487" y="81136"/>
                  </a:lnTo>
                  <a:lnTo>
                    <a:pt x="307693" y="76645"/>
                  </a:lnTo>
                  <a:lnTo>
                    <a:pt x="304759" y="72243"/>
                  </a:lnTo>
                  <a:lnTo>
                    <a:pt x="301686" y="67937"/>
                  </a:lnTo>
                  <a:lnTo>
                    <a:pt x="298480" y="63731"/>
                  </a:lnTo>
                  <a:lnTo>
                    <a:pt x="295141" y="59627"/>
                  </a:lnTo>
                  <a:lnTo>
                    <a:pt x="291675" y="55632"/>
                  </a:lnTo>
                  <a:lnTo>
                    <a:pt x="288083" y="51748"/>
                  </a:lnTo>
                  <a:lnTo>
                    <a:pt x="284371" y="47980"/>
                  </a:lnTo>
                  <a:lnTo>
                    <a:pt x="280541" y="44331"/>
                  </a:lnTo>
                  <a:lnTo>
                    <a:pt x="276598" y="40805"/>
                  </a:lnTo>
                  <a:lnTo>
                    <a:pt x="272545" y="37406"/>
                  </a:lnTo>
                  <a:lnTo>
                    <a:pt x="268387" y="34136"/>
                  </a:lnTo>
                  <a:lnTo>
                    <a:pt x="264128" y="31000"/>
                  </a:lnTo>
                  <a:lnTo>
                    <a:pt x="259771" y="28000"/>
                  </a:lnTo>
                  <a:lnTo>
                    <a:pt x="255321" y="25139"/>
                  </a:lnTo>
                  <a:lnTo>
                    <a:pt x="250783" y="22421"/>
                  </a:lnTo>
                  <a:lnTo>
                    <a:pt x="246162" y="19848"/>
                  </a:lnTo>
                  <a:lnTo>
                    <a:pt x="241461" y="17422"/>
                  </a:lnTo>
                  <a:lnTo>
                    <a:pt x="236686" y="15146"/>
                  </a:lnTo>
                  <a:lnTo>
                    <a:pt x="231842" y="13022"/>
                  </a:lnTo>
                  <a:lnTo>
                    <a:pt x="226932" y="11052"/>
                  </a:lnTo>
                  <a:lnTo>
                    <a:pt x="221963" y="9239"/>
                  </a:lnTo>
                  <a:lnTo>
                    <a:pt x="216939" y="7584"/>
                  </a:lnTo>
                  <a:lnTo>
                    <a:pt x="211865" y="6089"/>
                  </a:lnTo>
                  <a:lnTo>
                    <a:pt x="206746" y="4755"/>
                  </a:lnTo>
                  <a:lnTo>
                    <a:pt x="201588" y="3584"/>
                  </a:lnTo>
                  <a:lnTo>
                    <a:pt x="196395" y="2576"/>
                  </a:lnTo>
                  <a:lnTo>
                    <a:pt x="191173" y="1734"/>
                  </a:lnTo>
                  <a:lnTo>
                    <a:pt x="185927" y="1057"/>
                  </a:lnTo>
                  <a:lnTo>
                    <a:pt x="180662" y="546"/>
                  </a:lnTo>
                  <a:lnTo>
                    <a:pt x="175383" y="202"/>
                  </a:lnTo>
                  <a:lnTo>
                    <a:pt x="170096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021039" y="132259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021039" y="1322571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5378100" y="1071028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2" y="334"/>
                  </a:lnTo>
                  <a:lnTo>
                    <a:pt x="151323" y="751"/>
                  </a:lnTo>
                  <a:lnTo>
                    <a:pt x="146069" y="1335"/>
                  </a:lnTo>
                  <a:lnTo>
                    <a:pt x="140837" y="2085"/>
                  </a:lnTo>
                  <a:lnTo>
                    <a:pt x="135630" y="2999"/>
                  </a:lnTo>
                  <a:lnTo>
                    <a:pt x="130456" y="4078"/>
                  </a:lnTo>
                  <a:lnTo>
                    <a:pt x="125317" y="5320"/>
                  </a:lnTo>
                  <a:lnTo>
                    <a:pt x="120221" y="6724"/>
                  </a:lnTo>
                  <a:lnTo>
                    <a:pt x="115172" y="8288"/>
                  </a:lnTo>
                  <a:lnTo>
                    <a:pt x="110175" y="10011"/>
                  </a:lnTo>
                  <a:lnTo>
                    <a:pt x="105234" y="11892"/>
                  </a:lnTo>
                  <a:lnTo>
                    <a:pt x="100356" y="13927"/>
                  </a:lnTo>
                  <a:lnTo>
                    <a:pt x="95544" y="16116"/>
                  </a:lnTo>
                  <a:lnTo>
                    <a:pt x="90804" y="18456"/>
                  </a:lnTo>
                  <a:lnTo>
                    <a:pt x="86140" y="20944"/>
                  </a:lnTo>
                  <a:lnTo>
                    <a:pt x="81558" y="23579"/>
                  </a:lnTo>
                  <a:lnTo>
                    <a:pt x="77061" y="26357"/>
                  </a:lnTo>
                  <a:lnTo>
                    <a:pt x="72654" y="29276"/>
                  </a:lnTo>
                  <a:lnTo>
                    <a:pt x="68341" y="32333"/>
                  </a:lnTo>
                  <a:lnTo>
                    <a:pt x="64127" y="35525"/>
                  </a:lnTo>
                  <a:lnTo>
                    <a:pt x="60017" y="38848"/>
                  </a:lnTo>
                  <a:lnTo>
                    <a:pt x="56013" y="42300"/>
                  </a:lnTo>
                  <a:lnTo>
                    <a:pt x="52121" y="45876"/>
                  </a:lnTo>
                  <a:lnTo>
                    <a:pt x="48343" y="49574"/>
                  </a:lnTo>
                  <a:lnTo>
                    <a:pt x="44685" y="53390"/>
                  </a:lnTo>
                  <a:lnTo>
                    <a:pt x="41149" y="57319"/>
                  </a:lnTo>
                  <a:lnTo>
                    <a:pt x="37739" y="61358"/>
                  </a:lnTo>
                  <a:lnTo>
                    <a:pt x="34458" y="65503"/>
                  </a:lnTo>
                  <a:lnTo>
                    <a:pt x="31310" y="69749"/>
                  </a:lnTo>
                  <a:lnTo>
                    <a:pt x="28298" y="74093"/>
                  </a:lnTo>
                  <a:lnTo>
                    <a:pt x="25424" y="78530"/>
                  </a:lnTo>
                  <a:lnTo>
                    <a:pt x="22693" y="83055"/>
                  </a:lnTo>
                  <a:lnTo>
                    <a:pt x="20106" y="87665"/>
                  </a:lnTo>
                  <a:lnTo>
                    <a:pt x="17666" y="92354"/>
                  </a:lnTo>
                  <a:lnTo>
                    <a:pt x="15375" y="97118"/>
                  </a:lnTo>
                  <a:lnTo>
                    <a:pt x="13236" y="101952"/>
                  </a:lnTo>
                  <a:lnTo>
                    <a:pt x="11251" y="106851"/>
                  </a:lnTo>
                  <a:lnTo>
                    <a:pt x="9422" y="111811"/>
                  </a:lnTo>
                  <a:lnTo>
                    <a:pt x="7751" y="116826"/>
                  </a:lnTo>
                  <a:lnTo>
                    <a:pt x="6239" y="121891"/>
                  </a:lnTo>
                  <a:lnTo>
                    <a:pt x="4888" y="127002"/>
                  </a:lnTo>
                  <a:lnTo>
                    <a:pt x="3699" y="132152"/>
                  </a:lnTo>
                  <a:lnTo>
                    <a:pt x="2673" y="137338"/>
                  </a:lnTo>
                  <a:lnTo>
                    <a:pt x="1813" y="142553"/>
                  </a:lnTo>
                  <a:lnTo>
                    <a:pt x="1117" y="147793"/>
                  </a:lnTo>
                  <a:lnTo>
                    <a:pt x="587" y="153053"/>
                  </a:lnTo>
                  <a:lnTo>
                    <a:pt x="224" y="158326"/>
                  </a:lnTo>
                  <a:lnTo>
                    <a:pt x="28" y="163609"/>
                  </a:lnTo>
                  <a:lnTo>
                    <a:pt x="0" y="168895"/>
                  </a:lnTo>
                  <a:lnTo>
                    <a:pt x="138" y="174179"/>
                  </a:lnTo>
                  <a:lnTo>
                    <a:pt x="443" y="179456"/>
                  </a:lnTo>
                  <a:lnTo>
                    <a:pt x="915" y="184721"/>
                  </a:lnTo>
                  <a:lnTo>
                    <a:pt x="1553" y="189969"/>
                  </a:lnTo>
                  <a:lnTo>
                    <a:pt x="2357" y="195193"/>
                  </a:lnTo>
                  <a:lnTo>
                    <a:pt x="3325" y="200390"/>
                  </a:lnTo>
                  <a:lnTo>
                    <a:pt x="4458" y="205553"/>
                  </a:lnTo>
                  <a:lnTo>
                    <a:pt x="5753" y="210678"/>
                  </a:lnTo>
                  <a:lnTo>
                    <a:pt x="7209" y="215760"/>
                  </a:lnTo>
                  <a:lnTo>
                    <a:pt x="8825" y="220793"/>
                  </a:lnTo>
                  <a:lnTo>
                    <a:pt x="10600" y="225772"/>
                  </a:lnTo>
                  <a:lnTo>
                    <a:pt x="12531" y="230692"/>
                  </a:lnTo>
                  <a:lnTo>
                    <a:pt x="14617" y="235550"/>
                  </a:lnTo>
                  <a:lnTo>
                    <a:pt x="16855" y="240338"/>
                  </a:lnTo>
                  <a:lnTo>
                    <a:pt x="19244" y="245054"/>
                  </a:lnTo>
                  <a:lnTo>
                    <a:pt x="21780" y="249692"/>
                  </a:lnTo>
                  <a:lnTo>
                    <a:pt x="24462" y="254247"/>
                  </a:lnTo>
                  <a:lnTo>
                    <a:pt x="27287" y="258715"/>
                  </a:lnTo>
                  <a:lnTo>
                    <a:pt x="30251" y="263092"/>
                  </a:lnTo>
                  <a:lnTo>
                    <a:pt x="33353" y="267372"/>
                  </a:lnTo>
                  <a:lnTo>
                    <a:pt x="36588" y="271553"/>
                  </a:lnTo>
                  <a:lnTo>
                    <a:pt x="39954" y="275629"/>
                  </a:lnTo>
                  <a:lnTo>
                    <a:pt x="43446" y="279596"/>
                  </a:lnTo>
                  <a:lnTo>
                    <a:pt x="47063" y="283452"/>
                  </a:lnTo>
                  <a:lnTo>
                    <a:pt x="50800" y="287191"/>
                  </a:lnTo>
                  <a:lnTo>
                    <a:pt x="54653" y="290810"/>
                  </a:lnTo>
                  <a:lnTo>
                    <a:pt x="58618" y="294305"/>
                  </a:lnTo>
                  <a:lnTo>
                    <a:pt x="62692" y="297673"/>
                  </a:lnTo>
                  <a:lnTo>
                    <a:pt x="66871" y="300911"/>
                  </a:lnTo>
                  <a:lnTo>
                    <a:pt x="71149" y="304015"/>
                  </a:lnTo>
                  <a:lnTo>
                    <a:pt x="75524" y="306982"/>
                  </a:lnTo>
                  <a:lnTo>
                    <a:pt x="79991" y="309809"/>
                  </a:lnTo>
                  <a:lnTo>
                    <a:pt x="84544" y="312494"/>
                  </a:lnTo>
                  <a:lnTo>
                    <a:pt x="89180" y="315033"/>
                  </a:lnTo>
                  <a:lnTo>
                    <a:pt x="93895" y="317425"/>
                  </a:lnTo>
                  <a:lnTo>
                    <a:pt x="98682" y="319666"/>
                  </a:lnTo>
                  <a:lnTo>
                    <a:pt x="103538" y="321755"/>
                  </a:lnTo>
                  <a:lnTo>
                    <a:pt x="108457" y="323689"/>
                  </a:lnTo>
                  <a:lnTo>
                    <a:pt x="113435" y="325467"/>
                  </a:lnTo>
                  <a:lnTo>
                    <a:pt x="118467" y="327086"/>
                  </a:lnTo>
                  <a:lnTo>
                    <a:pt x="123548" y="328546"/>
                  </a:lnTo>
                  <a:lnTo>
                    <a:pt x="128672" y="329844"/>
                  </a:lnTo>
                  <a:lnTo>
                    <a:pt x="133835" y="330979"/>
                  </a:lnTo>
                  <a:lnTo>
                    <a:pt x="139031" y="331951"/>
                  </a:lnTo>
                  <a:lnTo>
                    <a:pt x="144255" y="332758"/>
                  </a:lnTo>
                  <a:lnTo>
                    <a:pt x="149502" y="333399"/>
                  </a:lnTo>
                  <a:lnTo>
                    <a:pt x="154766" y="333874"/>
                  </a:lnTo>
                  <a:lnTo>
                    <a:pt x="160044" y="334183"/>
                  </a:lnTo>
                  <a:lnTo>
                    <a:pt x="165328" y="334324"/>
                  </a:lnTo>
                  <a:lnTo>
                    <a:pt x="170614" y="334299"/>
                  </a:lnTo>
                  <a:lnTo>
                    <a:pt x="175896" y="334106"/>
                  </a:lnTo>
                  <a:lnTo>
                    <a:pt x="181170" y="333746"/>
                  </a:lnTo>
                  <a:lnTo>
                    <a:pt x="186430" y="333220"/>
                  </a:lnTo>
                  <a:lnTo>
                    <a:pt x="191670" y="332527"/>
                  </a:lnTo>
                  <a:lnTo>
                    <a:pt x="196886" y="331670"/>
                  </a:lnTo>
                  <a:lnTo>
                    <a:pt x="202073" y="330648"/>
                  </a:lnTo>
                  <a:lnTo>
                    <a:pt x="207224" y="329462"/>
                  </a:lnTo>
                  <a:lnTo>
                    <a:pt x="212335" y="328114"/>
                  </a:lnTo>
                  <a:lnTo>
                    <a:pt x="217401" y="326605"/>
                  </a:lnTo>
                  <a:lnTo>
                    <a:pt x="222417" y="324937"/>
                  </a:lnTo>
                  <a:lnTo>
                    <a:pt x="227378" y="323111"/>
                  </a:lnTo>
                  <a:lnTo>
                    <a:pt x="232278" y="321129"/>
                  </a:lnTo>
                  <a:lnTo>
                    <a:pt x="237114" y="318993"/>
                  </a:lnTo>
                  <a:lnTo>
                    <a:pt x="241879" y="316705"/>
                  </a:lnTo>
                  <a:lnTo>
                    <a:pt x="246570" y="314268"/>
                  </a:lnTo>
                  <a:lnTo>
                    <a:pt x="251181" y="311684"/>
                  </a:lnTo>
                  <a:lnTo>
                    <a:pt x="255708" y="308955"/>
                  </a:lnTo>
                  <a:lnTo>
                    <a:pt x="260147" y="306084"/>
                  </a:lnTo>
                  <a:lnTo>
                    <a:pt x="264493" y="303075"/>
                  </a:lnTo>
                  <a:lnTo>
                    <a:pt x="268741" y="299929"/>
                  </a:lnTo>
                  <a:lnTo>
                    <a:pt x="272888" y="296651"/>
                  </a:lnTo>
                  <a:lnTo>
                    <a:pt x="276929" y="293243"/>
                  </a:lnTo>
                  <a:lnTo>
                    <a:pt x="280860" y="289710"/>
                  </a:lnTo>
                  <a:lnTo>
                    <a:pt x="284678" y="286054"/>
                  </a:lnTo>
                  <a:lnTo>
                    <a:pt x="288378" y="282278"/>
                  </a:lnTo>
                  <a:lnTo>
                    <a:pt x="291957" y="278388"/>
                  </a:lnTo>
                  <a:lnTo>
                    <a:pt x="295411" y="274387"/>
                  </a:lnTo>
                  <a:lnTo>
                    <a:pt x="298737" y="270278"/>
                  </a:lnTo>
                  <a:lnTo>
                    <a:pt x="301931" y="266066"/>
                  </a:lnTo>
                  <a:lnTo>
                    <a:pt x="304991" y="261756"/>
                  </a:lnTo>
                  <a:lnTo>
                    <a:pt x="307913" y="257351"/>
                  </a:lnTo>
                  <a:lnTo>
                    <a:pt x="310694" y="252855"/>
                  </a:lnTo>
                  <a:lnTo>
                    <a:pt x="313331" y="248274"/>
                  </a:lnTo>
                  <a:lnTo>
                    <a:pt x="315822" y="243612"/>
                  </a:lnTo>
                  <a:lnTo>
                    <a:pt x="318165" y="238873"/>
                  </a:lnTo>
                  <a:lnTo>
                    <a:pt x="320357" y="234063"/>
                  </a:lnTo>
                  <a:lnTo>
                    <a:pt x="322395" y="229186"/>
                  </a:lnTo>
                  <a:lnTo>
                    <a:pt x="324279" y="224247"/>
                  </a:lnTo>
                  <a:lnTo>
                    <a:pt x="326005" y="219250"/>
                  </a:lnTo>
                  <a:lnTo>
                    <a:pt x="327572" y="214202"/>
                  </a:lnTo>
                  <a:lnTo>
                    <a:pt x="328979" y="209107"/>
                  </a:lnTo>
                  <a:lnTo>
                    <a:pt x="330224" y="203969"/>
                  </a:lnTo>
                  <a:lnTo>
                    <a:pt x="331306" y="198795"/>
                  </a:lnTo>
                  <a:lnTo>
                    <a:pt x="332224" y="193589"/>
                  </a:lnTo>
                  <a:lnTo>
                    <a:pt x="332977" y="188357"/>
                  </a:lnTo>
                  <a:lnTo>
                    <a:pt x="333564" y="183104"/>
                  </a:lnTo>
                  <a:lnTo>
                    <a:pt x="333985" y="177835"/>
                  </a:lnTo>
                  <a:lnTo>
                    <a:pt x="334239" y="172555"/>
                  </a:lnTo>
                  <a:lnTo>
                    <a:pt x="334325" y="167269"/>
                  </a:lnTo>
                  <a:lnTo>
                    <a:pt x="334245" y="161984"/>
                  </a:lnTo>
                  <a:lnTo>
                    <a:pt x="333998" y="156704"/>
                  </a:lnTo>
                  <a:lnTo>
                    <a:pt x="333583" y="151434"/>
                  </a:lnTo>
                  <a:lnTo>
                    <a:pt x="333003" y="146180"/>
                  </a:lnTo>
                  <a:lnTo>
                    <a:pt x="332256" y="140947"/>
                  </a:lnTo>
                  <a:lnTo>
                    <a:pt x="331345" y="135740"/>
                  </a:lnTo>
                  <a:lnTo>
                    <a:pt x="330269" y="130564"/>
                  </a:lnTo>
                  <a:lnTo>
                    <a:pt x="329030" y="125426"/>
                  </a:lnTo>
                  <a:lnTo>
                    <a:pt x="327630" y="120328"/>
                  </a:lnTo>
                  <a:lnTo>
                    <a:pt x="326068" y="115278"/>
                  </a:lnTo>
                  <a:lnTo>
                    <a:pt x="324348" y="110280"/>
                  </a:lnTo>
                  <a:lnTo>
                    <a:pt x="322471" y="105338"/>
                  </a:lnTo>
                  <a:lnTo>
                    <a:pt x="320439" y="100459"/>
                  </a:lnTo>
                  <a:lnTo>
                    <a:pt x="318253" y="95646"/>
                  </a:lnTo>
                  <a:lnTo>
                    <a:pt x="315916" y="90904"/>
                  </a:lnTo>
                  <a:lnTo>
                    <a:pt x="313430" y="86239"/>
                  </a:lnTo>
                  <a:lnTo>
                    <a:pt x="310799" y="81655"/>
                  </a:lnTo>
                  <a:lnTo>
                    <a:pt x="308023" y="77156"/>
                  </a:lnTo>
                  <a:lnTo>
                    <a:pt x="305107" y="72747"/>
                  </a:lnTo>
                  <a:lnTo>
                    <a:pt x="302052" y="68433"/>
                  </a:lnTo>
                  <a:lnTo>
                    <a:pt x="298863" y="64217"/>
                  </a:lnTo>
                  <a:lnTo>
                    <a:pt x="295542" y="60104"/>
                  </a:lnTo>
                  <a:lnTo>
                    <a:pt x="292093" y="56099"/>
                  </a:lnTo>
                  <a:lnTo>
                    <a:pt x="288519" y="52204"/>
                  </a:lnTo>
                  <a:lnTo>
                    <a:pt x="284824" y="48424"/>
                  </a:lnTo>
                  <a:lnTo>
                    <a:pt x="281010" y="44764"/>
                  </a:lnTo>
                  <a:lnTo>
                    <a:pt x="277083" y="41225"/>
                  </a:lnTo>
                  <a:lnTo>
                    <a:pt x="273046" y="37812"/>
                  </a:lnTo>
                  <a:lnTo>
                    <a:pt x="268904" y="34529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5545258" y="1105558"/>
              <a:ext cx="101745" cy="132637"/>
            </a:xfrm>
            <a:custGeom>
              <a:avLst/>
              <a:pathLst>
                <a:path w="101745" h="132637">
                  <a:moveTo>
                    <a:pt x="101745" y="0"/>
                  </a:moveTo>
                  <a:lnTo>
                    <a:pt x="0" y="13263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5545258" y="1102404"/>
              <a:ext cx="101745" cy="135792"/>
            </a:xfrm>
            <a:custGeom>
              <a:avLst/>
              <a:pathLst>
                <a:path w="101745" h="135792">
                  <a:moveTo>
                    <a:pt x="101745" y="3154"/>
                  </a:moveTo>
                  <a:lnTo>
                    <a:pt x="97495" y="0"/>
                  </a:lnTo>
                  <a:lnTo>
                    <a:pt x="0" y="1357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5545258" y="1071028"/>
              <a:ext cx="97495" cy="167167"/>
            </a:xfrm>
            <a:custGeom>
              <a:avLst/>
              <a:pathLst>
                <a:path w="97495" h="167167">
                  <a:moveTo>
                    <a:pt x="97495" y="31375"/>
                  </a:moveTo>
                  <a:lnTo>
                    <a:pt x="92740" y="28084"/>
                  </a:lnTo>
                  <a:lnTo>
                    <a:pt x="87874" y="24959"/>
                  </a:lnTo>
                  <a:lnTo>
                    <a:pt x="82903" y="22005"/>
                  </a:lnTo>
                  <a:lnTo>
                    <a:pt x="77833" y="19225"/>
                  </a:lnTo>
                  <a:lnTo>
                    <a:pt x="72669" y="16621"/>
                  </a:lnTo>
                  <a:lnTo>
                    <a:pt x="67419" y="14198"/>
                  </a:lnTo>
                  <a:lnTo>
                    <a:pt x="62088" y="11957"/>
                  </a:lnTo>
                  <a:lnTo>
                    <a:pt x="56683" y="9903"/>
                  </a:lnTo>
                  <a:lnTo>
                    <a:pt x="51209" y="8037"/>
                  </a:lnTo>
                  <a:lnTo>
                    <a:pt x="45675" y="6361"/>
                  </a:lnTo>
                  <a:lnTo>
                    <a:pt x="40086" y="4877"/>
                  </a:lnTo>
                  <a:lnTo>
                    <a:pt x="34449" y="3588"/>
                  </a:lnTo>
                  <a:lnTo>
                    <a:pt x="28770" y="2494"/>
                  </a:lnTo>
                  <a:lnTo>
                    <a:pt x="23058" y="1597"/>
                  </a:lnTo>
                  <a:lnTo>
                    <a:pt x="17317" y="899"/>
                  </a:lnTo>
                  <a:lnTo>
                    <a:pt x="11556" y="399"/>
                  </a:lnTo>
                  <a:lnTo>
                    <a:pt x="5781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4917650" y="941493"/>
              <a:ext cx="105893" cy="167167"/>
            </a:xfrm>
            <a:custGeom>
              <a:avLst/>
              <a:pathLst>
                <a:path w="105893" h="167167">
                  <a:moveTo>
                    <a:pt x="105893" y="0"/>
                  </a:moveTo>
                  <a:lnTo>
                    <a:pt x="100160" y="98"/>
                  </a:lnTo>
                  <a:lnTo>
                    <a:pt x="94434" y="393"/>
                  </a:lnTo>
                  <a:lnTo>
                    <a:pt x="88722" y="884"/>
                  </a:lnTo>
                  <a:lnTo>
                    <a:pt x="83029" y="1570"/>
                  </a:lnTo>
                  <a:lnTo>
                    <a:pt x="77364" y="2452"/>
                  </a:lnTo>
                  <a:lnTo>
                    <a:pt x="71732" y="3527"/>
                  </a:lnTo>
                  <a:lnTo>
                    <a:pt x="66140" y="4795"/>
                  </a:lnTo>
                  <a:lnTo>
                    <a:pt x="60595" y="6254"/>
                  </a:lnTo>
                  <a:lnTo>
                    <a:pt x="55103" y="7902"/>
                  </a:lnTo>
                  <a:lnTo>
                    <a:pt x="49671" y="9737"/>
                  </a:lnTo>
                  <a:lnTo>
                    <a:pt x="44305" y="11758"/>
                  </a:lnTo>
                  <a:lnTo>
                    <a:pt x="39012" y="13962"/>
                  </a:lnTo>
                  <a:lnTo>
                    <a:pt x="33797" y="16345"/>
                  </a:lnTo>
                  <a:lnTo>
                    <a:pt x="28667" y="18906"/>
                  </a:lnTo>
                  <a:lnTo>
                    <a:pt x="23628" y="21642"/>
                  </a:lnTo>
                  <a:lnTo>
                    <a:pt x="18686" y="24549"/>
                  </a:lnTo>
                  <a:lnTo>
                    <a:pt x="13847" y="27623"/>
                  </a:lnTo>
                  <a:lnTo>
                    <a:pt x="9115" y="30862"/>
                  </a:lnTo>
                  <a:lnTo>
                    <a:pt x="4498" y="34261"/>
                  </a:lnTo>
                  <a:lnTo>
                    <a:pt x="0" y="37817"/>
                  </a:lnTo>
                  <a:lnTo>
                    <a:pt x="105893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4917650" y="979310"/>
              <a:ext cx="105893" cy="129350"/>
            </a:xfrm>
            <a:custGeom>
              <a:avLst/>
              <a:pathLst>
                <a:path w="105893" h="129350">
                  <a:moveTo>
                    <a:pt x="0" y="0"/>
                  </a:moveTo>
                  <a:lnTo>
                    <a:pt x="105893" y="1293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4856378" y="979310"/>
              <a:ext cx="334329" cy="296508"/>
            </a:xfrm>
            <a:custGeom>
              <a:avLst/>
              <a:pathLst>
                <a:path w="334329" h="296508">
                  <a:moveTo>
                    <a:pt x="61272" y="0"/>
                  </a:moveTo>
                  <a:lnTo>
                    <a:pt x="57218" y="3427"/>
                  </a:lnTo>
                  <a:lnTo>
                    <a:pt x="53276" y="6981"/>
                  </a:lnTo>
                  <a:lnTo>
                    <a:pt x="49448" y="10659"/>
                  </a:lnTo>
                  <a:lnTo>
                    <a:pt x="45739" y="14456"/>
                  </a:lnTo>
                  <a:lnTo>
                    <a:pt x="42152" y="18369"/>
                  </a:lnTo>
                  <a:lnTo>
                    <a:pt x="38692" y="22394"/>
                  </a:lnTo>
                  <a:lnTo>
                    <a:pt x="35361" y="26527"/>
                  </a:lnTo>
                  <a:lnTo>
                    <a:pt x="32163" y="30764"/>
                  </a:lnTo>
                  <a:lnTo>
                    <a:pt x="29101" y="35099"/>
                  </a:lnTo>
                  <a:lnTo>
                    <a:pt x="26178" y="39530"/>
                  </a:lnTo>
                  <a:lnTo>
                    <a:pt x="23397" y="44052"/>
                  </a:lnTo>
                  <a:lnTo>
                    <a:pt x="20762" y="48660"/>
                  </a:lnTo>
                  <a:lnTo>
                    <a:pt x="18274" y="53348"/>
                  </a:lnTo>
                  <a:lnTo>
                    <a:pt x="15936" y="58114"/>
                  </a:lnTo>
                  <a:lnTo>
                    <a:pt x="13750" y="62951"/>
                  </a:lnTo>
                  <a:lnTo>
                    <a:pt x="11719" y="67856"/>
                  </a:lnTo>
                  <a:lnTo>
                    <a:pt x="9845" y="72822"/>
                  </a:lnTo>
                  <a:lnTo>
                    <a:pt x="8130" y="77845"/>
                  </a:lnTo>
                  <a:lnTo>
                    <a:pt x="6575" y="82921"/>
                  </a:lnTo>
                  <a:lnTo>
                    <a:pt x="5182" y="88043"/>
                  </a:lnTo>
                  <a:lnTo>
                    <a:pt x="3952" y="93206"/>
                  </a:lnTo>
                  <a:lnTo>
                    <a:pt x="2887" y="98407"/>
                  </a:lnTo>
                  <a:lnTo>
                    <a:pt x="1987" y="103638"/>
                  </a:lnTo>
                  <a:lnTo>
                    <a:pt x="1254" y="108895"/>
                  </a:lnTo>
                  <a:lnTo>
                    <a:pt x="688" y="114173"/>
                  </a:lnTo>
                  <a:lnTo>
                    <a:pt x="290" y="119466"/>
                  </a:lnTo>
                  <a:lnTo>
                    <a:pt x="61" y="124769"/>
                  </a:lnTo>
                  <a:lnTo>
                    <a:pt x="0" y="130077"/>
                  </a:lnTo>
                  <a:lnTo>
                    <a:pt x="107" y="135384"/>
                  </a:lnTo>
                  <a:lnTo>
                    <a:pt x="383" y="140685"/>
                  </a:lnTo>
                  <a:lnTo>
                    <a:pt x="827" y="145975"/>
                  </a:lnTo>
                  <a:lnTo>
                    <a:pt x="1438" y="151248"/>
                  </a:lnTo>
                  <a:lnTo>
                    <a:pt x="2217" y="156498"/>
                  </a:lnTo>
                  <a:lnTo>
                    <a:pt x="3162" y="161722"/>
                  </a:lnTo>
                  <a:lnTo>
                    <a:pt x="4273" y="166912"/>
                  </a:lnTo>
                  <a:lnTo>
                    <a:pt x="5547" y="172065"/>
                  </a:lnTo>
                  <a:lnTo>
                    <a:pt x="6985" y="177175"/>
                  </a:lnTo>
                  <a:lnTo>
                    <a:pt x="8584" y="182236"/>
                  </a:lnTo>
                  <a:lnTo>
                    <a:pt x="10343" y="187245"/>
                  </a:lnTo>
                  <a:lnTo>
                    <a:pt x="12260" y="192194"/>
                  </a:lnTo>
                  <a:lnTo>
                    <a:pt x="14334" y="197081"/>
                  </a:lnTo>
                  <a:lnTo>
                    <a:pt x="16561" y="201899"/>
                  </a:lnTo>
                  <a:lnTo>
                    <a:pt x="18941" y="206644"/>
                  </a:lnTo>
                  <a:lnTo>
                    <a:pt x="21469" y="211311"/>
                  </a:lnTo>
                  <a:lnTo>
                    <a:pt x="24145" y="215896"/>
                  </a:lnTo>
                  <a:lnTo>
                    <a:pt x="26965" y="220393"/>
                  </a:lnTo>
                  <a:lnTo>
                    <a:pt x="29926" y="224798"/>
                  </a:lnTo>
                  <a:lnTo>
                    <a:pt x="33026" y="229107"/>
                  </a:lnTo>
                  <a:lnTo>
                    <a:pt x="36261" y="233316"/>
                  </a:lnTo>
                  <a:lnTo>
                    <a:pt x="39628" y="237420"/>
                  </a:lnTo>
                  <a:lnTo>
                    <a:pt x="43123" y="241414"/>
                  </a:lnTo>
                  <a:lnTo>
                    <a:pt x="46744" y="245296"/>
                  </a:lnTo>
                  <a:lnTo>
                    <a:pt x="50485" y="249061"/>
                  </a:lnTo>
                  <a:lnTo>
                    <a:pt x="54345" y="252705"/>
                  </a:lnTo>
                  <a:lnTo>
                    <a:pt x="58318" y="256225"/>
                  </a:lnTo>
                  <a:lnTo>
                    <a:pt x="62401" y="259617"/>
                  </a:lnTo>
                  <a:lnTo>
                    <a:pt x="66590" y="262877"/>
                  </a:lnTo>
                  <a:lnTo>
                    <a:pt x="70880" y="266003"/>
                  </a:lnTo>
                  <a:lnTo>
                    <a:pt x="75268" y="268991"/>
                  </a:lnTo>
                  <a:lnTo>
                    <a:pt x="79747" y="271839"/>
                  </a:lnTo>
                  <a:lnTo>
                    <a:pt x="84315" y="274542"/>
                  </a:lnTo>
                  <a:lnTo>
                    <a:pt x="88967" y="277099"/>
                  </a:lnTo>
                  <a:lnTo>
                    <a:pt x="93697" y="279508"/>
                  </a:lnTo>
                  <a:lnTo>
                    <a:pt x="98502" y="281765"/>
                  </a:lnTo>
                  <a:lnTo>
                    <a:pt x="103375" y="283868"/>
                  </a:lnTo>
                  <a:lnTo>
                    <a:pt x="108314" y="285815"/>
                  </a:lnTo>
                  <a:lnTo>
                    <a:pt x="113311" y="287605"/>
                  </a:lnTo>
                  <a:lnTo>
                    <a:pt x="118363" y="289235"/>
                  </a:lnTo>
                  <a:lnTo>
                    <a:pt x="123463" y="290704"/>
                  </a:lnTo>
                  <a:lnTo>
                    <a:pt x="128608" y="292010"/>
                  </a:lnTo>
                  <a:lnTo>
                    <a:pt x="133792" y="293152"/>
                  </a:lnTo>
                  <a:lnTo>
                    <a:pt x="139010" y="294129"/>
                  </a:lnTo>
                  <a:lnTo>
                    <a:pt x="144255" y="294940"/>
                  </a:lnTo>
                  <a:lnTo>
                    <a:pt x="149524" y="295584"/>
                  </a:lnTo>
                  <a:lnTo>
                    <a:pt x="154811" y="296060"/>
                  </a:lnTo>
                  <a:lnTo>
                    <a:pt x="160110" y="296368"/>
                  </a:lnTo>
                  <a:lnTo>
                    <a:pt x="165417" y="296508"/>
                  </a:lnTo>
                  <a:lnTo>
                    <a:pt x="170725" y="296479"/>
                  </a:lnTo>
                  <a:lnTo>
                    <a:pt x="176029" y="296282"/>
                  </a:lnTo>
                  <a:lnTo>
                    <a:pt x="181325" y="295917"/>
                  </a:lnTo>
                  <a:lnTo>
                    <a:pt x="186606" y="295383"/>
                  </a:lnTo>
                  <a:lnTo>
                    <a:pt x="191868" y="294682"/>
                  </a:lnTo>
                  <a:lnTo>
                    <a:pt x="197104" y="293814"/>
                  </a:lnTo>
                  <a:lnTo>
                    <a:pt x="202311" y="292781"/>
                  </a:lnTo>
                  <a:lnTo>
                    <a:pt x="207482" y="291583"/>
                  </a:lnTo>
                  <a:lnTo>
                    <a:pt x="212612" y="290221"/>
                  </a:lnTo>
                  <a:lnTo>
                    <a:pt x="217697" y="288697"/>
                  </a:lnTo>
                  <a:lnTo>
                    <a:pt x="222731" y="287012"/>
                  </a:lnTo>
                  <a:lnTo>
                    <a:pt x="227709" y="285169"/>
                  </a:lnTo>
                  <a:lnTo>
                    <a:pt x="232625" y="283168"/>
                  </a:lnTo>
                  <a:lnTo>
                    <a:pt x="237476" y="281012"/>
                  </a:lnTo>
                  <a:lnTo>
                    <a:pt x="242256" y="278703"/>
                  </a:lnTo>
                  <a:lnTo>
                    <a:pt x="246960" y="276244"/>
                  </a:lnTo>
                  <a:lnTo>
                    <a:pt x="251583" y="273636"/>
                  </a:lnTo>
                  <a:lnTo>
                    <a:pt x="256122" y="270883"/>
                  </a:lnTo>
                  <a:lnTo>
                    <a:pt x="260570" y="267988"/>
                  </a:lnTo>
                  <a:lnTo>
                    <a:pt x="264925" y="264952"/>
                  </a:lnTo>
                  <a:lnTo>
                    <a:pt x="269181" y="261780"/>
                  </a:lnTo>
                  <a:lnTo>
                    <a:pt x="273334" y="258474"/>
                  </a:lnTo>
                  <a:lnTo>
                    <a:pt x="277380" y="255038"/>
                  </a:lnTo>
                  <a:lnTo>
                    <a:pt x="281315" y="251476"/>
                  </a:lnTo>
                  <a:lnTo>
                    <a:pt x="285135" y="247790"/>
                  </a:lnTo>
                  <a:lnTo>
                    <a:pt x="288836" y="243985"/>
                  </a:lnTo>
                  <a:lnTo>
                    <a:pt x="292414" y="240064"/>
                  </a:lnTo>
                  <a:lnTo>
                    <a:pt x="295866" y="236032"/>
                  </a:lnTo>
                  <a:lnTo>
                    <a:pt x="299188" y="231892"/>
                  </a:lnTo>
                  <a:lnTo>
                    <a:pt x="302378" y="227648"/>
                  </a:lnTo>
                  <a:lnTo>
                    <a:pt x="305430" y="223306"/>
                  </a:lnTo>
                  <a:lnTo>
                    <a:pt x="308344" y="218869"/>
                  </a:lnTo>
                  <a:lnTo>
                    <a:pt x="311115" y="214341"/>
                  </a:lnTo>
                  <a:lnTo>
                    <a:pt x="313741" y="209728"/>
                  </a:lnTo>
                  <a:lnTo>
                    <a:pt x="316219" y="205034"/>
                  </a:lnTo>
                  <a:lnTo>
                    <a:pt x="318546" y="200263"/>
                  </a:lnTo>
                  <a:lnTo>
                    <a:pt x="320722" y="195421"/>
                  </a:lnTo>
                  <a:lnTo>
                    <a:pt x="322742" y="190513"/>
                  </a:lnTo>
                  <a:lnTo>
                    <a:pt x="324605" y="185543"/>
                  </a:lnTo>
                  <a:lnTo>
                    <a:pt x="326310" y="180516"/>
                  </a:lnTo>
                  <a:lnTo>
                    <a:pt x="327854" y="175437"/>
                  </a:lnTo>
                  <a:lnTo>
                    <a:pt x="329237" y="170312"/>
                  </a:lnTo>
                  <a:lnTo>
                    <a:pt x="330455" y="165146"/>
                  </a:lnTo>
                  <a:lnTo>
                    <a:pt x="331509" y="159943"/>
                  </a:lnTo>
                  <a:lnTo>
                    <a:pt x="332398" y="154710"/>
                  </a:lnTo>
                  <a:lnTo>
                    <a:pt x="333120" y="149451"/>
                  </a:lnTo>
                  <a:lnTo>
                    <a:pt x="333674" y="144172"/>
                  </a:lnTo>
                  <a:lnTo>
                    <a:pt x="334061" y="138878"/>
                  </a:lnTo>
                  <a:lnTo>
                    <a:pt x="334279" y="133574"/>
                  </a:lnTo>
                  <a:lnTo>
                    <a:pt x="334329" y="128267"/>
                  </a:lnTo>
                  <a:lnTo>
                    <a:pt x="334211" y="122960"/>
                  </a:lnTo>
                  <a:lnTo>
                    <a:pt x="333924" y="117659"/>
                  </a:lnTo>
                  <a:lnTo>
                    <a:pt x="333468" y="112371"/>
                  </a:lnTo>
                  <a:lnTo>
                    <a:pt x="332845" y="107099"/>
                  </a:lnTo>
                  <a:lnTo>
                    <a:pt x="332055" y="101850"/>
                  </a:lnTo>
                  <a:lnTo>
                    <a:pt x="331099" y="96629"/>
                  </a:lnTo>
                  <a:lnTo>
                    <a:pt x="329978" y="91441"/>
                  </a:lnTo>
                  <a:lnTo>
                    <a:pt x="328692" y="86291"/>
                  </a:lnTo>
                  <a:lnTo>
                    <a:pt x="327243" y="81184"/>
                  </a:lnTo>
                  <a:lnTo>
                    <a:pt x="325634" y="76126"/>
                  </a:lnTo>
                  <a:lnTo>
                    <a:pt x="323864" y="71121"/>
                  </a:lnTo>
                  <a:lnTo>
                    <a:pt x="321936" y="66176"/>
                  </a:lnTo>
                  <a:lnTo>
                    <a:pt x="319852" y="61294"/>
                  </a:lnTo>
                  <a:lnTo>
                    <a:pt x="317615" y="56480"/>
                  </a:lnTo>
                  <a:lnTo>
                    <a:pt x="315225" y="51740"/>
                  </a:lnTo>
                  <a:lnTo>
                    <a:pt x="312686" y="47079"/>
                  </a:lnTo>
                  <a:lnTo>
                    <a:pt x="310001" y="42500"/>
                  </a:lnTo>
                  <a:lnTo>
                    <a:pt x="307172" y="38009"/>
                  </a:lnTo>
                  <a:lnTo>
                    <a:pt x="304201" y="33610"/>
                  </a:lnTo>
                  <a:lnTo>
                    <a:pt x="301092" y="29307"/>
                  </a:lnTo>
                  <a:lnTo>
                    <a:pt x="297848" y="25105"/>
                  </a:lnTo>
                  <a:lnTo>
                    <a:pt x="294473" y="21009"/>
                  </a:lnTo>
                  <a:lnTo>
                    <a:pt x="290969" y="17021"/>
                  </a:lnTo>
                  <a:lnTo>
                    <a:pt x="287340" y="13147"/>
                  </a:lnTo>
                  <a:lnTo>
                    <a:pt x="283590" y="9391"/>
                  </a:lnTo>
                  <a:lnTo>
                    <a:pt x="167165" y="1293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5023544" y="941493"/>
              <a:ext cx="116424" cy="167167"/>
            </a:xfrm>
            <a:custGeom>
              <a:avLst/>
              <a:pathLst>
                <a:path w="116424" h="167167">
                  <a:moveTo>
                    <a:pt x="116424" y="47208"/>
                  </a:moveTo>
                  <a:lnTo>
                    <a:pt x="112341" y="43376"/>
                  </a:lnTo>
                  <a:lnTo>
                    <a:pt x="108132" y="39683"/>
                  </a:lnTo>
                  <a:lnTo>
                    <a:pt x="103802" y="36133"/>
                  </a:lnTo>
                  <a:lnTo>
                    <a:pt x="99355" y="32730"/>
                  </a:lnTo>
                  <a:lnTo>
                    <a:pt x="94797" y="29478"/>
                  </a:lnTo>
                  <a:lnTo>
                    <a:pt x="90132" y="26380"/>
                  </a:lnTo>
                  <a:lnTo>
                    <a:pt x="85367" y="23440"/>
                  </a:lnTo>
                  <a:lnTo>
                    <a:pt x="80505" y="20662"/>
                  </a:lnTo>
                  <a:lnTo>
                    <a:pt x="75553" y="18048"/>
                  </a:lnTo>
                  <a:lnTo>
                    <a:pt x="70517" y="15601"/>
                  </a:lnTo>
                  <a:lnTo>
                    <a:pt x="65401" y="13324"/>
                  </a:lnTo>
                  <a:lnTo>
                    <a:pt x="60212" y="11220"/>
                  </a:lnTo>
                  <a:lnTo>
                    <a:pt x="54955" y="9291"/>
                  </a:lnTo>
                  <a:lnTo>
                    <a:pt x="49637" y="7539"/>
                  </a:lnTo>
                  <a:lnTo>
                    <a:pt x="44263" y="5966"/>
                  </a:lnTo>
                  <a:lnTo>
                    <a:pt x="38839" y="4574"/>
                  </a:lnTo>
                  <a:lnTo>
                    <a:pt x="33372" y="3365"/>
                  </a:lnTo>
                  <a:lnTo>
                    <a:pt x="27867" y="2339"/>
                  </a:lnTo>
                  <a:lnTo>
                    <a:pt x="22331" y="1498"/>
                  </a:lnTo>
                  <a:lnTo>
                    <a:pt x="16770" y="843"/>
                  </a:lnTo>
                  <a:lnTo>
                    <a:pt x="11191" y="375"/>
                  </a:lnTo>
                  <a:lnTo>
                    <a:pt x="5598" y="9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4319048" y="941493"/>
              <a:ext cx="167167" cy="183314"/>
            </a:xfrm>
            <a:custGeom>
              <a:avLst/>
              <a:pathLst>
                <a:path w="167167" h="183314">
                  <a:moveTo>
                    <a:pt x="167167" y="0"/>
                  </a:moveTo>
                  <a:lnTo>
                    <a:pt x="161807" y="85"/>
                  </a:lnTo>
                  <a:lnTo>
                    <a:pt x="156453" y="343"/>
                  </a:lnTo>
                  <a:lnTo>
                    <a:pt x="151109" y="772"/>
                  </a:lnTo>
                  <a:lnTo>
                    <a:pt x="145783" y="1373"/>
                  </a:lnTo>
                  <a:lnTo>
                    <a:pt x="140478" y="2144"/>
                  </a:lnTo>
                  <a:lnTo>
                    <a:pt x="135201" y="3084"/>
                  </a:lnTo>
                  <a:lnTo>
                    <a:pt x="129956" y="4194"/>
                  </a:lnTo>
                  <a:lnTo>
                    <a:pt x="124750" y="5470"/>
                  </a:lnTo>
                  <a:lnTo>
                    <a:pt x="119587" y="6914"/>
                  </a:lnTo>
                  <a:lnTo>
                    <a:pt x="114474" y="8522"/>
                  </a:lnTo>
                  <a:lnTo>
                    <a:pt x="109414" y="10293"/>
                  </a:lnTo>
                  <a:lnTo>
                    <a:pt x="104414" y="12225"/>
                  </a:lnTo>
                  <a:lnTo>
                    <a:pt x="99478" y="14317"/>
                  </a:lnTo>
                  <a:lnTo>
                    <a:pt x="94612" y="16565"/>
                  </a:lnTo>
                  <a:lnTo>
                    <a:pt x="89821" y="18969"/>
                  </a:lnTo>
                  <a:lnTo>
                    <a:pt x="85109" y="21525"/>
                  </a:lnTo>
                  <a:lnTo>
                    <a:pt x="80482" y="24231"/>
                  </a:lnTo>
                  <a:lnTo>
                    <a:pt x="75943" y="27084"/>
                  </a:lnTo>
                  <a:lnTo>
                    <a:pt x="71499" y="30081"/>
                  </a:lnTo>
                  <a:lnTo>
                    <a:pt x="67153" y="33219"/>
                  </a:lnTo>
                  <a:lnTo>
                    <a:pt x="62909" y="36494"/>
                  </a:lnTo>
                  <a:lnTo>
                    <a:pt x="58773" y="39904"/>
                  </a:lnTo>
                  <a:lnTo>
                    <a:pt x="54749" y="43445"/>
                  </a:lnTo>
                  <a:lnTo>
                    <a:pt x="50840" y="47113"/>
                  </a:lnTo>
                  <a:lnTo>
                    <a:pt x="47050" y="50905"/>
                  </a:lnTo>
                  <a:lnTo>
                    <a:pt x="43384" y="54816"/>
                  </a:lnTo>
                  <a:lnTo>
                    <a:pt x="39846" y="58842"/>
                  </a:lnTo>
                  <a:lnTo>
                    <a:pt x="36438" y="62980"/>
                  </a:lnTo>
                  <a:lnTo>
                    <a:pt x="33165" y="67225"/>
                  </a:lnTo>
                  <a:lnTo>
                    <a:pt x="30029" y="71573"/>
                  </a:lnTo>
                  <a:lnTo>
                    <a:pt x="27035" y="76019"/>
                  </a:lnTo>
                  <a:lnTo>
                    <a:pt x="24184" y="80559"/>
                  </a:lnTo>
                  <a:lnTo>
                    <a:pt x="21481" y="85188"/>
                  </a:lnTo>
                  <a:lnTo>
                    <a:pt x="18927" y="89901"/>
                  </a:lnTo>
                  <a:lnTo>
                    <a:pt x="16526" y="94694"/>
                  </a:lnTo>
                  <a:lnTo>
                    <a:pt x="14280" y="99561"/>
                  </a:lnTo>
                  <a:lnTo>
                    <a:pt x="12191" y="104498"/>
                  </a:lnTo>
                  <a:lnTo>
                    <a:pt x="10261" y="109499"/>
                  </a:lnTo>
                  <a:lnTo>
                    <a:pt x="8493" y="114559"/>
                  </a:lnTo>
                  <a:lnTo>
                    <a:pt x="6888" y="119674"/>
                  </a:lnTo>
                  <a:lnTo>
                    <a:pt x="5448" y="124837"/>
                  </a:lnTo>
                  <a:lnTo>
                    <a:pt x="4173" y="130044"/>
                  </a:lnTo>
                  <a:lnTo>
                    <a:pt x="3067" y="135289"/>
                  </a:lnTo>
                  <a:lnTo>
                    <a:pt x="2129" y="140567"/>
                  </a:lnTo>
                  <a:lnTo>
                    <a:pt x="1361" y="145872"/>
                  </a:lnTo>
                  <a:lnTo>
                    <a:pt x="764" y="151200"/>
                  </a:lnTo>
                  <a:lnTo>
                    <a:pt x="337" y="156543"/>
                  </a:lnTo>
                  <a:lnTo>
                    <a:pt x="83" y="161898"/>
                  </a:lnTo>
                  <a:lnTo>
                    <a:pt x="0" y="167257"/>
                  </a:lnTo>
                  <a:lnTo>
                    <a:pt x="88" y="172617"/>
                  </a:lnTo>
                  <a:lnTo>
                    <a:pt x="349" y="177971"/>
                  </a:lnTo>
                  <a:lnTo>
                    <a:pt x="781" y="183314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4319830" y="1108660"/>
              <a:ext cx="166385" cy="16147"/>
            </a:xfrm>
            <a:custGeom>
              <a:avLst/>
              <a:pathLst>
                <a:path w="166385" h="16147">
                  <a:moveTo>
                    <a:pt x="0" y="16147"/>
                  </a:moveTo>
                  <a:lnTo>
                    <a:pt x="166385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4319830" y="1108660"/>
              <a:ext cx="166385" cy="162681"/>
            </a:xfrm>
            <a:custGeom>
              <a:avLst/>
              <a:pathLst>
                <a:path w="166385" h="162681">
                  <a:moveTo>
                    <a:pt x="0" y="16147"/>
                  </a:moveTo>
                  <a:lnTo>
                    <a:pt x="616" y="21575"/>
                  </a:lnTo>
                  <a:lnTo>
                    <a:pt x="1409" y="26980"/>
                  </a:lnTo>
                  <a:lnTo>
                    <a:pt x="2379" y="32356"/>
                  </a:lnTo>
                  <a:lnTo>
                    <a:pt x="3524" y="37698"/>
                  </a:lnTo>
                  <a:lnTo>
                    <a:pt x="4843" y="42999"/>
                  </a:lnTo>
                  <a:lnTo>
                    <a:pt x="6334" y="48254"/>
                  </a:lnTo>
                  <a:lnTo>
                    <a:pt x="7996" y="53458"/>
                  </a:lnTo>
                  <a:lnTo>
                    <a:pt x="9827" y="58605"/>
                  </a:lnTo>
                  <a:lnTo>
                    <a:pt x="11826" y="63689"/>
                  </a:lnTo>
                  <a:lnTo>
                    <a:pt x="13990" y="68705"/>
                  </a:lnTo>
                  <a:lnTo>
                    <a:pt x="16316" y="73648"/>
                  </a:lnTo>
                  <a:lnTo>
                    <a:pt x="18802" y="78512"/>
                  </a:lnTo>
                  <a:lnTo>
                    <a:pt x="21447" y="83293"/>
                  </a:lnTo>
                  <a:lnTo>
                    <a:pt x="24246" y="87984"/>
                  </a:lnTo>
                  <a:lnTo>
                    <a:pt x="27196" y="92581"/>
                  </a:lnTo>
                  <a:lnTo>
                    <a:pt x="30296" y="97080"/>
                  </a:lnTo>
                  <a:lnTo>
                    <a:pt x="33541" y="101475"/>
                  </a:lnTo>
                  <a:lnTo>
                    <a:pt x="36927" y="105761"/>
                  </a:lnTo>
                  <a:lnTo>
                    <a:pt x="40452" y="109935"/>
                  </a:lnTo>
                  <a:lnTo>
                    <a:pt x="44111" y="113991"/>
                  </a:lnTo>
                  <a:lnTo>
                    <a:pt x="47901" y="117925"/>
                  </a:lnTo>
                  <a:lnTo>
                    <a:pt x="51818" y="121734"/>
                  </a:lnTo>
                  <a:lnTo>
                    <a:pt x="55857" y="125412"/>
                  </a:lnTo>
                  <a:lnTo>
                    <a:pt x="60013" y="128957"/>
                  </a:lnTo>
                  <a:lnTo>
                    <a:pt x="64284" y="132364"/>
                  </a:lnTo>
                  <a:lnTo>
                    <a:pt x="68663" y="135629"/>
                  </a:lnTo>
                  <a:lnTo>
                    <a:pt x="73147" y="138750"/>
                  </a:lnTo>
                  <a:lnTo>
                    <a:pt x="77731" y="141722"/>
                  </a:lnTo>
                  <a:lnTo>
                    <a:pt x="82409" y="144543"/>
                  </a:lnTo>
                  <a:lnTo>
                    <a:pt x="87176" y="147210"/>
                  </a:lnTo>
                  <a:lnTo>
                    <a:pt x="92029" y="149719"/>
                  </a:lnTo>
                  <a:lnTo>
                    <a:pt x="96961" y="152069"/>
                  </a:lnTo>
                  <a:lnTo>
                    <a:pt x="101966" y="154256"/>
                  </a:lnTo>
                  <a:lnTo>
                    <a:pt x="107041" y="156279"/>
                  </a:lnTo>
                  <a:lnTo>
                    <a:pt x="112179" y="158134"/>
                  </a:lnTo>
                  <a:lnTo>
                    <a:pt x="117375" y="159821"/>
                  </a:lnTo>
                  <a:lnTo>
                    <a:pt x="122624" y="161337"/>
                  </a:lnTo>
                  <a:lnTo>
                    <a:pt x="127919" y="162681"/>
                  </a:lnTo>
                  <a:lnTo>
                    <a:pt x="166385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4447749" y="941493"/>
              <a:ext cx="205623" cy="334327"/>
            </a:xfrm>
            <a:custGeom>
              <a:avLst/>
              <a:pathLst>
                <a:path w="205623" h="334327">
                  <a:moveTo>
                    <a:pt x="0" y="329848"/>
                  </a:moveTo>
                  <a:lnTo>
                    <a:pt x="5196" y="330990"/>
                  </a:lnTo>
                  <a:lnTo>
                    <a:pt x="10426" y="331966"/>
                  </a:lnTo>
                  <a:lnTo>
                    <a:pt x="15685" y="332775"/>
                  </a:lnTo>
                  <a:lnTo>
                    <a:pt x="20966" y="333416"/>
                  </a:lnTo>
                  <a:lnTo>
                    <a:pt x="26266" y="333889"/>
                  </a:lnTo>
                  <a:lnTo>
                    <a:pt x="31577" y="334192"/>
                  </a:lnTo>
                  <a:lnTo>
                    <a:pt x="36896" y="334327"/>
                  </a:lnTo>
                  <a:lnTo>
                    <a:pt x="42216" y="334292"/>
                  </a:lnTo>
                  <a:lnTo>
                    <a:pt x="47533" y="334088"/>
                  </a:lnTo>
                  <a:lnTo>
                    <a:pt x="52840" y="333715"/>
                  </a:lnTo>
                  <a:lnTo>
                    <a:pt x="58133" y="333173"/>
                  </a:lnTo>
                  <a:lnTo>
                    <a:pt x="63406" y="332464"/>
                  </a:lnTo>
                  <a:lnTo>
                    <a:pt x="68653" y="331586"/>
                  </a:lnTo>
                  <a:lnTo>
                    <a:pt x="73870" y="330542"/>
                  </a:lnTo>
                  <a:lnTo>
                    <a:pt x="79051" y="329333"/>
                  </a:lnTo>
                  <a:lnTo>
                    <a:pt x="84191" y="327959"/>
                  </a:lnTo>
                  <a:lnTo>
                    <a:pt x="89285" y="326423"/>
                  </a:lnTo>
                  <a:lnTo>
                    <a:pt x="94327" y="324725"/>
                  </a:lnTo>
                  <a:lnTo>
                    <a:pt x="99313" y="322867"/>
                  </a:lnTo>
                  <a:lnTo>
                    <a:pt x="104237" y="320852"/>
                  </a:lnTo>
                  <a:lnTo>
                    <a:pt x="109094" y="318681"/>
                  </a:lnTo>
                  <a:lnTo>
                    <a:pt x="113880" y="316357"/>
                  </a:lnTo>
                  <a:lnTo>
                    <a:pt x="118590" y="313882"/>
                  </a:lnTo>
                  <a:lnTo>
                    <a:pt x="123218" y="311258"/>
                  </a:lnTo>
                  <a:lnTo>
                    <a:pt x="127760" y="308488"/>
                  </a:lnTo>
                  <a:lnTo>
                    <a:pt x="132212" y="305574"/>
                  </a:lnTo>
                  <a:lnTo>
                    <a:pt x="136569" y="302521"/>
                  </a:lnTo>
                  <a:lnTo>
                    <a:pt x="140827" y="299331"/>
                  </a:lnTo>
                  <a:lnTo>
                    <a:pt x="144981" y="296006"/>
                  </a:lnTo>
                  <a:lnTo>
                    <a:pt x="149027" y="292551"/>
                  </a:lnTo>
                  <a:lnTo>
                    <a:pt x="152961" y="288969"/>
                  </a:lnTo>
                  <a:lnTo>
                    <a:pt x="156779" y="285264"/>
                  </a:lnTo>
                  <a:lnTo>
                    <a:pt x="160478" y="281439"/>
                  </a:lnTo>
                  <a:lnTo>
                    <a:pt x="164052" y="277499"/>
                  </a:lnTo>
                  <a:lnTo>
                    <a:pt x="167500" y="273446"/>
                  </a:lnTo>
                  <a:lnTo>
                    <a:pt x="170816" y="269286"/>
                  </a:lnTo>
                  <a:lnTo>
                    <a:pt x="173999" y="265023"/>
                  </a:lnTo>
                  <a:lnTo>
                    <a:pt x="177044" y="260660"/>
                  </a:lnTo>
                  <a:lnTo>
                    <a:pt x="179950" y="256203"/>
                  </a:lnTo>
                  <a:lnTo>
                    <a:pt x="182711" y="251656"/>
                  </a:lnTo>
                  <a:lnTo>
                    <a:pt x="185327" y="247022"/>
                  </a:lnTo>
                  <a:lnTo>
                    <a:pt x="187794" y="242309"/>
                  </a:lnTo>
                  <a:lnTo>
                    <a:pt x="190109" y="237518"/>
                  </a:lnTo>
                  <a:lnTo>
                    <a:pt x="192271" y="232657"/>
                  </a:lnTo>
                  <a:lnTo>
                    <a:pt x="194277" y="227729"/>
                  </a:lnTo>
                  <a:lnTo>
                    <a:pt x="196126" y="222740"/>
                  </a:lnTo>
                  <a:lnTo>
                    <a:pt x="197814" y="217695"/>
                  </a:lnTo>
                  <a:lnTo>
                    <a:pt x="199342" y="212599"/>
                  </a:lnTo>
                  <a:lnTo>
                    <a:pt x="200706" y="207456"/>
                  </a:lnTo>
                  <a:lnTo>
                    <a:pt x="201906" y="202273"/>
                  </a:lnTo>
                  <a:lnTo>
                    <a:pt x="202940" y="197054"/>
                  </a:lnTo>
                  <a:lnTo>
                    <a:pt x="203808" y="191805"/>
                  </a:lnTo>
                  <a:lnTo>
                    <a:pt x="204508" y="186531"/>
                  </a:lnTo>
                  <a:lnTo>
                    <a:pt x="205040" y="181237"/>
                  </a:lnTo>
                  <a:lnTo>
                    <a:pt x="205404" y="175929"/>
                  </a:lnTo>
                  <a:lnTo>
                    <a:pt x="205598" y="170612"/>
                  </a:lnTo>
                  <a:lnTo>
                    <a:pt x="205623" y="165292"/>
                  </a:lnTo>
                  <a:lnTo>
                    <a:pt x="205479" y="159973"/>
                  </a:lnTo>
                  <a:lnTo>
                    <a:pt x="205165" y="154662"/>
                  </a:lnTo>
                  <a:lnTo>
                    <a:pt x="204683" y="149364"/>
                  </a:lnTo>
                  <a:lnTo>
                    <a:pt x="204032" y="144083"/>
                  </a:lnTo>
                  <a:lnTo>
                    <a:pt x="203214" y="138826"/>
                  </a:lnTo>
                  <a:lnTo>
                    <a:pt x="202228" y="133598"/>
                  </a:lnTo>
                  <a:lnTo>
                    <a:pt x="201077" y="128403"/>
                  </a:lnTo>
                  <a:lnTo>
                    <a:pt x="199761" y="123248"/>
                  </a:lnTo>
                  <a:lnTo>
                    <a:pt x="198282" y="118138"/>
                  </a:lnTo>
                  <a:lnTo>
                    <a:pt x="196641" y="113077"/>
                  </a:lnTo>
                  <a:lnTo>
                    <a:pt x="194839" y="108071"/>
                  </a:lnTo>
                  <a:lnTo>
                    <a:pt x="192880" y="103124"/>
                  </a:lnTo>
                  <a:lnTo>
                    <a:pt x="190763" y="98243"/>
                  </a:lnTo>
                  <a:lnTo>
                    <a:pt x="188493" y="93431"/>
                  </a:lnTo>
                  <a:lnTo>
                    <a:pt x="186070" y="88694"/>
                  </a:lnTo>
                  <a:lnTo>
                    <a:pt x="183498" y="84037"/>
                  </a:lnTo>
                  <a:lnTo>
                    <a:pt x="180780" y="79464"/>
                  </a:lnTo>
                  <a:lnTo>
                    <a:pt x="177916" y="74979"/>
                  </a:lnTo>
                  <a:lnTo>
                    <a:pt x="174912" y="70588"/>
                  </a:lnTo>
                  <a:lnTo>
                    <a:pt x="171770" y="66295"/>
                  </a:lnTo>
                  <a:lnTo>
                    <a:pt x="168492" y="62104"/>
                  </a:lnTo>
                  <a:lnTo>
                    <a:pt x="165083" y="58020"/>
                  </a:lnTo>
                  <a:lnTo>
                    <a:pt x="161545" y="54046"/>
                  </a:lnTo>
                  <a:lnTo>
                    <a:pt x="157883" y="50186"/>
                  </a:lnTo>
                  <a:lnTo>
                    <a:pt x="154100" y="46445"/>
                  </a:lnTo>
                  <a:lnTo>
                    <a:pt x="150200" y="42827"/>
                  </a:lnTo>
                  <a:lnTo>
                    <a:pt x="146186" y="39334"/>
                  </a:lnTo>
                  <a:lnTo>
                    <a:pt x="142064" y="35971"/>
                  </a:lnTo>
                  <a:lnTo>
                    <a:pt x="137836" y="32740"/>
                  </a:lnTo>
                  <a:lnTo>
                    <a:pt x="133508" y="29646"/>
                  </a:lnTo>
                  <a:lnTo>
                    <a:pt x="129084" y="26691"/>
                  </a:lnTo>
                  <a:lnTo>
                    <a:pt x="124568" y="23879"/>
                  </a:lnTo>
                  <a:lnTo>
                    <a:pt x="119964" y="21211"/>
                  </a:lnTo>
                  <a:lnTo>
                    <a:pt x="115278" y="18692"/>
                  </a:lnTo>
                  <a:lnTo>
                    <a:pt x="110514" y="16323"/>
                  </a:lnTo>
                  <a:lnTo>
                    <a:pt x="105678" y="14106"/>
                  </a:lnTo>
                  <a:lnTo>
                    <a:pt x="100773" y="12045"/>
                  </a:lnTo>
                  <a:lnTo>
                    <a:pt x="95805" y="10141"/>
                  </a:lnTo>
                  <a:lnTo>
                    <a:pt x="90779" y="8396"/>
                  </a:lnTo>
                  <a:lnTo>
                    <a:pt x="85700" y="6811"/>
                  </a:lnTo>
                  <a:lnTo>
                    <a:pt x="80573" y="5389"/>
                  </a:lnTo>
                  <a:lnTo>
                    <a:pt x="75403" y="4131"/>
                  </a:lnTo>
                  <a:lnTo>
                    <a:pt x="70196" y="3038"/>
                  </a:lnTo>
                  <a:lnTo>
                    <a:pt x="64957" y="2112"/>
                  </a:lnTo>
                  <a:lnTo>
                    <a:pt x="59691" y="1352"/>
                  </a:lnTo>
                  <a:lnTo>
                    <a:pt x="54404" y="761"/>
                  </a:lnTo>
                  <a:lnTo>
                    <a:pt x="49100" y="338"/>
                  </a:lnTo>
                  <a:lnTo>
                    <a:pt x="43786" y="84"/>
                  </a:lnTo>
                  <a:lnTo>
                    <a:pt x="38466" y="0"/>
                  </a:lnTo>
                  <a:lnTo>
                    <a:pt x="38466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3797334" y="1071028"/>
              <a:ext cx="171871" cy="334333"/>
            </a:xfrm>
            <a:custGeom>
              <a:avLst/>
              <a:pathLst>
                <a:path w="171871" h="334333">
                  <a:moveTo>
                    <a:pt x="167167" y="0"/>
                  </a:moveTo>
                  <a:lnTo>
                    <a:pt x="161815" y="85"/>
                  </a:lnTo>
                  <a:lnTo>
                    <a:pt x="156469" y="342"/>
                  </a:lnTo>
                  <a:lnTo>
                    <a:pt x="151134" y="770"/>
                  </a:lnTo>
                  <a:lnTo>
                    <a:pt x="145816" y="1369"/>
                  </a:lnTo>
                  <a:lnTo>
                    <a:pt x="140519" y="2137"/>
                  </a:lnTo>
                  <a:lnTo>
                    <a:pt x="135250" y="3075"/>
                  </a:lnTo>
                  <a:lnTo>
                    <a:pt x="130013" y="4180"/>
                  </a:lnTo>
                  <a:lnTo>
                    <a:pt x="124815" y="5453"/>
                  </a:lnTo>
                  <a:lnTo>
                    <a:pt x="119660" y="6892"/>
                  </a:lnTo>
                  <a:lnTo>
                    <a:pt x="114554" y="8495"/>
                  </a:lnTo>
                  <a:lnTo>
                    <a:pt x="109501" y="10260"/>
                  </a:lnTo>
                  <a:lnTo>
                    <a:pt x="104508" y="12187"/>
                  </a:lnTo>
                  <a:lnTo>
                    <a:pt x="99579" y="14272"/>
                  </a:lnTo>
                  <a:lnTo>
                    <a:pt x="94719" y="16514"/>
                  </a:lnTo>
                  <a:lnTo>
                    <a:pt x="89933" y="18911"/>
                  </a:lnTo>
                  <a:lnTo>
                    <a:pt x="85227" y="21459"/>
                  </a:lnTo>
                  <a:lnTo>
                    <a:pt x="80604" y="24157"/>
                  </a:lnTo>
                  <a:lnTo>
                    <a:pt x="76071" y="27001"/>
                  </a:lnTo>
                  <a:lnTo>
                    <a:pt x="71630" y="29989"/>
                  </a:lnTo>
                  <a:lnTo>
                    <a:pt x="67288" y="33118"/>
                  </a:lnTo>
                  <a:lnTo>
                    <a:pt x="63048" y="36384"/>
                  </a:lnTo>
                  <a:lnTo>
                    <a:pt x="58915" y="39784"/>
                  </a:lnTo>
                  <a:lnTo>
                    <a:pt x="54892" y="43314"/>
                  </a:lnTo>
                  <a:lnTo>
                    <a:pt x="50985" y="46972"/>
                  </a:lnTo>
                  <a:lnTo>
                    <a:pt x="47197" y="50753"/>
                  </a:lnTo>
                  <a:lnTo>
                    <a:pt x="43532" y="54653"/>
                  </a:lnTo>
                  <a:lnTo>
                    <a:pt x="39993" y="58668"/>
                  </a:lnTo>
                  <a:lnTo>
                    <a:pt x="36585" y="62795"/>
                  </a:lnTo>
                  <a:lnTo>
                    <a:pt x="33311" y="67029"/>
                  </a:lnTo>
                  <a:lnTo>
                    <a:pt x="30174" y="71365"/>
                  </a:lnTo>
                  <a:lnTo>
                    <a:pt x="27177" y="75800"/>
                  </a:lnTo>
                  <a:lnTo>
                    <a:pt x="24324" y="80328"/>
                  </a:lnTo>
                  <a:lnTo>
                    <a:pt x="21618" y="84945"/>
                  </a:lnTo>
                  <a:lnTo>
                    <a:pt x="19060" y="89647"/>
                  </a:lnTo>
                  <a:lnTo>
                    <a:pt x="16654" y="94427"/>
                  </a:lnTo>
                  <a:lnTo>
                    <a:pt x="14403" y="99283"/>
                  </a:lnTo>
                  <a:lnTo>
                    <a:pt x="12308" y="104208"/>
                  </a:lnTo>
                  <a:lnTo>
                    <a:pt x="10372" y="109198"/>
                  </a:lnTo>
                  <a:lnTo>
                    <a:pt x="8597" y="114247"/>
                  </a:lnTo>
                  <a:lnTo>
                    <a:pt x="6984" y="119350"/>
                  </a:lnTo>
                  <a:lnTo>
                    <a:pt x="5535" y="124502"/>
                  </a:lnTo>
                  <a:lnTo>
                    <a:pt x="4252" y="129698"/>
                  </a:lnTo>
                  <a:lnTo>
                    <a:pt x="3136" y="134933"/>
                  </a:lnTo>
                  <a:lnTo>
                    <a:pt x="2189" y="140200"/>
                  </a:lnTo>
                  <a:lnTo>
                    <a:pt x="1410" y="145495"/>
                  </a:lnTo>
                  <a:lnTo>
                    <a:pt x="801" y="150813"/>
                  </a:lnTo>
                  <a:lnTo>
                    <a:pt x="363" y="156147"/>
                  </a:lnTo>
                  <a:lnTo>
                    <a:pt x="96" y="161492"/>
                  </a:lnTo>
                  <a:lnTo>
                    <a:pt x="0" y="166843"/>
                  </a:lnTo>
                  <a:lnTo>
                    <a:pt x="75" y="172195"/>
                  </a:lnTo>
                  <a:lnTo>
                    <a:pt x="321" y="177541"/>
                  </a:lnTo>
                  <a:lnTo>
                    <a:pt x="739" y="182877"/>
                  </a:lnTo>
                  <a:lnTo>
                    <a:pt x="1327" y="188196"/>
                  </a:lnTo>
                  <a:lnTo>
                    <a:pt x="2085" y="193495"/>
                  </a:lnTo>
                  <a:lnTo>
                    <a:pt x="3013" y="198766"/>
                  </a:lnTo>
                  <a:lnTo>
                    <a:pt x="4108" y="204004"/>
                  </a:lnTo>
                  <a:lnTo>
                    <a:pt x="5371" y="209205"/>
                  </a:lnTo>
                  <a:lnTo>
                    <a:pt x="6800" y="214363"/>
                  </a:lnTo>
                  <a:lnTo>
                    <a:pt x="8393" y="219473"/>
                  </a:lnTo>
                  <a:lnTo>
                    <a:pt x="10149" y="224529"/>
                  </a:lnTo>
                  <a:lnTo>
                    <a:pt x="12066" y="229526"/>
                  </a:lnTo>
                  <a:lnTo>
                    <a:pt x="14141" y="234459"/>
                  </a:lnTo>
                  <a:lnTo>
                    <a:pt x="16374" y="239323"/>
                  </a:lnTo>
                  <a:lnTo>
                    <a:pt x="18761" y="244113"/>
                  </a:lnTo>
                  <a:lnTo>
                    <a:pt x="21300" y="248824"/>
                  </a:lnTo>
                  <a:lnTo>
                    <a:pt x="23989" y="253452"/>
                  </a:lnTo>
                  <a:lnTo>
                    <a:pt x="26825" y="257991"/>
                  </a:lnTo>
                  <a:lnTo>
                    <a:pt x="29804" y="262437"/>
                  </a:lnTo>
                  <a:lnTo>
                    <a:pt x="32924" y="266786"/>
                  </a:lnTo>
                  <a:lnTo>
                    <a:pt x="36182" y="271032"/>
                  </a:lnTo>
                  <a:lnTo>
                    <a:pt x="39574" y="275172"/>
                  </a:lnTo>
                  <a:lnTo>
                    <a:pt x="43097" y="279201"/>
                  </a:lnTo>
                  <a:lnTo>
                    <a:pt x="46747" y="283115"/>
                  </a:lnTo>
                  <a:lnTo>
                    <a:pt x="50520" y="286911"/>
                  </a:lnTo>
                  <a:lnTo>
                    <a:pt x="54413" y="290584"/>
                  </a:lnTo>
                  <a:lnTo>
                    <a:pt x="58422" y="294130"/>
                  </a:lnTo>
                  <a:lnTo>
                    <a:pt x="62542" y="297546"/>
                  </a:lnTo>
                  <a:lnTo>
                    <a:pt x="66769" y="300828"/>
                  </a:lnTo>
                  <a:lnTo>
                    <a:pt x="71100" y="303974"/>
                  </a:lnTo>
                  <a:lnTo>
                    <a:pt x="75528" y="306979"/>
                  </a:lnTo>
                  <a:lnTo>
                    <a:pt x="80051" y="309841"/>
                  </a:lnTo>
                  <a:lnTo>
                    <a:pt x="84663" y="312556"/>
                  </a:lnTo>
                  <a:lnTo>
                    <a:pt x="89359" y="315123"/>
                  </a:lnTo>
                  <a:lnTo>
                    <a:pt x="94136" y="317538"/>
                  </a:lnTo>
                  <a:lnTo>
                    <a:pt x="98987" y="319799"/>
                  </a:lnTo>
                  <a:lnTo>
                    <a:pt x="103908" y="321903"/>
                  </a:lnTo>
                  <a:lnTo>
                    <a:pt x="108894" y="323849"/>
                  </a:lnTo>
                  <a:lnTo>
                    <a:pt x="113939" y="325634"/>
                  </a:lnTo>
                  <a:lnTo>
                    <a:pt x="119039" y="327257"/>
                  </a:lnTo>
                  <a:lnTo>
                    <a:pt x="124189" y="328715"/>
                  </a:lnTo>
                  <a:lnTo>
                    <a:pt x="129382" y="330008"/>
                  </a:lnTo>
                  <a:lnTo>
                    <a:pt x="134615" y="331134"/>
                  </a:lnTo>
                  <a:lnTo>
                    <a:pt x="139880" y="332092"/>
                  </a:lnTo>
                  <a:lnTo>
                    <a:pt x="145174" y="332881"/>
                  </a:lnTo>
                  <a:lnTo>
                    <a:pt x="150490" y="333500"/>
                  </a:lnTo>
                  <a:lnTo>
                    <a:pt x="155823" y="333949"/>
                  </a:lnTo>
                  <a:lnTo>
                    <a:pt x="161168" y="334227"/>
                  </a:lnTo>
                  <a:lnTo>
                    <a:pt x="166519" y="334333"/>
                  </a:lnTo>
                  <a:lnTo>
                    <a:pt x="171871" y="33426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3964501" y="1238196"/>
              <a:ext cx="4704" cy="167101"/>
            </a:xfrm>
            <a:custGeom>
              <a:avLst/>
              <a:pathLst>
                <a:path w="4704" h="167101">
                  <a:moveTo>
                    <a:pt x="4704" y="16710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3964501" y="1071782"/>
              <a:ext cx="167150" cy="333515"/>
            </a:xfrm>
            <a:custGeom>
              <a:avLst/>
              <a:pathLst>
                <a:path w="167150" h="333515">
                  <a:moveTo>
                    <a:pt x="4704" y="333515"/>
                  </a:moveTo>
                  <a:lnTo>
                    <a:pt x="10010" y="333281"/>
                  </a:lnTo>
                  <a:lnTo>
                    <a:pt x="15306" y="332879"/>
                  </a:lnTo>
                  <a:lnTo>
                    <a:pt x="20586" y="332308"/>
                  </a:lnTo>
                  <a:lnTo>
                    <a:pt x="25846" y="331571"/>
                  </a:lnTo>
                  <a:lnTo>
                    <a:pt x="31080" y="330666"/>
                  </a:lnTo>
                  <a:lnTo>
                    <a:pt x="36282" y="329596"/>
                  </a:lnTo>
                  <a:lnTo>
                    <a:pt x="41448" y="328361"/>
                  </a:lnTo>
                  <a:lnTo>
                    <a:pt x="46571" y="326962"/>
                  </a:lnTo>
                  <a:lnTo>
                    <a:pt x="51648" y="325402"/>
                  </a:lnTo>
                  <a:lnTo>
                    <a:pt x="56673" y="323681"/>
                  </a:lnTo>
                  <a:lnTo>
                    <a:pt x="61640" y="321801"/>
                  </a:lnTo>
                  <a:lnTo>
                    <a:pt x="66546" y="319765"/>
                  </a:lnTo>
                  <a:lnTo>
                    <a:pt x="71384" y="317573"/>
                  </a:lnTo>
                  <a:lnTo>
                    <a:pt x="76150" y="315229"/>
                  </a:lnTo>
                  <a:lnTo>
                    <a:pt x="80839" y="312735"/>
                  </a:lnTo>
                  <a:lnTo>
                    <a:pt x="85446" y="310093"/>
                  </a:lnTo>
                  <a:lnTo>
                    <a:pt x="89968" y="307306"/>
                  </a:lnTo>
                  <a:lnTo>
                    <a:pt x="94398" y="304377"/>
                  </a:lnTo>
                  <a:lnTo>
                    <a:pt x="98733" y="301308"/>
                  </a:lnTo>
                  <a:lnTo>
                    <a:pt x="102969" y="298104"/>
                  </a:lnTo>
                  <a:lnTo>
                    <a:pt x="107100" y="294766"/>
                  </a:lnTo>
                  <a:lnTo>
                    <a:pt x="111124" y="291299"/>
                  </a:lnTo>
                  <a:lnTo>
                    <a:pt x="115035" y="287706"/>
                  </a:lnTo>
                  <a:lnTo>
                    <a:pt x="118830" y="283990"/>
                  </a:lnTo>
                  <a:lnTo>
                    <a:pt x="122505" y="280156"/>
                  </a:lnTo>
                  <a:lnTo>
                    <a:pt x="126057" y="276206"/>
                  </a:lnTo>
                  <a:lnTo>
                    <a:pt x="129481" y="272146"/>
                  </a:lnTo>
                  <a:lnTo>
                    <a:pt x="132775" y="267980"/>
                  </a:lnTo>
                  <a:lnTo>
                    <a:pt x="135934" y="263710"/>
                  </a:lnTo>
                  <a:lnTo>
                    <a:pt x="138957" y="259343"/>
                  </a:lnTo>
                  <a:lnTo>
                    <a:pt x="141839" y="254882"/>
                  </a:lnTo>
                  <a:lnTo>
                    <a:pt x="144577" y="250331"/>
                  </a:lnTo>
                  <a:lnTo>
                    <a:pt x="147170" y="245696"/>
                  </a:lnTo>
                  <a:lnTo>
                    <a:pt x="149615" y="240980"/>
                  </a:lnTo>
                  <a:lnTo>
                    <a:pt x="151908" y="236190"/>
                  </a:lnTo>
                  <a:lnTo>
                    <a:pt x="154048" y="231329"/>
                  </a:lnTo>
                  <a:lnTo>
                    <a:pt x="156032" y="226402"/>
                  </a:lnTo>
                  <a:lnTo>
                    <a:pt x="157859" y="221415"/>
                  </a:lnTo>
                  <a:lnTo>
                    <a:pt x="159527" y="216372"/>
                  </a:lnTo>
                  <a:lnTo>
                    <a:pt x="161034" y="211279"/>
                  </a:lnTo>
                  <a:lnTo>
                    <a:pt x="162378" y="206141"/>
                  </a:lnTo>
                  <a:lnTo>
                    <a:pt x="163558" y="200963"/>
                  </a:lnTo>
                  <a:lnTo>
                    <a:pt x="164573" y="195749"/>
                  </a:lnTo>
                  <a:lnTo>
                    <a:pt x="165422" y="190506"/>
                  </a:lnTo>
                  <a:lnTo>
                    <a:pt x="166104" y="185239"/>
                  </a:lnTo>
                  <a:lnTo>
                    <a:pt x="166618" y="179953"/>
                  </a:lnTo>
                  <a:lnTo>
                    <a:pt x="166964" y="174653"/>
                  </a:lnTo>
                  <a:lnTo>
                    <a:pt x="167141" y="169344"/>
                  </a:lnTo>
                  <a:lnTo>
                    <a:pt x="167150" y="164033"/>
                  </a:lnTo>
                  <a:lnTo>
                    <a:pt x="166990" y="158724"/>
                  </a:lnTo>
                  <a:lnTo>
                    <a:pt x="166661" y="153423"/>
                  </a:lnTo>
                  <a:lnTo>
                    <a:pt x="166165" y="148135"/>
                  </a:lnTo>
                  <a:lnTo>
                    <a:pt x="165500" y="142866"/>
                  </a:lnTo>
                  <a:lnTo>
                    <a:pt x="164669" y="137620"/>
                  </a:lnTo>
                  <a:lnTo>
                    <a:pt x="163671" y="132403"/>
                  </a:lnTo>
                  <a:lnTo>
                    <a:pt x="162508" y="127221"/>
                  </a:lnTo>
                  <a:lnTo>
                    <a:pt x="161181" y="122078"/>
                  </a:lnTo>
                  <a:lnTo>
                    <a:pt x="159691" y="116980"/>
                  </a:lnTo>
                  <a:lnTo>
                    <a:pt x="158040" y="111932"/>
                  </a:lnTo>
                  <a:lnTo>
                    <a:pt x="156229" y="106939"/>
                  </a:lnTo>
                  <a:lnTo>
                    <a:pt x="154261" y="102006"/>
                  </a:lnTo>
                  <a:lnTo>
                    <a:pt x="152137" y="97138"/>
                  </a:lnTo>
                  <a:lnTo>
                    <a:pt x="149860" y="92340"/>
                  </a:lnTo>
                  <a:lnTo>
                    <a:pt x="147431" y="87616"/>
                  </a:lnTo>
                  <a:lnTo>
                    <a:pt x="144853" y="82973"/>
                  </a:lnTo>
                  <a:lnTo>
                    <a:pt x="142129" y="78413"/>
                  </a:lnTo>
                  <a:lnTo>
                    <a:pt x="139262" y="73942"/>
                  </a:lnTo>
                  <a:lnTo>
                    <a:pt x="136254" y="69565"/>
                  </a:lnTo>
                  <a:lnTo>
                    <a:pt x="133109" y="65285"/>
                  </a:lnTo>
                  <a:lnTo>
                    <a:pt x="129829" y="61108"/>
                  </a:lnTo>
                  <a:lnTo>
                    <a:pt x="126418" y="57036"/>
                  </a:lnTo>
                  <a:lnTo>
                    <a:pt x="122880" y="53076"/>
                  </a:lnTo>
                  <a:lnTo>
                    <a:pt x="119217" y="49229"/>
                  </a:lnTo>
                  <a:lnTo>
                    <a:pt x="115434" y="45501"/>
                  </a:lnTo>
                  <a:lnTo>
                    <a:pt x="111535" y="41895"/>
                  </a:lnTo>
                  <a:lnTo>
                    <a:pt x="107523" y="38415"/>
                  </a:lnTo>
                  <a:lnTo>
                    <a:pt x="103402" y="35063"/>
                  </a:lnTo>
                  <a:lnTo>
                    <a:pt x="99177" y="31845"/>
                  </a:lnTo>
                  <a:lnTo>
                    <a:pt x="94852" y="28762"/>
                  </a:lnTo>
                  <a:lnTo>
                    <a:pt x="90431" y="25818"/>
                  </a:lnTo>
                  <a:lnTo>
                    <a:pt x="85919" y="23016"/>
                  </a:lnTo>
                  <a:lnTo>
                    <a:pt x="81321" y="20359"/>
                  </a:lnTo>
                  <a:lnTo>
                    <a:pt x="76640" y="17849"/>
                  </a:lnTo>
                  <a:lnTo>
                    <a:pt x="71881" y="15490"/>
                  </a:lnTo>
                  <a:lnTo>
                    <a:pt x="67051" y="13282"/>
                  </a:lnTo>
                  <a:lnTo>
                    <a:pt x="62152" y="11230"/>
                  </a:lnTo>
                  <a:lnTo>
                    <a:pt x="57191" y="9333"/>
                  </a:lnTo>
                  <a:lnTo>
                    <a:pt x="52172" y="7596"/>
                  </a:lnTo>
                  <a:lnTo>
                    <a:pt x="47100" y="6019"/>
                  </a:lnTo>
                  <a:lnTo>
                    <a:pt x="41981" y="4603"/>
                  </a:lnTo>
                  <a:lnTo>
                    <a:pt x="36820" y="3351"/>
                  </a:lnTo>
                  <a:lnTo>
                    <a:pt x="31621" y="2264"/>
                  </a:lnTo>
                  <a:lnTo>
                    <a:pt x="26390" y="1342"/>
                  </a:lnTo>
                  <a:lnTo>
                    <a:pt x="21133" y="587"/>
                  </a:lnTo>
                  <a:lnTo>
                    <a:pt x="15854" y="0"/>
                  </a:lnTo>
                  <a:lnTo>
                    <a:pt x="0" y="16641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3964501" y="1071028"/>
              <a:ext cx="15854" cy="167167"/>
            </a:xfrm>
            <a:custGeom>
              <a:avLst/>
              <a:pathLst>
                <a:path w="15854" h="167167">
                  <a:moveTo>
                    <a:pt x="15854" y="753"/>
                  </a:moveTo>
                  <a:lnTo>
                    <a:pt x="7936" y="188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3375718" y="1322571"/>
              <a:ext cx="113002" cy="167167"/>
            </a:xfrm>
            <a:custGeom>
              <a:avLst/>
              <a:pathLst>
                <a:path w="113002" h="167167">
                  <a:moveTo>
                    <a:pt x="113002" y="0"/>
                  </a:moveTo>
                  <a:lnTo>
                    <a:pt x="107363" y="95"/>
                  </a:lnTo>
                  <a:lnTo>
                    <a:pt x="101730" y="380"/>
                  </a:lnTo>
                  <a:lnTo>
                    <a:pt x="96110" y="855"/>
                  </a:lnTo>
                  <a:lnTo>
                    <a:pt x="90509" y="1520"/>
                  </a:lnTo>
                  <a:lnTo>
                    <a:pt x="84934" y="2373"/>
                  </a:lnTo>
                  <a:lnTo>
                    <a:pt x="79391" y="3413"/>
                  </a:lnTo>
                  <a:lnTo>
                    <a:pt x="73886" y="4641"/>
                  </a:lnTo>
                  <a:lnTo>
                    <a:pt x="68425" y="6053"/>
                  </a:lnTo>
                  <a:lnTo>
                    <a:pt x="63015" y="7648"/>
                  </a:lnTo>
                  <a:lnTo>
                    <a:pt x="57663" y="9425"/>
                  </a:lnTo>
                  <a:lnTo>
                    <a:pt x="52373" y="11382"/>
                  </a:lnTo>
                  <a:lnTo>
                    <a:pt x="47152" y="13516"/>
                  </a:lnTo>
                  <a:lnTo>
                    <a:pt x="42006" y="15825"/>
                  </a:lnTo>
                  <a:lnTo>
                    <a:pt x="36941" y="18306"/>
                  </a:lnTo>
                  <a:lnTo>
                    <a:pt x="31962" y="20957"/>
                  </a:lnTo>
                  <a:lnTo>
                    <a:pt x="27076" y="23774"/>
                  </a:lnTo>
                  <a:lnTo>
                    <a:pt x="22288" y="26754"/>
                  </a:lnTo>
                  <a:lnTo>
                    <a:pt x="17603" y="29894"/>
                  </a:lnTo>
                  <a:lnTo>
                    <a:pt x="13026" y="33190"/>
                  </a:lnTo>
                  <a:lnTo>
                    <a:pt x="8563" y="36639"/>
                  </a:lnTo>
                  <a:lnTo>
                    <a:pt x="4220" y="40237"/>
                  </a:lnTo>
                  <a:lnTo>
                    <a:pt x="0" y="43979"/>
                  </a:lnTo>
                  <a:lnTo>
                    <a:pt x="11300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3375718" y="1366551"/>
              <a:ext cx="113002" cy="123188"/>
            </a:xfrm>
            <a:custGeom>
              <a:avLst/>
              <a:pathLst>
                <a:path w="113002" h="123188">
                  <a:moveTo>
                    <a:pt x="0" y="0"/>
                  </a:moveTo>
                  <a:lnTo>
                    <a:pt x="113002" y="12318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3321553" y="1359278"/>
              <a:ext cx="334332" cy="297611"/>
            </a:xfrm>
            <a:custGeom>
              <a:avLst/>
              <a:pathLst>
                <a:path w="334332" h="297611">
                  <a:moveTo>
                    <a:pt x="54164" y="7272"/>
                  </a:moveTo>
                  <a:lnTo>
                    <a:pt x="50304" y="10927"/>
                  </a:lnTo>
                  <a:lnTo>
                    <a:pt x="46563" y="14703"/>
                  </a:lnTo>
                  <a:lnTo>
                    <a:pt x="42943" y="18597"/>
                  </a:lnTo>
                  <a:lnTo>
                    <a:pt x="39449" y="22603"/>
                  </a:lnTo>
                  <a:lnTo>
                    <a:pt x="36085" y="26718"/>
                  </a:lnTo>
                  <a:lnTo>
                    <a:pt x="32852" y="30938"/>
                  </a:lnTo>
                  <a:lnTo>
                    <a:pt x="29756" y="35259"/>
                  </a:lnTo>
                  <a:lnTo>
                    <a:pt x="26799" y="39676"/>
                  </a:lnTo>
                  <a:lnTo>
                    <a:pt x="23983" y="44185"/>
                  </a:lnTo>
                  <a:lnTo>
                    <a:pt x="21312" y="48781"/>
                  </a:lnTo>
                  <a:lnTo>
                    <a:pt x="18789" y="53460"/>
                  </a:lnTo>
                  <a:lnTo>
                    <a:pt x="16416" y="58216"/>
                  </a:lnTo>
                  <a:lnTo>
                    <a:pt x="14195" y="63046"/>
                  </a:lnTo>
                  <a:lnTo>
                    <a:pt x="12129" y="67944"/>
                  </a:lnTo>
                  <a:lnTo>
                    <a:pt x="10220" y="72905"/>
                  </a:lnTo>
                  <a:lnTo>
                    <a:pt x="8469" y="77924"/>
                  </a:lnTo>
                  <a:lnTo>
                    <a:pt x="6879" y="82996"/>
                  </a:lnTo>
                  <a:lnTo>
                    <a:pt x="5451" y="88117"/>
                  </a:lnTo>
                  <a:lnTo>
                    <a:pt x="4186" y="93280"/>
                  </a:lnTo>
                  <a:lnTo>
                    <a:pt x="3087" y="98480"/>
                  </a:lnTo>
                  <a:lnTo>
                    <a:pt x="2153" y="103713"/>
                  </a:lnTo>
                  <a:lnTo>
                    <a:pt x="1386" y="108974"/>
                  </a:lnTo>
                  <a:lnTo>
                    <a:pt x="787" y="114255"/>
                  </a:lnTo>
                  <a:lnTo>
                    <a:pt x="355" y="119554"/>
                  </a:lnTo>
                  <a:lnTo>
                    <a:pt x="93" y="124863"/>
                  </a:lnTo>
                  <a:lnTo>
                    <a:pt x="0" y="130178"/>
                  </a:lnTo>
                  <a:lnTo>
                    <a:pt x="75" y="135493"/>
                  </a:lnTo>
                  <a:lnTo>
                    <a:pt x="320" y="140803"/>
                  </a:lnTo>
                  <a:lnTo>
                    <a:pt x="733" y="146103"/>
                  </a:lnTo>
                  <a:lnTo>
                    <a:pt x="1314" y="151386"/>
                  </a:lnTo>
                  <a:lnTo>
                    <a:pt x="2063" y="156649"/>
                  </a:lnTo>
                  <a:lnTo>
                    <a:pt x="2980" y="161885"/>
                  </a:lnTo>
                  <a:lnTo>
                    <a:pt x="4062" y="167090"/>
                  </a:lnTo>
                  <a:lnTo>
                    <a:pt x="5309" y="172257"/>
                  </a:lnTo>
                  <a:lnTo>
                    <a:pt x="6720" y="177382"/>
                  </a:lnTo>
                  <a:lnTo>
                    <a:pt x="8293" y="182460"/>
                  </a:lnTo>
                  <a:lnTo>
                    <a:pt x="10026" y="187485"/>
                  </a:lnTo>
                  <a:lnTo>
                    <a:pt x="11919" y="192452"/>
                  </a:lnTo>
                  <a:lnTo>
                    <a:pt x="13968" y="197357"/>
                  </a:lnTo>
                  <a:lnTo>
                    <a:pt x="16173" y="202194"/>
                  </a:lnTo>
                  <a:lnTo>
                    <a:pt x="18530" y="206959"/>
                  </a:lnTo>
                  <a:lnTo>
                    <a:pt x="21037" y="211646"/>
                  </a:lnTo>
                  <a:lnTo>
                    <a:pt x="23692" y="216251"/>
                  </a:lnTo>
                  <a:lnTo>
                    <a:pt x="26493" y="220769"/>
                  </a:lnTo>
                  <a:lnTo>
                    <a:pt x="29435" y="225196"/>
                  </a:lnTo>
                  <a:lnTo>
                    <a:pt x="32517" y="229528"/>
                  </a:lnTo>
                  <a:lnTo>
                    <a:pt x="35735" y="233759"/>
                  </a:lnTo>
                  <a:lnTo>
                    <a:pt x="39086" y="237885"/>
                  </a:lnTo>
                  <a:lnTo>
                    <a:pt x="42566" y="241903"/>
                  </a:lnTo>
                  <a:lnTo>
                    <a:pt x="46172" y="245809"/>
                  </a:lnTo>
                  <a:lnTo>
                    <a:pt x="49901" y="249597"/>
                  </a:lnTo>
                  <a:lnTo>
                    <a:pt x="53748" y="253266"/>
                  </a:lnTo>
                  <a:lnTo>
                    <a:pt x="57710" y="256810"/>
                  </a:lnTo>
                  <a:lnTo>
                    <a:pt x="61783" y="260226"/>
                  </a:lnTo>
                  <a:lnTo>
                    <a:pt x="65962" y="263511"/>
                  </a:lnTo>
                  <a:lnTo>
                    <a:pt x="70243" y="266661"/>
                  </a:lnTo>
                  <a:lnTo>
                    <a:pt x="74623" y="269674"/>
                  </a:lnTo>
                  <a:lnTo>
                    <a:pt x="79096" y="272546"/>
                  </a:lnTo>
                  <a:lnTo>
                    <a:pt x="83658" y="275275"/>
                  </a:lnTo>
                  <a:lnTo>
                    <a:pt x="88304" y="277857"/>
                  </a:lnTo>
                  <a:lnTo>
                    <a:pt x="93031" y="280290"/>
                  </a:lnTo>
                  <a:lnTo>
                    <a:pt x="97832" y="282571"/>
                  </a:lnTo>
                  <a:lnTo>
                    <a:pt x="102703" y="284698"/>
                  </a:lnTo>
                  <a:lnTo>
                    <a:pt x="107640" y="286670"/>
                  </a:lnTo>
                  <a:lnTo>
                    <a:pt x="112637" y="288484"/>
                  </a:lnTo>
                  <a:lnTo>
                    <a:pt x="117689" y="290138"/>
                  </a:lnTo>
                  <a:lnTo>
                    <a:pt x="122791" y="291630"/>
                  </a:lnTo>
                  <a:lnTo>
                    <a:pt x="127937" y="292959"/>
                  </a:lnTo>
                  <a:lnTo>
                    <a:pt x="133124" y="294125"/>
                  </a:lnTo>
                  <a:lnTo>
                    <a:pt x="138345" y="295124"/>
                  </a:lnTo>
                  <a:lnTo>
                    <a:pt x="143595" y="295957"/>
                  </a:lnTo>
                  <a:lnTo>
                    <a:pt x="148869" y="296623"/>
                  </a:lnTo>
                  <a:lnTo>
                    <a:pt x="154161" y="297121"/>
                  </a:lnTo>
                  <a:lnTo>
                    <a:pt x="159466" y="297450"/>
                  </a:lnTo>
                  <a:lnTo>
                    <a:pt x="164780" y="297611"/>
                  </a:lnTo>
                  <a:lnTo>
                    <a:pt x="170096" y="297602"/>
                  </a:lnTo>
                  <a:lnTo>
                    <a:pt x="175408" y="297424"/>
                  </a:lnTo>
                  <a:lnTo>
                    <a:pt x="180713" y="297078"/>
                  </a:lnTo>
                  <a:lnTo>
                    <a:pt x="186003" y="296563"/>
                  </a:lnTo>
                  <a:lnTo>
                    <a:pt x="191275" y="295880"/>
                  </a:lnTo>
                  <a:lnTo>
                    <a:pt x="196522" y="295030"/>
                  </a:lnTo>
                  <a:lnTo>
                    <a:pt x="201740" y="294013"/>
                  </a:lnTo>
                  <a:lnTo>
                    <a:pt x="206923" y="292831"/>
                  </a:lnTo>
                  <a:lnTo>
                    <a:pt x="212065" y="291485"/>
                  </a:lnTo>
                  <a:lnTo>
                    <a:pt x="217162" y="289976"/>
                  </a:lnTo>
                  <a:lnTo>
                    <a:pt x="222209" y="288306"/>
                  </a:lnTo>
                  <a:lnTo>
                    <a:pt x="227200" y="286476"/>
                  </a:lnTo>
                  <a:lnTo>
                    <a:pt x="232130" y="284489"/>
                  </a:lnTo>
                  <a:lnTo>
                    <a:pt x="236994" y="282345"/>
                  </a:lnTo>
                  <a:lnTo>
                    <a:pt x="241788" y="280048"/>
                  </a:lnTo>
                  <a:lnTo>
                    <a:pt x="246506" y="277600"/>
                  </a:lnTo>
                  <a:lnTo>
                    <a:pt x="251145" y="275003"/>
                  </a:lnTo>
                  <a:lnTo>
                    <a:pt x="255698" y="272260"/>
                  </a:lnTo>
                  <a:lnTo>
                    <a:pt x="260162" y="269374"/>
                  </a:lnTo>
                  <a:lnTo>
                    <a:pt x="264531" y="266347"/>
                  </a:lnTo>
                  <a:lnTo>
                    <a:pt x="268803" y="263182"/>
                  </a:lnTo>
                  <a:lnTo>
                    <a:pt x="272971" y="259884"/>
                  </a:lnTo>
                  <a:lnTo>
                    <a:pt x="277033" y="256454"/>
                  </a:lnTo>
                  <a:lnTo>
                    <a:pt x="280983" y="252897"/>
                  </a:lnTo>
                  <a:lnTo>
                    <a:pt x="284818" y="249217"/>
                  </a:lnTo>
                  <a:lnTo>
                    <a:pt x="288535" y="245416"/>
                  </a:lnTo>
                  <a:lnTo>
                    <a:pt x="292128" y="241499"/>
                  </a:lnTo>
                  <a:lnTo>
                    <a:pt x="295595" y="237470"/>
                  </a:lnTo>
                  <a:lnTo>
                    <a:pt x="298933" y="233332"/>
                  </a:lnTo>
                  <a:lnTo>
                    <a:pt x="302137" y="229091"/>
                  </a:lnTo>
                  <a:lnTo>
                    <a:pt x="305205" y="224749"/>
                  </a:lnTo>
                  <a:lnTo>
                    <a:pt x="308133" y="220313"/>
                  </a:lnTo>
                  <a:lnTo>
                    <a:pt x="310918" y="215785"/>
                  </a:lnTo>
                  <a:lnTo>
                    <a:pt x="313559" y="211172"/>
                  </a:lnTo>
                  <a:lnTo>
                    <a:pt x="316051" y="206476"/>
                  </a:lnTo>
                  <a:lnTo>
                    <a:pt x="318392" y="201704"/>
                  </a:lnTo>
                  <a:lnTo>
                    <a:pt x="320581" y="196860"/>
                  </a:lnTo>
                  <a:lnTo>
                    <a:pt x="322615" y="191949"/>
                  </a:lnTo>
                  <a:lnTo>
                    <a:pt x="324491" y="186975"/>
                  </a:lnTo>
                  <a:lnTo>
                    <a:pt x="326209" y="181944"/>
                  </a:lnTo>
                  <a:lnTo>
                    <a:pt x="327765" y="176862"/>
                  </a:lnTo>
                  <a:lnTo>
                    <a:pt x="329159" y="171732"/>
                  </a:lnTo>
                  <a:lnTo>
                    <a:pt x="330390" y="166561"/>
                  </a:lnTo>
                  <a:lnTo>
                    <a:pt x="331455" y="161353"/>
                  </a:lnTo>
                  <a:lnTo>
                    <a:pt x="332354" y="156114"/>
                  </a:lnTo>
                  <a:lnTo>
                    <a:pt x="333086" y="150849"/>
                  </a:lnTo>
                  <a:lnTo>
                    <a:pt x="333651" y="145563"/>
                  </a:lnTo>
                  <a:lnTo>
                    <a:pt x="334047" y="140262"/>
                  </a:lnTo>
                  <a:lnTo>
                    <a:pt x="334274" y="134951"/>
                  </a:lnTo>
                  <a:lnTo>
                    <a:pt x="334332" y="129636"/>
                  </a:lnTo>
                  <a:lnTo>
                    <a:pt x="334221" y="124321"/>
                  </a:lnTo>
                  <a:lnTo>
                    <a:pt x="333942" y="119013"/>
                  </a:lnTo>
                  <a:lnTo>
                    <a:pt x="333493" y="113716"/>
                  </a:lnTo>
                  <a:lnTo>
                    <a:pt x="332877" y="108436"/>
                  </a:lnTo>
                  <a:lnTo>
                    <a:pt x="332093" y="103179"/>
                  </a:lnTo>
                  <a:lnTo>
                    <a:pt x="331142" y="97949"/>
                  </a:lnTo>
                  <a:lnTo>
                    <a:pt x="330026" y="92751"/>
                  </a:lnTo>
                  <a:lnTo>
                    <a:pt x="328744" y="87592"/>
                  </a:lnTo>
                  <a:lnTo>
                    <a:pt x="327300" y="82477"/>
                  </a:lnTo>
                  <a:lnTo>
                    <a:pt x="325693" y="77410"/>
                  </a:lnTo>
                  <a:lnTo>
                    <a:pt x="323926" y="72396"/>
                  </a:lnTo>
                  <a:lnTo>
                    <a:pt x="322001" y="67441"/>
                  </a:lnTo>
                  <a:lnTo>
                    <a:pt x="319919" y="62550"/>
                  </a:lnTo>
                  <a:lnTo>
                    <a:pt x="317682" y="57728"/>
                  </a:lnTo>
                  <a:lnTo>
                    <a:pt x="315294" y="52979"/>
                  </a:lnTo>
                  <a:lnTo>
                    <a:pt x="312755" y="48309"/>
                  </a:lnTo>
                  <a:lnTo>
                    <a:pt x="310070" y="43721"/>
                  </a:lnTo>
                  <a:lnTo>
                    <a:pt x="307240" y="39221"/>
                  </a:lnTo>
                  <a:lnTo>
                    <a:pt x="304268" y="34814"/>
                  </a:lnTo>
                  <a:lnTo>
                    <a:pt x="301158" y="30503"/>
                  </a:lnTo>
                  <a:lnTo>
                    <a:pt x="297912" y="26294"/>
                  </a:lnTo>
                  <a:lnTo>
                    <a:pt x="294534" y="22189"/>
                  </a:lnTo>
                  <a:lnTo>
                    <a:pt x="291027" y="18194"/>
                  </a:lnTo>
                  <a:lnTo>
                    <a:pt x="287395" y="14313"/>
                  </a:lnTo>
                  <a:lnTo>
                    <a:pt x="283641" y="10549"/>
                  </a:lnTo>
                  <a:lnTo>
                    <a:pt x="279770" y="6906"/>
                  </a:lnTo>
                  <a:lnTo>
                    <a:pt x="275784" y="3389"/>
                  </a:lnTo>
                  <a:lnTo>
                    <a:pt x="271689" y="0"/>
                  </a:lnTo>
                  <a:lnTo>
                    <a:pt x="167167" y="13046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3488720" y="1322571"/>
              <a:ext cx="104522" cy="167167"/>
            </a:xfrm>
            <a:custGeom>
              <a:avLst/>
              <a:pathLst>
                <a:path w="104522" h="167167">
                  <a:moveTo>
                    <a:pt x="104522" y="36706"/>
                  </a:moveTo>
                  <a:lnTo>
                    <a:pt x="100057" y="33251"/>
                  </a:lnTo>
                  <a:lnTo>
                    <a:pt x="95478" y="29949"/>
                  </a:lnTo>
                  <a:lnTo>
                    <a:pt x="90790" y="26803"/>
                  </a:lnTo>
                  <a:lnTo>
                    <a:pt x="85999" y="23818"/>
                  </a:lnTo>
                  <a:lnTo>
                    <a:pt x="81110" y="20995"/>
                  </a:lnTo>
                  <a:lnTo>
                    <a:pt x="76128" y="18340"/>
                  </a:lnTo>
                  <a:lnTo>
                    <a:pt x="71059" y="15854"/>
                  </a:lnTo>
                  <a:lnTo>
                    <a:pt x="65909" y="13541"/>
                  </a:lnTo>
                  <a:lnTo>
                    <a:pt x="60684" y="11403"/>
                  </a:lnTo>
                  <a:lnTo>
                    <a:pt x="55390" y="9443"/>
                  </a:lnTo>
                  <a:lnTo>
                    <a:pt x="50032" y="7663"/>
                  </a:lnTo>
                  <a:lnTo>
                    <a:pt x="44618" y="6064"/>
                  </a:lnTo>
                  <a:lnTo>
                    <a:pt x="39153" y="4649"/>
                  </a:lnTo>
                  <a:lnTo>
                    <a:pt x="33643" y="3420"/>
                  </a:lnTo>
                  <a:lnTo>
                    <a:pt x="28094" y="2377"/>
                  </a:lnTo>
                  <a:lnTo>
                    <a:pt x="22514" y="1523"/>
                  </a:lnTo>
                  <a:lnTo>
                    <a:pt x="16908" y="857"/>
                  </a:lnTo>
                  <a:lnTo>
                    <a:pt x="11282" y="381"/>
                  </a:lnTo>
                  <a:lnTo>
                    <a:pt x="5644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3005929" y="1681503"/>
              <a:ext cx="80595" cy="167167"/>
            </a:xfrm>
            <a:custGeom>
              <a:avLst/>
              <a:pathLst>
                <a:path w="80595" h="167167">
                  <a:moveTo>
                    <a:pt x="80595" y="0"/>
                  </a:moveTo>
                  <a:lnTo>
                    <a:pt x="74989" y="94"/>
                  </a:lnTo>
                  <a:lnTo>
                    <a:pt x="69390" y="375"/>
                  </a:lnTo>
                  <a:lnTo>
                    <a:pt x="63804" y="845"/>
                  </a:lnTo>
                  <a:lnTo>
                    <a:pt x="58236" y="1502"/>
                  </a:lnTo>
                  <a:lnTo>
                    <a:pt x="52693" y="2344"/>
                  </a:lnTo>
                  <a:lnTo>
                    <a:pt x="47182" y="3373"/>
                  </a:lnTo>
                  <a:lnTo>
                    <a:pt x="41709" y="4585"/>
                  </a:lnTo>
                  <a:lnTo>
                    <a:pt x="36279" y="5981"/>
                  </a:lnTo>
                  <a:lnTo>
                    <a:pt x="30899" y="7557"/>
                  </a:lnTo>
                  <a:lnTo>
                    <a:pt x="25575" y="9313"/>
                  </a:lnTo>
                  <a:lnTo>
                    <a:pt x="20312" y="11247"/>
                  </a:lnTo>
                  <a:lnTo>
                    <a:pt x="15118" y="13356"/>
                  </a:lnTo>
                  <a:lnTo>
                    <a:pt x="9997" y="15638"/>
                  </a:lnTo>
                  <a:lnTo>
                    <a:pt x="4956" y="18091"/>
                  </a:lnTo>
                  <a:lnTo>
                    <a:pt x="0" y="20711"/>
                  </a:lnTo>
                  <a:lnTo>
                    <a:pt x="80595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3005929" y="1702214"/>
              <a:ext cx="80595" cy="146455"/>
            </a:xfrm>
            <a:custGeom>
              <a:avLst/>
              <a:pathLst>
                <a:path w="80595" h="146455">
                  <a:moveTo>
                    <a:pt x="0" y="0"/>
                  </a:moveTo>
                  <a:lnTo>
                    <a:pt x="80595" y="1464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2919369" y="1681503"/>
              <a:ext cx="334304" cy="334334"/>
            </a:xfrm>
            <a:custGeom>
              <a:avLst/>
              <a:pathLst>
                <a:path w="334304" h="334334">
                  <a:moveTo>
                    <a:pt x="86559" y="20711"/>
                  </a:moveTo>
                  <a:lnTo>
                    <a:pt x="81950" y="23344"/>
                  </a:lnTo>
                  <a:lnTo>
                    <a:pt x="77426" y="26122"/>
                  </a:lnTo>
                  <a:lnTo>
                    <a:pt x="72992" y="29042"/>
                  </a:lnTo>
                  <a:lnTo>
                    <a:pt x="68654" y="32102"/>
                  </a:lnTo>
                  <a:lnTo>
                    <a:pt x="64415" y="35298"/>
                  </a:lnTo>
                  <a:lnTo>
                    <a:pt x="60279" y="38627"/>
                  </a:lnTo>
                  <a:lnTo>
                    <a:pt x="56251" y="42085"/>
                  </a:lnTo>
                  <a:lnTo>
                    <a:pt x="52336" y="45670"/>
                  </a:lnTo>
                  <a:lnTo>
                    <a:pt x="48536" y="49377"/>
                  </a:lnTo>
                  <a:lnTo>
                    <a:pt x="44855" y="53203"/>
                  </a:lnTo>
                  <a:lnTo>
                    <a:pt x="41298" y="57144"/>
                  </a:lnTo>
                  <a:lnTo>
                    <a:pt x="37868" y="61196"/>
                  </a:lnTo>
                  <a:lnTo>
                    <a:pt x="34568" y="65355"/>
                  </a:lnTo>
                  <a:lnTo>
                    <a:pt x="31402" y="69616"/>
                  </a:lnTo>
                  <a:lnTo>
                    <a:pt x="28373" y="73976"/>
                  </a:lnTo>
                  <a:lnTo>
                    <a:pt x="25484" y="78430"/>
                  </a:lnTo>
                  <a:lnTo>
                    <a:pt x="22738" y="82973"/>
                  </a:lnTo>
                  <a:lnTo>
                    <a:pt x="20137" y="87601"/>
                  </a:lnTo>
                  <a:lnTo>
                    <a:pt x="17685" y="92310"/>
                  </a:lnTo>
                  <a:lnTo>
                    <a:pt x="15383" y="97094"/>
                  </a:lnTo>
                  <a:lnTo>
                    <a:pt x="13234" y="101948"/>
                  </a:lnTo>
                  <a:lnTo>
                    <a:pt x="11241" y="106869"/>
                  </a:lnTo>
                  <a:lnTo>
                    <a:pt x="9405" y="111850"/>
                  </a:lnTo>
                  <a:lnTo>
                    <a:pt x="7728" y="116887"/>
                  </a:lnTo>
                  <a:lnTo>
                    <a:pt x="6212" y="121975"/>
                  </a:lnTo>
                  <a:lnTo>
                    <a:pt x="4858" y="127108"/>
                  </a:lnTo>
                  <a:lnTo>
                    <a:pt x="3668" y="132282"/>
                  </a:lnTo>
                  <a:lnTo>
                    <a:pt x="2643" y="137490"/>
                  </a:lnTo>
                  <a:lnTo>
                    <a:pt x="1783" y="142729"/>
                  </a:lnTo>
                  <a:lnTo>
                    <a:pt x="1091" y="147993"/>
                  </a:lnTo>
                  <a:lnTo>
                    <a:pt x="565" y="153275"/>
                  </a:lnTo>
                  <a:lnTo>
                    <a:pt x="208" y="158572"/>
                  </a:lnTo>
                  <a:lnTo>
                    <a:pt x="20" y="163878"/>
                  </a:lnTo>
                  <a:lnTo>
                    <a:pt x="0" y="169186"/>
                  </a:lnTo>
                  <a:lnTo>
                    <a:pt x="148" y="174493"/>
                  </a:lnTo>
                  <a:lnTo>
                    <a:pt x="465" y="179793"/>
                  </a:lnTo>
                  <a:lnTo>
                    <a:pt x="950" y="185079"/>
                  </a:lnTo>
                  <a:lnTo>
                    <a:pt x="1602" y="190348"/>
                  </a:lnTo>
                  <a:lnTo>
                    <a:pt x="2422" y="195593"/>
                  </a:lnTo>
                  <a:lnTo>
                    <a:pt x="3408" y="200809"/>
                  </a:lnTo>
                  <a:lnTo>
                    <a:pt x="4558" y="205992"/>
                  </a:lnTo>
                  <a:lnTo>
                    <a:pt x="5873" y="211135"/>
                  </a:lnTo>
                  <a:lnTo>
                    <a:pt x="7351" y="216235"/>
                  </a:lnTo>
                  <a:lnTo>
                    <a:pt x="8989" y="221284"/>
                  </a:lnTo>
                  <a:lnTo>
                    <a:pt x="10788" y="226279"/>
                  </a:lnTo>
                  <a:lnTo>
                    <a:pt x="12743" y="231215"/>
                  </a:lnTo>
                  <a:lnTo>
                    <a:pt x="14855" y="236085"/>
                  </a:lnTo>
                  <a:lnTo>
                    <a:pt x="17120" y="240887"/>
                  </a:lnTo>
                  <a:lnTo>
                    <a:pt x="19537" y="245614"/>
                  </a:lnTo>
                  <a:lnTo>
                    <a:pt x="22102" y="250261"/>
                  </a:lnTo>
                  <a:lnTo>
                    <a:pt x="24814" y="254825"/>
                  </a:lnTo>
                  <a:lnTo>
                    <a:pt x="27669" y="259301"/>
                  </a:lnTo>
                  <a:lnTo>
                    <a:pt x="30665" y="263684"/>
                  </a:lnTo>
                  <a:lnTo>
                    <a:pt x="33799" y="267969"/>
                  </a:lnTo>
                  <a:lnTo>
                    <a:pt x="37067" y="272153"/>
                  </a:lnTo>
                  <a:lnTo>
                    <a:pt x="40466" y="276231"/>
                  </a:lnTo>
                  <a:lnTo>
                    <a:pt x="43993" y="280198"/>
                  </a:lnTo>
                  <a:lnTo>
                    <a:pt x="47644" y="284052"/>
                  </a:lnTo>
                  <a:lnTo>
                    <a:pt x="51416" y="287788"/>
                  </a:lnTo>
                  <a:lnTo>
                    <a:pt x="55304" y="291402"/>
                  </a:lnTo>
                  <a:lnTo>
                    <a:pt x="59306" y="294891"/>
                  </a:lnTo>
                  <a:lnTo>
                    <a:pt x="63416" y="298252"/>
                  </a:lnTo>
                  <a:lnTo>
                    <a:pt x="67631" y="301480"/>
                  </a:lnTo>
                  <a:lnTo>
                    <a:pt x="71946" y="304572"/>
                  </a:lnTo>
                  <a:lnTo>
                    <a:pt x="76357" y="307526"/>
                  </a:lnTo>
                  <a:lnTo>
                    <a:pt x="80859" y="310338"/>
                  </a:lnTo>
                  <a:lnTo>
                    <a:pt x="85449" y="313006"/>
                  </a:lnTo>
                  <a:lnTo>
                    <a:pt x="90121" y="315527"/>
                  </a:lnTo>
                  <a:lnTo>
                    <a:pt x="94871" y="317899"/>
                  </a:lnTo>
                  <a:lnTo>
                    <a:pt x="99694" y="320118"/>
                  </a:lnTo>
                  <a:lnTo>
                    <a:pt x="104585" y="322183"/>
                  </a:lnTo>
                  <a:lnTo>
                    <a:pt x="109538" y="324091"/>
                  </a:lnTo>
                  <a:lnTo>
                    <a:pt x="114550" y="325842"/>
                  </a:lnTo>
                  <a:lnTo>
                    <a:pt x="119615" y="327432"/>
                  </a:lnTo>
                  <a:lnTo>
                    <a:pt x="124728" y="328861"/>
                  </a:lnTo>
                  <a:lnTo>
                    <a:pt x="129884" y="330127"/>
                  </a:lnTo>
                  <a:lnTo>
                    <a:pt x="135077" y="331228"/>
                  </a:lnTo>
                  <a:lnTo>
                    <a:pt x="140303" y="332164"/>
                  </a:lnTo>
                  <a:lnTo>
                    <a:pt x="145556" y="332933"/>
                  </a:lnTo>
                  <a:lnTo>
                    <a:pt x="150830" y="333535"/>
                  </a:lnTo>
                  <a:lnTo>
                    <a:pt x="156121" y="333970"/>
                  </a:lnTo>
                  <a:lnTo>
                    <a:pt x="161424" y="334236"/>
                  </a:lnTo>
                  <a:lnTo>
                    <a:pt x="166731" y="334334"/>
                  </a:lnTo>
                  <a:lnTo>
                    <a:pt x="172040" y="334263"/>
                  </a:lnTo>
                  <a:lnTo>
                    <a:pt x="177343" y="334024"/>
                  </a:lnTo>
                  <a:lnTo>
                    <a:pt x="182636" y="333616"/>
                  </a:lnTo>
                  <a:lnTo>
                    <a:pt x="187914" y="333040"/>
                  </a:lnTo>
                  <a:lnTo>
                    <a:pt x="193170" y="332298"/>
                  </a:lnTo>
                  <a:lnTo>
                    <a:pt x="198401" y="331388"/>
                  </a:lnTo>
                  <a:lnTo>
                    <a:pt x="203600" y="330313"/>
                  </a:lnTo>
                  <a:lnTo>
                    <a:pt x="208762" y="329074"/>
                  </a:lnTo>
                  <a:lnTo>
                    <a:pt x="213882" y="327671"/>
                  </a:lnTo>
                  <a:lnTo>
                    <a:pt x="218955" y="326106"/>
                  </a:lnTo>
                  <a:lnTo>
                    <a:pt x="223976" y="324381"/>
                  </a:lnTo>
                  <a:lnTo>
                    <a:pt x="228939" y="322498"/>
                  </a:lnTo>
                  <a:lnTo>
                    <a:pt x="233840" y="320458"/>
                  </a:lnTo>
                  <a:lnTo>
                    <a:pt x="238674" y="318263"/>
                  </a:lnTo>
                  <a:lnTo>
                    <a:pt x="243436" y="315916"/>
                  </a:lnTo>
                  <a:lnTo>
                    <a:pt x="248121" y="313418"/>
                  </a:lnTo>
                  <a:lnTo>
                    <a:pt x="252724" y="310774"/>
                  </a:lnTo>
                  <a:lnTo>
                    <a:pt x="257241" y="307984"/>
                  </a:lnTo>
                  <a:lnTo>
                    <a:pt x="261667" y="305053"/>
                  </a:lnTo>
                  <a:lnTo>
                    <a:pt x="265997" y="301982"/>
                  </a:lnTo>
                  <a:lnTo>
                    <a:pt x="270228" y="298775"/>
                  </a:lnTo>
                  <a:lnTo>
                    <a:pt x="274355" y="295436"/>
                  </a:lnTo>
                  <a:lnTo>
                    <a:pt x="278374" y="291967"/>
                  </a:lnTo>
                  <a:lnTo>
                    <a:pt x="282281" y="288373"/>
                  </a:lnTo>
                  <a:lnTo>
                    <a:pt x="286072" y="284656"/>
                  </a:lnTo>
                  <a:lnTo>
                    <a:pt x="289743" y="280821"/>
                  </a:lnTo>
                  <a:lnTo>
                    <a:pt x="293290" y="276871"/>
                  </a:lnTo>
                  <a:lnTo>
                    <a:pt x="296710" y="272810"/>
                  </a:lnTo>
                  <a:lnTo>
                    <a:pt x="299999" y="268643"/>
                  </a:lnTo>
                  <a:lnTo>
                    <a:pt x="303154" y="264374"/>
                  </a:lnTo>
                  <a:lnTo>
                    <a:pt x="306172" y="260006"/>
                  </a:lnTo>
                  <a:lnTo>
                    <a:pt x="309050" y="255545"/>
                  </a:lnTo>
                  <a:lnTo>
                    <a:pt x="311785" y="250995"/>
                  </a:lnTo>
                  <a:lnTo>
                    <a:pt x="314374" y="246360"/>
                  </a:lnTo>
                  <a:lnTo>
                    <a:pt x="316814" y="241646"/>
                  </a:lnTo>
                  <a:lnTo>
                    <a:pt x="319103" y="236856"/>
                  </a:lnTo>
                  <a:lnTo>
                    <a:pt x="321240" y="231996"/>
                  </a:lnTo>
                  <a:lnTo>
                    <a:pt x="323221" y="227070"/>
                  </a:lnTo>
                  <a:lnTo>
                    <a:pt x="325044" y="222084"/>
                  </a:lnTo>
                  <a:lnTo>
                    <a:pt x="326708" y="217043"/>
                  </a:lnTo>
                  <a:lnTo>
                    <a:pt x="328212" y="211952"/>
                  </a:lnTo>
                  <a:lnTo>
                    <a:pt x="329552" y="206815"/>
                  </a:lnTo>
                  <a:lnTo>
                    <a:pt x="330729" y="201638"/>
                  </a:lnTo>
                  <a:lnTo>
                    <a:pt x="331742" y="196427"/>
                  </a:lnTo>
                  <a:lnTo>
                    <a:pt x="332588" y="191186"/>
                  </a:lnTo>
                  <a:lnTo>
                    <a:pt x="333267" y="185921"/>
                  </a:lnTo>
                  <a:lnTo>
                    <a:pt x="333779" y="180637"/>
                  </a:lnTo>
                  <a:lnTo>
                    <a:pt x="334122" y="175339"/>
                  </a:lnTo>
                  <a:lnTo>
                    <a:pt x="334298" y="170033"/>
                  </a:lnTo>
                  <a:lnTo>
                    <a:pt x="334304" y="164724"/>
                  </a:lnTo>
                  <a:lnTo>
                    <a:pt x="334142" y="159418"/>
                  </a:lnTo>
                  <a:lnTo>
                    <a:pt x="333812" y="154119"/>
                  </a:lnTo>
                  <a:lnTo>
                    <a:pt x="333314" y="148834"/>
                  </a:lnTo>
                  <a:lnTo>
                    <a:pt x="332648" y="143567"/>
                  </a:lnTo>
                  <a:lnTo>
                    <a:pt x="331815" y="138324"/>
                  </a:lnTo>
                  <a:lnTo>
                    <a:pt x="330816" y="133110"/>
                  </a:lnTo>
                  <a:lnTo>
                    <a:pt x="329652" y="127930"/>
                  </a:lnTo>
                  <a:lnTo>
                    <a:pt x="328324" y="122790"/>
                  </a:lnTo>
                  <a:lnTo>
                    <a:pt x="326834" y="117695"/>
                  </a:lnTo>
                  <a:lnTo>
                    <a:pt x="325183" y="112649"/>
                  </a:lnTo>
                  <a:lnTo>
                    <a:pt x="323372" y="107659"/>
                  </a:lnTo>
                  <a:lnTo>
                    <a:pt x="321403" y="102729"/>
                  </a:lnTo>
                  <a:lnTo>
                    <a:pt x="319279" y="97863"/>
                  </a:lnTo>
                  <a:lnTo>
                    <a:pt x="317002" y="93068"/>
                  </a:lnTo>
                  <a:lnTo>
                    <a:pt x="314574" y="88347"/>
                  </a:lnTo>
                  <a:lnTo>
                    <a:pt x="311996" y="83705"/>
                  </a:lnTo>
                  <a:lnTo>
                    <a:pt x="309273" y="79148"/>
                  </a:lnTo>
                  <a:lnTo>
                    <a:pt x="306407" y="74680"/>
                  </a:lnTo>
                  <a:lnTo>
                    <a:pt x="303400" y="70305"/>
                  </a:lnTo>
                  <a:lnTo>
                    <a:pt x="300255" y="66027"/>
                  </a:lnTo>
                  <a:lnTo>
                    <a:pt x="296977" y="61852"/>
                  </a:lnTo>
                  <a:lnTo>
                    <a:pt x="293567" y="57783"/>
                  </a:lnTo>
                  <a:lnTo>
                    <a:pt x="290030" y="53824"/>
                  </a:lnTo>
                  <a:lnTo>
                    <a:pt x="286369" y="49979"/>
                  </a:lnTo>
                  <a:lnTo>
                    <a:pt x="282588" y="46253"/>
                  </a:lnTo>
                  <a:lnTo>
                    <a:pt x="278690" y="42649"/>
                  </a:lnTo>
                  <a:lnTo>
                    <a:pt x="274680" y="39170"/>
                  </a:lnTo>
                  <a:lnTo>
                    <a:pt x="270561" y="35820"/>
                  </a:lnTo>
                  <a:lnTo>
                    <a:pt x="266338" y="32603"/>
                  </a:lnTo>
                  <a:lnTo>
                    <a:pt x="262016" y="29521"/>
                  </a:lnTo>
                  <a:lnTo>
                    <a:pt x="257597" y="26578"/>
                  </a:lnTo>
                  <a:lnTo>
                    <a:pt x="253087" y="23777"/>
                  </a:lnTo>
                  <a:lnTo>
                    <a:pt x="248491" y="21121"/>
                  </a:lnTo>
                  <a:lnTo>
                    <a:pt x="243812" y="18612"/>
                  </a:lnTo>
                  <a:lnTo>
                    <a:pt x="239057" y="16253"/>
                  </a:lnTo>
                  <a:lnTo>
                    <a:pt x="234228" y="14046"/>
                  </a:lnTo>
                  <a:lnTo>
                    <a:pt x="229332" y="11993"/>
                  </a:lnTo>
                  <a:lnTo>
                    <a:pt x="224374" y="10097"/>
                  </a:lnTo>
                  <a:lnTo>
                    <a:pt x="219357" y="8359"/>
                  </a:lnTo>
                  <a:lnTo>
                    <a:pt x="214288" y="6782"/>
                  </a:lnTo>
                  <a:lnTo>
                    <a:pt x="209172" y="5366"/>
                  </a:lnTo>
                  <a:lnTo>
                    <a:pt x="204013" y="4113"/>
                  </a:lnTo>
                  <a:lnTo>
                    <a:pt x="198817" y="3025"/>
                  </a:lnTo>
                  <a:lnTo>
                    <a:pt x="193589" y="2103"/>
                  </a:lnTo>
                  <a:lnTo>
                    <a:pt x="188334" y="1347"/>
                  </a:lnTo>
                  <a:lnTo>
                    <a:pt x="183058" y="758"/>
                  </a:lnTo>
                  <a:lnTo>
                    <a:pt x="177766" y="337"/>
                  </a:lnTo>
                  <a:lnTo>
                    <a:pt x="172463" y="84"/>
                  </a:lnTo>
                  <a:lnTo>
                    <a:pt x="167155" y="0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2673584" y="2126963"/>
              <a:ext cx="107703" cy="167167"/>
            </a:xfrm>
            <a:custGeom>
              <a:avLst/>
              <a:pathLst>
                <a:path w="107703" h="167167">
                  <a:moveTo>
                    <a:pt x="107703" y="0"/>
                  </a:moveTo>
                  <a:lnTo>
                    <a:pt x="102131" y="92"/>
                  </a:lnTo>
                  <a:lnTo>
                    <a:pt x="96565" y="371"/>
                  </a:lnTo>
                  <a:lnTo>
                    <a:pt x="91012" y="835"/>
                  </a:lnTo>
                  <a:lnTo>
                    <a:pt x="85477" y="1484"/>
                  </a:lnTo>
                  <a:lnTo>
                    <a:pt x="79967" y="2316"/>
                  </a:lnTo>
                  <a:lnTo>
                    <a:pt x="74488" y="3333"/>
                  </a:lnTo>
                  <a:lnTo>
                    <a:pt x="69045" y="4531"/>
                  </a:lnTo>
                  <a:lnTo>
                    <a:pt x="63646" y="5910"/>
                  </a:lnTo>
                  <a:lnTo>
                    <a:pt x="58295" y="7468"/>
                  </a:lnTo>
                  <a:lnTo>
                    <a:pt x="53000" y="9203"/>
                  </a:lnTo>
                  <a:lnTo>
                    <a:pt x="47765" y="11114"/>
                  </a:lnTo>
                  <a:lnTo>
                    <a:pt x="42597" y="13199"/>
                  </a:lnTo>
                  <a:lnTo>
                    <a:pt x="37501" y="15454"/>
                  </a:lnTo>
                  <a:lnTo>
                    <a:pt x="32484" y="17879"/>
                  </a:lnTo>
                  <a:lnTo>
                    <a:pt x="27549" y="20469"/>
                  </a:lnTo>
                  <a:lnTo>
                    <a:pt x="22704" y="23222"/>
                  </a:lnTo>
                  <a:lnTo>
                    <a:pt x="17954" y="26135"/>
                  </a:lnTo>
                  <a:lnTo>
                    <a:pt x="13303" y="29205"/>
                  </a:lnTo>
                  <a:lnTo>
                    <a:pt x="8757" y="32428"/>
                  </a:lnTo>
                  <a:lnTo>
                    <a:pt x="4321" y="35801"/>
                  </a:lnTo>
                  <a:lnTo>
                    <a:pt x="0" y="39320"/>
                  </a:lnTo>
                  <a:lnTo>
                    <a:pt x="107703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2673584" y="2166283"/>
              <a:ext cx="107703" cy="127847"/>
            </a:xfrm>
            <a:custGeom>
              <a:avLst/>
              <a:pathLst>
                <a:path w="107703" h="127847">
                  <a:moveTo>
                    <a:pt x="0" y="0"/>
                  </a:moveTo>
                  <a:lnTo>
                    <a:pt x="107703" y="12784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2614137" y="2127298"/>
              <a:ext cx="334298" cy="333999"/>
            </a:xfrm>
            <a:custGeom>
              <a:avLst/>
              <a:pathLst>
                <a:path w="334298" h="333999">
                  <a:moveTo>
                    <a:pt x="59447" y="38984"/>
                  </a:moveTo>
                  <a:lnTo>
                    <a:pt x="55446" y="42465"/>
                  </a:lnTo>
                  <a:lnTo>
                    <a:pt x="51558" y="46070"/>
                  </a:lnTo>
                  <a:lnTo>
                    <a:pt x="47786" y="49797"/>
                  </a:lnTo>
                  <a:lnTo>
                    <a:pt x="44134" y="53642"/>
                  </a:lnTo>
                  <a:lnTo>
                    <a:pt x="40605" y="57601"/>
                  </a:lnTo>
                  <a:lnTo>
                    <a:pt x="37204" y="61670"/>
                  </a:lnTo>
                  <a:lnTo>
                    <a:pt x="33934" y="65844"/>
                  </a:lnTo>
                  <a:lnTo>
                    <a:pt x="30798" y="70120"/>
                  </a:lnTo>
                  <a:lnTo>
                    <a:pt x="27799" y="74494"/>
                  </a:lnTo>
                  <a:lnTo>
                    <a:pt x="24941" y="78960"/>
                  </a:lnTo>
                  <a:lnTo>
                    <a:pt x="22225" y="83515"/>
                  </a:lnTo>
                  <a:lnTo>
                    <a:pt x="19656" y="88153"/>
                  </a:lnTo>
                  <a:lnTo>
                    <a:pt x="17234" y="92871"/>
                  </a:lnTo>
                  <a:lnTo>
                    <a:pt x="14964" y="97663"/>
                  </a:lnTo>
                  <a:lnTo>
                    <a:pt x="12847" y="102525"/>
                  </a:lnTo>
                  <a:lnTo>
                    <a:pt x="10885" y="107451"/>
                  </a:lnTo>
                  <a:lnTo>
                    <a:pt x="9080" y="112438"/>
                  </a:lnTo>
                  <a:lnTo>
                    <a:pt x="7434" y="117479"/>
                  </a:lnTo>
                  <a:lnTo>
                    <a:pt x="5949" y="122569"/>
                  </a:lnTo>
                  <a:lnTo>
                    <a:pt x="4626" y="127704"/>
                  </a:lnTo>
                  <a:lnTo>
                    <a:pt x="3467" y="132879"/>
                  </a:lnTo>
                  <a:lnTo>
                    <a:pt x="2472" y="138088"/>
                  </a:lnTo>
                  <a:lnTo>
                    <a:pt x="1644" y="143325"/>
                  </a:lnTo>
                  <a:lnTo>
                    <a:pt x="981" y="148587"/>
                  </a:lnTo>
                  <a:lnTo>
                    <a:pt x="486" y="153866"/>
                  </a:lnTo>
                  <a:lnTo>
                    <a:pt x="159" y="159159"/>
                  </a:lnTo>
                  <a:lnTo>
                    <a:pt x="0" y="164459"/>
                  </a:lnTo>
                  <a:lnTo>
                    <a:pt x="8" y="169762"/>
                  </a:lnTo>
                  <a:lnTo>
                    <a:pt x="185" y="175062"/>
                  </a:lnTo>
                  <a:lnTo>
                    <a:pt x="530" y="180354"/>
                  </a:lnTo>
                  <a:lnTo>
                    <a:pt x="1043" y="185631"/>
                  </a:lnTo>
                  <a:lnTo>
                    <a:pt x="1723" y="190891"/>
                  </a:lnTo>
                  <a:lnTo>
                    <a:pt x="2569" y="196125"/>
                  </a:lnTo>
                  <a:lnTo>
                    <a:pt x="3581" y="201331"/>
                  </a:lnTo>
                  <a:lnTo>
                    <a:pt x="4758" y="206501"/>
                  </a:lnTo>
                  <a:lnTo>
                    <a:pt x="6098" y="211632"/>
                  </a:lnTo>
                  <a:lnTo>
                    <a:pt x="7600" y="216718"/>
                  </a:lnTo>
                  <a:lnTo>
                    <a:pt x="9262" y="221753"/>
                  </a:lnTo>
                  <a:lnTo>
                    <a:pt x="11084" y="226733"/>
                  </a:lnTo>
                  <a:lnTo>
                    <a:pt x="13062" y="231653"/>
                  </a:lnTo>
                  <a:lnTo>
                    <a:pt x="15195" y="236508"/>
                  </a:lnTo>
                  <a:lnTo>
                    <a:pt x="17482" y="241292"/>
                  </a:lnTo>
                  <a:lnTo>
                    <a:pt x="19919" y="246002"/>
                  </a:lnTo>
                  <a:lnTo>
                    <a:pt x="22504" y="250632"/>
                  </a:lnTo>
                  <a:lnTo>
                    <a:pt x="25235" y="255178"/>
                  </a:lnTo>
                  <a:lnTo>
                    <a:pt x="28108" y="259635"/>
                  </a:lnTo>
                  <a:lnTo>
                    <a:pt x="31122" y="263998"/>
                  </a:lnTo>
                  <a:lnTo>
                    <a:pt x="34272" y="268263"/>
                  </a:lnTo>
                  <a:lnTo>
                    <a:pt x="37556" y="272427"/>
                  </a:lnTo>
                  <a:lnTo>
                    <a:pt x="40970" y="276484"/>
                  </a:lnTo>
                  <a:lnTo>
                    <a:pt x="44512" y="280431"/>
                  </a:lnTo>
                  <a:lnTo>
                    <a:pt x="48177" y="284264"/>
                  </a:lnTo>
                  <a:lnTo>
                    <a:pt x="51961" y="287978"/>
                  </a:lnTo>
                  <a:lnTo>
                    <a:pt x="55862" y="291571"/>
                  </a:lnTo>
                  <a:lnTo>
                    <a:pt x="59874" y="295038"/>
                  </a:lnTo>
                  <a:lnTo>
                    <a:pt x="63994" y="298376"/>
                  </a:lnTo>
                  <a:lnTo>
                    <a:pt x="68218" y="301582"/>
                  </a:lnTo>
                  <a:lnTo>
                    <a:pt x="72542" y="304652"/>
                  </a:lnTo>
                  <a:lnTo>
                    <a:pt x="76961" y="307583"/>
                  </a:lnTo>
                  <a:lnTo>
                    <a:pt x="81471" y="310373"/>
                  </a:lnTo>
                  <a:lnTo>
                    <a:pt x="86067" y="313018"/>
                  </a:lnTo>
                  <a:lnTo>
                    <a:pt x="90744" y="315516"/>
                  </a:lnTo>
                  <a:lnTo>
                    <a:pt x="95498" y="317865"/>
                  </a:lnTo>
                  <a:lnTo>
                    <a:pt x="100325" y="320062"/>
                  </a:lnTo>
                  <a:lnTo>
                    <a:pt x="105219" y="322104"/>
                  </a:lnTo>
                  <a:lnTo>
                    <a:pt x="110175" y="323990"/>
                  </a:lnTo>
                  <a:lnTo>
                    <a:pt x="115188" y="325718"/>
                  </a:lnTo>
                  <a:lnTo>
                    <a:pt x="120254" y="327286"/>
                  </a:lnTo>
                  <a:lnTo>
                    <a:pt x="125366" y="328693"/>
                  </a:lnTo>
                  <a:lnTo>
                    <a:pt x="130521" y="329937"/>
                  </a:lnTo>
                  <a:lnTo>
                    <a:pt x="135713" y="331017"/>
                  </a:lnTo>
                  <a:lnTo>
                    <a:pt x="140936" y="331931"/>
                  </a:lnTo>
                  <a:lnTo>
                    <a:pt x="146186" y="332680"/>
                  </a:lnTo>
                  <a:lnTo>
                    <a:pt x="151457" y="333261"/>
                  </a:lnTo>
                  <a:lnTo>
                    <a:pt x="156743" y="333675"/>
                  </a:lnTo>
                  <a:lnTo>
                    <a:pt x="162041" y="333921"/>
                  </a:lnTo>
                  <a:lnTo>
                    <a:pt x="167343" y="333999"/>
                  </a:lnTo>
                  <a:lnTo>
                    <a:pt x="172645" y="333909"/>
                  </a:lnTo>
                  <a:lnTo>
                    <a:pt x="177941" y="333651"/>
                  </a:lnTo>
                  <a:lnTo>
                    <a:pt x="183227" y="333224"/>
                  </a:lnTo>
                  <a:lnTo>
                    <a:pt x="188496" y="332631"/>
                  </a:lnTo>
                  <a:lnTo>
                    <a:pt x="193744" y="331870"/>
                  </a:lnTo>
                  <a:lnTo>
                    <a:pt x="198966" y="330944"/>
                  </a:lnTo>
                  <a:lnTo>
                    <a:pt x="204155" y="329852"/>
                  </a:lnTo>
                  <a:lnTo>
                    <a:pt x="209307" y="328596"/>
                  </a:lnTo>
                  <a:lnTo>
                    <a:pt x="214416" y="327178"/>
                  </a:lnTo>
                  <a:lnTo>
                    <a:pt x="219478" y="325598"/>
                  </a:lnTo>
                  <a:lnTo>
                    <a:pt x="224488" y="323858"/>
                  </a:lnTo>
                  <a:lnTo>
                    <a:pt x="229439" y="321961"/>
                  </a:lnTo>
                  <a:lnTo>
                    <a:pt x="234328" y="319907"/>
                  </a:lnTo>
                  <a:lnTo>
                    <a:pt x="239150" y="317699"/>
                  </a:lnTo>
                  <a:lnTo>
                    <a:pt x="243899" y="315340"/>
                  </a:lnTo>
                  <a:lnTo>
                    <a:pt x="248570" y="312831"/>
                  </a:lnTo>
                  <a:lnTo>
                    <a:pt x="253160" y="310175"/>
                  </a:lnTo>
                  <a:lnTo>
                    <a:pt x="257663" y="307375"/>
                  </a:lnTo>
                  <a:lnTo>
                    <a:pt x="262075" y="304433"/>
                  </a:lnTo>
                  <a:lnTo>
                    <a:pt x="266392" y="301353"/>
                  </a:lnTo>
                  <a:lnTo>
                    <a:pt x="270609" y="298138"/>
                  </a:lnTo>
                  <a:lnTo>
                    <a:pt x="274721" y="294790"/>
                  </a:lnTo>
                  <a:lnTo>
                    <a:pt x="278726" y="291314"/>
                  </a:lnTo>
                  <a:lnTo>
                    <a:pt x="282618" y="287712"/>
                  </a:lnTo>
                  <a:lnTo>
                    <a:pt x="286394" y="283989"/>
                  </a:lnTo>
                  <a:lnTo>
                    <a:pt x="290050" y="280148"/>
                  </a:lnTo>
                  <a:lnTo>
                    <a:pt x="293582" y="276193"/>
                  </a:lnTo>
                  <a:lnTo>
                    <a:pt x="296987" y="272128"/>
                  </a:lnTo>
                  <a:lnTo>
                    <a:pt x="300262" y="267957"/>
                  </a:lnTo>
                  <a:lnTo>
                    <a:pt x="303402" y="263684"/>
                  </a:lnTo>
                  <a:lnTo>
                    <a:pt x="306405" y="259314"/>
                  </a:lnTo>
                  <a:lnTo>
                    <a:pt x="309269" y="254850"/>
                  </a:lnTo>
                  <a:lnTo>
                    <a:pt x="311989" y="250298"/>
                  </a:lnTo>
                  <a:lnTo>
                    <a:pt x="314563" y="245663"/>
                  </a:lnTo>
                  <a:lnTo>
                    <a:pt x="316990" y="240947"/>
                  </a:lnTo>
                  <a:lnTo>
                    <a:pt x="319265" y="236158"/>
                  </a:lnTo>
                  <a:lnTo>
                    <a:pt x="321387" y="231298"/>
                  </a:lnTo>
                  <a:lnTo>
                    <a:pt x="323354" y="226373"/>
                  </a:lnTo>
                  <a:lnTo>
                    <a:pt x="325164" y="221389"/>
                  </a:lnTo>
                  <a:lnTo>
                    <a:pt x="326815" y="216350"/>
                  </a:lnTo>
                  <a:lnTo>
                    <a:pt x="328305" y="211261"/>
                  </a:lnTo>
                  <a:lnTo>
                    <a:pt x="329633" y="206127"/>
                  </a:lnTo>
                  <a:lnTo>
                    <a:pt x="330798" y="200954"/>
                  </a:lnTo>
                  <a:lnTo>
                    <a:pt x="331798" y="195746"/>
                  </a:lnTo>
                  <a:lnTo>
                    <a:pt x="332632" y="190509"/>
                  </a:lnTo>
                  <a:lnTo>
                    <a:pt x="333300" y="185249"/>
                  </a:lnTo>
                  <a:lnTo>
                    <a:pt x="333801" y="179969"/>
                  </a:lnTo>
                  <a:lnTo>
                    <a:pt x="334133" y="174677"/>
                  </a:lnTo>
                  <a:lnTo>
                    <a:pt x="334298" y="169377"/>
                  </a:lnTo>
                  <a:lnTo>
                    <a:pt x="334295" y="164074"/>
                  </a:lnTo>
                  <a:lnTo>
                    <a:pt x="334123" y="158774"/>
                  </a:lnTo>
                  <a:lnTo>
                    <a:pt x="333784" y="153482"/>
                  </a:lnTo>
                  <a:lnTo>
                    <a:pt x="333276" y="148204"/>
                  </a:lnTo>
                  <a:lnTo>
                    <a:pt x="332602" y="142944"/>
                  </a:lnTo>
                  <a:lnTo>
                    <a:pt x="331761" y="137708"/>
                  </a:lnTo>
                  <a:lnTo>
                    <a:pt x="330754" y="132502"/>
                  </a:lnTo>
                  <a:lnTo>
                    <a:pt x="329583" y="127330"/>
                  </a:lnTo>
                  <a:lnTo>
                    <a:pt x="328249" y="122198"/>
                  </a:lnTo>
                  <a:lnTo>
                    <a:pt x="326752" y="117111"/>
                  </a:lnTo>
                  <a:lnTo>
                    <a:pt x="325095" y="112073"/>
                  </a:lnTo>
                  <a:lnTo>
                    <a:pt x="323278" y="107091"/>
                  </a:lnTo>
                  <a:lnTo>
                    <a:pt x="321305" y="102169"/>
                  </a:lnTo>
                  <a:lnTo>
                    <a:pt x="319176" y="97313"/>
                  </a:lnTo>
                  <a:lnTo>
                    <a:pt x="316895" y="92526"/>
                  </a:lnTo>
                  <a:lnTo>
                    <a:pt x="314463" y="87813"/>
                  </a:lnTo>
                  <a:lnTo>
                    <a:pt x="311882" y="83181"/>
                  </a:lnTo>
                  <a:lnTo>
                    <a:pt x="309156" y="78632"/>
                  </a:lnTo>
                  <a:lnTo>
                    <a:pt x="306288" y="74173"/>
                  </a:lnTo>
                  <a:lnTo>
                    <a:pt x="303279" y="69806"/>
                  </a:lnTo>
                  <a:lnTo>
                    <a:pt x="300133" y="65537"/>
                  </a:lnTo>
                  <a:lnTo>
                    <a:pt x="296853" y="61370"/>
                  </a:lnTo>
                  <a:lnTo>
                    <a:pt x="293443" y="57310"/>
                  </a:lnTo>
                  <a:lnTo>
                    <a:pt x="289905" y="53359"/>
                  </a:lnTo>
                  <a:lnTo>
                    <a:pt x="286245" y="49523"/>
                  </a:lnTo>
                  <a:lnTo>
                    <a:pt x="282464" y="45804"/>
                  </a:lnTo>
                  <a:lnTo>
                    <a:pt x="278567" y="42208"/>
                  </a:lnTo>
                  <a:lnTo>
                    <a:pt x="274558" y="38737"/>
                  </a:lnTo>
                  <a:lnTo>
                    <a:pt x="270441" y="35394"/>
                  </a:lnTo>
                  <a:lnTo>
                    <a:pt x="266221" y="32184"/>
                  </a:lnTo>
                  <a:lnTo>
                    <a:pt x="261900" y="29110"/>
                  </a:lnTo>
                  <a:lnTo>
                    <a:pt x="257484" y="26174"/>
                  </a:lnTo>
                  <a:lnTo>
                    <a:pt x="252977" y="23379"/>
                  </a:lnTo>
                  <a:lnTo>
                    <a:pt x="248384" y="20729"/>
                  </a:lnTo>
                  <a:lnTo>
                    <a:pt x="243709" y="18226"/>
                  </a:lnTo>
                  <a:lnTo>
                    <a:pt x="238957" y="15873"/>
                  </a:lnTo>
                  <a:lnTo>
                    <a:pt x="234133" y="13671"/>
                  </a:lnTo>
                  <a:lnTo>
                    <a:pt x="229242" y="11624"/>
                  </a:lnTo>
                  <a:lnTo>
                    <a:pt x="224288" y="9732"/>
                  </a:lnTo>
                  <a:lnTo>
                    <a:pt x="219276" y="7999"/>
                  </a:lnTo>
                  <a:lnTo>
                    <a:pt x="214212" y="6426"/>
                  </a:lnTo>
                  <a:lnTo>
                    <a:pt x="209101" y="5014"/>
                  </a:lnTo>
                  <a:lnTo>
                    <a:pt x="203947" y="3765"/>
                  </a:lnTo>
                  <a:lnTo>
                    <a:pt x="198757" y="2680"/>
                  </a:lnTo>
                  <a:lnTo>
                    <a:pt x="193534" y="1760"/>
                  </a:lnTo>
                  <a:lnTo>
                    <a:pt x="188285" y="1006"/>
                  </a:lnTo>
                  <a:lnTo>
                    <a:pt x="183015" y="419"/>
                  </a:lnTo>
                  <a:lnTo>
                    <a:pt x="177729" y="0"/>
                  </a:lnTo>
                  <a:lnTo>
                    <a:pt x="167150" y="16683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2781287" y="2126963"/>
              <a:ext cx="10578" cy="167167"/>
            </a:xfrm>
            <a:custGeom>
              <a:avLst/>
              <a:pathLst>
                <a:path w="10578" h="167167">
                  <a:moveTo>
                    <a:pt x="10578" y="33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2423589" y="2633064"/>
              <a:ext cx="334326" cy="334323"/>
            </a:xfrm>
            <a:custGeom>
              <a:avLst/>
              <a:pathLst>
                <a:path w="334326" h="334323">
                  <a:moveTo>
                    <a:pt x="167158" y="0"/>
                  </a:moveTo>
                  <a:lnTo>
                    <a:pt x="161874" y="83"/>
                  </a:lnTo>
                  <a:lnTo>
                    <a:pt x="156594" y="334"/>
                  </a:lnTo>
                  <a:lnTo>
                    <a:pt x="151326" y="751"/>
                  </a:lnTo>
                  <a:lnTo>
                    <a:pt x="146073" y="1335"/>
                  </a:lnTo>
                  <a:lnTo>
                    <a:pt x="140841" y="2084"/>
                  </a:lnTo>
                  <a:lnTo>
                    <a:pt x="135635" y="2999"/>
                  </a:lnTo>
                  <a:lnTo>
                    <a:pt x="130461" y="4077"/>
                  </a:lnTo>
                  <a:lnTo>
                    <a:pt x="125324" y="5319"/>
                  </a:lnTo>
                  <a:lnTo>
                    <a:pt x="120228" y="6722"/>
                  </a:lnTo>
                  <a:lnTo>
                    <a:pt x="115180" y="8286"/>
                  </a:lnTo>
                  <a:lnTo>
                    <a:pt x="110183" y="10009"/>
                  </a:lnTo>
                  <a:lnTo>
                    <a:pt x="105243" y="11888"/>
                  </a:lnTo>
                  <a:lnTo>
                    <a:pt x="100366" y="13923"/>
                  </a:lnTo>
                  <a:lnTo>
                    <a:pt x="95554" y="16111"/>
                  </a:lnTo>
                  <a:lnTo>
                    <a:pt x="90815" y="18450"/>
                  </a:lnTo>
                  <a:lnTo>
                    <a:pt x="86152" y="20938"/>
                  </a:lnTo>
                  <a:lnTo>
                    <a:pt x="81570" y="23572"/>
                  </a:lnTo>
                  <a:lnTo>
                    <a:pt x="77073" y="26349"/>
                  </a:lnTo>
                  <a:lnTo>
                    <a:pt x="72666" y="29268"/>
                  </a:lnTo>
                  <a:lnTo>
                    <a:pt x="68354" y="32324"/>
                  </a:lnTo>
                  <a:lnTo>
                    <a:pt x="64141" y="35515"/>
                  </a:lnTo>
                  <a:lnTo>
                    <a:pt x="60030" y="38837"/>
                  </a:lnTo>
                  <a:lnTo>
                    <a:pt x="56027" y="42288"/>
                  </a:lnTo>
                  <a:lnTo>
                    <a:pt x="52135" y="45863"/>
                  </a:lnTo>
                  <a:lnTo>
                    <a:pt x="48358" y="49560"/>
                  </a:lnTo>
                  <a:lnTo>
                    <a:pt x="44699" y="53375"/>
                  </a:lnTo>
                  <a:lnTo>
                    <a:pt x="41163" y="57303"/>
                  </a:lnTo>
                  <a:lnTo>
                    <a:pt x="37753" y="61341"/>
                  </a:lnTo>
                  <a:lnTo>
                    <a:pt x="34472" y="65484"/>
                  </a:lnTo>
                  <a:lnTo>
                    <a:pt x="31324" y="69730"/>
                  </a:lnTo>
                  <a:lnTo>
                    <a:pt x="28312" y="74073"/>
                  </a:lnTo>
                  <a:lnTo>
                    <a:pt x="25438" y="78508"/>
                  </a:lnTo>
                  <a:lnTo>
                    <a:pt x="22706" y="83033"/>
                  </a:lnTo>
                  <a:lnTo>
                    <a:pt x="20119" y="87641"/>
                  </a:lnTo>
                  <a:lnTo>
                    <a:pt x="17678" y="92330"/>
                  </a:lnTo>
                  <a:lnTo>
                    <a:pt x="15387" y="97092"/>
                  </a:lnTo>
                  <a:lnTo>
                    <a:pt x="13248" y="101925"/>
                  </a:lnTo>
                  <a:lnTo>
                    <a:pt x="11262" y="106823"/>
                  </a:lnTo>
                  <a:lnTo>
                    <a:pt x="9433" y="111782"/>
                  </a:lnTo>
                  <a:lnTo>
                    <a:pt x="7761" y="116796"/>
                  </a:lnTo>
                  <a:lnTo>
                    <a:pt x="6248" y="121860"/>
                  </a:lnTo>
                  <a:lnTo>
                    <a:pt x="4896" y="126969"/>
                  </a:lnTo>
                  <a:lnTo>
                    <a:pt x="3706" y="132119"/>
                  </a:lnTo>
                  <a:lnTo>
                    <a:pt x="2680" y="137304"/>
                  </a:lnTo>
                  <a:lnTo>
                    <a:pt x="1818" y="142518"/>
                  </a:lnTo>
                  <a:lnTo>
                    <a:pt x="1122" y="147757"/>
                  </a:lnTo>
                  <a:lnTo>
                    <a:pt x="591" y="153016"/>
                  </a:lnTo>
                  <a:lnTo>
                    <a:pt x="227" y="158289"/>
                  </a:lnTo>
                  <a:lnTo>
                    <a:pt x="30" y="163570"/>
                  </a:lnTo>
                  <a:lnTo>
                    <a:pt x="0" y="168855"/>
                  </a:lnTo>
                  <a:lnTo>
                    <a:pt x="136" y="174139"/>
                  </a:lnTo>
                  <a:lnTo>
                    <a:pt x="440" y="179415"/>
                  </a:lnTo>
                  <a:lnTo>
                    <a:pt x="911" y="184680"/>
                  </a:lnTo>
                  <a:lnTo>
                    <a:pt x="1548" y="189926"/>
                  </a:lnTo>
                  <a:lnTo>
                    <a:pt x="2350" y="195150"/>
                  </a:lnTo>
                  <a:lnTo>
                    <a:pt x="3317" y="200347"/>
                  </a:lnTo>
                  <a:lnTo>
                    <a:pt x="4448" y="205509"/>
                  </a:lnTo>
                  <a:lnTo>
                    <a:pt x="5741" y="210634"/>
                  </a:lnTo>
                  <a:lnTo>
                    <a:pt x="7196" y="215715"/>
                  </a:lnTo>
                  <a:lnTo>
                    <a:pt x="8811" y="220748"/>
                  </a:lnTo>
                  <a:lnTo>
                    <a:pt x="10583" y="225727"/>
                  </a:lnTo>
                  <a:lnTo>
                    <a:pt x="12513" y="230647"/>
                  </a:lnTo>
                  <a:lnTo>
                    <a:pt x="14597" y="235504"/>
                  </a:lnTo>
                  <a:lnTo>
                    <a:pt x="16834" y="240293"/>
                  </a:lnTo>
                  <a:lnTo>
                    <a:pt x="19220" y="245009"/>
                  </a:lnTo>
                  <a:lnTo>
                    <a:pt x="21755" y="249646"/>
                  </a:lnTo>
                  <a:lnTo>
                    <a:pt x="24435" y="254202"/>
                  </a:lnTo>
                  <a:lnTo>
                    <a:pt x="27258" y="258670"/>
                  </a:lnTo>
                  <a:lnTo>
                    <a:pt x="30221" y="263047"/>
                  </a:lnTo>
                  <a:lnTo>
                    <a:pt x="33320" y="267328"/>
                  </a:lnTo>
                  <a:lnTo>
                    <a:pt x="36553" y="271509"/>
                  </a:lnTo>
                  <a:lnTo>
                    <a:pt x="39917" y="275586"/>
                  </a:lnTo>
                  <a:lnTo>
                    <a:pt x="43408" y="279554"/>
                  </a:lnTo>
                  <a:lnTo>
                    <a:pt x="47023" y="283410"/>
                  </a:lnTo>
                  <a:lnTo>
                    <a:pt x="50758" y="287149"/>
                  </a:lnTo>
                  <a:lnTo>
                    <a:pt x="54609" y="290769"/>
                  </a:lnTo>
                  <a:lnTo>
                    <a:pt x="58572" y="294265"/>
                  </a:lnTo>
                  <a:lnTo>
                    <a:pt x="62645" y="297635"/>
                  </a:lnTo>
                  <a:lnTo>
                    <a:pt x="66821" y="300873"/>
                  </a:lnTo>
                  <a:lnTo>
                    <a:pt x="71098" y="303978"/>
                  </a:lnTo>
                  <a:lnTo>
                    <a:pt x="75471" y="306947"/>
                  </a:lnTo>
                  <a:lnTo>
                    <a:pt x="79936" y="309775"/>
                  </a:lnTo>
                  <a:lnTo>
                    <a:pt x="84488" y="312461"/>
                  </a:lnTo>
                  <a:lnTo>
                    <a:pt x="89122" y="315002"/>
                  </a:lnTo>
                  <a:lnTo>
                    <a:pt x="93835" y="317395"/>
                  </a:lnTo>
                  <a:lnTo>
                    <a:pt x="98620" y="319638"/>
                  </a:lnTo>
                  <a:lnTo>
                    <a:pt x="103475" y="321729"/>
                  </a:lnTo>
                  <a:lnTo>
                    <a:pt x="108393" y="323665"/>
                  </a:lnTo>
                  <a:lnTo>
                    <a:pt x="113369" y="325444"/>
                  </a:lnTo>
                  <a:lnTo>
                    <a:pt x="118400" y="327065"/>
                  </a:lnTo>
                  <a:lnTo>
                    <a:pt x="123479" y="328527"/>
                  </a:lnTo>
                  <a:lnTo>
                    <a:pt x="128602" y="329827"/>
                  </a:lnTo>
                  <a:lnTo>
                    <a:pt x="133763" y="330965"/>
                  </a:lnTo>
                  <a:lnTo>
                    <a:pt x="138958" y="331939"/>
                  </a:lnTo>
                  <a:lnTo>
                    <a:pt x="144181" y="332748"/>
                  </a:lnTo>
                  <a:lnTo>
                    <a:pt x="149427" y="333391"/>
                  </a:lnTo>
                  <a:lnTo>
                    <a:pt x="154690" y="333869"/>
                  </a:lnTo>
                  <a:lnTo>
                    <a:pt x="159967" y="334180"/>
                  </a:lnTo>
                  <a:lnTo>
                    <a:pt x="165250" y="334323"/>
                  </a:lnTo>
                  <a:lnTo>
                    <a:pt x="170535" y="334300"/>
                  </a:lnTo>
                  <a:lnTo>
                    <a:pt x="175817" y="334110"/>
                  </a:lnTo>
                  <a:lnTo>
                    <a:pt x="181090" y="333753"/>
                  </a:lnTo>
                  <a:lnTo>
                    <a:pt x="186349" y="333229"/>
                  </a:lnTo>
                  <a:lnTo>
                    <a:pt x="191589" y="332539"/>
                  </a:lnTo>
                  <a:lnTo>
                    <a:pt x="196805" y="331684"/>
                  </a:lnTo>
                  <a:lnTo>
                    <a:pt x="201991" y="330665"/>
                  </a:lnTo>
                  <a:lnTo>
                    <a:pt x="207142" y="329482"/>
                  </a:lnTo>
                  <a:lnTo>
                    <a:pt x="212254" y="328137"/>
                  </a:lnTo>
                  <a:lnTo>
                    <a:pt x="217320" y="326631"/>
                  </a:lnTo>
                  <a:lnTo>
                    <a:pt x="222336" y="324966"/>
                  </a:lnTo>
                  <a:lnTo>
                    <a:pt x="227297" y="323142"/>
                  </a:lnTo>
                  <a:lnTo>
                    <a:pt x="232197" y="321163"/>
                  </a:lnTo>
                  <a:lnTo>
                    <a:pt x="237033" y="319030"/>
                  </a:lnTo>
                  <a:lnTo>
                    <a:pt x="241799" y="316745"/>
                  </a:lnTo>
                  <a:lnTo>
                    <a:pt x="246490" y="314311"/>
                  </a:lnTo>
                  <a:lnTo>
                    <a:pt x="251102" y="311730"/>
                  </a:lnTo>
                  <a:lnTo>
                    <a:pt x="255630" y="309004"/>
                  </a:lnTo>
                  <a:lnTo>
                    <a:pt x="260070" y="306136"/>
                  </a:lnTo>
                  <a:lnTo>
                    <a:pt x="264417" y="303129"/>
                  </a:lnTo>
                  <a:lnTo>
                    <a:pt x="268666" y="299987"/>
                  </a:lnTo>
                  <a:lnTo>
                    <a:pt x="272814" y="296712"/>
                  </a:lnTo>
                  <a:lnTo>
                    <a:pt x="276857" y="293307"/>
                  </a:lnTo>
                  <a:lnTo>
                    <a:pt x="280789" y="289776"/>
                  </a:lnTo>
                  <a:lnTo>
                    <a:pt x="284609" y="286122"/>
                  </a:lnTo>
                  <a:lnTo>
                    <a:pt x="288310" y="282350"/>
                  </a:lnTo>
                  <a:lnTo>
                    <a:pt x="291891" y="278462"/>
                  </a:lnTo>
                  <a:lnTo>
                    <a:pt x="295347" y="274464"/>
                  </a:lnTo>
                  <a:lnTo>
                    <a:pt x="298675" y="270358"/>
                  </a:lnTo>
                  <a:lnTo>
                    <a:pt x="301871" y="266149"/>
                  </a:lnTo>
                  <a:lnTo>
                    <a:pt x="304933" y="261840"/>
                  </a:lnTo>
                  <a:lnTo>
                    <a:pt x="307857" y="257438"/>
                  </a:lnTo>
                  <a:lnTo>
                    <a:pt x="310641" y="252945"/>
                  </a:lnTo>
                  <a:lnTo>
                    <a:pt x="313281" y="248366"/>
                  </a:lnTo>
                  <a:lnTo>
                    <a:pt x="315774" y="243706"/>
                  </a:lnTo>
                  <a:lnTo>
                    <a:pt x="318120" y="238970"/>
                  </a:lnTo>
                  <a:lnTo>
                    <a:pt x="320314" y="234161"/>
                  </a:lnTo>
                  <a:lnTo>
                    <a:pt x="322355" y="229286"/>
                  </a:lnTo>
                  <a:lnTo>
                    <a:pt x="324242" y="224349"/>
                  </a:lnTo>
                  <a:lnTo>
                    <a:pt x="325971" y="219355"/>
                  </a:lnTo>
                  <a:lnTo>
                    <a:pt x="327541" y="214308"/>
                  </a:lnTo>
                  <a:lnTo>
                    <a:pt x="328951" y="209214"/>
                  </a:lnTo>
                  <a:lnTo>
                    <a:pt x="330200" y="204079"/>
                  </a:lnTo>
                  <a:lnTo>
                    <a:pt x="331285" y="198906"/>
                  </a:lnTo>
                  <a:lnTo>
                    <a:pt x="332206" y="193702"/>
                  </a:lnTo>
                  <a:lnTo>
                    <a:pt x="332963" y="188471"/>
                  </a:lnTo>
                  <a:lnTo>
                    <a:pt x="333553" y="183219"/>
                  </a:lnTo>
                  <a:lnTo>
                    <a:pt x="333978" y="177951"/>
                  </a:lnTo>
                  <a:lnTo>
                    <a:pt x="334235" y="172672"/>
                  </a:lnTo>
                  <a:lnTo>
                    <a:pt x="334326" y="167387"/>
                  </a:lnTo>
                  <a:lnTo>
                    <a:pt x="334249" y="162102"/>
                  </a:lnTo>
                  <a:lnTo>
                    <a:pt x="334005" y="156823"/>
                  </a:lnTo>
                  <a:lnTo>
                    <a:pt x="333595" y="151553"/>
                  </a:lnTo>
                  <a:lnTo>
                    <a:pt x="333018" y="146300"/>
                  </a:lnTo>
                  <a:lnTo>
                    <a:pt x="332276" y="141067"/>
                  </a:lnTo>
                  <a:lnTo>
                    <a:pt x="331368" y="135860"/>
                  </a:lnTo>
                  <a:lnTo>
                    <a:pt x="330296" y="130685"/>
                  </a:lnTo>
                  <a:lnTo>
                    <a:pt x="329062" y="125546"/>
                  </a:lnTo>
                  <a:lnTo>
                    <a:pt x="327665" y="120448"/>
                  </a:lnTo>
                  <a:lnTo>
                    <a:pt x="326108" y="115398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2590748" y="2748462"/>
              <a:ext cx="158949" cy="51769"/>
            </a:xfrm>
            <a:custGeom>
              <a:avLst/>
              <a:pathLst>
                <a:path w="158949" h="51769">
                  <a:moveTo>
                    <a:pt x="158949" y="0"/>
                  </a:moveTo>
                  <a:lnTo>
                    <a:pt x="0" y="517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2590748" y="2638398"/>
              <a:ext cx="158949" cy="161833"/>
            </a:xfrm>
            <a:custGeom>
              <a:avLst/>
              <a:pathLst>
                <a:path w="158949" h="161833">
                  <a:moveTo>
                    <a:pt x="158949" y="110063"/>
                  </a:moveTo>
                  <a:lnTo>
                    <a:pt x="157130" y="104781"/>
                  </a:lnTo>
                  <a:lnTo>
                    <a:pt x="155136" y="99562"/>
                  </a:lnTo>
                  <a:lnTo>
                    <a:pt x="152969" y="94413"/>
                  </a:lnTo>
                  <a:lnTo>
                    <a:pt x="150630" y="89339"/>
                  </a:lnTo>
                  <a:lnTo>
                    <a:pt x="148124" y="84347"/>
                  </a:lnTo>
                  <a:lnTo>
                    <a:pt x="145452" y="79440"/>
                  </a:lnTo>
                  <a:lnTo>
                    <a:pt x="142618" y="74626"/>
                  </a:lnTo>
                  <a:lnTo>
                    <a:pt x="139624" y="69909"/>
                  </a:lnTo>
                  <a:lnTo>
                    <a:pt x="136474" y="65295"/>
                  </a:lnTo>
                  <a:lnTo>
                    <a:pt x="133172" y="60789"/>
                  </a:lnTo>
                  <a:lnTo>
                    <a:pt x="129722" y="56395"/>
                  </a:lnTo>
                  <a:lnTo>
                    <a:pt x="126126" y="52119"/>
                  </a:lnTo>
                  <a:lnTo>
                    <a:pt x="122389" y="47966"/>
                  </a:lnTo>
                  <a:lnTo>
                    <a:pt x="118516" y="43940"/>
                  </a:lnTo>
                  <a:lnTo>
                    <a:pt x="114511" y="40046"/>
                  </a:lnTo>
                  <a:lnTo>
                    <a:pt x="110377" y="36287"/>
                  </a:lnTo>
                  <a:lnTo>
                    <a:pt x="106120" y="32669"/>
                  </a:lnTo>
                  <a:lnTo>
                    <a:pt x="101745" y="29195"/>
                  </a:lnTo>
                  <a:lnTo>
                    <a:pt x="97256" y="25869"/>
                  </a:lnTo>
                  <a:lnTo>
                    <a:pt x="92659" y="22695"/>
                  </a:lnTo>
                  <a:lnTo>
                    <a:pt x="87958" y="19677"/>
                  </a:lnTo>
                  <a:lnTo>
                    <a:pt x="83158" y="16817"/>
                  </a:lnTo>
                  <a:lnTo>
                    <a:pt x="78266" y="14119"/>
                  </a:lnTo>
                  <a:lnTo>
                    <a:pt x="73287" y="11587"/>
                  </a:lnTo>
                  <a:lnTo>
                    <a:pt x="68225" y="9222"/>
                  </a:lnTo>
                  <a:lnTo>
                    <a:pt x="63088" y="7027"/>
                  </a:lnTo>
                  <a:lnTo>
                    <a:pt x="57880" y="5005"/>
                  </a:lnTo>
                  <a:lnTo>
                    <a:pt x="52607" y="3159"/>
                  </a:lnTo>
                  <a:lnTo>
                    <a:pt x="47276" y="1490"/>
                  </a:lnTo>
                  <a:lnTo>
                    <a:pt x="41891" y="0"/>
                  </a:lnTo>
                  <a:lnTo>
                    <a:pt x="0" y="16183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2590748" y="2633064"/>
              <a:ext cx="41891" cy="167167"/>
            </a:xfrm>
            <a:custGeom>
              <a:avLst/>
              <a:pathLst>
                <a:path w="41891" h="167167">
                  <a:moveTo>
                    <a:pt x="41891" y="5334"/>
                  </a:moveTo>
                  <a:lnTo>
                    <a:pt x="36009" y="3924"/>
                  </a:lnTo>
                  <a:lnTo>
                    <a:pt x="30080" y="2728"/>
                  </a:lnTo>
                  <a:lnTo>
                    <a:pt x="24111" y="1748"/>
                  </a:lnTo>
                  <a:lnTo>
                    <a:pt x="18111" y="984"/>
                  </a:lnTo>
                  <a:lnTo>
                    <a:pt x="12087" y="437"/>
                  </a:lnTo>
                  <a:lnTo>
                    <a:pt x="6047" y="10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2358832" y="3170392"/>
              <a:ext cx="334299" cy="334334"/>
            </a:xfrm>
            <a:custGeom>
              <a:avLst/>
              <a:pathLst>
                <a:path w="334299" h="334334">
                  <a:moveTo>
                    <a:pt x="167148" y="0"/>
                  </a:moveTo>
                  <a:lnTo>
                    <a:pt x="161846" y="84"/>
                  </a:lnTo>
                  <a:lnTo>
                    <a:pt x="156550" y="336"/>
                  </a:lnTo>
                  <a:lnTo>
                    <a:pt x="151264" y="756"/>
                  </a:lnTo>
                  <a:lnTo>
                    <a:pt x="145995" y="1343"/>
                  </a:lnTo>
                  <a:lnTo>
                    <a:pt x="140746" y="2097"/>
                  </a:lnTo>
                  <a:lnTo>
                    <a:pt x="135525" y="3018"/>
                  </a:lnTo>
                  <a:lnTo>
                    <a:pt x="130335" y="4103"/>
                  </a:lnTo>
                  <a:lnTo>
                    <a:pt x="125182" y="5353"/>
                  </a:lnTo>
                  <a:lnTo>
                    <a:pt x="120071" y="6765"/>
                  </a:lnTo>
                  <a:lnTo>
                    <a:pt x="115008" y="8339"/>
                  </a:lnTo>
                  <a:lnTo>
                    <a:pt x="109997" y="10072"/>
                  </a:lnTo>
                  <a:lnTo>
                    <a:pt x="105043" y="11964"/>
                  </a:lnTo>
                  <a:lnTo>
                    <a:pt x="100152" y="14011"/>
                  </a:lnTo>
                  <a:lnTo>
                    <a:pt x="95329" y="16213"/>
                  </a:lnTo>
                  <a:lnTo>
                    <a:pt x="90578" y="18567"/>
                  </a:lnTo>
                  <a:lnTo>
                    <a:pt x="85903" y="21070"/>
                  </a:lnTo>
                  <a:lnTo>
                    <a:pt x="81311" y="23720"/>
                  </a:lnTo>
                  <a:lnTo>
                    <a:pt x="76805" y="26514"/>
                  </a:lnTo>
                  <a:lnTo>
                    <a:pt x="72390" y="29450"/>
                  </a:lnTo>
                  <a:lnTo>
                    <a:pt x="68070" y="32525"/>
                  </a:lnTo>
                  <a:lnTo>
                    <a:pt x="63849" y="35735"/>
                  </a:lnTo>
                  <a:lnTo>
                    <a:pt x="59733" y="39077"/>
                  </a:lnTo>
                  <a:lnTo>
                    <a:pt x="55725" y="42548"/>
                  </a:lnTo>
                  <a:lnTo>
                    <a:pt x="51829" y="46144"/>
                  </a:lnTo>
                  <a:lnTo>
                    <a:pt x="48049" y="49862"/>
                  </a:lnTo>
                  <a:lnTo>
                    <a:pt x="44388" y="53698"/>
                  </a:lnTo>
                  <a:lnTo>
                    <a:pt x="40851" y="57649"/>
                  </a:lnTo>
                  <a:lnTo>
                    <a:pt x="37442" y="61709"/>
                  </a:lnTo>
                  <a:lnTo>
                    <a:pt x="34162" y="65876"/>
                  </a:lnTo>
                  <a:lnTo>
                    <a:pt x="31017" y="70144"/>
                  </a:lnTo>
                  <a:lnTo>
                    <a:pt x="28008" y="74510"/>
                  </a:lnTo>
                  <a:lnTo>
                    <a:pt x="25140" y="78970"/>
                  </a:lnTo>
                  <a:lnTo>
                    <a:pt x="22414" y="83518"/>
                  </a:lnTo>
                  <a:lnTo>
                    <a:pt x="19834" y="88150"/>
                  </a:lnTo>
                  <a:lnTo>
                    <a:pt x="17402" y="92862"/>
                  </a:lnTo>
                  <a:lnTo>
                    <a:pt x="15121" y="97648"/>
                  </a:lnTo>
                  <a:lnTo>
                    <a:pt x="12993" y="102504"/>
                  </a:lnTo>
                  <a:lnTo>
                    <a:pt x="11020" y="107426"/>
                  </a:lnTo>
                  <a:lnTo>
                    <a:pt x="9204" y="112407"/>
                  </a:lnTo>
                  <a:lnTo>
                    <a:pt x="7546" y="117444"/>
                  </a:lnTo>
                  <a:lnTo>
                    <a:pt x="6050" y="122531"/>
                  </a:lnTo>
                  <a:lnTo>
                    <a:pt x="4715" y="127662"/>
                  </a:lnTo>
                  <a:lnTo>
                    <a:pt x="3544" y="132833"/>
                  </a:lnTo>
                  <a:lnTo>
                    <a:pt x="2537" y="138039"/>
                  </a:lnTo>
                  <a:lnTo>
                    <a:pt x="1696" y="143274"/>
                  </a:lnTo>
                  <a:lnTo>
                    <a:pt x="1022" y="148534"/>
                  </a:lnTo>
                  <a:lnTo>
                    <a:pt x="515" y="153812"/>
                  </a:lnTo>
                  <a:lnTo>
                    <a:pt x="175" y="159103"/>
                  </a:lnTo>
                  <a:lnTo>
                    <a:pt x="3" y="164402"/>
                  </a:lnTo>
                  <a:lnTo>
                    <a:pt x="0" y="169705"/>
                  </a:lnTo>
                  <a:lnTo>
                    <a:pt x="164" y="175004"/>
                  </a:lnTo>
                  <a:lnTo>
                    <a:pt x="497" y="180296"/>
                  </a:lnTo>
                  <a:lnTo>
                    <a:pt x="997" y="185575"/>
                  </a:lnTo>
                  <a:lnTo>
                    <a:pt x="1664" y="190835"/>
                  </a:lnTo>
                  <a:lnTo>
                    <a:pt x="2498" y="196071"/>
                  </a:lnTo>
                  <a:lnTo>
                    <a:pt x="3498" y="201278"/>
                  </a:lnTo>
                  <a:lnTo>
                    <a:pt x="4662" y="206451"/>
                  </a:lnTo>
                  <a:lnTo>
                    <a:pt x="5989" y="211585"/>
                  </a:lnTo>
                  <a:lnTo>
                    <a:pt x="7479" y="216673"/>
                  </a:lnTo>
                  <a:lnTo>
                    <a:pt x="9129" y="221712"/>
                  </a:lnTo>
                  <a:lnTo>
                    <a:pt x="10939" y="226696"/>
                  </a:lnTo>
                  <a:lnTo>
                    <a:pt x="12905" y="231620"/>
                  </a:lnTo>
                  <a:lnTo>
                    <a:pt x="15027" y="236479"/>
                  </a:lnTo>
                  <a:lnTo>
                    <a:pt x="17302" y="241269"/>
                  </a:lnTo>
                  <a:lnTo>
                    <a:pt x="19727" y="245984"/>
                  </a:lnTo>
                  <a:lnTo>
                    <a:pt x="22301" y="250620"/>
                  </a:lnTo>
                  <a:lnTo>
                    <a:pt x="25020" y="255171"/>
                  </a:lnTo>
                  <a:lnTo>
                    <a:pt x="27883" y="259635"/>
                  </a:lnTo>
                  <a:lnTo>
                    <a:pt x="30885" y="264005"/>
                  </a:lnTo>
                  <a:lnTo>
                    <a:pt x="34025" y="268277"/>
                  </a:lnTo>
                  <a:lnTo>
                    <a:pt x="37299" y="272448"/>
                  </a:lnTo>
                  <a:lnTo>
                    <a:pt x="40703" y="276514"/>
                  </a:lnTo>
                  <a:lnTo>
                    <a:pt x="44234" y="280469"/>
                  </a:lnTo>
                  <a:lnTo>
                    <a:pt x="47889" y="284310"/>
                  </a:lnTo>
                  <a:lnTo>
                    <a:pt x="51665" y="288033"/>
                  </a:lnTo>
                  <a:lnTo>
                    <a:pt x="55556" y="291635"/>
                  </a:lnTo>
                  <a:lnTo>
                    <a:pt x="59559" y="295111"/>
                  </a:lnTo>
                  <a:lnTo>
                    <a:pt x="63671" y="298459"/>
                  </a:lnTo>
                  <a:lnTo>
                    <a:pt x="67887" y="301674"/>
                  </a:lnTo>
                  <a:lnTo>
                    <a:pt x="72203" y="304755"/>
                  </a:lnTo>
                  <a:lnTo>
                    <a:pt x="76614" y="307697"/>
                  </a:lnTo>
                  <a:lnTo>
                    <a:pt x="81116" y="310497"/>
                  </a:lnTo>
                  <a:lnTo>
                    <a:pt x="85705" y="313154"/>
                  </a:lnTo>
                  <a:lnTo>
                    <a:pt x="90376" y="315663"/>
                  </a:lnTo>
                  <a:lnTo>
                    <a:pt x="95124" y="318023"/>
                  </a:lnTo>
                  <a:lnTo>
                    <a:pt x="99945" y="320231"/>
                  </a:lnTo>
                  <a:lnTo>
                    <a:pt x="104833" y="322286"/>
                  </a:lnTo>
                  <a:lnTo>
                    <a:pt x="109784" y="324184"/>
                  </a:lnTo>
                  <a:lnTo>
                    <a:pt x="114792" y="325924"/>
                  </a:lnTo>
                  <a:lnTo>
                    <a:pt x="119853" y="327505"/>
                  </a:lnTo>
                  <a:lnTo>
                    <a:pt x="124962" y="328924"/>
                  </a:lnTo>
                  <a:lnTo>
                    <a:pt x="130113" y="330180"/>
                  </a:lnTo>
                  <a:lnTo>
                    <a:pt x="135302" y="331273"/>
                  </a:lnTo>
                  <a:lnTo>
                    <a:pt x="140522" y="332200"/>
                  </a:lnTo>
                  <a:lnTo>
                    <a:pt x="145770" y="332962"/>
                  </a:lnTo>
                  <a:lnTo>
                    <a:pt x="151038" y="333556"/>
                  </a:lnTo>
                  <a:lnTo>
                    <a:pt x="156323" y="333984"/>
                  </a:lnTo>
                  <a:lnTo>
                    <a:pt x="161619" y="334243"/>
                  </a:lnTo>
                  <a:lnTo>
                    <a:pt x="166921" y="334334"/>
                  </a:lnTo>
                  <a:lnTo>
                    <a:pt x="172222" y="334257"/>
                  </a:lnTo>
                  <a:lnTo>
                    <a:pt x="177519" y="334012"/>
                  </a:lnTo>
                  <a:lnTo>
                    <a:pt x="182805" y="333599"/>
                  </a:lnTo>
                  <a:lnTo>
                    <a:pt x="188076" y="333019"/>
                  </a:lnTo>
                  <a:lnTo>
                    <a:pt x="193325" y="332272"/>
                  </a:lnTo>
                  <a:lnTo>
                    <a:pt x="198548" y="331359"/>
                  </a:lnTo>
                  <a:lnTo>
                    <a:pt x="203739" y="330280"/>
                  </a:lnTo>
                  <a:lnTo>
                    <a:pt x="208894" y="329038"/>
                  </a:lnTo>
                  <a:lnTo>
                    <a:pt x="214007" y="327632"/>
                  </a:lnTo>
                  <a:lnTo>
                    <a:pt x="219072" y="326066"/>
                  </a:lnTo>
                  <a:lnTo>
                    <a:pt x="224085" y="324339"/>
                  </a:lnTo>
                  <a:lnTo>
                    <a:pt x="229041" y="322454"/>
                  </a:lnTo>
                  <a:lnTo>
                    <a:pt x="233935" y="320413"/>
                  </a:lnTo>
                  <a:lnTo>
                    <a:pt x="238761" y="318218"/>
                  </a:lnTo>
                  <a:lnTo>
                    <a:pt x="243516" y="315871"/>
                  </a:lnTo>
                  <a:lnTo>
                    <a:pt x="248193" y="313374"/>
                  </a:lnTo>
                  <a:lnTo>
                    <a:pt x="252790" y="310730"/>
                  </a:lnTo>
                  <a:lnTo>
                    <a:pt x="257299" y="307942"/>
                  </a:lnTo>
                  <a:lnTo>
                    <a:pt x="261719" y="305012"/>
                  </a:lnTo>
                  <a:lnTo>
                    <a:pt x="266043" y="301943"/>
                  </a:lnTo>
                  <a:lnTo>
                    <a:pt x="270267" y="298739"/>
                  </a:lnTo>
                  <a:lnTo>
                    <a:pt x="274388" y="295403"/>
                  </a:lnTo>
                  <a:lnTo>
                    <a:pt x="278401" y="291937"/>
                  </a:lnTo>
                  <a:lnTo>
                    <a:pt x="282302" y="288346"/>
                  </a:lnTo>
                  <a:lnTo>
                    <a:pt x="286087" y="284633"/>
                  </a:lnTo>
                  <a:lnTo>
                    <a:pt x="289753" y="280802"/>
                  </a:lnTo>
                  <a:lnTo>
                    <a:pt x="293295" y="276856"/>
                  </a:lnTo>
                  <a:lnTo>
                    <a:pt x="296710" y="272801"/>
                  </a:lnTo>
                  <a:lnTo>
                    <a:pt x="299995" y="268638"/>
                  </a:lnTo>
                  <a:lnTo>
                    <a:pt x="303147" y="264374"/>
                  </a:lnTo>
                  <a:lnTo>
                    <a:pt x="306161" y="260012"/>
                  </a:lnTo>
                  <a:lnTo>
                    <a:pt x="309036" y="255557"/>
                  </a:lnTo>
                  <a:lnTo>
                    <a:pt x="311767" y="251013"/>
                  </a:lnTo>
                  <a:lnTo>
                    <a:pt x="314354" y="246384"/>
                  </a:lnTo>
                  <a:lnTo>
                    <a:pt x="316792" y="241676"/>
                  </a:lnTo>
                  <a:lnTo>
                    <a:pt x="319080" y="236892"/>
                  </a:lnTo>
                  <a:lnTo>
                    <a:pt x="321215" y="232039"/>
                  </a:lnTo>
                  <a:lnTo>
                    <a:pt x="323194" y="227120"/>
                  </a:lnTo>
                  <a:lnTo>
                    <a:pt x="325017" y="222141"/>
                  </a:lnTo>
                  <a:lnTo>
                    <a:pt x="326681" y="217107"/>
                  </a:lnTo>
                  <a:lnTo>
                    <a:pt x="328185" y="212022"/>
                  </a:lnTo>
                  <a:lnTo>
                    <a:pt x="329526" y="206892"/>
                  </a:lnTo>
                  <a:lnTo>
                    <a:pt x="330705" y="201722"/>
                  </a:lnTo>
                  <a:lnTo>
                    <a:pt x="331718" y="196518"/>
                  </a:lnTo>
                  <a:lnTo>
                    <a:pt x="332566" y="191284"/>
                  </a:lnTo>
                  <a:lnTo>
                    <a:pt x="333248" y="186026"/>
                  </a:lnTo>
                  <a:lnTo>
                    <a:pt x="333762" y="180749"/>
                  </a:lnTo>
                  <a:lnTo>
                    <a:pt x="334109" y="175458"/>
                  </a:lnTo>
                  <a:lnTo>
                    <a:pt x="334288" y="170158"/>
                  </a:lnTo>
                  <a:lnTo>
                    <a:pt x="334299" y="164856"/>
                  </a:lnTo>
                  <a:lnTo>
                    <a:pt x="334142" y="159556"/>
                  </a:lnTo>
                  <a:lnTo>
                    <a:pt x="333816" y="154264"/>
                  </a:lnTo>
                  <a:lnTo>
                    <a:pt x="333323" y="148985"/>
                  </a:lnTo>
                  <a:lnTo>
                    <a:pt x="332663" y="143724"/>
                  </a:lnTo>
                  <a:lnTo>
                    <a:pt x="331836" y="138486"/>
                  </a:lnTo>
                  <a:lnTo>
                    <a:pt x="330844" y="133278"/>
                  </a:lnTo>
                  <a:lnTo>
                    <a:pt x="329687" y="128103"/>
                  </a:lnTo>
                  <a:lnTo>
                    <a:pt x="328366" y="122968"/>
                  </a:lnTo>
                  <a:lnTo>
                    <a:pt x="326883" y="117877"/>
                  </a:lnTo>
                  <a:lnTo>
                    <a:pt x="325240" y="112836"/>
                  </a:lnTo>
                  <a:lnTo>
                    <a:pt x="323437" y="107850"/>
                  </a:lnTo>
                  <a:lnTo>
                    <a:pt x="321477" y="102923"/>
                  </a:lnTo>
                  <a:lnTo>
                    <a:pt x="319362" y="98061"/>
                  </a:lnTo>
                  <a:lnTo>
                    <a:pt x="317094" y="93268"/>
                  </a:lnTo>
                  <a:lnTo>
                    <a:pt x="314675" y="88550"/>
                  </a:lnTo>
                  <a:lnTo>
                    <a:pt x="312108" y="83911"/>
                  </a:lnTo>
                  <a:lnTo>
                    <a:pt x="309394" y="79356"/>
                  </a:lnTo>
                  <a:lnTo>
                    <a:pt x="306538" y="74888"/>
                  </a:lnTo>
                  <a:lnTo>
                    <a:pt x="303541" y="70514"/>
                  </a:lnTo>
                  <a:lnTo>
                    <a:pt x="300407" y="66237"/>
                  </a:lnTo>
                  <a:lnTo>
                    <a:pt x="297139" y="62062"/>
                  </a:lnTo>
                  <a:lnTo>
                    <a:pt x="293741" y="57992"/>
                  </a:lnTo>
                  <a:lnTo>
                    <a:pt x="290215" y="54032"/>
                  </a:lnTo>
                  <a:lnTo>
                    <a:pt x="286565" y="50186"/>
                  </a:lnTo>
                  <a:lnTo>
                    <a:pt x="282795" y="46458"/>
                  </a:lnTo>
                  <a:lnTo>
                    <a:pt x="278908" y="42851"/>
                  </a:lnTo>
                  <a:lnTo>
                    <a:pt x="274910" y="39369"/>
                  </a:lnTo>
                  <a:lnTo>
                    <a:pt x="270802" y="36016"/>
                  </a:lnTo>
                  <a:lnTo>
                    <a:pt x="266591" y="32794"/>
                  </a:lnTo>
                  <a:lnTo>
                    <a:pt x="262279" y="29708"/>
                  </a:lnTo>
                  <a:lnTo>
                    <a:pt x="257872" y="26760"/>
                  </a:lnTo>
                  <a:lnTo>
                    <a:pt x="253374" y="23954"/>
                  </a:lnTo>
                  <a:lnTo>
                    <a:pt x="248788" y="21291"/>
                  </a:lnTo>
                  <a:lnTo>
                    <a:pt x="244121" y="18775"/>
                  </a:lnTo>
                  <a:lnTo>
                    <a:pt x="239376" y="16409"/>
                  </a:lnTo>
                  <a:lnTo>
                    <a:pt x="16714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525980" y="3186801"/>
              <a:ext cx="72228" cy="150758"/>
            </a:xfrm>
            <a:custGeom>
              <a:avLst/>
              <a:pathLst>
                <a:path w="72228" h="150758">
                  <a:moveTo>
                    <a:pt x="72228" y="0"/>
                  </a:moveTo>
                  <a:lnTo>
                    <a:pt x="0" y="1507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525980" y="3186801"/>
              <a:ext cx="72228" cy="150758"/>
            </a:xfrm>
            <a:custGeom>
              <a:avLst/>
              <a:pathLst>
                <a:path w="72228" h="150758">
                  <a:moveTo>
                    <a:pt x="72228" y="0"/>
                  </a:moveTo>
                  <a:lnTo>
                    <a:pt x="0" y="15075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525980" y="3186801"/>
              <a:ext cx="72228" cy="150758"/>
            </a:xfrm>
            <a:custGeom>
              <a:avLst/>
              <a:pathLst>
                <a:path w="72228" h="150758">
                  <a:moveTo>
                    <a:pt x="72228" y="0"/>
                  </a:moveTo>
                  <a:lnTo>
                    <a:pt x="0" y="15075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525980" y="3186801"/>
              <a:ext cx="72228" cy="150758"/>
            </a:xfrm>
            <a:custGeom>
              <a:avLst/>
              <a:pathLst>
                <a:path w="72228" h="150758">
                  <a:moveTo>
                    <a:pt x="72228" y="0"/>
                  </a:moveTo>
                  <a:lnTo>
                    <a:pt x="0" y="1507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525980" y="3186801"/>
              <a:ext cx="72228" cy="150758"/>
            </a:xfrm>
            <a:custGeom>
              <a:avLst/>
              <a:pathLst>
                <a:path w="72228" h="150758">
                  <a:moveTo>
                    <a:pt x="72228" y="0"/>
                  </a:moveTo>
                  <a:lnTo>
                    <a:pt x="0" y="15075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525980" y="3186801"/>
              <a:ext cx="72228" cy="150758"/>
            </a:xfrm>
            <a:custGeom>
              <a:avLst/>
              <a:pathLst>
                <a:path w="72228" h="150758">
                  <a:moveTo>
                    <a:pt x="72228" y="0"/>
                  </a:moveTo>
                  <a:lnTo>
                    <a:pt x="0" y="15075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525980" y="3186801"/>
              <a:ext cx="72228" cy="150758"/>
            </a:xfrm>
            <a:custGeom>
              <a:avLst/>
              <a:pathLst>
                <a:path w="72228" h="150758">
                  <a:moveTo>
                    <a:pt x="72228" y="0"/>
                  </a:moveTo>
                  <a:lnTo>
                    <a:pt x="0" y="1507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525980" y="3186801"/>
              <a:ext cx="72228" cy="150758"/>
            </a:xfrm>
            <a:custGeom>
              <a:avLst/>
              <a:pathLst>
                <a:path w="72228" h="150758">
                  <a:moveTo>
                    <a:pt x="72228" y="0"/>
                  </a:moveTo>
                  <a:lnTo>
                    <a:pt x="0" y="1507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525980" y="3186801"/>
              <a:ext cx="72228" cy="150758"/>
            </a:xfrm>
            <a:custGeom>
              <a:avLst/>
              <a:pathLst>
                <a:path w="72228" h="150758">
                  <a:moveTo>
                    <a:pt x="72228" y="0"/>
                  </a:moveTo>
                  <a:lnTo>
                    <a:pt x="0" y="1507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525980" y="3186801"/>
              <a:ext cx="72228" cy="150758"/>
            </a:xfrm>
            <a:custGeom>
              <a:avLst/>
              <a:pathLst>
                <a:path w="72228" h="150758">
                  <a:moveTo>
                    <a:pt x="72228" y="0"/>
                  </a:moveTo>
                  <a:lnTo>
                    <a:pt x="0" y="15075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525980" y="3186801"/>
              <a:ext cx="72228" cy="150758"/>
            </a:xfrm>
            <a:custGeom>
              <a:avLst/>
              <a:pathLst>
                <a:path w="72228" h="150758">
                  <a:moveTo>
                    <a:pt x="72228" y="0"/>
                  </a:moveTo>
                  <a:lnTo>
                    <a:pt x="0" y="15075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525980" y="3186801"/>
              <a:ext cx="72228" cy="150758"/>
            </a:xfrm>
            <a:custGeom>
              <a:avLst/>
              <a:pathLst>
                <a:path w="72228" h="150758">
                  <a:moveTo>
                    <a:pt x="72228" y="0"/>
                  </a:moveTo>
                  <a:lnTo>
                    <a:pt x="0" y="15075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525980" y="3179642"/>
              <a:ext cx="72228" cy="157917"/>
            </a:xfrm>
            <a:custGeom>
              <a:avLst/>
              <a:pathLst>
                <a:path w="72228" h="157917">
                  <a:moveTo>
                    <a:pt x="72228" y="7159"/>
                  </a:moveTo>
                  <a:lnTo>
                    <a:pt x="63632" y="3335"/>
                  </a:lnTo>
                  <a:lnTo>
                    <a:pt x="54835" y="0"/>
                  </a:lnTo>
                  <a:lnTo>
                    <a:pt x="0" y="1579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525980" y="3170392"/>
              <a:ext cx="54835" cy="167167"/>
            </a:xfrm>
            <a:custGeom>
              <a:avLst/>
              <a:pathLst>
                <a:path w="54835" h="167167">
                  <a:moveTo>
                    <a:pt x="54835" y="9249"/>
                  </a:moveTo>
                  <a:lnTo>
                    <a:pt x="48934" y="7322"/>
                  </a:lnTo>
                  <a:lnTo>
                    <a:pt x="42966" y="5616"/>
                  </a:lnTo>
                  <a:lnTo>
                    <a:pt x="36938" y="4132"/>
                  </a:lnTo>
                  <a:lnTo>
                    <a:pt x="30860" y="2873"/>
                  </a:lnTo>
                  <a:lnTo>
                    <a:pt x="24739" y="1840"/>
                  </a:lnTo>
                  <a:lnTo>
                    <a:pt x="18584" y="1036"/>
                  </a:lnTo>
                  <a:lnTo>
                    <a:pt x="12404" y="460"/>
                  </a:lnTo>
                  <a:lnTo>
                    <a:pt x="6206" y="11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423592" y="3707720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4"/>
                  </a:lnTo>
                  <a:lnTo>
                    <a:pt x="130429" y="4084"/>
                  </a:lnTo>
                  <a:lnTo>
                    <a:pt x="125287" y="5328"/>
                  </a:lnTo>
                  <a:lnTo>
                    <a:pt x="120188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2" y="11908"/>
                  </a:lnTo>
                  <a:lnTo>
                    <a:pt x="100310" y="13946"/>
                  </a:lnTo>
                  <a:lnTo>
                    <a:pt x="95496" y="16138"/>
                  </a:lnTo>
                  <a:lnTo>
                    <a:pt x="90754" y="18481"/>
                  </a:lnTo>
                  <a:lnTo>
                    <a:pt x="86087" y="20972"/>
                  </a:lnTo>
                  <a:lnTo>
                    <a:pt x="81503" y="23611"/>
                  </a:lnTo>
                  <a:lnTo>
                    <a:pt x="77003" y="26392"/>
                  </a:lnTo>
                  <a:lnTo>
                    <a:pt x="72595" y="29315"/>
                  </a:lnTo>
                  <a:lnTo>
                    <a:pt x="68280" y="32376"/>
                  </a:lnTo>
                  <a:lnTo>
                    <a:pt x="64065" y="35572"/>
                  </a:lnTo>
                  <a:lnTo>
                    <a:pt x="59953" y="38899"/>
                  </a:lnTo>
                  <a:lnTo>
                    <a:pt x="55949" y="42356"/>
                  </a:lnTo>
                  <a:lnTo>
                    <a:pt x="52056" y="45936"/>
                  </a:lnTo>
                  <a:lnTo>
                    <a:pt x="48278" y="49639"/>
                  </a:lnTo>
                  <a:lnTo>
                    <a:pt x="44619" y="53459"/>
                  </a:lnTo>
                  <a:lnTo>
                    <a:pt x="41082" y="57393"/>
                  </a:lnTo>
                  <a:lnTo>
                    <a:pt x="37672" y="61437"/>
                  </a:lnTo>
                  <a:lnTo>
                    <a:pt x="34392" y="65586"/>
                  </a:lnTo>
                  <a:lnTo>
                    <a:pt x="31244" y="69838"/>
                  </a:lnTo>
                  <a:lnTo>
                    <a:pt x="28233" y="74187"/>
                  </a:lnTo>
                  <a:lnTo>
                    <a:pt x="25361" y="78629"/>
                  </a:lnTo>
                  <a:lnTo>
                    <a:pt x="22630" y="83159"/>
                  </a:lnTo>
                  <a:lnTo>
                    <a:pt x="20045" y="87774"/>
                  </a:lnTo>
                  <a:lnTo>
                    <a:pt x="17607" y="92468"/>
                  </a:lnTo>
                  <a:lnTo>
                    <a:pt x="15318" y="97237"/>
                  </a:lnTo>
                  <a:lnTo>
                    <a:pt x="13182" y="102076"/>
                  </a:lnTo>
                  <a:lnTo>
                    <a:pt x="11199" y="106980"/>
                  </a:lnTo>
                  <a:lnTo>
                    <a:pt x="9373" y="111945"/>
                  </a:lnTo>
                  <a:lnTo>
                    <a:pt x="7705" y="116965"/>
                  </a:lnTo>
                  <a:lnTo>
                    <a:pt x="6196" y="122035"/>
                  </a:lnTo>
                  <a:lnTo>
                    <a:pt x="4849" y="127150"/>
                  </a:lnTo>
                  <a:lnTo>
                    <a:pt x="3664" y="132305"/>
                  </a:lnTo>
                  <a:lnTo>
                    <a:pt x="2643" y="137495"/>
                  </a:lnTo>
                  <a:lnTo>
                    <a:pt x="1787" y="142715"/>
                  </a:lnTo>
                  <a:lnTo>
                    <a:pt x="1096" y="147960"/>
                  </a:lnTo>
                  <a:lnTo>
                    <a:pt x="571" y="153223"/>
                  </a:lnTo>
                  <a:lnTo>
                    <a:pt x="213" y="158501"/>
                  </a:lnTo>
                  <a:lnTo>
                    <a:pt x="23" y="163787"/>
                  </a:lnTo>
                  <a:lnTo>
                    <a:pt x="0" y="169077"/>
                  </a:lnTo>
                  <a:lnTo>
                    <a:pt x="144" y="174364"/>
                  </a:lnTo>
                  <a:lnTo>
                    <a:pt x="455" y="179645"/>
                  </a:lnTo>
                  <a:lnTo>
                    <a:pt x="933" y="184913"/>
                  </a:lnTo>
                  <a:lnTo>
                    <a:pt x="1578" y="190163"/>
                  </a:lnTo>
                  <a:lnTo>
                    <a:pt x="2388" y="195391"/>
                  </a:lnTo>
                  <a:lnTo>
                    <a:pt x="3364" y="200590"/>
                  </a:lnTo>
                  <a:lnTo>
                    <a:pt x="4503" y="205755"/>
                  </a:lnTo>
                  <a:lnTo>
                    <a:pt x="5806" y="210882"/>
                  </a:lnTo>
                  <a:lnTo>
                    <a:pt x="7269" y="215965"/>
                  </a:lnTo>
                  <a:lnTo>
                    <a:pt x="8893" y="220999"/>
                  </a:lnTo>
                  <a:lnTo>
                    <a:pt x="10676" y="225980"/>
                  </a:lnTo>
                  <a:lnTo>
                    <a:pt x="12615" y="230901"/>
                  </a:lnTo>
                  <a:lnTo>
                    <a:pt x="14709" y="235759"/>
                  </a:lnTo>
                  <a:lnTo>
                    <a:pt x="16955" y="240548"/>
                  </a:lnTo>
                  <a:lnTo>
                    <a:pt x="19352" y="245263"/>
                  </a:lnTo>
                  <a:lnTo>
                    <a:pt x="21897" y="249900"/>
                  </a:lnTo>
                  <a:lnTo>
                    <a:pt x="24588" y="254455"/>
                  </a:lnTo>
                  <a:lnTo>
                    <a:pt x="27421" y="258922"/>
                  </a:lnTo>
                  <a:lnTo>
                    <a:pt x="30394" y="263297"/>
                  </a:lnTo>
                  <a:lnTo>
                    <a:pt x="33504" y="267576"/>
                  </a:lnTo>
                  <a:lnTo>
                    <a:pt x="36747" y="271754"/>
                  </a:lnTo>
                  <a:lnTo>
                    <a:pt x="40122" y="275828"/>
                  </a:lnTo>
                  <a:lnTo>
                    <a:pt x="43623" y="279793"/>
                  </a:lnTo>
                  <a:lnTo>
                    <a:pt x="47248" y="283645"/>
                  </a:lnTo>
                  <a:lnTo>
                    <a:pt x="50994" y="287380"/>
                  </a:lnTo>
                  <a:lnTo>
                    <a:pt x="54855" y="290995"/>
                  </a:lnTo>
                  <a:lnTo>
                    <a:pt x="58829" y="294487"/>
                  </a:lnTo>
                  <a:lnTo>
                    <a:pt x="62912" y="297850"/>
                  </a:lnTo>
                  <a:lnTo>
                    <a:pt x="67099" y="301083"/>
                  </a:lnTo>
                  <a:lnTo>
                    <a:pt x="71386" y="304182"/>
                  </a:lnTo>
                  <a:lnTo>
                    <a:pt x="75769" y="307143"/>
                  </a:lnTo>
                  <a:lnTo>
                    <a:pt x="80243" y="309964"/>
                  </a:lnTo>
                  <a:lnTo>
                    <a:pt x="84805" y="312643"/>
                  </a:lnTo>
                  <a:lnTo>
                    <a:pt x="89449" y="315176"/>
                  </a:lnTo>
                  <a:lnTo>
                    <a:pt x="94171" y="317560"/>
                  </a:lnTo>
                  <a:lnTo>
                    <a:pt x="98965" y="319794"/>
                  </a:lnTo>
                  <a:lnTo>
                    <a:pt x="103829" y="321875"/>
                  </a:lnTo>
                  <a:lnTo>
                    <a:pt x="108755" y="323801"/>
                  </a:lnTo>
                  <a:lnTo>
                    <a:pt x="113740" y="325571"/>
                  </a:lnTo>
                  <a:lnTo>
                    <a:pt x="118779" y="327181"/>
                  </a:lnTo>
                  <a:lnTo>
                    <a:pt x="123866" y="328632"/>
                  </a:lnTo>
                  <a:lnTo>
                    <a:pt x="128996" y="329921"/>
                  </a:lnTo>
                  <a:lnTo>
                    <a:pt x="134164" y="331046"/>
                  </a:lnTo>
                  <a:lnTo>
                    <a:pt x="139366" y="332008"/>
                  </a:lnTo>
                  <a:lnTo>
                    <a:pt x="144595" y="332805"/>
                  </a:lnTo>
                  <a:lnTo>
                    <a:pt x="149847" y="333436"/>
                  </a:lnTo>
                  <a:lnTo>
                    <a:pt x="155116" y="333900"/>
                  </a:lnTo>
                  <a:lnTo>
                    <a:pt x="160398" y="334198"/>
                  </a:lnTo>
                  <a:lnTo>
                    <a:pt x="165686" y="334328"/>
                  </a:lnTo>
                  <a:lnTo>
                    <a:pt x="170975" y="334291"/>
                  </a:lnTo>
                  <a:lnTo>
                    <a:pt x="176261" y="334086"/>
                  </a:lnTo>
                  <a:lnTo>
                    <a:pt x="181538" y="333715"/>
                  </a:lnTo>
                  <a:lnTo>
                    <a:pt x="186800" y="333176"/>
                  </a:lnTo>
                  <a:lnTo>
                    <a:pt x="192043" y="332472"/>
                  </a:lnTo>
                  <a:lnTo>
                    <a:pt x="197260" y="331601"/>
                  </a:lnTo>
                  <a:lnTo>
                    <a:pt x="202448" y="330567"/>
                  </a:lnTo>
                  <a:lnTo>
                    <a:pt x="207600" y="329368"/>
                  </a:lnTo>
                  <a:lnTo>
                    <a:pt x="212711" y="328007"/>
                  </a:lnTo>
                  <a:lnTo>
                    <a:pt x="217778" y="326486"/>
                  </a:lnTo>
                  <a:lnTo>
                    <a:pt x="222793" y="324804"/>
                  </a:lnTo>
                  <a:lnTo>
                    <a:pt x="227753" y="322965"/>
                  </a:lnTo>
                  <a:lnTo>
                    <a:pt x="232652" y="320970"/>
                  </a:lnTo>
                  <a:lnTo>
                    <a:pt x="237485" y="318821"/>
                  </a:lnTo>
                  <a:lnTo>
                    <a:pt x="242248" y="316519"/>
                  </a:lnTo>
                  <a:lnTo>
                    <a:pt x="246936" y="314069"/>
                  </a:lnTo>
                  <a:lnTo>
                    <a:pt x="251544" y="311471"/>
                  </a:lnTo>
                  <a:lnTo>
                    <a:pt x="256067" y="308729"/>
                  </a:lnTo>
                  <a:lnTo>
                    <a:pt x="260501" y="305845"/>
                  </a:lnTo>
                  <a:lnTo>
                    <a:pt x="264842" y="302822"/>
                  </a:lnTo>
                  <a:lnTo>
                    <a:pt x="269085" y="299664"/>
                  </a:lnTo>
                  <a:lnTo>
                    <a:pt x="273226" y="296372"/>
                  </a:lnTo>
                  <a:lnTo>
                    <a:pt x="277261" y="292952"/>
                  </a:lnTo>
                  <a:lnTo>
                    <a:pt x="281186" y="289405"/>
                  </a:lnTo>
                  <a:lnTo>
                    <a:pt x="284996" y="285736"/>
                  </a:lnTo>
                  <a:lnTo>
                    <a:pt x="288689" y="281948"/>
                  </a:lnTo>
                  <a:lnTo>
                    <a:pt x="292259" y="278046"/>
                  </a:lnTo>
                  <a:lnTo>
                    <a:pt x="295705" y="274032"/>
                  </a:lnTo>
                  <a:lnTo>
                    <a:pt x="299022" y="269911"/>
                  </a:lnTo>
                  <a:lnTo>
                    <a:pt x="302206" y="265688"/>
                  </a:lnTo>
                  <a:lnTo>
                    <a:pt x="305256" y="261366"/>
                  </a:lnTo>
                  <a:lnTo>
                    <a:pt x="308167" y="256949"/>
                  </a:lnTo>
                  <a:lnTo>
                    <a:pt x="310937" y="252443"/>
                  </a:lnTo>
                  <a:lnTo>
                    <a:pt x="313563" y="247851"/>
                  </a:lnTo>
                  <a:lnTo>
                    <a:pt x="316043" y="243178"/>
                  </a:lnTo>
                  <a:lnTo>
                    <a:pt x="318373" y="238429"/>
                  </a:lnTo>
                  <a:lnTo>
                    <a:pt x="320552" y="233609"/>
                  </a:lnTo>
                  <a:lnTo>
                    <a:pt x="322577" y="228723"/>
                  </a:lnTo>
                  <a:lnTo>
                    <a:pt x="324447" y="223775"/>
                  </a:lnTo>
                  <a:lnTo>
                    <a:pt x="326160" y="218770"/>
                  </a:lnTo>
                  <a:lnTo>
                    <a:pt x="327713" y="213713"/>
                  </a:lnTo>
                  <a:lnTo>
                    <a:pt x="329105" y="208610"/>
                  </a:lnTo>
                  <a:lnTo>
                    <a:pt x="330335" y="203465"/>
                  </a:lnTo>
                  <a:lnTo>
                    <a:pt x="331402" y="198284"/>
                  </a:lnTo>
                  <a:lnTo>
                    <a:pt x="332304" y="193072"/>
                  </a:lnTo>
                  <a:lnTo>
                    <a:pt x="333041" y="187834"/>
                  </a:lnTo>
                  <a:lnTo>
                    <a:pt x="333612" y="182575"/>
                  </a:lnTo>
                  <a:lnTo>
                    <a:pt x="334016" y="177301"/>
                  </a:lnTo>
                  <a:lnTo>
                    <a:pt x="334253" y="172017"/>
                  </a:lnTo>
                  <a:lnTo>
                    <a:pt x="334323" y="166727"/>
                  </a:lnTo>
                  <a:lnTo>
                    <a:pt x="334225" y="161439"/>
                  </a:lnTo>
                  <a:lnTo>
                    <a:pt x="333960" y="156155"/>
                  </a:lnTo>
                  <a:lnTo>
                    <a:pt x="333529" y="150883"/>
                  </a:lnTo>
                  <a:lnTo>
                    <a:pt x="332930" y="145628"/>
                  </a:lnTo>
                  <a:lnTo>
                    <a:pt x="332166" y="140394"/>
                  </a:lnTo>
                  <a:lnTo>
                    <a:pt x="331236" y="135186"/>
                  </a:lnTo>
                  <a:lnTo>
                    <a:pt x="330142" y="130011"/>
                  </a:lnTo>
                  <a:lnTo>
                    <a:pt x="328885" y="124873"/>
                  </a:lnTo>
                  <a:lnTo>
                    <a:pt x="327466" y="119777"/>
                  </a:lnTo>
                  <a:lnTo>
                    <a:pt x="325886" y="114729"/>
                  </a:lnTo>
                  <a:lnTo>
                    <a:pt x="324147" y="109733"/>
                  </a:lnTo>
                  <a:lnTo>
                    <a:pt x="322252" y="104795"/>
                  </a:lnTo>
                  <a:lnTo>
                    <a:pt x="320201" y="99919"/>
                  </a:lnTo>
                  <a:lnTo>
                    <a:pt x="317996" y="95110"/>
                  </a:lnTo>
                  <a:lnTo>
                    <a:pt x="315641" y="90374"/>
                  </a:lnTo>
                  <a:lnTo>
                    <a:pt x="313137" y="85714"/>
                  </a:lnTo>
                  <a:lnTo>
                    <a:pt x="310487" y="81136"/>
                  </a:lnTo>
                  <a:lnTo>
                    <a:pt x="307693" y="76645"/>
                  </a:lnTo>
                  <a:lnTo>
                    <a:pt x="304759" y="72243"/>
                  </a:lnTo>
                  <a:lnTo>
                    <a:pt x="301686" y="67937"/>
                  </a:lnTo>
                  <a:lnTo>
                    <a:pt x="298480" y="63731"/>
                  </a:lnTo>
                  <a:lnTo>
                    <a:pt x="295141" y="59627"/>
                  </a:lnTo>
                  <a:lnTo>
                    <a:pt x="291675" y="55632"/>
                  </a:lnTo>
                  <a:lnTo>
                    <a:pt x="288083" y="51748"/>
                  </a:lnTo>
                  <a:lnTo>
                    <a:pt x="284371" y="47980"/>
                  </a:lnTo>
                  <a:lnTo>
                    <a:pt x="280541" y="44331"/>
                  </a:lnTo>
                  <a:lnTo>
                    <a:pt x="276598" y="40805"/>
                  </a:lnTo>
                  <a:lnTo>
                    <a:pt x="272545" y="37406"/>
                  </a:lnTo>
                  <a:lnTo>
                    <a:pt x="268387" y="34136"/>
                  </a:lnTo>
                  <a:lnTo>
                    <a:pt x="264128" y="31000"/>
                  </a:lnTo>
                  <a:lnTo>
                    <a:pt x="259771" y="28000"/>
                  </a:lnTo>
                  <a:lnTo>
                    <a:pt x="255321" y="25139"/>
                  </a:lnTo>
                  <a:lnTo>
                    <a:pt x="250783" y="22421"/>
                  </a:lnTo>
                  <a:lnTo>
                    <a:pt x="246162" y="19848"/>
                  </a:lnTo>
                  <a:lnTo>
                    <a:pt x="241461" y="17422"/>
                  </a:lnTo>
                  <a:lnTo>
                    <a:pt x="236686" y="15146"/>
                  </a:lnTo>
                  <a:lnTo>
                    <a:pt x="231842" y="13022"/>
                  </a:lnTo>
                  <a:lnTo>
                    <a:pt x="226932" y="11052"/>
                  </a:lnTo>
                  <a:lnTo>
                    <a:pt x="221963" y="9239"/>
                  </a:lnTo>
                  <a:lnTo>
                    <a:pt x="216939" y="7584"/>
                  </a:lnTo>
                  <a:lnTo>
                    <a:pt x="211865" y="6089"/>
                  </a:lnTo>
                  <a:lnTo>
                    <a:pt x="206746" y="4755"/>
                  </a:lnTo>
                  <a:lnTo>
                    <a:pt x="201588" y="3584"/>
                  </a:lnTo>
                  <a:lnTo>
                    <a:pt x="196395" y="2576"/>
                  </a:lnTo>
                  <a:lnTo>
                    <a:pt x="191173" y="1734"/>
                  </a:lnTo>
                  <a:lnTo>
                    <a:pt x="185927" y="1057"/>
                  </a:lnTo>
                  <a:lnTo>
                    <a:pt x="180662" y="546"/>
                  </a:lnTo>
                  <a:lnTo>
                    <a:pt x="175383" y="202"/>
                  </a:lnTo>
                  <a:lnTo>
                    <a:pt x="170096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590748" y="3707746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590748" y="3707720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614131" y="4213821"/>
              <a:ext cx="334323" cy="334328"/>
            </a:xfrm>
            <a:custGeom>
              <a:avLst/>
              <a:pathLst>
                <a:path w="334323" h="334328">
                  <a:moveTo>
                    <a:pt x="167156" y="0"/>
                  </a:moveTo>
                  <a:lnTo>
                    <a:pt x="161867" y="83"/>
                  </a:lnTo>
                  <a:lnTo>
                    <a:pt x="156583" y="334"/>
                  </a:lnTo>
                  <a:lnTo>
                    <a:pt x="151310" y="752"/>
                  </a:lnTo>
                  <a:lnTo>
                    <a:pt x="146053" y="1337"/>
                  </a:lnTo>
                  <a:lnTo>
                    <a:pt x="140817" y="2088"/>
                  </a:lnTo>
                  <a:lnTo>
                    <a:pt x="135607" y="3004"/>
                  </a:lnTo>
                  <a:lnTo>
                    <a:pt x="130429" y="4084"/>
                  </a:lnTo>
                  <a:lnTo>
                    <a:pt x="125287" y="5328"/>
                  </a:lnTo>
                  <a:lnTo>
                    <a:pt x="120188" y="6733"/>
                  </a:lnTo>
                  <a:lnTo>
                    <a:pt x="115135" y="8300"/>
                  </a:lnTo>
                  <a:lnTo>
                    <a:pt x="110135" y="10025"/>
                  </a:lnTo>
                  <a:lnTo>
                    <a:pt x="105192" y="11908"/>
                  </a:lnTo>
                  <a:lnTo>
                    <a:pt x="100310" y="13946"/>
                  </a:lnTo>
                  <a:lnTo>
                    <a:pt x="95496" y="16138"/>
                  </a:lnTo>
                  <a:lnTo>
                    <a:pt x="90754" y="18481"/>
                  </a:lnTo>
                  <a:lnTo>
                    <a:pt x="86087" y="20972"/>
                  </a:lnTo>
                  <a:lnTo>
                    <a:pt x="81503" y="23611"/>
                  </a:lnTo>
                  <a:lnTo>
                    <a:pt x="77003" y="26392"/>
                  </a:lnTo>
                  <a:lnTo>
                    <a:pt x="72595" y="29315"/>
                  </a:lnTo>
                  <a:lnTo>
                    <a:pt x="68280" y="32376"/>
                  </a:lnTo>
                  <a:lnTo>
                    <a:pt x="64065" y="35572"/>
                  </a:lnTo>
                  <a:lnTo>
                    <a:pt x="59953" y="38899"/>
                  </a:lnTo>
                  <a:lnTo>
                    <a:pt x="55949" y="42356"/>
                  </a:lnTo>
                  <a:lnTo>
                    <a:pt x="52056" y="45936"/>
                  </a:lnTo>
                  <a:lnTo>
                    <a:pt x="48278" y="49639"/>
                  </a:lnTo>
                  <a:lnTo>
                    <a:pt x="44619" y="53459"/>
                  </a:lnTo>
                  <a:lnTo>
                    <a:pt x="41082" y="57393"/>
                  </a:lnTo>
                  <a:lnTo>
                    <a:pt x="37672" y="61437"/>
                  </a:lnTo>
                  <a:lnTo>
                    <a:pt x="34392" y="65586"/>
                  </a:lnTo>
                  <a:lnTo>
                    <a:pt x="31244" y="69838"/>
                  </a:lnTo>
                  <a:lnTo>
                    <a:pt x="28233" y="74187"/>
                  </a:lnTo>
                  <a:lnTo>
                    <a:pt x="25361" y="78629"/>
                  </a:lnTo>
                  <a:lnTo>
                    <a:pt x="22630" y="83159"/>
                  </a:lnTo>
                  <a:lnTo>
                    <a:pt x="20045" y="87774"/>
                  </a:lnTo>
                  <a:lnTo>
                    <a:pt x="17607" y="92468"/>
                  </a:lnTo>
                  <a:lnTo>
                    <a:pt x="15318" y="97237"/>
                  </a:lnTo>
                  <a:lnTo>
                    <a:pt x="13182" y="102076"/>
                  </a:lnTo>
                  <a:lnTo>
                    <a:pt x="11199" y="106980"/>
                  </a:lnTo>
                  <a:lnTo>
                    <a:pt x="9373" y="111945"/>
                  </a:lnTo>
                  <a:lnTo>
                    <a:pt x="7705" y="116965"/>
                  </a:lnTo>
                  <a:lnTo>
                    <a:pt x="6196" y="122035"/>
                  </a:lnTo>
                  <a:lnTo>
                    <a:pt x="4849" y="127150"/>
                  </a:lnTo>
                  <a:lnTo>
                    <a:pt x="3664" y="132305"/>
                  </a:lnTo>
                  <a:lnTo>
                    <a:pt x="2643" y="137495"/>
                  </a:lnTo>
                  <a:lnTo>
                    <a:pt x="1787" y="142715"/>
                  </a:lnTo>
                  <a:lnTo>
                    <a:pt x="1096" y="147960"/>
                  </a:lnTo>
                  <a:lnTo>
                    <a:pt x="571" y="153223"/>
                  </a:lnTo>
                  <a:lnTo>
                    <a:pt x="213" y="158501"/>
                  </a:lnTo>
                  <a:lnTo>
                    <a:pt x="23" y="163787"/>
                  </a:lnTo>
                  <a:lnTo>
                    <a:pt x="0" y="169077"/>
                  </a:lnTo>
                  <a:lnTo>
                    <a:pt x="144" y="174364"/>
                  </a:lnTo>
                  <a:lnTo>
                    <a:pt x="455" y="179645"/>
                  </a:lnTo>
                  <a:lnTo>
                    <a:pt x="933" y="184913"/>
                  </a:lnTo>
                  <a:lnTo>
                    <a:pt x="1578" y="190163"/>
                  </a:lnTo>
                  <a:lnTo>
                    <a:pt x="2388" y="195391"/>
                  </a:lnTo>
                  <a:lnTo>
                    <a:pt x="3364" y="200590"/>
                  </a:lnTo>
                  <a:lnTo>
                    <a:pt x="4503" y="205755"/>
                  </a:lnTo>
                  <a:lnTo>
                    <a:pt x="5806" y="210882"/>
                  </a:lnTo>
                  <a:lnTo>
                    <a:pt x="7269" y="215965"/>
                  </a:lnTo>
                  <a:lnTo>
                    <a:pt x="8893" y="220999"/>
                  </a:lnTo>
                  <a:lnTo>
                    <a:pt x="10676" y="225980"/>
                  </a:lnTo>
                  <a:lnTo>
                    <a:pt x="12615" y="230901"/>
                  </a:lnTo>
                  <a:lnTo>
                    <a:pt x="14709" y="235759"/>
                  </a:lnTo>
                  <a:lnTo>
                    <a:pt x="16955" y="240548"/>
                  </a:lnTo>
                  <a:lnTo>
                    <a:pt x="19352" y="245263"/>
                  </a:lnTo>
                  <a:lnTo>
                    <a:pt x="21897" y="249900"/>
                  </a:lnTo>
                  <a:lnTo>
                    <a:pt x="24588" y="254455"/>
                  </a:lnTo>
                  <a:lnTo>
                    <a:pt x="27421" y="258922"/>
                  </a:lnTo>
                  <a:lnTo>
                    <a:pt x="30394" y="263297"/>
                  </a:lnTo>
                  <a:lnTo>
                    <a:pt x="33504" y="267576"/>
                  </a:lnTo>
                  <a:lnTo>
                    <a:pt x="36747" y="271754"/>
                  </a:lnTo>
                  <a:lnTo>
                    <a:pt x="40122" y="275828"/>
                  </a:lnTo>
                  <a:lnTo>
                    <a:pt x="43623" y="279793"/>
                  </a:lnTo>
                  <a:lnTo>
                    <a:pt x="47248" y="283645"/>
                  </a:lnTo>
                  <a:lnTo>
                    <a:pt x="50994" y="287380"/>
                  </a:lnTo>
                  <a:lnTo>
                    <a:pt x="54855" y="290995"/>
                  </a:lnTo>
                  <a:lnTo>
                    <a:pt x="58829" y="294487"/>
                  </a:lnTo>
                  <a:lnTo>
                    <a:pt x="62912" y="297850"/>
                  </a:lnTo>
                  <a:lnTo>
                    <a:pt x="67099" y="301083"/>
                  </a:lnTo>
                  <a:lnTo>
                    <a:pt x="71386" y="304182"/>
                  </a:lnTo>
                  <a:lnTo>
                    <a:pt x="75769" y="307143"/>
                  </a:lnTo>
                  <a:lnTo>
                    <a:pt x="80243" y="309964"/>
                  </a:lnTo>
                  <a:lnTo>
                    <a:pt x="84805" y="312643"/>
                  </a:lnTo>
                  <a:lnTo>
                    <a:pt x="89449" y="315176"/>
                  </a:lnTo>
                  <a:lnTo>
                    <a:pt x="94171" y="317560"/>
                  </a:lnTo>
                  <a:lnTo>
                    <a:pt x="98965" y="319794"/>
                  </a:lnTo>
                  <a:lnTo>
                    <a:pt x="103829" y="321875"/>
                  </a:lnTo>
                  <a:lnTo>
                    <a:pt x="108755" y="323801"/>
                  </a:lnTo>
                  <a:lnTo>
                    <a:pt x="113740" y="325571"/>
                  </a:lnTo>
                  <a:lnTo>
                    <a:pt x="118779" y="327181"/>
                  </a:lnTo>
                  <a:lnTo>
                    <a:pt x="123866" y="328632"/>
                  </a:lnTo>
                  <a:lnTo>
                    <a:pt x="128996" y="329921"/>
                  </a:lnTo>
                  <a:lnTo>
                    <a:pt x="134164" y="331046"/>
                  </a:lnTo>
                  <a:lnTo>
                    <a:pt x="139366" y="332008"/>
                  </a:lnTo>
                  <a:lnTo>
                    <a:pt x="144595" y="332805"/>
                  </a:lnTo>
                  <a:lnTo>
                    <a:pt x="149847" y="333436"/>
                  </a:lnTo>
                  <a:lnTo>
                    <a:pt x="155116" y="333900"/>
                  </a:lnTo>
                  <a:lnTo>
                    <a:pt x="160398" y="334198"/>
                  </a:lnTo>
                  <a:lnTo>
                    <a:pt x="165686" y="334328"/>
                  </a:lnTo>
                  <a:lnTo>
                    <a:pt x="170975" y="334291"/>
                  </a:lnTo>
                  <a:lnTo>
                    <a:pt x="176261" y="334086"/>
                  </a:lnTo>
                  <a:lnTo>
                    <a:pt x="181538" y="333715"/>
                  </a:lnTo>
                  <a:lnTo>
                    <a:pt x="186800" y="333176"/>
                  </a:lnTo>
                  <a:lnTo>
                    <a:pt x="192043" y="332472"/>
                  </a:lnTo>
                  <a:lnTo>
                    <a:pt x="197260" y="331601"/>
                  </a:lnTo>
                  <a:lnTo>
                    <a:pt x="202448" y="330567"/>
                  </a:lnTo>
                  <a:lnTo>
                    <a:pt x="207600" y="329368"/>
                  </a:lnTo>
                  <a:lnTo>
                    <a:pt x="212711" y="328007"/>
                  </a:lnTo>
                  <a:lnTo>
                    <a:pt x="217778" y="326486"/>
                  </a:lnTo>
                  <a:lnTo>
                    <a:pt x="222793" y="324804"/>
                  </a:lnTo>
                  <a:lnTo>
                    <a:pt x="227753" y="322965"/>
                  </a:lnTo>
                  <a:lnTo>
                    <a:pt x="232652" y="320970"/>
                  </a:lnTo>
                  <a:lnTo>
                    <a:pt x="237485" y="318821"/>
                  </a:lnTo>
                  <a:lnTo>
                    <a:pt x="242248" y="316519"/>
                  </a:lnTo>
                  <a:lnTo>
                    <a:pt x="246936" y="314069"/>
                  </a:lnTo>
                  <a:lnTo>
                    <a:pt x="251544" y="311471"/>
                  </a:lnTo>
                  <a:lnTo>
                    <a:pt x="256067" y="308729"/>
                  </a:lnTo>
                  <a:lnTo>
                    <a:pt x="260501" y="305845"/>
                  </a:lnTo>
                  <a:lnTo>
                    <a:pt x="264842" y="302822"/>
                  </a:lnTo>
                  <a:lnTo>
                    <a:pt x="269085" y="299664"/>
                  </a:lnTo>
                  <a:lnTo>
                    <a:pt x="273226" y="296372"/>
                  </a:lnTo>
                  <a:lnTo>
                    <a:pt x="277261" y="292952"/>
                  </a:lnTo>
                  <a:lnTo>
                    <a:pt x="281186" y="289405"/>
                  </a:lnTo>
                  <a:lnTo>
                    <a:pt x="284996" y="285736"/>
                  </a:lnTo>
                  <a:lnTo>
                    <a:pt x="288689" y="281948"/>
                  </a:lnTo>
                  <a:lnTo>
                    <a:pt x="292259" y="278046"/>
                  </a:lnTo>
                  <a:lnTo>
                    <a:pt x="295705" y="274032"/>
                  </a:lnTo>
                  <a:lnTo>
                    <a:pt x="299022" y="269911"/>
                  </a:lnTo>
                  <a:lnTo>
                    <a:pt x="302206" y="265688"/>
                  </a:lnTo>
                  <a:lnTo>
                    <a:pt x="305256" y="261366"/>
                  </a:lnTo>
                  <a:lnTo>
                    <a:pt x="308167" y="256949"/>
                  </a:lnTo>
                  <a:lnTo>
                    <a:pt x="310937" y="252443"/>
                  </a:lnTo>
                  <a:lnTo>
                    <a:pt x="313563" y="247851"/>
                  </a:lnTo>
                  <a:lnTo>
                    <a:pt x="316043" y="243178"/>
                  </a:lnTo>
                  <a:lnTo>
                    <a:pt x="318373" y="238429"/>
                  </a:lnTo>
                  <a:lnTo>
                    <a:pt x="320552" y="233609"/>
                  </a:lnTo>
                  <a:lnTo>
                    <a:pt x="322577" y="228723"/>
                  </a:lnTo>
                  <a:lnTo>
                    <a:pt x="324447" y="223775"/>
                  </a:lnTo>
                  <a:lnTo>
                    <a:pt x="326160" y="218770"/>
                  </a:lnTo>
                  <a:lnTo>
                    <a:pt x="327713" y="213713"/>
                  </a:lnTo>
                  <a:lnTo>
                    <a:pt x="329105" y="208610"/>
                  </a:lnTo>
                  <a:lnTo>
                    <a:pt x="330335" y="203465"/>
                  </a:lnTo>
                  <a:lnTo>
                    <a:pt x="331402" y="198284"/>
                  </a:lnTo>
                  <a:lnTo>
                    <a:pt x="332304" y="193072"/>
                  </a:lnTo>
                  <a:lnTo>
                    <a:pt x="333041" y="187834"/>
                  </a:lnTo>
                  <a:lnTo>
                    <a:pt x="333612" y="182575"/>
                  </a:lnTo>
                  <a:lnTo>
                    <a:pt x="334016" y="177301"/>
                  </a:lnTo>
                  <a:lnTo>
                    <a:pt x="334253" y="172017"/>
                  </a:lnTo>
                  <a:lnTo>
                    <a:pt x="334323" y="166727"/>
                  </a:lnTo>
                  <a:lnTo>
                    <a:pt x="334225" y="161439"/>
                  </a:lnTo>
                  <a:lnTo>
                    <a:pt x="333960" y="156155"/>
                  </a:lnTo>
                  <a:lnTo>
                    <a:pt x="333529" y="150883"/>
                  </a:lnTo>
                  <a:lnTo>
                    <a:pt x="332930" y="145628"/>
                  </a:lnTo>
                  <a:lnTo>
                    <a:pt x="332166" y="140394"/>
                  </a:lnTo>
                  <a:lnTo>
                    <a:pt x="331236" y="135186"/>
                  </a:lnTo>
                  <a:lnTo>
                    <a:pt x="330142" y="130011"/>
                  </a:lnTo>
                  <a:lnTo>
                    <a:pt x="328885" y="124873"/>
                  </a:lnTo>
                  <a:lnTo>
                    <a:pt x="327466" y="119777"/>
                  </a:lnTo>
                  <a:lnTo>
                    <a:pt x="325886" y="114729"/>
                  </a:lnTo>
                  <a:lnTo>
                    <a:pt x="324147" y="109733"/>
                  </a:lnTo>
                  <a:lnTo>
                    <a:pt x="322252" y="104795"/>
                  </a:lnTo>
                  <a:lnTo>
                    <a:pt x="320201" y="99919"/>
                  </a:lnTo>
                  <a:lnTo>
                    <a:pt x="317996" y="95110"/>
                  </a:lnTo>
                  <a:lnTo>
                    <a:pt x="315641" y="90374"/>
                  </a:lnTo>
                  <a:lnTo>
                    <a:pt x="313137" y="85714"/>
                  </a:lnTo>
                  <a:lnTo>
                    <a:pt x="310487" y="81136"/>
                  </a:lnTo>
                  <a:lnTo>
                    <a:pt x="307693" y="76645"/>
                  </a:lnTo>
                  <a:lnTo>
                    <a:pt x="304759" y="72243"/>
                  </a:lnTo>
                  <a:lnTo>
                    <a:pt x="301686" y="67937"/>
                  </a:lnTo>
                  <a:lnTo>
                    <a:pt x="298480" y="63731"/>
                  </a:lnTo>
                  <a:lnTo>
                    <a:pt x="295141" y="59627"/>
                  </a:lnTo>
                  <a:lnTo>
                    <a:pt x="291675" y="55632"/>
                  </a:lnTo>
                  <a:lnTo>
                    <a:pt x="288083" y="51748"/>
                  </a:lnTo>
                  <a:lnTo>
                    <a:pt x="284371" y="47980"/>
                  </a:lnTo>
                  <a:lnTo>
                    <a:pt x="280541" y="44331"/>
                  </a:lnTo>
                  <a:lnTo>
                    <a:pt x="276598" y="40805"/>
                  </a:lnTo>
                  <a:lnTo>
                    <a:pt x="272545" y="37406"/>
                  </a:lnTo>
                  <a:lnTo>
                    <a:pt x="268387" y="34136"/>
                  </a:lnTo>
                  <a:lnTo>
                    <a:pt x="264128" y="31000"/>
                  </a:lnTo>
                  <a:lnTo>
                    <a:pt x="259771" y="28000"/>
                  </a:lnTo>
                  <a:lnTo>
                    <a:pt x="255321" y="25139"/>
                  </a:lnTo>
                  <a:lnTo>
                    <a:pt x="250783" y="22421"/>
                  </a:lnTo>
                  <a:lnTo>
                    <a:pt x="246162" y="19848"/>
                  </a:lnTo>
                  <a:lnTo>
                    <a:pt x="241461" y="17422"/>
                  </a:lnTo>
                  <a:lnTo>
                    <a:pt x="236686" y="15146"/>
                  </a:lnTo>
                  <a:lnTo>
                    <a:pt x="231842" y="13022"/>
                  </a:lnTo>
                  <a:lnTo>
                    <a:pt x="226932" y="11052"/>
                  </a:lnTo>
                  <a:lnTo>
                    <a:pt x="221963" y="9239"/>
                  </a:lnTo>
                  <a:lnTo>
                    <a:pt x="216939" y="7584"/>
                  </a:lnTo>
                  <a:lnTo>
                    <a:pt x="211865" y="6089"/>
                  </a:lnTo>
                  <a:lnTo>
                    <a:pt x="206746" y="4755"/>
                  </a:lnTo>
                  <a:lnTo>
                    <a:pt x="201588" y="3584"/>
                  </a:lnTo>
                  <a:lnTo>
                    <a:pt x="196395" y="2576"/>
                  </a:lnTo>
                  <a:lnTo>
                    <a:pt x="191173" y="1734"/>
                  </a:lnTo>
                  <a:lnTo>
                    <a:pt x="185927" y="1057"/>
                  </a:lnTo>
                  <a:lnTo>
                    <a:pt x="180662" y="546"/>
                  </a:lnTo>
                  <a:lnTo>
                    <a:pt x="175383" y="202"/>
                  </a:lnTo>
                  <a:lnTo>
                    <a:pt x="170096" y="25"/>
                  </a:lnTo>
                  <a:lnTo>
                    <a:pt x="16715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781287" y="4213847"/>
              <a:ext cx="2940" cy="167141"/>
            </a:xfrm>
            <a:custGeom>
              <a:avLst/>
              <a:pathLst>
                <a:path w="2940" h="167141">
                  <a:moveTo>
                    <a:pt x="2940" y="0"/>
                  </a:moveTo>
                  <a:lnTo>
                    <a:pt x="0" y="16714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781287" y="4213821"/>
              <a:ext cx="2940" cy="167167"/>
            </a:xfrm>
            <a:custGeom>
              <a:avLst/>
              <a:pathLst>
                <a:path w="2940" h="167167">
                  <a:moveTo>
                    <a:pt x="2940" y="25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919358" y="4659281"/>
              <a:ext cx="167166" cy="177452"/>
            </a:xfrm>
            <a:custGeom>
              <a:avLst/>
              <a:pathLst>
                <a:path w="167166" h="177452">
                  <a:moveTo>
                    <a:pt x="167166" y="0"/>
                  </a:moveTo>
                  <a:lnTo>
                    <a:pt x="161709" y="89"/>
                  </a:lnTo>
                  <a:lnTo>
                    <a:pt x="156258" y="356"/>
                  </a:lnTo>
                  <a:lnTo>
                    <a:pt x="150819" y="801"/>
                  </a:lnTo>
                  <a:lnTo>
                    <a:pt x="145398" y="1423"/>
                  </a:lnTo>
                  <a:lnTo>
                    <a:pt x="139999" y="2222"/>
                  </a:lnTo>
                  <a:lnTo>
                    <a:pt x="134629" y="3196"/>
                  </a:lnTo>
                  <a:lnTo>
                    <a:pt x="129295" y="4346"/>
                  </a:lnTo>
                  <a:lnTo>
                    <a:pt x="124000" y="5669"/>
                  </a:lnTo>
                  <a:lnTo>
                    <a:pt x="118751" y="7164"/>
                  </a:lnTo>
                  <a:lnTo>
                    <a:pt x="113555" y="8829"/>
                  </a:lnTo>
                  <a:lnTo>
                    <a:pt x="108415" y="10664"/>
                  </a:lnTo>
                  <a:lnTo>
                    <a:pt x="103338" y="12665"/>
                  </a:lnTo>
                  <a:lnTo>
                    <a:pt x="98328" y="14831"/>
                  </a:lnTo>
                  <a:lnTo>
                    <a:pt x="93393" y="17159"/>
                  </a:lnTo>
                  <a:lnTo>
                    <a:pt x="88535" y="19647"/>
                  </a:lnTo>
                  <a:lnTo>
                    <a:pt x="83762" y="22292"/>
                  </a:lnTo>
                  <a:lnTo>
                    <a:pt x="79078" y="25092"/>
                  </a:lnTo>
                  <a:lnTo>
                    <a:pt x="74487" y="28043"/>
                  </a:lnTo>
                  <a:lnTo>
                    <a:pt x="69995" y="31142"/>
                  </a:lnTo>
                  <a:lnTo>
                    <a:pt x="65607" y="34386"/>
                  </a:lnTo>
                  <a:lnTo>
                    <a:pt x="61327" y="37772"/>
                  </a:lnTo>
                  <a:lnTo>
                    <a:pt x="57160" y="41296"/>
                  </a:lnTo>
                  <a:lnTo>
                    <a:pt x="53110" y="44953"/>
                  </a:lnTo>
                  <a:lnTo>
                    <a:pt x="49181" y="48742"/>
                  </a:lnTo>
                  <a:lnTo>
                    <a:pt x="45378" y="52656"/>
                  </a:lnTo>
                  <a:lnTo>
                    <a:pt x="41706" y="56692"/>
                  </a:lnTo>
                  <a:lnTo>
                    <a:pt x="38166" y="60846"/>
                  </a:lnTo>
                  <a:lnTo>
                    <a:pt x="34765" y="65114"/>
                  </a:lnTo>
                  <a:lnTo>
                    <a:pt x="31504" y="69490"/>
                  </a:lnTo>
                  <a:lnTo>
                    <a:pt x="28388" y="73970"/>
                  </a:lnTo>
                  <a:lnTo>
                    <a:pt x="25420" y="78550"/>
                  </a:lnTo>
                  <a:lnTo>
                    <a:pt x="22603" y="83224"/>
                  </a:lnTo>
                  <a:lnTo>
                    <a:pt x="19940" y="87987"/>
                  </a:lnTo>
                  <a:lnTo>
                    <a:pt x="17434" y="92835"/>
                  </a:lnTo>
                  <a:lnTo>
                    <a:pt x="15087" y="97762"/>
                  </a:lnTo>
                  <a:lnTo>
                    <a:pt x="12903" y="102763"/>
                  </a:lnTo>
                  <a:lnTo>
                    <a:pt x="10883" y="107833"/>
                  </a:lnTo>
                  <a:lnTo>
                    <a:pt x="9029" y="112966"/>
                  </a:lnTo>
                  <a:lnTo>
                    <a:pt x="7344" y="118156"/>
                  </a:lnTo>
                  <a:lnTo>
                    <a:pt x="5830" y="123399"/>
                  </a:lnTo>
                  <a:lnTo>
                    <a:pt x="4487" y="128689"/>
                  </a:lnTo>
                  <a:lnTo>
                    <a:pt x="3318" y="134019"/>
                  </a:lnTo>
                  <a:lnTo>
                    <a:pt x="2323" y="139385"/>
                  </a:lnTo>
                  <a:lnTo>
                    <a:pt x="1504" y="144781"/>
                  </a:lnTo>
                  <a:lnTo>
                    <a:pt x="862" y="150200"/>
                  </a:lnTo>
                  <a:lnTo>
                    <a:pt x="396" y="155638"/>
                  </a:lnTo>
                  <a:lnTo>
                    <a:pt x="109" y="161087"/>
                  </a:lnTo>
                  <a:lnTo>
                    <a:pt x="0" y="166544"/>
                  </a:lnTo>
                  <a:lnTo>
                    <a:pt x="68" y="172000"/>
                  </a:lnTo>
                  <a:lnTo>
                    <a:pt x="315" y="17745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919674" y="4826449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919674" y="4826449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919674" y="4826449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919674" y="4826449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919674" y="4826449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919674" y="4826449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919674" y="4826449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919674" y="4826449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919674" y="4826449"/>
              <a:ext cx="166850" cy="10285"/>
            </a:xfrm>
            <a:custGeom>
              <a:avLst/>
              <a:pathLst>
                <a:path w="166850" h="10285">
                  <a:moveTo>
                    <a:pt x="0" y="10285"/>
                  </a:moveTo>
                  <a:lnTo>
                    <a:pt x="16685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919674" y="4826449"/>
              <a:ext cx="166850" cy="35886"/>
            </a:xfrm>
            <a:custGeom>
              <a:avLst/>
              <a:pathLst>
                <a:path w="166850" h="35886">
                  <a:moveTo>
                    <a:pt x="0" y="10285"/>
                  </a:moveTo>
                  <a:lnTo>
                    <a:pt x="752" y="18876"/>
                  </a:lnTo>
                  <a:lnTo>
                    <a:pt x="1947" y="27418"/>
                  </a:lnTo>
                  <a:lnTo>
                    <a:pt x="3580" y="35886"/>
                  </a:lnTo>
                  <a:lnTo>
                    <a:pt x="16685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923254" y="4659281"/>
              <a:ext cx="330424" cy="334330"/>
            </a:xfrm>
            <a:custGeom>
              <a:avLst/>
              <a:pathLst>
                <a:path w="330424" h="334330">
                  <a:moveTo>
                    <a:pt x="0" y="203053"/>
                  </a:moveTo>
                  <a:lnTo>
                    <a:pt x="1217" y="208204"/>
                  </a:lnTo>
                  <a:lnTo>
                    <a:pt x="2598" y="213314"/>
                  </a:lnTo>
                  <a:lnTo>
                    <a:pt x="4139" y="218377"/>
                  </a:lnTo>
                  <a:lnTo>
                    <a:pt x="5840" y="223389"/>
                  </a:lnTo>
                  <a:lnTo>
                    <a:pt x="7699" y="228344"/>
                  </a:lnTo>
                  <a:lnTo>
                    <a:pt x="9713" y="233239"/>
                  </a:lnTo>
                  <a:lnTo>
                    <a:pt x="11882" y="238067"/>
                  </a:lnTo>
                  <a:lnTo>
                    <a:pt x="14202" y="242823"/>
                  </a:lnTo>
                  <a:lnTo>
                    <a:pt x="16672" y="247505"/>
                  </a:lnTo>
                  <a:lnTo>
                    <a:pt x="19289" y="252105"/>
                  </a:lnTo>
                  <a:lnTo>
                    <a:pt x="22050" y="256621"/>
                  </a:lnTo>
                  <a:lnTo>
                    <a:pt x="24952" y="261046"/>
                  </a:lnTo>
                  <a:lnTo>
                    <a:pt x="27994" y="265378"/>
                  </a:lnTo>
                  <a:lnTo>
                    <a:pt x="31171" y="269611"/>
                  </a:lnTo>
                  <a:lnTo>
                    <a:pt x="34480" y="273742"/>
                  </a:lnTo>
                  <a:lnTo>
                    <a:pt x="37918" y="277765"/>
                  </a:lnTo>
                  <a:lnTo>
                    <a:pt x="41482" y="281678"/>
                  </a:lnTo>
                  <a:lnTo>
                    <a:pt x="45168" y="285476"/>
                  </a:lnTo>
                  <a:lnTo>
                    <a:pt x="48973" y="289156"/>
                  </a:lnTo>
                  <a:lnTo>
                    <a:pt x="52892" y="292713"/>
                  </a:lnTo>
                  <a:lnTo>
                    <a:pt x="56922" y="296144"/>
                  </a:lnTo>
                  <a:lnTo>
                    <a:pt x="61058" y="299446"/>
                  </a:lnTo>
                  <a:lnTo>
                    <a:pt x="65297" y="302615"/>
                  </a:lnTo>
                  <a:lnTo>
                    <a:pt x="69634" y="305649"/>
                  </a:lnTo>
                  <a:lnTo>
                    <a:pt x="74065" y="308544"/>
                  </a:lnTo>
                  <a:lnTo>
                    <a:pt x="78585" y="311297"/>
                  </a:lnTo>
                  <a:lnTo>
                    <a:pt x="83190" y="313906"/>
                  </a:lnTo>
                  <a:lnTo>
                    <a:pt x="87875" y="316367"/>
                  </a:lnTo>
                  <a:lnTo>
                    <a:pt x="92636" y="318679"/>
                  </a:lnTo>
                  <a:lnTo>
                    <a:pt x="97468" y="320839"/>
                  </a:lnTo>
                  <a:lnTo>
                    <a:pt x="102366" y="322845"/>
                  </a:lnTo>
                  <a:lnTo>
                    <a:pt x="107325" y="324695"/>
                  </a:lnTo>
                  <a:lnTo>
                    <a:pt x="112340" y="326387"/>
                  </a:lnTo>
                  <a:lnTo>
                    <a:pt x="117406" y="327920"/>
                  </a:lnTo>
                  <a:lnTo>
                    <a:pt x="122517" y="329291"/>
                  </a:lnTo>
                  <a:lnTo>
                    <a:pt x="127670" y="330500"/>
                  </a:lnTo>
                  <a:lnTo>
                    <a:pt x="132859" y="331545"/>
                  </a:lnTo>
                  <a:lnTo>
                    <a:pt x="138078" y="332425"/>
                  </a:lnTo>
                  <a:lnTo>
                    <a:pt x="143322" y="333140"/>
                  </a:lnTo>
                  <a:lnTo>
                    <a:pt x="148586" y="333688"/>
                  </a:lnTo>
                  <a:lnTo>
                    <a:pt x="153865" y="334070"/>
                  </a:lnTo>
                  <a:lnTo>
                    <a:pt x="159153" y="334284"/>
                  </a:lnTo>
                  <a:lnTo>
                    <a:pt x="164446" y="334330"/>
                  </a:lnTo>
                  <a:lnTo>
                    <a:pt x="169737" y="334209"/>
                  </a:lnTo>
                  <a:lnTo>
                    <a:pt x="175022" y="333921"/>
                  </a:lnTo>
                  <a:lnTo>
                    <a:pt x="180295" y="333465"/>
                  </a:lnTo>
                  <a:lnTo>
                    <a:pt x="185551" y="332843"/>
                  </a:lnTo>
                  <a:lnTo>
                    <a:pt x="190784" y="332054"/>
                  </a:lnTo>
                  <a:lnTo>
                    <a:pt x="195990" y="331101"/>
                  </a:lnTo>
                  <a:lnTo>
                    <a:pt x="201164" y="329983"/>
                  </a:lnTo>
                  <a:lnTo>
                    <a:pt x="206299" y="328702"/>
                  </a:lnTo>
                  <a:lnTo>
                    <a:pt x="211391" y="327258"/>
                  </a:lnTo>
                  <a:lnTo>
                    <a:pt x="216435" y="325655"/>
                  </a:lnTo>
                  <a:lnTo>
                    <a:pt x="221426" y="323892"/>
                  </a:lnTo>
                  <a:lnTo>
                    <a:pt x="226358" y="321973"/>
                  </a:lnTo>
                  <a:lnTo>
                    <a:pt x="231227" y="319898"/>
                  </a:lnTo>
                  <a:lnTo>
                    <a:pt x="236028" y="317670"/>
                  </a:lnTo>
                  <a:lnTo>
                    <a:pt x="240756" y="315291"/>
                  </a:lnTo>
                  <a:lnTo>
                    <a:pt x="245406" y="312764"/>
                  </a:lnTo>
                  <a:lnTo>
                    <a:pt x="249974" y="310091"/>
                  </a:lnTo>
                  <a:lnTo>
                    <a:pt x="254455" y="307275"/>
                  </a:lnTo>
                  <a:lnTo>
                    <a:pt x="258845" y="304318"/>
                  </a:lnTo>
                  <a:lnTo>
                    <a:pt x="263139" y="301223"/>
                  </a:lnTo>
                  <a:lnTo>
                    <a:pt x="267332" y="297995"/>
                  </a:lnTo>
                  <a:lnTo>
                    <a:pt x="271422" y="294635"/>
                  </a:lnTo>
                  <a:lnTo>
                    <a:pt x="275403" y="291147"/>
                  </a:lnTo>
                  <a:lnTo>
                    <a:pt x="279272" y="287535"/>
                  </a:lnTo>
                  <a:lnTo>
                    <a:pt x="283024" y="283803"/>
                  </a:lnTo>
                  <a:lnTo>
                    <a:pt x="286656" y="279953"/>
                  </a:lnTo>
                  <a:lnTo>
                    <a:pt x="290165" y="275990"/>
                  </a:lnTo>
                  <a:lnTo>
                    <a:pt x="293546" y="271919"/>
                  </a:lnTo>
                  <a:lnTo>
                    <a:pt x="296797" y="267742"/>
                  </a:lnTo>
                  <a:lnTo>
                    <a:pt x="299914" y="263465"/>
                  </a:lnTo>
                  <a:lnTo>
                    <a:pt x="302894" y="259091"/>
                  </a:lnTo>
                  <a:lnTo>
                    <a:pt x="305734" y="254624"/>
                  </a:lnTo>
                  <a:lnTo>
                    <a:pt x="308431" y="250071"/>
                  </a:lnTo>
                  <a:lnTo>
                    <a:pt x="310983" y="245434"/>
                  </a:lnTo>
                  <a:lnTo>
                    <a:pt x="313387" y="240718"/>
                  </a:lnTo>
                  <a:lnTo>
                    <a:pt x="315640" y="235929"/>
                  </a:lnTo>
                  <a:lnTo>
                    <a:pt x="317740" y="231071"/>
                  </a:lnTo>
                  <a:lnTo>
                    <a:pt x="319686" y="226149"/>
                  </a:lnTo>
                  <a:lnTo>
                    <a:pt x="321475" y="221168"/>
                  </a:lnTo>
                  <a:lnTo>
                    <a:pt x="323105" y="216133"/>
                  </a:lnTo>
                  <a:lnTo>
                    <a:pt x="324575" y="211048"/>
                  </a:lnTo>
                  <a:lnTo>
                    <a:pt x="325883" y="205920"/>
                  </a:lnTo>
                  <a:lnTo>
                    <a:pt x="327028" y="200752"/>
                  </a:lnTo>
                  <a:lnTo>
                    <a:pt x="328010" y="195552"/>
                  </a:lnTo>
                  <a:lnTo>
                    <a:pt x="328826" y="190322"/>
                  </a:lnTo>
                  <a:lnTo>
                    <a:pt x="329476" y="185070"/>
                  </a:lnTo>
                  <a:lnTo>
                    <a:pt x="329959" y="179799"/>
                  </a:lnTo>
                  <a:lnTo>
                    <a:pt x="330275" y="174516"/>
                  </a:lnTo>
                  <a:lnTo>
                    <a:pt x="330424" y="169225"/>
                  </a:lnTo>
                  <a:lnTo>
                    <a:pt x="330406" y="163933"/>
                  </a:lnTo>
                  <a:lnTo>
                    <a:pt x="330220" y="158643"/>
                  </a:lnTo>
                  <a:lnTo>
                    <a:pt x="329866" y="153362"/>
                  </a:lnTo>
                  <a:lnTo>
                    <a:pt x="329346" y="148095"/>
                  </a:lnTo>
                  <a:lnTo>
                    <a:pt x="328659" y="142847"/>
                  </a:lnTo>
                  <a:lnTo>
                    <a:pt x="327806" y="137624"/>
                  </a:lnTo>
                  <a:lnTo>
                    <a:pt x="326788" y="132430"/>
                  </a:lnTo>
                  <a:lnTo>
                    <a:pt x="325606" y="127271"/>
                  </a:lnTo>
                  <a:lnTo>
                    <a:pt x="324262" y="122152"/>
                  </a:lnTo>
                  <a:lnTo>
                    <a:pt x="322756" y="117078"/>
                  </a:lnTo>
                  <a:lnTo>
                    <a:pt x="321091" y="112054"/>
                  </a:lnTo>
                  <a:lnTo>
                    <a:pt x="319267" y="107086"/>
                  </a:lnTo>
                  <a:lnTo>
                    <a:pt x="317287" y="102177"/>
                  </a:lnTo>
                  <a:lnTo>
                    <a:pt x="315152" y="97334"/>
                  </a:lnTo>
                  <a:lnTo>
                    <a:pt x="312865" y="92561"/>
                  </a:lnTo>
                  <a:lnTo>
                    <a:pt x="310429" y="87863"/>
                  </a:lnTo>
                  <a:lnTo>
                    <a:pt x="307844" y="83244"/>
                  </a:lnTo>
                  <a:lnTo>
                    <a:pt x="305115" y="78709"/>
                  </a:lnTo>
                  <a:lnTo>
                    <a:pt x="302244" y="74263"/>
                  </a:lnTo>
                  <a:lnTo>
                    <a:pt x="299233" y="69910"/>
                  </a:lnTo>
                  <a:lnTo>
                    <a:pt x="296086" y="65655"/>
                  </a:lnTo>
                  <a:lnTo>
                    <a:pt x="292806" y="61501"/>
                  </a:lnTo>
                  <a:lnTo>
                    <a:pt x="289396" y="57453"/>
                  </a:lnTo>
                  <a:lnTo>
                    <a:pt x="285860" y="53516"/>
                  </a:lnTo>
                  <a:lnTo>
                    <a:pt x="282200" y="49692"/>
                  </a:lnTo>
                  <a:lnTo>
                    <a:pt x="278422" y="45986"/>
                  </a:lnTo>
                  <a:lnTo>
                    <a:pt x="274528" y="42401"/>
                  </a:lnTo>
                  <a:lnTo>
                    <a:pt x="270522" y="38941"/>
                  </a:lnTo>
                  <a:lnTo>
                    <a:pt x="266409" y="35610"/>
                  </a:lnTo>
                  <a:lnTo>
                    <a:pt x="262193" y="32411"/>
                  </a:lnTo>
                  <a:lnTo>
                    <a:pt x="257877" y="29347"/>
                  </a:lnTo>
                  <a:lnTo>
                    <a:pt x="253467" y="26421"/>
                  </a:lnTo>
                  <a:lnTo>
                    <a:pt x="248966" y="23636"/>
                  </a:lnTo>
                  <a:lnTo>
                    <a:pt x="244380" y="20995"/>
                  </a:lnTo>
                  <a:lnTo>
                    <a:pt x="239712" y="18501"/>
                  </a:lnTo>
                  <a:lnTo>
                    <a:pt x="234967" y="16156"/>
                  </a:lnTo>
                  <a:lnTo>
                    <a:pt x="230151" y="13962"/>
                  </a:lnTo>
                  <a:lnTo>
                    <a:pt x="225267" y="11921"/>
                  </a:lnTo>
                  <a:lnTo>
                    <a:pt x="220321" y="10036"/>
                  </a:lnTo>
                  <a:lnTo>
                    <a:pt x="215318" y="8309"/>
                  </a:lnTo>
                  <a:lnTo>
                    <a:pt x="210263" y="6741"/>
                  </a:lnTo>
                  <a:lnTo>
                    <a:pt x="205161" y="5334"/>
                  </a:lnTo>
                  <a:lnTo>
                    <a:pt x="200017" y="4089"/>
                  </a:lnTo>
                  <a:lnTo>
                    <a:pt x="194836" y="3007"/>
                  </a:lnTo>
                  <a:lnTo>
                    <a:pt x="189624" y="2090"/>
                  </a:lnTo>
                  <a:lnTo>
                    <a:pt x="184385" y="1338"/>
                  </a:lnTo>
                  <a:lnTo>
                    <a:pt x="179124" y="753"/>
                  </a:lnTo>
                  <a:lnTo>
                    <a:pt x="173848" y="335"/>
                  </a:lnTo>
                  <a:lnTo>
                    <a:pt x="168562" y="83"/>
                  </a:lnTo>
                  <a:lnTo>
                    <a:pt x="163270" y="0"/>
                  </a:lnTo>
                  <a:lnTo>
                    <a:pt x="16327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3482253" y="5018213"/>
              <a:ext cx="6467" cy="167167"/>
            </a:xfrm>
            <a:custGeom>
              <a:avLst/>
              <a:pathLst>
                <a:path w="6467" h="167167">
                  <a:moveTo>
                    <a:pt x="6467" y="0"/>
                  </a:moveTo>
                  <a:lnTo>
                    <a:pt x="0" y="125"/>
                  </a:lnTo>
                  <a:lnTo>
                    <a:pt x="6467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3482253" y="5018338"/>
              <a:ext cx="6467" cy="167042"/>
            </a:xfrm>
            <a:custGeom>
              <a:avLst/>
              <a:pathLst>
                <a:path w="6467" h="167042">
                  <a:moveTo>
                    <a:pt x="0" y="0"/>
                  </a:moveTo>
                  <a:lnTo>
                    <a:pt x="6467" y="167042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3482253" y="5018338"/>
              <a:ext cx="6467" cy="167042"/>
            </a:xfrm>
            <a:custGeom>
              <a:avLst/>
              <a:pathLst>
                <a:path w="6467" h="167042">
                  <a:moveTo>
                    <a:pt x="0" y="0"/>
                  </a:moveTo>
                  <a:lnTo>
                    <a:pt x="6467" y="167042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3482253" y="5018338"/>
              <a:ext cx="6467" cy="167042"/>
            </a:xfrm>
            <a:custGeom>
              <a:avLst/>
              <a:pathLst>
                <a:path w="6467" h="167042">
                  <a:moveTo>
                    <a:pt x="0" y="0"/>
                  </a:moveTo>
                  <a:lnTo>
                    <a:pt x="6467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3482253" y="5018338"/>
              <a:ext cx="6467" cy="167042"/>
            </a:xfrm>
            <a:custGeom>
              <a:avLst/>
              <a:pathLst>
                <a:path w="6467" h="167042">
                  <a:moveTo>
                    <a:pt x="0" y="0"/>
                  </a:moveTo>
                  <a:lnTo>
                    <a:pt x="6467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3482253" y="5018338"/>
              <a:ext cx="6467" cy="167042"/>
            </a:xfrm>
            <a:custGeom>
              <a:avLst/>
              <a:pathLst>
                <a:path w="6467" h="167042">
                  <a:moveTo>
                    <a:pt x="0" y="0"/>
                  </a:moveTo>
                  <a:lnTo>
                    <a:pt x="6467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3482253" y="5018338"/>
              <a:ext cx="6467" cy="167042"/>
            </a:xfrm>
            <a:custGeom>
              <a:avLst/>
              <a:pathLst>
                <a:path w="6467" h="167042">
                  <a:moveTo>
                    <a:pt x="0" y="0"/>
                  </a:moveTo>
                  <a:lnTo>
                    <a:pt x="6467" y="16704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3482253" y="5018338"/>
              <a:ext cx="6467" cy="167042"/>
            </a:xfrm>
            <a:custGeom>
              <a:avLst/>
              <a:pathLst>
                <a:path w="6467" h="167042">
                  <a:moveTo>
                    <a:pt x="0" y="0"/>
                  </a:moveTo>
                  <a:lnTo>
                    <a:pt x="6467" y="16704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3482253" y="5018338"/>
              <a:ext cx="6467" cy="167042"/>
            </a:xfrm>
            <a:custGeom>
              <a:avLst/>
              <a:pathLst>
                <a:path w="6467" h="167042">
                  <a:moveTo>
                    <a:pt x="0" y="0"/>
                  </a:moveTo>
                  <a:lnTo>
                    <a:pt x="6467" y="16704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3321562" y="5018297"/>
              <a:ext cx="334308" cy="334250"/>
            </a:xfrm>
            <a:custGeom>
              <a:avLst/>
              <a:pathLst>
                <a:path w="334308" h="334250">
                  <a:moveTo>
                    <a:pt x="160690" y="41"/>
                  </a:moveTo>
                  <a:lnTo>
                    <a:pt x="155399" y="330"/>
                  </a:lnTo>
                  <a:lnTo>
                    <a:pt x="150120" y="786"/>
                  </a:lnTo>
                  <a:lnTo>
                    <a:pt x="144858" y="1410"/>
                  </a:lnTo>
                  <a:lnTo>
                    <a:pt x="139619" y="2200"/>
                  </a:lnTo>
                  <a:lnTo>
                    <a:pt x="134407" y="3155"/>
                  </a:lnTo>
                  <a:lnTo>
                    <a:pt x="129228" y="4276"/>
                  </a:lnTo>
                  <a:lnTo>
                    <a:pt x="124088" y="5559"/>
                  </a:lnTo>
                  <a:lnTo>
                    <a:pt x="118990" y="7006"/>
                  </a:lnTo>
                  <a:lnTo>
                    <a:pt x="113941" y="8612"/>
                  </a:lnTo>
                  <a:lnTo>
                    <a:pt x="108945" y="10379"/>
                  </a:lnTo>
                  <a:lnTo>
                    <a:pt x="104008" y="12302"/>
                  </a:lnTo>
                  <a:lnTo>
                    <a:pt x="99134" y="14381"/>
                  </a:lnTo>
                  <a:lnTo>
                    <a:pt x="94329" y="16614"/>
                  </a:lnTo>
                  <a:lnTo>
                    <a:pt x="89597" y="18998"/>
                  </a:lnTo>
                  <a:lnTo>
                    <a:pt x="84943" y="21530"/>
                  </a:lnTo>
                  <a:lnTo>
                    <a:pt x="80371" y="24209"/>
                  </a:lnTo>
                  <a:lnTo>
                    <a:pt x="75886" y="27031"/>
                  </a:lnTo>
                  <a:lnTo>
                    <a:pt x="71494" y="29994"/>
                  </a:lnTo>
                  <a:lnTo>
                    <a:pt x="67197" y="33095"/>
                  </a:lnTo>
                  <a:lnTo>
                    <a:pt x="63001" y="36330"/>
                  </a:lnTo>
                  <a:lnTo>
                    <a:pt x="58909" y="39697"/>
                  </a:lnTo>
                  <a:lnTo>
                    <a:pt x="54926" y="43192"/>
                  </a:lnTo>
                  <a:lnTo>
                    <a:pt x="51056" y="46811"/>
                  </a:lnTo>
                  <a:lnTo>
                    <a:pt x="47303" y="50551"/>
                  </a:lnTo>
                  <a:lnTo>
                    <a:pt x="43670" y="54408"/>
                  </a:lnTo>
                  <a:lnTo>
                    <a:pt x="40161" y="58378"/>
                  </a:lnTo>
                  <a:lnTo>
                    <a:pt x="36779" y="62458"/>
                  </a:lnTo>
                  <a:lnTo>
                    <a:pt x="33529" y="66642"/>
                  </a:lnTo>
                  <a:lnTo>
                    <a:pt x="30413" y="70928"/>
                  </a:lnTo>
                  <a:lnTo>
                    <a:pt x="27434" y="75310"/>
                  </a:lnTo>
                  <a:lnTo>
                    <a:pt x="24596" y="79784"/>
                  </a:lnTo>
                  <a:lnTo>
                    <a:pt x="21901" y="84346"/>
                  </a:lnTo>
                  <a:lnTo>
                    <a:pt x="19352" y="88991"/>
                  </a:lnTo>
                  <a:lnTo>
                    <a:pt x="16951" y="93715"/>
                  </a:lnTo>
                  <a:lnTo>
                    <a:pt x="14701" y="98512"/>
                  </a:lnTo>
                  <a:lnTo>
                    <a:pt x="12604" y="103379"/>
                  </a:lnTo>
                  <a:lnTo>
                    <a:pt x="10663" y="108309"/>
                  </a:lnTo>
                  <a:lnTo>
                    <a:pt x="8879" y="113298"/>
                  </a:lnTo>
                  <a:lnTo>
                    <a:pt x="7254" y="118341"/>
                  </a:lnTo>
                  <a:lnTo>
                    <a:pt x="5789" y="123434"/>
                  </a:lnTo>
                  <a:lnTo>
                    <a:pt x="4487" y="128570"/>
                  </a:lnTo>
                  <a:lnTo>
                    <a:pt x="3348" y="133745"/>
                  </a:lnTo>
                  <a:lnTo>
                    <a:pt x="2374" y="138953"/>
                  </a:lnTo>
                  <a:lnTo>
                    <a:pt x="1565" y="144189"/>
                  </a:lnTo>
                  <a:lnTo>
                    <a:pt x="923" y="149449"/>
                  </a:lnTo>
                  <a:lnTo>
                    <a:pt x="447" y="154726"/>
                  </a:lnTo>
                  <a:lnTo>
                    <a:pt x="140" y="160016"/>
                  </a:lnTo>
                  <a:lnTo>
                    <a:pt x="0" y="165313"/>
                  </a:lnTo>
                  <a:lnTo>
                    <a:pt x="27" y="170611"/>
                  </a:lnTo>
                  <a:lnTo>
                    <a:pt x="223" y="175907"/>
                  </a:lnTo>
                  <a:lnTo>
                    <a:pt x="587" y="181193"/>
                  </a:lnTo>
                  <a:lnTo>
                    <a:pt x="1117" y="186465"/>
                  </a:lnTo>
                  <a:lnTo>
                    <a:pt x="1815" y="191717"/>
                  </a:lnTo>
                  <a:lnTo>
                    <a:pt x="2679" y="196945"/>
                  </a:lnTo>
                  <a:lnTo>
                    <a:pt x="3708" y="202143"/>
                  </a:lnTo>
                  <a:lnTo>
                    <a:pt x="4901" y="207305"/>
                  </a:lnTo>
                  <a:lnTo>
                    <a:pt x="6257" y="212428"/>
                  </a:lnTo>
                  <a:lnTo>
                    <a:pt x="7775" y="217504"/>
                  </a:lnTo>
                  <a:lnTo>
                    <a:pt x="9453" y="222530"/>
                  </a:lnTo>
                  <a:lnTo>
                    <a:pt x="11290" y="227500"/>
                  </a:lnTo>
                  <a:lnTo>
                    <a:pt x="13283" y="232410"/>
                  </a:lnTo>
                  <a:lnTo>
                    <a:pt x="15431" y="237254"/>
                  </a:lnTo>
                  <a:lnTo>
                    <a:pt x="17731" y="242027"/>
                  </a:lnTo>
                  <a:lnTo>
                    <a:pt x="20181" y="246725"/>
                  </a:lnTo>
                  <a:lnTo>
                    <a:pt x="22779" y="251343"/>
                  </a:lnTo>
                  <a:lnTo>
                    <a:pt x="25522" y="255877"/>
                  </a:lnTo>
                  <a:lnTo>
                    <a:pt x="28407" y="260321"/>
                  </a:lnTo>
                  <a:lnTo>
                    <a:pt x="31432" y="264672"/>
                  </a:lnTo>
                  <a:lnTo>
                    <a:pt x="34593" y="268924"/>
                  </a:lnTo>
                  <a:lnTo>
                    <a:pt x="37887" y="273074"/>
                  </a:lnTo>
                  <a:lnTo>
                    <a:pt x="41311" y="277118"/>
                  </a:lnTo>
                  <a:lnTo>
                    <a:pt x="44862" y="281051"/>
                  </a:lnTo>
                  <a:lnTo>
                    <a:pt x="48535" y="284870"/>
                  </a:lnTo>
                  <a:lnTo>
                    <a:pt x="52328" y="288570"/>
                  </a:lnTo>
                  <a:lnTo>
                    <a:pt x="56236" y="292148"/>
                  </a:lnTo>
                  <a:lnTo>
                    <a:pt x="60255" y="295601"/>
                  </a:lnTo>
                  <a:lnTo>
                    <a:pt x="64382" y="298924"/>
                  </a:lnTo>
                  <a:lnTo>
                    <a:pt x="68612" y="302115"/>
                  </a:lnTo>
                  <a:lnTo>
                    <a:pt x="72941" y="305171"/>
                  </a:lnTo>
                  <a:lnTo>
                    <a:pt x="77365" y="308087"/>
                  </a:lnTo>
                  <a:lnTo>
                    <a:pt x="81878" y="310862"/>
                  </a:lnTo>
                  <a:lnTo>
                    <a:pt x="86478" y="313493"/>
                  </a:lnTo>
                  <a:lnTo>
                    <a:pt x="91159" y="315976"/>
                  </a:lnTo>
                  <a:lnTo>
                    <a:pt x="95916" y="318310"/>
                  </a:lnTo>
                  <a:lnTo>
                    <a:pt x="100744" y="320492"/>
                  </a:lnTo>
                  <a:lnTo>
                    <a:pt x="105640" y="322520"/>
                  </a:lnTo>
                  <a:lnTo>
                    <a:pt x="110597" y="324391"/>
                  </a:lnTo>
                  <a:lnTo>
                    <a:pt x="115611" y="326105"/>
                  </a:lnTo>
                  <a:lnTo>
                    <a:pt x="120676" y="327659"/>
                  </a:lnTo>
                  <a:lnTo>
                    <a:pt x="125789" y="329051"/>
                  </a:lnTo>
                  <a:lnTo>
                    <a:pt x="130943" y="330281"/>
                  </a:lnTo>
                  <a:lnTo>
                    <a:pt x="136133" y="331346"/>
                  </a:lnTo>
                  <a:lnTo>
                    <a:pt x="141355" y="332247"/>
                  </a:lnTo>
                  <a:lnTo>
                    <a:pt x="146602" y="332982"/>
                  </a:lnTo>
                  <a:lnTo>
                    <a:pt x="151870" y="333550"/>
                  </a:lnTo>
                  <a:lnTo>
                    <a:pt x="157154" y="333951"/>
                  </a:lnTo>
                  <a:lnTo>
                    <a:pt x="162447" y="334184"/>
                  </a:lnTo>
                  <a:lnTo>
                    <a:pt x="167746" y="334250"/>
                  </a:lnTo>
                  <a:lnTo>
                    <a:pt x="173043" y="334147"/>
                  </a:lnTo>
                  <a:lnTo>
                    <a:pt x="178335" y="333876"/>
                  </a:lnTo>
                  <a:lnTo>
                    <a:pt x="183616" y="333438"/>
                  </a:lnTo>
                  <a:lnTo>
                    <a:pt x="188880" y="332833"/>
                  </a:lnTo>
                  <a:lnTo>
                    <a:pt x="194122" y="332062"/>
                  </a:lnTo>
                  <a:lnTo>
                    <a:pt x="199337" y="331124"/>
                  </a:lnTo>
                  <a:lnTo>
                    <a:pt x="204520" y="330022"/>
                  </a:lnTo>
                  <a:lnTo>
                    <a:pt x="209665" y="328756"/>
                  </a:lnTo>
                  <a:lnTo>
                    <a:pt x="214767" y="327328"/>
                  </a:lnTo>
                  <a:lnTo>
                    <a:pt x="219822" y="325738"/>
                  </a:lnTo>
                  <a:lnTo>
                    <a:pt x="224824" y="323989"/>
                  </a:lnTo>
                  <a:lnTo>
                    <a:pt x="229768" y="322083"/>
                  </a:lnTo>
                  <a:lnTo>
                    <a:pt x="234649" y="320021"/>
                  </a:lnTo>
                  <a:lnTo>
                    <a:pt x="239462" y="317805"/>
                  </a:lnTo>
                  <a:lnTo>
                    <a:pt x="244202" y="315438"/>
                  </a:lnTo>
                  <a:lnTo>
                    <a:pt x="248865" y="312921"/>
                  </a:lnTo>
                  <a:lnTo>
                    <a:pt x="253446" y="310259"/>
                  </a:lnTo>
                  <a:lnTo>
                    <a:pt x="257940" y="307452"/>
                  </a:lnTo>
                  <a:lnTo>
                    <a:pt x="262344" y="304504"/>
                  </a:lnTo>
                  <a:lnTo>
                    <a:pt x="266651" y="301419"/>
                  </a:lnTo>
                  <a:lnTo>
                    <a:pt x="270858" y="298198"/>
                  </a:lnTo>
                  <a:lnTo>
                    <a:pt x="274962" y="294845"/>
                  </a:lnTo>
                  <a:lnTo>
                    <a:pt x="278957" y="291365"/>
                  </a:lnTo>
                  <a:lnTo>
                    <a:pt x="282839" y="287759"/>
                  </a:lnTo>
                  <a:lnTo>
                    <a:pt x="286606" y="284032"/>
                  </a:lnTo>
                  <a:lnTo>
                    <a:pt x="290252" y="280188"/>
                  </a:lnTo>
                  <a:lnTo>
                    <a:pt x="293775" y="276230"/>
                  </a:lnTo>
                  <a:lnTo>
                    <a:pt x="297171" y="272162"/>
                  </a:lnTo>
                  <a:lnTo>
                    <a:pt x="300436" y="267989"/>
                  </a:lnTo>
                  <a:lnTo>
                    <a:pt x="303567" y="263714"/>
                  </a:lnTo>
                  <a:lnTo>
                    <a:pt x="306561" y="259342"/>
                  </a:lnTo>
                  <a:lnTo>
                    <a:pt x="309414" y="254878"/>
                  </a:lnTo>
                  <a:lnTo>
                    <a:pt x="312125" y="250325"/>
                  </a:lnTo>
                  <a:lnTo>
                    <a:pt x="314691" y="245689"/>
                  </a:lnTo>
                  <a:lnTo>
                    <a:pt x="317108" y="240974"/>
                  </a:lnTo>
                  <a:lnTo>
                    <a:pt x="319374" y="236184"/>
                  </a:lnTo>
                  <a:lnTo>
                    <a:pt x="321488" y="231326"/>
                  </a:lnTo>
                  <a:lnTo>
                    <a:pt x="323446" y="226402"/>
                  </a:lnTo>
                  <a:lnTo>
                    <a:pt x="325248" y="221419"/>
                  </a:lnTo>
                  <a:lnTo>
                    <a:pt x="326891" y="216381"/>
                  </a:lnTo>
                  <a:lnTo>
                    <a:pt x="328373" y="211294"/>
                  </a:lnTo>
                  <a:lnTo>
                    <a:pt x="329693" y="206163"/>
                  </a:lnTo>
                  <a:lnTo>
                    <a:pt x="330850" y="200992"/>
                  </a:lnTo>
                  <a:lnTo>
                    <a:pt x="331842" y="195787"/>
                  </a:lnTo>
                  <a:lnTo>
                    <a:pt x="332669" y="190553"/>
                  </a:lnTo>
                  <a:lnTo>
                    <a:pt x="333330" y="185296"/>
                  </a:lnTo>
                  <a:lnTo>
                    <a:pt x="333824" y="180020"/>
                  </a:lnTo>
                  <a:lnTo>
                    <a:pt x="334150" y="174732"/>
                  </a:lnTo>
                  <a:lnTo>
                    <a:pt x="334308" y="169435"/>
                  </a:lnTo>
                  <a:lnTo>
                    <a:pt x="334299" y="164137"/>
                  </a:lnTo>
                  <a:lnTo>
                    <a:pt x="334122" y="158841"/>
                  </a:lnTo>
                  <a:lnTo>
                    <a:pt x="333777" y="153554"/>
                  </a:lnTo>
                  <a:lnTo>
                    <a:pt x="333264" y="148280"/>
                  </a:lnTo>
                  <a:lnTo>
                    <a:pt x="332585" y="143025"/>
                  </a:lnTo>
                  <a:lnTo>
                    <a:pt x="331739" y="137794"/>
                  </a:lnTo>
                  <a:lnTo>
                    <a:pt x="330728" y="132593"/>
                  </a:lnTo>
                  <a:lnTo>
                    <a:pt x="329553" y="127426"/>
                  </a:lnTo>
                  <a:lnTo>
                    <a:pt x="328215" y="122299"/>
                  </a:lnTo>
                  <a:lnTo>
                    <a:pt x="326714" y="117217"/>
                  </a:lnTo>
                  <a:lnTo>
                    <a:pt x="325054" y="112186"/>
                  </a:lnTo>
                  <a:lnTo>
                    <a:pt x="323235" y="107209"/>
                  </a:lnTo>
                  <a:lnTo>
                    <a:pt x="321259" y="102293"/>
                  </a:lnTo>
                  <a:lnTo>
                    <a:pt x="319128" y="97441"/>
                  </a:lnTo>
                  <a:lnTo>
                    <a:pt x="316844" y="92660"/>
                  </a:lnTo>
                  <a:lnTo>
                    <a:pt x="314411" y="87953"/>
                  </a:lnTo>
                  <a:lnTo>
                    <a:pt x="311829" y="83326"/>
                  </a:lnTo>
                  <a:lnTo>
                    <a:pt x="309102" y="78783"/>
                  </a:lnTo>
                  <a:lnTo>
                    <a:pt x="306232" y="74329"/>
                  </a:lnTo>
                  <a:lnTo>
                    <a:pt x="303222" y="69968"/>
                  </a:lnTo>
                  <a:lnTo>
                    <a:pt x="300076" y="65705"/>
                  </a:lnTo>
                  <a:lnTo>
                    <a:pt x="296796" y="61543"/>
                  </a:lnTo>
                  <a:lnTo>
                    <a:pt x="293386" y="57487"/>
                  </a:lnTo>
                  <a:lnTo>
                    <a:pt x="289850" y="53542"/>
                  </a:lnTo>
                  <a:lnTo>
                    <a:pt x="286189" y="49710"/>
                  </a:lnTo>
                  <a:lnTo>
                    <a:pt x="282410" y="45997"/>
                  </a:lnTo>
                  <a:lnTo>
                    <a:pt x="278514" y="42405"/>
                  </a:lnTo>
                  <a:lnTo>
                    <a:pt x="274507" y="38939"/>
                  </a:lnTo>
                  <a:lnTo>
                    <a:pt x="270392" y="35601"/>
                  </a:lnTo>
                  <a:lnTo>
                    <a:pt x="266173" y="32395"/>
                  </a:lnTo>
                  <a:lnTo>
                    <a:pt x="261855" y="29325"/>
                  </a:lnTo>
                  <a:lnTo>
                    <a:pt x="257441" y="26393"/>
                  </a:lnTo>
                  <a:lnTo>
                    <a:pt x="252937" y="23602"/>
                  </a:lnTo>
                  <a:lnTo>
                    <a:pt x="248346" y="20955"/>
                  </a:lnTo>
                  <a:lnTo>
                    <a:pt x="243674" y="18456"/>
                  </a:lnTo>
                  <a:lnTo>
                    <a:pt x="238926" y="16105"/>
                  </a:lnTo>
                  <a:lnTo>
                    <a:pt x="234105" y="13907"/>
                  </a:lnTo>
                  <a:lnTo>
                    <a:pt x="229216" y="11862"/>
                  </a:lnTo>
                  <a:lnTo>
                    <a:pt x="224266" y="9973"/>
                  </a:lnTo>
                  <a:lnTo>
                    <a:pt x="219258" y="8242"/>
                  </a:lnTo>
                  <a:lnTo>
                    <a:pt x="214198" y="6671"/>
                  </a:lnTo>
                  <a:lnTo>
                    <a:pt x="209090" y="5260"/>
                  </a:lnTo>
                  <a:lnTo>
                    <a:pt x="203940" y="4013"/>
                  </a:lnTo>
                  <a:lnTo>
                    <a:pt x="198754" y="2929"/>
                  </a:lnTo>
                  <a:lnTo>
                    <a:pt x="193535" y="2010"/>
                  </a:lnTo>
                  <a:lnTo>
                    <a:pt x="188290" y="1257"/>
                  </a:lnTo>
                  <a:lnTo>
                    <a:pt x="183024" y="670"/>
                  </a:lnTo>
                  <a:lnTo>
                    <a:pt x="177742" y="251"/>
                  </a:lnTo>
                  <a:lnTo>
                    <a:pt x="172450" y="0"/>
                  </a:lnTo>
                  <a:lnTo>
                    <a:pt x="167158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3488720" y="5018213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3797347" y="5269756"/>
              <a:ext cx="167153" cy="222280"/>
            </a:xfrm>
            <a:custGeom>
              <a:avLst/>
              <a:pathLst>
                <a:path w="167153" h="222280">
                  <a:moveTo>
                    <a:pt x="167153" y="0"/>
                  </a:moveTo>
                  <a:lnTo>
                    <a:pt x="161752" y="87"/>
                  </a:lnTo>
                  <a:lnTo>
                    <a:pt x="156356" y="349"/>
                  </a:lnTo>
                  <a:lnTo>
                    <a:pt x="150971" y="785"/>
                  </a:lnTo>
                  <a:lnTo>
                    <a:pt x="145603" y="1394"/>
                  </a:lnTo>
                  <a:lnTo>
                    <a:pt x="140258" y="2177"/>
                  </a:lnTo>
                  <a:lnTo>
                    <a:pt x="134941" y="3132"/>
                  </a:lnTo>
                  <a:lnTo>
                    <a:pt x="129657" y="4259"/>
                  </a:lnTo>
                  <a:lnTo>
                    <a:pt x="124413" y="5556"/>
                  </a:lnTo>
                  <a:lnTo>
                    <a:pt x="119213" y="7021"/>
                  </a:lnTo>
                  <a:lnTo>
                    <a:pt x="114063" y="8654"/>
                  </a:lnTo>
                  <a:lnTo>
                    <a:pt x="108969" y="10452"/>
                  </a:lnTo>
                  <a:lnTo>
                    <a:pt x="103936" y="12414"/>
                  </a:lnTo>
                  <a:lnTo>
                    <a:pt x="98968" y="14537"/>
                  </a:lnTo>
                  <a:lnTo>
                    <a:pt x="94072" y="16820"/>
                  </a:lnTo>
                  <a:lnTo>
                    <a:pt x="89252" y="19260"/>
                  </a:lnTo>
                  <a:lnTo>
                    <a:pt x="84514" y="21855"/>
                  </a:lnTo>
                  <a:lnTo>
                    <a:pt x="79861" y="24601"/>
                  </a:lnTo>
                  <a:lnTo>
                    <a:pt x="75300" y="27496"/>
                  </a:lnTo>
                  <a:lnTo>
                    <a:pt x="70835" y="30537"/>
                  </a:lnTo>
                  <a:lnTo>
                    <a:pt x="66471" y="33720"/>
                  </a:lnTo>
                  <a:lnTo>
                    <a:pt x="62211" y="37043"/>
                  </a:lnTo>
                  <a:lnTo>
                    <a:pt x="58061" y="40502"/>
                  </a:lnTo>
                  <a:lnTo>
                    <a:pt x="54026" y="44094"/>
                  </a:lnTo>
                  <a:lnTo>
                    <a:pt x="50108" y="47813"/>
                  </a:lnTo>
                  <a:lnTo>
                    <a:pt x="46312" y="51658"/>
                  </a:lnTo>
                  <a:lnTo>
                    <a:pt x="42643" y="55623"/>
                  </a:lnTo>
                  <a:lnTo>
                    <a:pt x="39104" y="59704"/>
                  </a:lnTo>
                  <a:lnTo>
                    <a:pt x="35698" y="63898"/>
                  </a:lnTo>
                  <a:lnTo>
                    <a:pt x="32430" y="68199"/>
                  </a:lnTo>
                  <a:lnTo>
                    <a:pt x="29302" y="72604"/>
                  </a:lnTo>
                  <a:lnTo>
                    <a:pt x="26319" y="77108"/>
                  </a:lnTo>
                  <a:lnTo>
                    <a:pt x="23482" y="81706"/>
                  </a:lnTo>
                  <a:lnTo>
                    <a:pt x="20796" y="86393"/>
                  </a:lnTo>
                  <a:lnTo>
                    <a:pt x="18262" y="91164"/>
                  </a:lnTo>
                  <a:lnTo>
                    <a:pt x="15884" y="96015"/>
                  </a:lnTo>
                  <a:lnTo>
                    <a:pt x="13664" y="100940"/>
                  </a:lnTo>
                  <a:lnTo>
                    <a:pt x="11604" y="105934"/>
                  </a:lnTo>
                  <a:lnTo>
                    <a:pt x="9707" y="110992"/>
                  </a:lnTo>
                  <a:lnTo>
                    <a:pt x="7974" y="116109"/>
                  </a:lnTo>
                  <a:lnTo>
                    <a:pt x="6407" y="121279"/>
                  </a:lnTo>
                  <a:lnTo>
                    <a:pt x="5009" y="126497"/>
                  </a:lnTo>
                  <a:lnTo>
                    <a:pt x="3779" y="131758"/>
                  </a:lnTo>
                  <a:lnTo>
                    <a:pt x="2720" y="137055"/>
                  </a:lnTo>
                  <a:lnTo>
                    <a:pt x="1833" y="142384"/>
                  </a:lnTo>
                  <a:lnTo>
                    <a:pt x="1119" y="147739"/>
                  </a:lnTo>
                  <a:lnTo>
                    <a:pt x="578" y="153114"/>
                  </a:lnTo>
                  <a:lnTo>
                    <a:pt x="210" y="158504"/>
                  </a:lnTo>
                  <a:lnTo>
                    <a:pt x="18" y="163903"/>
                  </a:lnTo>
                  <a:lnTo>
                    <a:pt x="0" y="169305"/>
                  </a:lnTo>
                  <a:lnTo>
                    <a:pt x="156" y="174705"/>
                  </a:lnTo>
                  <a:lnTo>
                    <a:pt x="487" y="180097"/>
                  </a:lnTo>
                  <a:lnTo>
                    <a:pt x="991" y="185476"/>
                  </a:lnTo>
                  <a:lnTo>
                    <a:pt x="1670" y="190835"/>
                  </a:lnTo>
                  <a:lnTo>
                    <a:pt x="2521" y="196170"/>
                  </a:lnTo>
                  <a:lnTo>
                    <a:pt x="3544" y="201475"/>
                  </a:lnTo>
                  <a:lnTo>
                    <a:pt x="4738" y="206743"/>
                  </a:lnTo>
                  <a:lnTo>
                    <a:pt x="6102" y="211971"/>
                  </a:lnTo>
                  <a:lnTo>
                    <a:pt x="7634" y="217151"/>
                  </a:lnTo>
                  <a:lnTo>
                    <a:pt x="9332" y="222280"/>
                  </a:lnTo>
                  <a:lnTo>
                    <a:pt x="167153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3806680" y="5269756"/>
              <a:ext cx="324970" cy="334334"/>
            </a:xfrm>
            <a:custGeom>
              <a:avLst/>
              <a:pathLst>
                <a:path w="324970" h="334334">
                  <a:moveTo>
                    <a:pt x="0" y="222280"/>
                  </a:moveTo>
                  <a:lnTo>
                    <a:pt x="1826" y="227256"/>
                  </a:lnTo>
                  <a:lnTo>
                    <a:pt x="3810" y="232172"/>
                  </a:lnTo>
                  <a:lnTo>
                    <a:pt x="5949" y="237023"/>
                  </a:lnTo>
                  <a:lnTo>
                    <a:pt x="8240" y="241803"/>
                  </a:lnTo>
                  <a:lnTo>
                    <a:pt x="10682" y="246509"/>
                  </a:lnTo>
                  <a:lnTo>
                    <a:pt x="13272" y="251134"/>
                  </a:lnTo>
                  <a:lnTo>
                    <a:pt x="16007" y="255675"/>
                  </a:lnTo>
                  <a:lnTo>
                    <a:pt x="18884" y="260127"/>
                  </a:lnTo>
                  <a:lnTo>
                    <a:pt x="21902" y="264486"/>
                  </a:lnTo>
                  <a:lnTo>
                    <a:pt x="25056" y="268747"/>
                  </a:lnTo>
                  <a:lnTo>
                    <a:pt x="28344" y="272905"/>
                  </a:lnTo>
                  <a:lnTo>
                    <a:pt x="31761" y="276958"/>
                  </a:lnTo>
                  <a:lnTo>
                    <a:pt x="35306" y="280900"/>
                  </a:lnTo>
                  <a:lnTo>
                    <a:pt x="38974" y="284727"/>
                  </a:lnTo>
                  <a:lnTo>
                    <a:pt x="42761" y="288436"/>
                  </a:lnTo>
                  <a:lnTo>
                    <a:pt x="46664" y="292024"/>
                  </a:lnTo>
                  <a:lnTo>
                    <a:pt x="50679" y="295485"/>
                  </a:lnTo>
                  <a:lnTo>
                    <a:pt x="54802" y="298818"/>
                  </a:lnTo>
                  <a:lnTo>
                    <a:pt x="59028" y="302018"/>
                  </a:lnTo>
                  <a:lnTo>
                    <a:pt x="63353" y="305083"/>
                  </a:lnTo>
                  <a:lnTo>
                    <a:pt x="67774" y="308009"/>
                  </a:lnTo>
                  <a:lnTo>
                    <a:pt x="72285" y="310794"/>
                  </a:lnTo>
                  <a:lnTo>
                    <a:pt x="76882" y="313433"/>
                  </a:lnTo>
                  <a:lnTo>
                    <a:pt x="81561" y="315926"/>
                  </a:lnTo>
                  <a:lnTo>
                    <a:pt x="86316" y="318270"/>
                  </a:lnTo>
                  <a:lnTo>
                    <a:pt x="91143" y="320461"/>
                  </a:lnTo>
                  <a:lnTo>
                    <a:pt x="96037" y="322498"/>
                  </a:lnTo>
                  <a:lnTo>
                    <a:pt x="100993" y="324379"/>
                  </a:lnTo>
                  <a:lnTo>
                    <a:pt x="106007" y="326102"/>
                  </a:lnTo>
                  <a:lnTo>
                    <a:pt x="111072" y="327665"/>
                  </a:lnTo>
                  <a:lnTo>
                    <a:pt x="116185" y="329066"/>
                  </a:lnTo>
                  <a:lnTo>
                    <a:pt x="121339" y="330305"/>
                  </a:lnTo>
                  <a:lnTo>
                    <a:pt x="126530" y="331380"/>
                  </a:lnTo>
                  <a:lnTo>
                    <a:pt x="131753" y="332289"/>
                  </a:lnTo>
                  <a:lnTo>
                    <a:pt x="137002" y="333033"/>
                  </a:lnTo>
                  <a:lnTo>
                    <a:pt x="142271" y="333610"/>
                  </a:lnTo>
                  <a:lnTo>
                    <a:pt x="147557" y="334019"/>
                  </a:lnTo>
                  <a:lnTo>
                    <a:pt x="152852" y="334261"/>
                  </a:lnTo>
                  <a:lnTo>
                    <a:pt x="158153" y="334334"/>
                  </a:lnTo>
                  <a:lnTo>
                    <a:pt x="163453" y="334239"/>
                  </a:lnTo>
                  <a:lnTo>
                    <a:pt x="168748" y="333977"/>
                  </a:lnTo>
                  <a:lnTo>
                    <a:pt x="174032" y="333546"/>
                  </a:lnTo>
                  <a:lnTo>
                    <a:pt x="179299" y="332949"/>
                  </a:lnTo>
                  <a:lnTo>
                    <a:pt x="184545" y="332184"/>
                  </a:lnTo>
                  <a:lnTo>
                    <a:pt x="189764" y="331254"/>
                  </a:lnTo>
                  <a:lnTo>
                    <a:pt x="194951" y="330159"/>
                  </a:lnTo>
                  <a:lnTo>
                    <a:pt x="200100" y="328899"/>
                  </a:lnTo>
                  <a:lnTo>
                    <a:pt x="205207" y="327478"/>
                  </a:lnTo>
                  <a:lnTo>
                    <a:pt x="210266" y="325894"/>
                  </a:lnTo>
                  <a:lnTo>
                    <a:pt x="215273" y="324152"/>
                  </a:lnTo>
                  <a:lnTo>
                    <a:pt x="220222" y="322251"/>
                  </a:lnTo>
                  <a:lnTo>
                    <a:pt x="225108" y="320194"/>
                  </a:lnTo>
                  <a:lnTo>
                    <a:pt x="229926" y="317984"/>
                  </a:lnTo>
                  <a:lnTo>
                    <a:pt x="234672" y="315622"/>
                  </a:lnTo>
                  <a:lnTo>
                    <a:pt x="239340" y="313110"/>
                  </a:lnTo>
                  <a:lnTo>
                    <a:pt x="243927" y="310452"/>
                  </a:lnTo>
                  <a:lnTo>
                    <a:pt x="248427" y="307650"/>
                  </a:lnTo>
                  <a:lnTo>
                    <a:pt x="252836" y="304706"/>
                  </a:lnTo>
                  <a:lnTo>
                    <a:pt x="257149" y="301624"/>
                  </a:lnTo>
                  <a:lnTo>
                    <a:pt x="261363" y="298407"/>
                  </a:lnTo>
                  <a:lnTo>
                    <a:pt x="265472" y="295058"/>
                  </a:lnTo>
                  <a:lnTo>
                    <a:pt x="269473" y="291581"/>
                  </a:lnTo>
                  <a:lnTo>
                    <a:pt x="273362" y="287978"/>
                  </a:lnTo>
                  <a:lnTo>
                    <a:pt x="277134" y="284253"/>
                  </a:lnTo>
                  <a:lnTo>
                    <a:pt x="280787" y="280411"/>
                  </a:lnTo>
                  <a:lnTo>
                    <a:pt x="284316" y="276456"/>
                  </a:lnTo>
                  <a:lnTo>
                    <a:pt x="287717" y="272390"/>
                  </a:lnTo>
                  <a:lnTo>
                    <a:pt x="290988" y="268218"/>
                  </a:lnTo>
                  <a:lnTo>
                    <a:pt x="294126" y="263945"/>
                  </a:lnTo>
                  <a:lnTo>
                    <a:pt x="297126" y="259574"/>
                  </a:lnTo>
                  <a:lnTo>
                    <a:pt x="299986" y="255111"/>
                  </a:lnTo>
                  <a:lnTo>
                    <a:pt x="302703" y="250559"/>
                  </a:lnTo>
                  <a:lnTo>
                    <a:pt x="305274" y="245923"/>
                  </a:lnTo>
                  <a:lnTo>
                    <a:pt x="307697" y="241208"/>
                  </a:lnTo>
                  <a:lnTo>
                    <a:pt x="309969" y="236418"/>
                  </a:lnTo>
                  <a:lnTo>
                    <a:pt x="312089" y="231559"/>
                  </a:lnTo>
                  <a:lnTo>
                    <a:pt x="314053" y="226635"/>
                  </a:lnTo>
                  <a:lnTo>
                    <a:pt x="315860" y="221652"/>
                  </a:lnTo>
                  <a:lnTo>
                    <a:pt x="317508" y="216613"/>
                  </a:lnTo>
                  <a:lnTo>
                    <a:pt x="318996" y="211525"/>
                  </a:lnTo>
                  <a:lnTo>
                    <a:pt x="320321" y="206392"/>
                  </a:lnTo>
                  <a:lnTo>
                    <a:pt x="321483" y="201220"/>
                  </a:lnTo>
                  <a:lnTo>
                    <a:pt x="322480" y="196013"/>
                  </a:lnTo>
                  <a:lnTo>
                    <a:pt x="323312" y="190778"/>
                  </a:lnTo>
                  <a:lnTo>
                    <a:pt x="323978" y="185519"/>
                  </a:lnTo>
                  <a:lnTo>
                    <a:pt x="324476" y="180241"/>
                  </a:lnTo>
                  <a:lnTo>
                    <a:pt x="324807" y="174950"/>
                  </a:lnTo>
                  <a:lnTo>
                    <a:pt x="324970" y="169651"/>
                  </a:lnTo>
                  <a:lnTo>
                    <a:pt x="324964" y="164350"/>
                  </a:lnTo>
                  <a:lnTo>
                    <a:pt x="324791" y="159052"/>
                  </a:lnTo>
                  <a:lnTo>
                    <a:pt x="324450" y="153762"/>
                  </a:lnTo>
                  <a:lnTo>
                    <a:pt x="323941" y="148485"/>
                  </a:lnTo>
                  <a:lnTo>
                    <a:pt x="323265" y="143227"/>
                  </a:lnTo>
                  <a:lnTo>
                    <a:pt x="322423" y="137993"/>
                  </a:lnTo>
                  <a:lnTo>
                    <a:pt x="321415" y="132789"/>
                  </a:lnTo>
                  <a:lnTo>
                    <a:pt x="320243" y="127619"/>
                  </a:lnTo>
                  <a:lnTo>
                    <a:pt x="318907" y="122489"/>
                  </a:lnTo>
                  <a:lnTo>
                    <a:pt x="317409" y="117403"/>
                  </a:lnTo>
                  <a:lnTo>
                    <a:pt x="315751" y="112368"/>
                  </a:lnTo>
                  <a:lnTo>
                    <a:pt x="313934" y="107388"/>
                  </a:lnTo>
                  <a:lnTo>
                    <a:pt x="311960" y="102468"/>
                  </a:lnTo>
                  <a:lnTo>
                    <a:pt x="309831" y="97613"/>
                  </a:lnTo>
                  <a:lnTo>
                    <a:pt x="307549" y="92828"/>
                  </a:lnTo>
                  <a:lnTo>
                    <a:pt x="305117" y="88118"/>
                  </a:lnTo>
                  <a:lnTo>
                    <a:pt x="302537" y="83487"/>
                  </a:lnTo>
                  <a:lnTo>
                    <a:pt x="299810" y="78941"/>
                  </a:lnTo>
                  <a:lnTo>
                    <a:pt x="296942" y="74483"/>
                  </a:lnTo>
                  <a:lnTo>
                    <a:pt x="293933" y="70118"/>
                  </a:lnTo>
                  <a:lnTo>
                    <a:pt x="290787" y="65851"/>
                  </a:lnTo>
                  <a:lnTo>
                    <a:pt x="287508" y="61686"/>
                  </a:lnTo>
                  <a:lnTo>
                    <a:pt x="284098" y="57627"/>
                  </a:lnTo>
                  <a:lnTo>
                    <a:pt x="280561" y="53678"/>
                  </a:lnTo>
                  <a:lnTo>
                    <a:pt x="276901" y="49843"/>
                  </a:lnTo>
                  <a:lnTo>
                    <a:pt x="273121" y="46127"/>
                  </a:lnTo>
                  <a:lnTo>
                    <a:pt x="269225" y="42532"/>
                  </a:lnTo>
                  <a:lnTo>
                    <a:pt x="265217" y="39062"/>
                  </a:lnTo>
                  <a:lnTo>
                    <a:pt x="261101" y="35721"/>
                  </a:lnTo>
                  <a:lnTo>
                    <a:pt x="256882" y="32512"/>
                  </a:lnTo>
                  <a:lnTo>
                    <a:pt x="252562" y="29439"/>
                  </a:lnTo>
                  <a:lnTo>
                    <a:pt x="248147" y="26504"/>
                  </a:lnTo>
                  <a:lnTo>
                    <a:pt x="243642" y="23711"/>
                  </a:lnTo>
                  <a:lnTo>
                    <a:pt x="239050" y="21062"/>
                  </a:lnTo>
                  <a:lnTo>
                    <a:pt x="234377" y="18560"/>
                  </a:lnTo>
                  <a:lnTo>
                    <a:pt x="229626" y="16207"/>
                  </a:lnTo>
                  <a:lnTo>
                    <a:pt x="224803" y="14006"/>
                  </a:lnTo>
                  <a:lnTo>
                    <a:pt x="219913" y="11959"/>
                  </a:lnTo>
                  <a:lnTo>
                    <a:pt x="214961" y="10068"/>
                  </a:lnTo>
                  <a:lnTo>
                    <a:pt x="209951" y="8336"/>
                  </a:lnTo>
                  <a:lnTo>
                    <a:pt x="204888" y="6762"/>
                  </a:lnTo>
                  <a:lnTo>
                    <a:pt x="199778" y="5351"/>
                  </a:lnTo>
                  <a:lnTo>
                    <a:pt x="194627" y="4102"/>
                  </a:lnTo>
                  <a:lnTo>
                    <a:pt x="189438" y="3017"/>
                  </a:lnTo>
                  <a:lnTo>
                    <a:pt x="184217" y="2097"/>
                  </a:lnTo>
                  <a:lnTo>
                    <a:pt x="178970" y="1343"/>
                  </a:lnTo>
                  <a:lnTo>
                    <a:pt x="173701" y="755"/>
                  </a:lnTo>
                  <a:lnTo>
                    <a:pt x="168416" y="336"/>
                  </a:lnTo>
                  <a:lnTo>
                    <a:pt x="163121" y="84"/>
                  </a:lnTo>
                  <a:lnTo>
                    <a:pt x="157821" y="0"/>
                  </a:lnTo>
                  <a:lnTo>
                    <a:pt x="15782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4464517" y="5399291"/>
              <a:ext cx="21698" cy="167167"/>
            </a:xfrm>
            <a:custGeom>
              <a:avLst/>
              <a:pathLst>
                <a:path w="21698" h="167167">
                  <a:moveTo>
                    <a:pt x="21698" y="0"/>
                  </a:moveTo>
                  <a:lnTo>
                    <a:pt x="14447" y="157"/>
                  </a:lnTo>
                  <a:lnTo>
                    <a:pt x="7210" y="629"/>
                  </a:lnTo>
                  <a:lnTo>
                    <a:pt x="0" y="1414"/>
                  </a:lnTo>
                  <a:lnTo>
                    <a:pt x="21698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4464517" y="5400705"/>
              <a:ext cx="21698" cy="165753"/>
            </a:xfrm>
            <a:custGeom>
              <a:avLst/>
              <a:pathLst>
                <a:path w="21698" h="165753">
                  <a:moveTo>
                    <a:pt x="0" y="0"/>
                  </a:moveTo>
                  <a:lnTo>
                    <a:pt x="21698" y="1657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4464517" y="5400705"/>
              <a:ext cx="21698" cy="165753"/>
            </a:xfrm>
            <a:custGeom>
              <a:avLst/>
              <a:pathLst>
                <a:path w="21698" h="165753">
                  <a:moveTo>
                    <a:pt x="0" y="0"/>
                  </a:moveTo>
                  <a:lnTo>
                    <a:pt x="21698" y="1657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4464517" y="5400705"/>
              <a:ext cx="21698" cy="165753"/>
            </a:xfrm>
            <a:custGeom>
              <a:avLst/>
              <a:pathLst>
                <a:path w="21698" h="165753">
                  <a:moveTo>
                    <a:pt x="0" y="0"/>
                  </a:moveTo>
                  <a:lnTo>
                    <a:pt x="21698" y="1657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4464517" y="5400705"/>
              <a:ext cx="21698" cy="165753"/>
            </a:xfrm>
            <a:custGeom>
              <a:avLst/>
              <a:pathLst>
                <a:path w="21698" h="165753">
                  <a:moveTo>
                    <a:pt x="0" y="0"/>
                  </a:moveTo>
                  <a:lnTo>
                    <a:pt x="21698" y="165753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4464517" y="5400705"/>
              <a:ext cx="21698" cy="165753"/>
            </a:xfrm>
            <a:custGeom>
              <a:avLst/>
              <a:pathLst>
                <a:path w="21698" h="165753">
                  <a:moveTo>
                    <a:pt x="0" y="0"/>
                  </a:moveTo>
                  <a:lnTo>
                    <a:pt x="21698" y="165753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4464517" y="5400705"/>
              <a:ext cx="21698" cy="165753"/>
            </a:xfrm>
            <a:custGeom>
              <a:avLst/>
              <a:pathLst>
                <a:path w="21698" h="165753">
                  <a:moveTo>
                    <a:pt x="0" y="0"/>
                  </a:moveTo>
                  <a:lnTo>
                    <a:pt x="21698" y="165753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4319063" y="5400705"/>
              <a:ext cx="334320" cy="332914"/>
            </a:xfrm>
            <a:custGeom>
              <a:avLst/>
              <a:pathLst>
                <a:path w="334320" h="332914">
                  <a:moveTo>
                    <a:pt x="145454" y="0"/>
                  </a:moveTo>
                  <a:lnTo>
                    <a:pt x="140227" y="768"/>
                  </a:lnTo>
                  <a:lnTo>
                    <a:pt x="135026" y="1701"/>
                  </a:lnTo>
                  <a:lnTo>
                    <a:pt x="129858" y="2798"/>
                  </a:lnTo>
                  <a:lnTo>
                    <a:pt x="124727" y="4058"/>
                  </a:lnTo>
                  <a:lnTo>
                    <a:pt x="119639" y="5480"/>
                  </a:lnTo>
                  <a:lnTo>
                    <a:pt x="114598" y="7061"/>
                  </a:lnTo>
                  <a:lnTo>
                    <a:pt x="109609" y="8801"/>
                  </a:lnTo>
                  <a:lnTo>
                    <a:pt x="104678" y="10698"/>
                  </a:lnTo>
                  <a:lnTo>
                    <a:pt x="99809" y="12750"/>
                  </a:lnTo>
                  <a:lnTo>
                    <a:pt x="95008" y="14954"/>
                  </a:lnTo>
                  <a:lnTo>
                    <a:pt x="90278" y="17310"/>
                  </a:lnTo>
                  <a:lnTo>
                    <a:pt x="85626" y="19813"/>
                  </a:lnTo>
                  <a:lnTo>
                    <a:pt x="81054" y="22462"/>
                  </a:lnTo>
                  <a:lnTo>
                    <a:pt x="76569" y="25255"/>
                  </a:lnTo>
                  <a:lnTo>
                    <a:pt x="72175" y="28187"/>
                  </a:lnTo>
                  <a:lnTo>
                    <a:pt x="67875" y="31258"/>
                  </a:lnTo>
                  <a:lnTo>
                    <a:pt x="63674" y="34462"/>
                  </a:lnTo>
                  <a:lnTo>
                    <a:pt x="59577" y="37798"/>
                  </a:lnTo>
                  <a:lnTo>
                    <a:pt x="55587" y="41261"/>
                  </a:lnTo>
                  <a:lnTo>
                    <a:pt x="51709" y="44849"/>
                  </a:lnTo>
                  <a:lnTo>
                    <a:pt x="47946" y="48557"/>
                  </a:lnTo>
                  <a:lnTo>
                    <a:pt x="44302" y="52383"/>
                  </a:lnTo>
                  <a:lnTo>
                    <a:pt x="40780" y="56322"/>
                  </a:lnTo>
                  <a:lnTo>
                    <a:pt x="37385" y="60370"/>
                  </a:lnTo>
                  <a:lnTo>
                    <a:pt x="34120" y="64524"/>
                  </a:lnTo>
                  <a:lnTo>
                    <a:pt x="30987" y="68778"/>
                  </a:lnTo>
                  <a:lnTo>
                    <a:pt x="27991" y="73130"/>
                  </a:lnTo>
                  <a:lnTo>
                    <a:pt x="25133" y="77574"/>
                  </a:lnTo>
                  <a:lnTo>
                    <a:pt x="22418" y="82106"/>
                  </a:lnTo>
                  <a:lnTo>
                    <a:pt x="19847" y="86721"/>
                  </a:lnTo>
                  <a:lnTo>
                    <a:pt x="17423" y="91416"/>
                  </a:lnTo>
                  <a:lnTo>
                    <a:pt x="15148" y="96185"/>
                  </a:lnTo>
                  <a:lnTo>
                    <a:pt x="13026" y="101023"/>
                  </a:lnTo>
                  <a:lnTo>
                    <a:pt x="11057" y="105926"/>
                  </a:lnTo>
                  <a:lnTo>
                    <a:pt x="9244" y="110888"/>
                  </a:lnTo>
                  <a:lnTo>
                    <a:pt x="7590" y="115906"/>
                  </a:lnTo>
                  <a:lnTo>
                    <a:pt x="6094" y="120973"/>
                  </a:lnTo>
                  <a:lnTo>
                    <a:pt x="4759" y="126085"/>
                  </a:lnTo>
                  <a:lnTo>
                    <a:pt x="3587" y="131237"/>
                  </a:lnTo>
                  <a:lnTo>
                    <a:pt x="2578" y="136423"/>
                  </a:lnTo>
                  <a:lnTo>
                    <a:pt x="1733" y="141638"/>
                  </a:lnTo>
                  <a:lnTo>
                    <a:pt x="1054" y="146878"/>
                  </a:lnTo>
                  <a:lnTo>
                    <a:pt x="540" y="152136"/>
                  </a:lnTo>
                  <a:lnTo>
                    <a:pt x="193" y="157408"/>
                  </a:lnTo>
                  <a:lnTo>
                    <a:pt x="13" y="162689"/>
                  </a:lnTo>
                  <a:lnTo>
                    <a:pt x="0" y="167972"/>
                  </a:lnTo>
                  <a:lnTo>
                    <a:pt x="153" y="173253"/>
                  </a:lnTo>
                  <a:lnTo>
                    <a:pt x="474" y="178527"/>
                  </a:lnTo>
                  <a:lnTo>
                    <a:pt x="960" y="183788"/>
                  </a:lnTo>
                  <a:lnTo>
                    <a:pt x="1613" y="189031"/>
                  </a:lnTo>
                  <a:lnTo>
                    <a:pt x="2432" y="194250"/>
                  </a:lnTo>
                  <a:lnTo>
                    <a:pt x="3415" y="199441"/>
                  </a:lnTo>
                  <a:lnTo>
                    <a:pt x="4561" y="204599"/>
                  </a:lnTo>
                  <a:lnTo>
                    <a:pt x="5870" y="209718"/>
                  </a:lnTo>
                  <a:lnTo>
                    <a:pt x="7340" y="214792"/>
                  </a:lnTo>
                  <a:lnTo>
                    <a:pt x="8969" y="219818"/>
                  </a:lnTo>
                  <a:lnTo>
                    <a:pt x="10757" y="224790"/>
                  </a:lnTo>
                  <a:lnTo>
                    <a:pt x="12700" y="229703"/>
                  </a:lnTo>
                  <a:lnTo>
                    <a:pt x="14799" y="234552"/>
                  </a:lnTo>
                  <a:lnTo>
                    <a:pt x="17049" y="239332"/>
                  </a:lnTo>
                  <a:lnTo>
                    <a:pt x="19449" y="244039"/>
                  </a:lnTo>
                  <a:lnTo>
                    <a:pt x="21997" y="248667"/>
                  </a:lnTo>
                  <a:lnTo>
                    <a:pt x="24689" y="253213"/>
                  </a:lnTo>
                  <a:lnTo>
                    <a:pt x="27524" y="257671"/>
                  </a:lnTo>
                  <a:lnTo>
                    <a:pt x="30499" y="262038"/>
                  </a:lnTo>
                  <a:lnTo>
                    <a:pt x="33610" y="266308"/>
                  </a:lnTo>
                  <a:lnTo>
                    <a:pt x="36854" y="270478"/>
                  </a:lnTo>
                  <a:lnTo>
                    <a:pt x="40229" y="274543"/>
                  </a:lnTo>
                  <a:lnTo>
                    <a:pt x="43730" y="278500"/>
                  </a:lnTo>
                  <a:lnTo>
                    <a:pt x="47355" y="282344"/>
                  </a:lnTo>
                  <a:lnTo>
                    <a:pt x="51099" y="286071"/>
                  </a:lnTo>
                  <a:lnTo>
                    <a:pt x="54959" y="289679"/>
                  </a:lnTo>
                  <a:lnTo>
                    <a:pt x="58931" y="293162"/>
                  </a:lnTo>
                  <a:lnTo>
                    <a:pt x="63012" y="296519"/>
                  </a:lnTo>
                  <a:lnTo>
                    <a:pt x="67196" y="299744"/>
                  </a:lnTo>
                  <a:lnTo>
                    <a:pt x="71480" y="302836"/>
                  </a:lnTo>
                  <a:lnTo>
                    <a:pt x="75860" y="305791"/>
                  </a:lnTo>
                  <a:lnTo>
                    <a:pt x="80331" y="308606"/>
                  </a:lnTo>
                  <a:lnTo>
                    <a:pt x="84889" y="311278"/>
                  </a:lnTo>
                  <a:lnTo>
                    <a:pt x="89529" y="313805"/>
                  </a:lnTo>
                  <a:lnTo>
                    <a:pt x="94246" y="316184"/>
                  </a:lnTo>
                  <a:lnTo>
                    <a:pt x="99037" y="318413"/>
                  </a:lnTo>
                  <a:lnTo>
                    <a:pt x="103895" y="320490"/>
                  </a:lnTo>
                  <a:lnTo>
                    <a:pt x="108816" y="322411"/>
                  </a:lnTo>
                  <a:lnTo>
                    <a:pt x="113796" y="324176"/>
                  </a:lnTo>
                  <a:lnTo>
                    <a:pt x="118829" y="325783"/>
                  </a:lnTo>
                  <a:lnTo>
                    <a:pt x="123911" y="327231"/>
                  </a:lnTo>
                  <a:lnTo>
                    <a:pt x="129035" y="328516"/>
                  </a:lnTo>
                  <a:lnTo>
                    <a:pt x="134198" y="329640"/>
                  </a:lnTo>
                  <a:lnTo>
                    <a:pt x="139393" y="330599"/>
                  </a:lnTo>
                  <a:lnTo>
                    <a:pt x="144616" y="331394"/>
                  </a:lnTo>
                  <a:lnTo>
                    <a:pt x="149862" y="332024"/>
                  </a:lnTo>
                  <a:lnTo>
                    <a:pt x="155125" y="332487"/>
                  </a:lnTo>
                  <a:lnTo>
                    <a:pt x="160400" y="332784"/>
                  </a:lnTo>
                  <a:lnTo>
                    <a:pt x="165682" y="332914"/>
                  </a:lnTo>
                  <a:lnTo>
                    <a:pt x="170965" y="332877"/>
                  </a:lnTo>
                  <a:lnTo>
                    <a:pt x="176245" y="332673"/>
                  </a:lnTo>
                  <a:lnTo>
                    <a:pt x="181515" y="332302"/>
                  </a:lnTo>
                  <a:lnTo>
                    <a:pt x="186771" y="331765"/>
                  </a:lnTo>
                  <a:lnTo>
                    <a:pt x="192007" y="331062"/>
                  </a:lnTo>
                  <a:lnTo>
                    <a:pt x="197219" y="330194"/>
                  </a:lnTo>
                  <a:lnTo>
                    <a:pt x="202401" y="329162"/>
                  </a:lnTo>
                  <a:lnTo>
                    <a:pt x="207547" y="327966"/>
                  </a:lnTo>
                  <a:lnTo>
                    <a:pt x="212653" y="326609"/>
                  </a:lnTo>
                  <a:lnTo>
                    <a:pt x="217713" y="325090"/>
                  </a:lnTo>
                  <a:lnTo>
                    <a:pt x="222724" y="323413"/>
                  </a:lnTo>
                  <a:lnTo>
                    <a:pt x="227678" y="321578"/>
                  </a:lnTo>
                  <a:lnTo>
                    <a:pt x="232572" y="319588"/>
                  </a:lnTo>
                  <a:lnTo>
                    <a:pt x="237401" y="317443"/>
                  </a:lnTo>
                  <a:lnTo>
                    <a:pt x="242159" y="315148"/>
                  </a:lnTo>
                  <a:lnTo>
                    <a:pt x="246843" y="312703"/>
                  </a:lnTo>
                  <a:lnTo>
                    <a:pt x="251447" y="310111"/>
                  </a:lnTo>
                  <a:lnTo>
                    <a:pt x="255967" y="307375"/>
                  </a:lnTo>
                  <a:lnTo>
                    <a:pt x="260398" y="304498"/>
                  </a:lnTo>
                  <a:lnTo>
                    <a:pt x="264736" y="301482"/>
                  </a:lnTo>
                  <a:lnTo>
                    <a:pt x="268976" y="298330"/>
                  </a:lnTo>
                  <a:lnTo>
                    <a:pt x="273115" y="295046"/>
                  </a:lnTo>
                  <a:lnTo>
                    <a:pt x="277148" y="291633"/>
                  </a:lnTo>
                  <a:lnTo>
                    <a:pt x="281071" y="288094"/>
                  </a:lnTo>
                  <a:lnTo>
                    <a:pt x="284880" y="284433"/>
                  </a:lnTo>
                  <a:lnTo>
                    <a:pt x="288572" y="280653"/>
                  </a:lnTo>
                  <a:lnTo>
                    <a:pt x="292142" y="276759"/>
                  </a:lnTo>
                  <a:lnTo>
                    <a:pt x="295588" y="272754"/>
                  </a:lnTo>
                  <a:lnTo>
                    <a:pt x="298905" y="268641"/>
                  </a:lnTo>
                  <a:lnTo>
                    <a:pt x="302091" y="264427"/>
                  </a:lnTo>
                  <a:lnTo>
                    <a:pt x="305142" y="260113"/>
                  </a:lnTo>
                  <a:lnTo>
                    <a:pt x="308055" y="255705"/>
                  </a:lnTo>
                  <a:lnTo>
                    <a:pt x="310827" y="251208"/>
                  </a:lnTo>
                  <a:lnTo>
                    <a:pt x="313456" y="246625"/>
                  </a:lnTo>
                  <a:lnTo>
                    <a:pt x="315938" y="241961"/>
                  </a:lnTo>
                  <a:lnTo>
                    <a:pt x="318272" y="237221"/>
                  </a:lnTo>
                  <a:lnTo>
                    <a:pt x="320455" y="232410"/>
                  </a:lnTo>
                  <a:lnTo>
                    <a:pt x="322485" y="227532"/>
                  </a:lnTo>
                  <a:lnTo>
                    <a:pt x="324360" y="222592"/>
                  </a:lnTo>
                  <a:lnTo>
                    <a:pt x="326078" y="217596"/>
                  </a:lnTo>
                  <a:lnTo>
                    <a:pt x="327636" y="212548"/>
                  </a:lnTo>
                  <a:lnTo>
                    <a:pt x="329035" y="207453"/>
                  </a:lnTo>
                  <a:lnTo>
                    <a:pt x="330272" y="202316"/>
                  </a:lnTo>
                  <a:lnTo>
                    <a:pt x="331346" y="197143"/>
                  </a:lnTo>
                  <a:lnTo>
                    <a:pt x="332256" y="191939"/>
                  </a:lnTo>
                  <a:lnTo>
                    <a:pt x="333001" y="186708"/>
                  </a:lnTo>
                  <a:lnTo>
                    <a:pt x="333580" y="181457"/>
                  </a:lnTo>
                  <a:lnTo>
                    <a:pt x="333994" y="176189"/>
                  </a:lnTo>
                  <a:lnTo>
                    <a:pt x="334240" y="170912"/>
                  </a:lnTo>
                  <a:lnTo>
                    <a:pt x="334320" y="165629"/>
                  </a:lnTo>
                  <a:lnTo>
                    <a:pt x="334232" y="160346"/>
                  </a:lnTo>
                  <a:lnTo>
                    <a:pt x="333978" y="155069"/>
                  </a:lnTo>
                  <a:lnTo>
                    <a:pt x="333557" y="149802"/>
                  </a:lnTo>
                  <a:lnTo>
                    <a:pt x="332970" y="144552"/>
                  </a:lnTo>
                  <a:lnTo>
                    <a:pt x="332217" y="139322"/>
                  </a:lnTo>
                  <a:lnTo>
                    <a:pt x="331299" y="134119"/>
                  </a:lnTo>
                  <a:lnTo>
                    <a:pt x="330218" y="128948"/>
                  </a:lnTo>
                  <a:lnTo>
                    <a:pt x="328973" y="123813"/>
                  </a:lnTo>
                  <a:lnTo>
                    <a:pt x="327567" y="118720"/>
                  </a:lnTo>
                  <a:lnTo>
                    <a:pt x="326001" y="113674"/>
                  </a:lnTo>
                  <a:lnTo>
                    <a:pt x="324275" y="108681"/>
                  </a:lnTo>
                  <a:lnTo>
                    <a:pt x="322393" y="103744"/>
                  </a:lnTo>
                  <a:lnTo>
                    <a:pt x="320356" y="98869"/>
                  </a:lnTo>
                  <a:lnTo>
                    <a:pt x="318166" y="94061"/>
                  </a:lnTo>
                  <a:lnTo>
                    <a:pt x="315825" y="89324"/>
                  </a:lnTo>
                  <a:lnTo>
                    <a:pt x="313336" y="84664"/>
                  </a:lnTo>
                  <a:lnTo>
                    <a:pt x="310700" y="80085"/>
                  </a:lnTo>
                  <a:lnTo>
                    <a:pt x="307921" y="75592"/>
                  </a:lnTo>
                  <a:lnTo>
                    <a:pt x="305002" y="71188"/>
                  </a:lnTo>
                  <a:lnTo>
                    <a:pt x="301945" y="66879"/>
                  </a:lnTo>
                  <a:lnTo>
                    <a:pt x="298753" y="62669"/>
                  </a:lnTo>
                  <a:lnTo>
                    <a:pt x="295429" y="58562"/>
                  </a:lnTo>
                  <a:lnTo>
                    <a:pt x="291978" y="54561"/>
                  </a:lnTo>
                  <a:lnTo>
                    <a:pt x="288402" y="50672"/>
                  </a:lnTo>
                  <a:lnTo>
                    <a:pt x="284705" y="46898"/>
                  </a:lnTo>
                  <a:lnTo>
                    <a:pt x="280890" y="43243"/>
                  </a:lnTo>
                  <a:lnTo>
                    <a:pt x="276962" y="39710"/>
                  </a:lnTo>
                  <a:lnTo>
                    <a:pt x="272924" y="36302"/>
                  </a:lnTo>
                  <a:lnTo>
                    <a:pt x="268780" y="33025"/>
                  </a:lnTo>
                  <a:lnTo>
                    <a:pt x="264535" y="29879"/>
                  </a:lnTo>
                  <a:lnTo>
                    <a:pt x="260192" y="26870"/>
                  </a:lnTo>
                  <a:lnTo>
                    <a:pt x="255757" y="23999"/>
                  </a:lnTo>
                  <a:lnTo>
                    <a:pt x="251233" y="21270"/>
                  </a:lnTo>
                  <a:lnTo>
                    <a:pt x="246625" y="18685"/>
                  </a:lnTo>
                  <a:lnTo>
                    <a:pt x="241938" y="16247"/>
                  </a:lnTo>
                  <a:lnTo>
                    <a:pt x="237176" y="13958"/>
                  </a:lnTo>
                  <a:lnTo>
                    <a:pt x="232344" y="11821"/>
                  </a:lnTo>
                  <a:lnTo>
                    <a:pt x="227447" y="9838"/>
                  </a:lnTo>
                  <a:lnTo>
                    <a:pt x="222490" y="8010"/>
                  </a:lnTo>
                  <a:lnTo>
                    <a:pt x="217477" y="6340"/>
                  </a:lnTo>
                  <a:lnTo>
                    <a:pt x="212415" y="4830"/>
                  </a:lnTo>
                  <a:lnTo>
                    <a:pt x="207307" y="3480"/>
                  </a:lnTo>
                  <a:lnTo>
                    <a:pt x="202159" y="2292"/>
                  </a:lnTo>
                  <a:lnTo>
                    <a:pt x="196975" y="1267"/>
                  </a:lnTo>
                  <a:lnTo>
                    <a:pt x="191763" y="407"/>
                  </a:lnTo>
                  <a:lnTo>
                    <a:pt x="167152" y="16575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4486215" y="5399291"/>
              <a:ext cx="24610" cy="167167"/>
            </a:xfrm>
            <a:custGeom>
              <a:avLst/>
              <a:pathLst>
                <a:path w="24610" h="167167">
                  <a:moveTo>
                    <a:pt x="24610" y="1821"/>
                  </a:moveTo>
                  <a:lnTo>
                    <a:pt x="16440" y="810"/>
                  </a:lnTo>
                  <a:lnTo>
                    <a:pt x="8230" y="20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4856377" y="5399291"/>
              <a:ext cx="167166" cy="239130"/>
            </a:xfrm>
            <a:custGeom>
              <a:avLst/>
              <a:pathLst>
                <a:path w="167166" h="239130">
                  <a:moveTo>
                    <a:pt x="167166" y="0"/>
                  </a:moveTo>
                  <a:lnTo>
                    <a:pt x="161818" y="85"/>
                  </a:lnTo>
                  <a:lnTo>
                    <a:pt x="156476" y="342"/>
                  </a:lnTo>
                  <a:lnTo>
                    <a:pt x="151144" y="769"/>
                  </a:lnTo>
                  <a:lnTo>
                    <a:pt x="145829" y="1367"/>
                  </a:lnTo>
                  <a:lnTo>
                    <a:pt x="140536" y="2134"/>
                  </a:lnTo>
                  <a:lnTo>
                    <a:pt x="135270" y="3071"/>
                  </a:lnTo>
                  <a:lnTo>
                    <a:pt x="130036" y="4175"/>
                  </a:lnTo>
                  <a:lnTo>
                    <a:pt x="124841" y="5446"/>
                  </a:lnTo>
                  <a:lnTo>
                    <a:pt x="119689" y="6883"/>
                  </a:lnTo>
                  <a:lnTo>
                    <a:pt x="114585" y="8484"/>
                  </a:lnTo>
                  <a:lnTo>
                    <a:pt x="109536" y="10248"/>
                  </a:lnTo>
                  <a:lnTo>
                    <a:pt x="104545" y="12172"/>
                  </a:lnTo>
                  <a:lnTo>
                    <a:pt x="99619" y="14254"/>
                  </a:lnTo>
                  <a:lnTo>
                    <a:pt x="94761" y="16494"/>
                  </a:lnTo>
                  <a:lnTo>
                    <a:pt x="89978" y="18887"/>
                  </a:lnTo>
                  <a:lnTo>
                    <a:pt x="85274" y="21432"/>
                  </a:lnTo>
                  <a:lnTo>
                    <a:pt x="80653" y="24127"/>
                  </a:lnTo>
                  <a:lnTo>
                    <a:pt x="76121" y="26968"/>
                  </a:lnTo>
                  <a:lnTo>
                    <a:pt x="71683" y="29952"/>
                  </a:lnTo>
                  <a:lnTo>
                    <a:pt x="67342" y="33077"/>
                  </a:lnTo>
                  <a:lnTo>
                    <a:pt x="63103" y="36339"/>
                  </a:lnTo>
                  <a:lnTo>
                    <a:pt x="58971" y="39735"/>
                  </a:lnTo>
                  <a:lnTo>
                    <a:pt x="54950" y="43262"/>
                  </a:lnTo>
                  <a:lnTo>
                    <a:pt x="51043" y="46915"/>
                  </a:lnTo>
                  <a:lnTo>
                    <a:pt x="47256" y="50692"/>
                  </a:lnTo>
                  <a:lnTo>
                    <a:pt x="43591" y="54588"/>
                  </a:lnTo>
                  <a:lnTo>
                    <a:pt x="40052" y="58599"/>
                  </a:lnTo>
                  <a:lnTo>
                    <a:pt x="36644" y="62721"/>
                  </a:lnTo>
                  <a:lnTo>
                    <a:pt x="33370" y="66950"/>
                  </a:lnTo>
                  <a:lnTo>
                    <a:pt x="30232" y="71282"/>
                  </a:lnTo>
                  <a:lnTo>
                    <a:pt x="27235" y="75712"/>
                  </a:lnTo>
                  <a:lnTo>
                    <a:pt x="24380" y="80235"/>
                  </a:lnTo>
                  <a:lnTo>
                    <a:pt x="21672" y="84848"/>
                  </a:lnTo>
                  <a:lnTo>
                    <a:pt x="19113" y="89544"/>
                  </a:lnTo>
                  <a:lnTo>
                    <a:pt x="16706" y="94320"/>
                  </a:lnTo>
                  <a:lnTo>
                    <a:pt x="14452" y="99171"/>
                  </a:lnTo>
                  <a:lnTo>
                    <a:pt x="12355" y="104092"/>
                  </a:lnTo>
                  <a:lnTo>
                    <a:pt x="10417" y="109077"/>
                  </a:lnTo>
                  <a:lnTo>
                    <a:pt x="8638" y="114121"/>
                  </a:lnTo>
                  <a:lnTo>
                    <a:pt x="7022" y="119220"/>
                  </a:lnTo>
                  <a:lnTo>
                    <a:pt x="5571" y="124368"/>
                  </a:lnTo>
                  <a:lnTo>
                    <a:pt x="4284" y="129559"/>
                  </a:lnTo>
                  <a:lnTo>
                    <a:pt x="3164" y="134789"/>
                  </a:lnTo>
                  <a:lnTo>
                    <a:pt x="2212" y="140053"/>
                  </a:lnTo>
                  <a:lnTo>
                    <a:pt x="1429" y="145344"/>
                  </a:lnTo>
                  <a:lnTo>
                    <a:pt x="816" y="150657"/>
                  </a:lnTo>
                  <a:lnTo>
                    <a:pt x="373" y="155987"/>
                  </a:lnTo>
                  <a:lnTo>
                    <a:pt x="101" y="161329"/>
                  </a:lnTo>
                  <a:lnTo>
                    <a:pt x="0" y="166677"/>
                  </a:lnTo>
                  <a:lnTo>
                    <a:pt x="69" y="172025"/>
                  </a:lnTo>
                  <a:lnTo>
                    <a:pt x="310" y="177368"/>
                  </a:lnTo>
                  <a:lnTo>
                    <a:pt x="722" y="182701"/>
                  </a:lnTo>
                  <a:lnTo>
                    <a:pt x="1304" y="188018"/>
                  </a:lnTo>
                  <a:lnTo>
                    <a:pt x="2056" y="193314"/>
                  </a:lnTo>
                  <a:lnTo>
                    <a:pt x="2977" y="198582"/>
                  </a:lnTo>
                  <a:lnTo>
                    <a:pt x="4066" y="203819"/>
                  </a:lnTo>
                  <a:lnTo>
                    <a:pt x="5322" y="209018"/>
                  </a:lnTo>
                  <a:lnTo>
                    <a:pt x="6744" y="214174"/>
                  </a:lnTo>
                  <a:lnTo>
                    <a:pt x="8330" y="219282"/>
                  </a:lnTo>
                  <a:lnTo>
                    <a:pt x="10079" y="224337"/>
                  </a:lnTo>
                  <a:lnTo>
                    <a:pt x="11988" y="229333"/>
                  </a:lnTo>
                  <a:lnTo>
                    <a:pt x="14056" y="234266"/>
                  </a:lnTo>
                  <a:lnTo>
                    <a:pt x="16281" y="239130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4872659" y="5566459"/>
              <a:ext cx="150884" cy="71963"/>
            </a:xfrm>
            <a:custGeom>
              <a:avLst/>
              <a:pathLst>
                <a:path w="150884" h="71963">
                  <a:moveTo>
                    <a:pt x="0" y="71963"/>
                  </a:moveTo>
                  <a:lnTo>
                    <a:pt x="1508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4872659" y="5566459"/>
              <a:ext cx="150884" cy="71963"/>
            </a:xfrm>
            <a:custGeom>
              <a:avLst/>
              <a:pathLst>
                <a:path w="150884" h="71963">
                  <a:moveTo>
                    <a:pt x="0" y="71963"/>
                  </a:moveTo>
                  <a:lnTo>
                    <a:pt x="1508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4872659" y="5566459"/>
              <a:ext cx="150884" cy="71963"/>
            </a:xfrm>
            <a:custGeom>
              <a:avLst/>
              <a:pathLst>
                <a:path w="150884" h="71963">
                  <a:moveTo>
                    <a:pt x="0" y="71963"/>
                  </a:moveTo>
                  <a:lnTo>
                    <a:pt x="150884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4872659" y="5566459"/>
              <a:ext cx="150884" cy="71963"/>
            </a:xfrm>
            <a:custGeom>
              <a:avLst/>
              <a:pathLst>
                <a:path w="150884" h="71963">
                  <a:moveTo>
                    <a:pt x="0" y="71963"/>
                  </a:moveTo>
                  <a:lnTo>
                    <a:pt x="150884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4872659" y="5566459"/>
              <a:ext cx="150884" cy="71963"/>
            </a:xfrm>
            <a:custGeom>
              <a:avLst/>
              <a:pathLst>
                <a:path w="150884" h="71963">
                  <a:moveTo>
                    <a:pt x="0" y="71963"/>
                  </a:moveTo>
                  <a:lnTo>
                    <a:pt x="150884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4872659" y="5566459"/>
              <a:ext cx="150884" cy="148665"/>
            </a:xfrm>
            <a:custGeom>
              <a:avLst/>
              <a:pathLst>
                <a:path w="150884" h="148665">
                  <a:moveTo>
                    <a:pt x="0" y="71963"/>
                  </a:moveTo>
                  <a:lnTo>
                    <a:pt x="2553" y="77088"/>
                  </a:lnTo>
                  <a:lnTo>
                    <a:pt x="5280" y="82123"/>
                  </a:lnTo>
                  <a:lnTo>
                    <a:pt x="8178" y="87061"/>
                  </a:lnTo>
                  <a:lnTo>
                    <a:pt x="11243" y="91897"/>
                  </a:lnTo>
                  <a:lnTo>
                    <a:pt x="14472" y="96626"/>
                  </a:lnTo>
                  <a:lnTo>
                    <a:pt x="17861" y="101241"/>
                  </a:lnTo>
                  <a:lnTo>
                    <a:pt x="21407" y="105737"/>
                  </a:lnTo>
                  <a:lnTo>
                    <a:pt x="25104" y="110110"/>
                  </a:lnTo>
                  <a:lnTo>
                    <a:pt x="28949" y="114353"/>
                  </a:lnTo>
                  <a:lnTo>
                    <a:pt x="32937" y="118462"/>
                  </a:lnTo>
                  <a:lnTo>
                    <a:pt x="37063" y="122432"/>
                  </a:lnTo>
                  <a:lnTo>
                    <a:pt x="41323" y="126258"/>
                  </a:lnTo>
                  <a:lnTo>
                    <a:pt x="45711" y="129936"/>
                  </a:lnTo>
                  <a:lnTo>
                    <a:pt x="50223" y="133462"/>
                  </a:lnTo>
                  <a:lnTo>
                    <a:pt x="54853" y="136831"/>
                  </a:lnTo>
                  <a:lnTo>
                    <a:pt x="59595" y="140040"/>
                  </a:lnTo>
                  <a:lnTo>
                    <a:pt x="64445" y="143084"/>
                  </a:lnTo>
                  <a:lnTo>
                    <a:pt x="69396" y="145960"/>
                  </a:lnTo>
                  <a:lnTo>
                    <a:pt x="74442" y="148665"/>
                  </a:lnTo>
                  <a:lnTo>
                    <a:pt x="150884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4947102" y="5399291"/>
              <a:ext cx="243589" cy="334334"/>
            </a:xfrm>
            <a:custGeom>
              <a:avLst/>
              <a:pathLst>
                <a:path w="243589" h="334334">
                  <a:moveTo>
                    <a:pt x="0" y="315833"/>
                  </a:moveTo>
                  <a:lnTo>
                    <a:pt x="4753" y="318183"/>
                  </a:lnTo>
                  <a:lnTo>
                    <a:pt x="9580" y="320381"/>
                  </a:lnTo>
                  <a:lnTo>
                    <a:pt x="14473" y="322424"/>
                  </a:lnTo>
                  <a:lnTo>
                    <a:pt x="19429" y="324312"/>
                  </a:lnTo>
                  <a:lnTo>
                    <a:pt x="24442" y="326041"/>
                  </a:lnTo>
                  <a:lnTo>
                    <a:pt x="29507" y="327610"/>
                  </a:lnTo>
                  <a:lnTo>
                    <a:pt x="34620" y="329018"/>
                  </a:lnTo>
                  <a:lnTo>
                    <a:pt x="39775" y="330263"/>
                  </a:lnTo>
                  <a:lnTo>
                    <a:pt x="44966" y="331344"/>
                  </a:lnTo>
                  <a:lnTo>
                    <a:pt x="50189" y="332260"/>
                  </a:lnTo>
                  <a:lnTo>
                    <a:pt x="55439" y="333010"/>
                  </a:lnTo>
                  <a:lnTo>
                    <a:pt x="60710" y="333593"/>
                  </a:lnTo>
                  <a:lnTo>
                    <a:pt x="65997" y="334008"/>
                  </a:lnTo>
                  <a:lnTo>
                    <a:pt x="71294" y="334255"/>
                  </a:lnTo>
                  <a:lnTo>
                    <a:pt x="76596" y="334334"/>
                  </a:lnTo>
                  <a:lnTo>
                    <a:pt x="81899" y="334245"/>
                  </a:lnTo>
                  <a:lnTo>
                    <a:pt x="87195" y="333988"/>
                  </a:lnTo>
                  <a:lnTo>
                    <a:pt x="92481" y="333563"/>
                  </a:lnTo>
                  <a:lnTo>
                    <a:pt x="97751" y="332971"/>
                  </a:lnTo>
                  <a:lnTo>
                    <a:pt x="102999" y="332211"/>
                  </a:lnTo>
                  <a:lnTo>
                    <a:pt x="108221" y="331286"/>
                  </a:lnTo>
                  <a:lnTo>
                    <a:pt x="113411" y="330195"/>
                  </a:lnTo>
                  <a:lnTo>
                    <a:pt x="118563" y="328941"/>
                  </a:lnTo>
                  <a:lnTo>
                    <a:pt x="123673" y="327523"/>
                  </a:lnTo>
                  <a:lnTo>
                    <a:pt x="128736" y="325944"/>
                  </a:lnTo>
                  <a:lnTo>
                    <a:pt x="133745" y="324206"/>
                  </a:lnTo>
                  <a:lnTo>
                    <a:pt x="138698" y="322309"/>
                  </a:lnTo>
                  <a:lnTo>
                    <a:pt x="143587" y="320256"/>
                  </a:lnTo>
                  <a:lnTo>
                    <a:pt x="148409" y="318050"/>
                  </a:lnTo>
                  <a:lnTo>
                    <a:pt x="153159" y="315691"/>
                  </a:lnTo>
                  <a:lnTo>
                    <a:pt x="157831" y="313183"/>
                  </a:lnTo>
                  <a:lnTo>
                    <a:pt x="162422" y="310528"/>
                  </a:lnTo>
                  <a:lnTo>
                    <a:pt x="166926" y="307729"/>
                  </a:lnTo>
                  <a:lnTo>
                    <a:pt x="171339" y="304788"/>
                  </a:lnTo>
                  <a:lnTo>
                    <a:pt x="175656" y="301709"/>
                  </a:lnTo>
                  <a:lnTo>
                    <a:pt x="179873" y="298494"/>
                  </a:lnTo>
                  <a:lnTo>
                    <a:pt x="183987" y="295147"/>
                  </a:lnTo>
                  <a:lnTo>
                    <a:pt x="187992" y="291672"/>
                  </a:lnTo>
                  <a:lnTo>
                    <a:pt x="191885" y="288071"/>
                  </a:lnTo>
                  <a:lnTo>
                    <a:pt x="195662" y="284348"/>
                  </a:lnTo>
                  <a:lnTo>
                    <a:pt x="199319" y="280508"/>
                  </a:lnTo>
                  <a:lnTo>
                    <a:pt x="202852" y="276553"/>
                  </a:lnTo>
                  <a:lnTo>
                    <a:pt x="206258" y="272489"/>
                  </a:lnTo>
                  <a:lnTo>
                    <a:pt x="209533" y="268318"/>
                  </a:lnTo>
                  <a:lnTo>
                    <a:pt x="212675" y="264046"/>
                  </a:lnTo>
                  <a:lnTo>
                    <a:pt x="215679" y="259676"/>
                  </a:lnTo>
                  <a:lnTo>
                    <a:pt x="218543" y="255213"/>
                  </a:lnTo>
                  <a:lnTo>
                    <a:pt x="221264" y="250661"/>
                  </a:lnTo>
                  <a:lnTo>
                    <a:pt x="223840" y="246026"/>
                  </a:lnTo>
                  <a:lnTo>
                    <a:pt x="226267" y="241311"/>
                  </a:lnTo>
                  <a:lnTo>
                    <a:pt x="228543" y="236521"/>
                  </a:lnTo>
                  <a:lnTo>
                    <a:pt x="230667" y="231662"/>
                  </a:lnTo>
                  <a:lnTo>
                    <a:pt x="232635" y="226738"/>
                  </a:lnTo>
                  <a:lnTo>
                    <a:pt x="234446" y="221753"/>
                  </a:lnTo>
                  <a:lnTo>
                    <a:pt x="236098" y="216714"/>
                  </a:lnTo>
                  <a:lnTo>
                    <a:pt x="237589" y="211625"/>
                  </a:lnTo>
                  <a:lnTo>
                    <a:pt x="238918" y="206492"/>
                  </a:lnTo>
                  <a:lnTo>
                    <a:pt x="240083" y="201318"/>
                  </a:lnTo>
                  <a:lnTo>
                    <a:pt x="241084" y="196111"/>
                  </a:lnTo>
                  <a:lnTo>
                    <a:pt x="241920" y="190874"/>
                  </a:lnTo>
                  <a:lnTo>
                    <a:pt x="242588" y="185613"/>
                  </a:lnTo>
                  <a:lnTo>
                    <a:pt x="243090" y="180334"/>
                  </a:lnTo>
                  <a:lnTo>
                    <a:pt x="243423" y="175041"/>
                  </a:lnTo>
                  <a:lnTo>
                    <a:pt x="243589" y="169741"/>
                  </a:lnTo>
                  <a:lnTo>
                    <a:pt x="243587" y="164438"/>
                  </a:lnTo>
                  <a:lnTo>
                    <a:pt x="243416" y="159138"/>
                  </a:lnTo>
                  <a:lnTo>
                    <a:pt x="243077" y="153846"/>
                  </a:lnTo>
                  <a:lnTo>
                    <a:pt x="242571" y="148567"/>
                  </a:lnTo>
                  <a:lnTo>
                    <a:pt x="241898" y="143307"/>
                  </a:lnTo>
                  <a:lnTo>
                    <a:pt x="241057" y="138071"/>
                  </a:lnTo>
                  <a:lnTo>
                    <a:pt x="240052" y="132864"/>
                  </a:lnTo>
                  <a:lnTo>
                    <a:pt x="238881" y="127692"/>
                  </a:lnTo>
                  <a:lnTo>
                    <a:pt x="237548" y="122559"/>
                  </a:lnTo>
                  <a:lnTo>
                    <a:pt x="236052" y="117472"/>
                  </a:lnTo>
                  <a:lnTo>
                    <a:pt x="234395" y="112434"/>
                  </a:lnTo>
                  <a:lnTo>
                    <a:pt x="232580" y="107452"/>
                  </a:lnTo>
                  <a:lnTo>
                    <a:pt x="230607" y="102529"/>
                  </a:lnTo>
                  <a:lnTo>
                    <a:pt x="228479" y="97672"/>
                  </a:lnTo>
                  <a:lnTo>
                    <a:pt x="226198" y="92884"/>
                  </a:lnTo>
                  <a:lnTo>
                    <a:pt x="223767" y="88172"/>
                  </a:lnTo>
                  <a:lnTo>
                    <a:pt x="221187" y="83539"/>
                  </a:lnTo>
                  <a:lnTo>
                    <a:pt x="218462" y="78990"/>
                  </a:lnTo>
                  <a:lnTo>
                    <a:pt x="215593" y="74529"/>
                  </a:lnTo>
                  <a:lnTo>
                    <a:pt x="212585" y="70162"/>
                  </a:lnTo>
                  <a:lnTo>
                    <a:pt x="209440" y="65893"/>
                  </a:lnTo>
                  <a:lnTo>
                    <a:pt x="206160" y="61725"/>
                  </a:lnTo>
                  <a:lnTo>
                    <a:pt x="202751" y="57664"/>
                  </a:lnTo>
                  <a:lnTo>
                    <a:pt x="199214" y="53712"/>
                  </a:lnTo>
                  <a:lnTo>
                    <a:pt x="195553" y="49875"/>
                  </a:lnTo>
                  <a:lnTo>
                    <a:pt x="191773" y="46156"/>
                  </a:lnTo>
                  <a:lnTo>
                    <a:pt x="187877" y="42559"/>
                  </a:lnTo>
                  <a:lnTo>
                    <a:pt x="183868" y="39087"/>
                  </a:lnTo>
                  <a:lnTo>
                    <a:pt x="179752" y="35744"/>
                  </a:lnTo>
                  <a:lnTo>
                    <a:pt x="175531" y="32533"/>
                  </a:lnTo>
                  <a:lnTo>
                    <a:pt x="171211" y="29458"/>
                  </a:lnTo>
                  <a:lnTo>
                    <a:pt x="166795" y="26522"/>
                  </a:lnTo>
                  <a:lnTo>
                    <a:pt x="162289" y="23726"/>
                  </a:lnTo>
                  <a:lnTo>
                    <a:pt x="157696" y="21076"/>
                  </a:lnTo>
                  <a:lnTo>
                    <a:pt x="153021" y="18572"/>
                  </a:lnTo>
                  <a:lnTo>
                    <a:pt x="148270" y="16218"/>
                  </a:lnTo>
                  <a:lnTo>
                    <a:pt x="143446" y="14015"/>
                  </a:lnTo>
                  <a:lnTo>
                    <a:pt x="138554" y="11967"/>
                  </a:lnTo>
                  <a:lnTo>
                    <a:pt x="133600" y="10075"/>
                  </a:lnTo>
                  <a:lnTo>
                    <a:pt x="128589" y="8341"/>
                  </a:lnTo>
                  <a:lnTo>
                    <a:pt x="123525" y="6767"/>
                  </a:lnTo>
                  <a:lnTo>
                    <a:pt x="118413" y="5354"/>
                  </a:lnTo>
                  <a:lnTo>
                    <a:pt x="113260" y="4104"/>
                  </a:lnTo>
                  <a:lnTo>
                    <a:pt x="108069" y="3019"/>
                  </a:lnTo>
                  <a:lnTo>
                    <a:pt x="102847" y="2098"/>
                  </a:lnTo>
                  <a:lnTo>
                    <a:pt x="97598" y="1344"/>
                  </a:lnTo>
                  <a:lnTo>
                    <a:pt x="92327" y="756"/>
                  </a:lnTo>
                  <a:lnTo>
                    <a:pt x="87041" y="336"/>
                  </a:lnTo>
                  <a:lnTo>
                    <a:pt x="81744" y="84"/>
                  </a:lnTo>
                  <a:lnTo>
                    <a:pt x="76442" y="0"/>
                  </a:lnTo>
                  <a:lnTo>
                    <a:pt x="76442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5386309" y="5269756"/>
              <a:ext cx="158949" cy="167167"/>
            </a:xfrm>
            <a:custGeom>
              <a:avLst/>
              <a:pathLst>
                <a:path w="158949" h="167167">
                  <a:moveTo>
                    <a:pt x="158949" y="0"/>
                  </a:moveTo>
                  <a:lnTo>
                    <a:pt x="153425" y="91"/>
                  </a:lnTo>
                  <a:lnTo>
                    <a:pt x="147907" y="365"/>
                  </a:lnTo>
                  <a:lnTo>
                    <a:pt x="142401" y="821"/>
                  </a:lnTo>
                  <a:lnTo>
                    <a:pt x="136913" y="1458"/>
                  </a:lnTo>
                  <a:lnTo>
                    <a:pt x="131449" y="2277"/>
                  </a:lnTo>
                  <a:lnTo>
                    <a:pt x="126015" y="3276"/>
                  </a:lnTo>
                  <a:lnTo>
                    <a:pt x="120618" y="4453"/>
                  </a:lnTo>
                  <a:lnTo>
                    <a:pt x="115262" y="5809"/>
                  </a:lnTo>
                  <a:lnTo>
                    <a:pt x="109954" y="7341"/>
                  </a:lnTo>
                  <a:lnTo>
                    <a:pt x="104699" y="9047"/>
                  </a:lnTo>
                  <a:lnTo>
                    <a:pt x="99503" y="10926"/>
                  </a:lnTo>
                  <a:lnTo>
                    <a:pt x="94373" y="12976"/>
                  </a:lnTo>
                  <a:lnTo>
                    <a:pt x="89313" y="15194"/>
                  </a:lnTo>
                  <a:lnTo>
                    <a:pt x="84329" y="17578"/>
                  </a:lnTo>
                  <a:lnTo>
                    <a:pt x="79427" y="20125"/>
                  </a:lnTo>
                  <a:lnTo>
                    <a:pt x="74611" y="22834"/>
                  </a:lnTo>
                  <a:lnTo>
                    <a:pt x="69888" y="25699"/>
                  </a:lnTo>
                  <a:lnTo>
                    <a:pt x="65262" y="28720"/>
                  </a:lnTo>
                  <a:lnTo>
                    <a:pt x="60738" y="31891"/>
                  </a:lnTo>
                  <a:lnTo>
                    <a:pt x="56321" y="35210"/>
                  </a:lnTo>
                  <a:lnTo>
                    <a:pt x="52017" y="38674"/>
                  </a:lnTo>
                  <a:lnTo>
                    <a:pt x="47829" y="42277"/>
                  </a:lnTo>
                  <a:lnTo>
                    <a:pt x="43763" y="46018"/>
                  </a:lnTo>
                  <a:lnTo>
                    <a:pt x="39822" y="49890"/>
                  </a:lnTo>
                  <a:lnTo>
                    <a:pt x="36012" y="53891"/>
                  </a:lnTo>
                  <a:lnTo>
                    <a:pt x="32336" y="58015"/>
                  </a:lnTo>
                  <a:lnTo>
                    <a:pt x="28798" y="62258"/>
                  </a:lnTo>
                  <a:lnTo>
                    <a:pt x="25403" y="66616"/>
                  </a:lnTo>
                  <a:lnTo>
                    <a:pt x="22153" y="71084"/>
                  </a:lnTo>
                  <a:lnTo>
                    <a:pt x="19053" y="75657"/>
                  </a:lnTo>
                  <a:lnTo>
                    <a:pt x="16105" y="80330"/>
                  </a:lnTo>
                  <a:lnTo>
                    <a:pt x="13314" y="85098"/>
                  </a:lnTo>
                  <a:lnTo>
                    <a:pt x="10681" y="89955"/>
                  </a:lnTo>
                  <a:lnTo>
                    <a:pt x="8211" y="94897"/>
                  </a:lnTo>
                  <a:lnTo>
                    <a:pt x="5905" y="99917"/>
                  </a:lnTo>
                  <a:lnTo>
                    <a:pt x="3766" y="105011"/>
                  </a:lnTo>
                  <a:lnTo>
                    <a:pt x="1797" y="110173"/>
                  </a:lnTo>
                  <a:lnTo>
                    <a:pt x="0" y="115398"/>
                  </a:lnTo>
                  <a:lnTo>
                    <a:pt x="158949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5386309" y="5385154"/>
              <a:ext cx="158949" cy="51769"/>
            </a:xfrm>
            <a:custGeom>
              <a:avLst/>
              <a:pathLst>
                <a:path w="158949" h="51769">
                  <a:moveTo>
                    <a:pt x="0" y="0"/>
                  </a:moveTo>
                  <a:lnTo>
                    <a:pt x="158949" y="517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5386309" y="5385154"/>
              <a:ext cx="158949" cy="51769"/>
            </a:xfrm>
            <a:custGeom>
              <a:avLst/>
              <a:pathLst>
                <a:path w="158949" h="51769">
                  <a:moveTo>
                    <a:pt x="0" y="0"/>
                  </a:moveTo>
                  <a:lnTo>
                    <a:pt x="158949" y="5176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5386309" y="5385154"/>
              <a:ext cx="158949" cy="51769"/>
            </a:xfrm>
            <a:custGeom>
              <a:avLst/>
              <a:pathLst>
                <a:path w="158949" h="51769">
                  <a:moveTo>
                    <a:pt x="0" y="0"/>
                  </a:moveTo>
                  <a:lnTo>
                    <a:pt x="158949" y="5176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5386309" y="5385154"/>
              <a:ext cx="158949" cy="51769"/>
            </a:xfrm>
            <a:custGeom>
              <a:avLst/>
              <a:pathLst>
                <a:path w="158949" h="51769">
                  <a:moveTo>
                    <a:pt x="0" y="0"/>
                  </a:moveTo>
                  <a:lnTo>
                    <a:pt x="158949" y="5176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5378091" y="5385154"/>
              <a:ext cx="167167" cy="86506"/>
            </a:xfrm>
            <a:custGeom>
              <a:avLst/>
              <a:pathLst>
                <a:path w="167167" h="86506">
                  <a:moveTo>
                    <a:pt x="8218" y="0"/>
                  </a:moveTo>
                  <a:lnTo>
                    <a:pt x="6506" y="5585"/>
                  </a:lnTo>
                  <a:lnTo>
                    <a:pt x="4990" y="11226"/>
                  </a:lnTo>
                  <a:lnTo>
                    <a:pt x="3673" y="16917"/>
                  </a:lnTo>
                  <a:lnTo>
                    <a:pt x="2555" y="22651"/>
                  </a:lnTo>
                  <a:lnTo>
                    <a:pt x="1638" y="28420"/>
                  </a:lnTo>
                  <a:lnTo>
                    <a:pt x="923" y="34217"/>
                  </a:lnTo>
                  <a:lnTo>
                    <a:pt x="412" y="40036"/>
                  </a:lnTo>
                  <a:lnTo>
                    <a:pt x="104" y="45870"/>
                  </a:lnTo>
                  <a:lnTo>
                    <a:pt x="0" y="51710"/>
                  </a:lnTo>
                  <a:lnTo>
                    <a:pt x="100" y="57551"/>
                  </a:lnTo>
                  <a:lnTo>
                    <a:pt x="404" y="63384"/>
                  </a:lnTo>
                  <a:lnTo>
                    <a:pt x="911" y="69204"/>
                  </a:lnTo>
                  <a:lnTo>
                    <a:pt x="1622" y="75002"/>
                  </a:lnTo>
                  <a:lnTo>
                    <a:pt x="2535" y="80772"/>
                  </a:lnTo>
                  <a:lnTo>
                    <a:pt x="3648" y="86506"/>
                  </a:lnTo>
                  <a:lnTo>
                    <a:pt x="167167" y="5176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5381740" y="5269756"/>
              <a:ext cx="330667" cy="334334"/>
            </a:xfrm>
            <a:custGeom>
              <a:avLst/>
              <a:pathLst>
                <a:path w="330667" h="334334">
                  <a:moveTo>
                    <a:pt x="0" y="201904"/>
                  </a:moveTo>
                  <a:lnTo>
                    <a:pt x="1183" y="207071"/>
                  </a:lnTo>
                  <a:lnTo>
                    <a:pt x="2530" y="212198"/>
                  </a:lnTo>
                  <a:lnTo>
                    <a:pt x="4039" y="217280"/>
                  </a:lnTo>
                  <a:lnTo>
                    <a:pt x="5708" y="222311"/>
                  </a:lnTo>
                  <a:lnTo>
                    <a:pt x="7535" y="227287"/>
                  </a:lnTo>
                  <a:lnTo>
                    <a:pt x="9520" y="232202"/>
                  </a:lnTo>
                  <a:lnTo>
                    <a:pt x="11660" y="237052"/>
                  </a:lnTo>
                  <a:lnTo>
                    <a:pt x="13952" y="241832"/>
                  </a:lnTo>
                  <a:lnTo>
                    <a:pt x="16394" y="246537"/>
                  </a:lnTo>
                  <a:lnTo>
                    <a:pt x="18985" y="251162"/>
                  </a:lnTo>
                  <a:lnTo>
                    <a:pt x="21721" y="255702"/>
                  </a:lnTo>
                  <a:lnTo>
                    <a:pt x="24599" y="260153"/>
                  </a:lnTo>
                  <a:lnTo>
                    <a:pt x="27617" y="264511"/>
                  </a:lnTo>
                  <a:lnTo>
                    <a:pt x="30772" y="268771"/>
                  </a:lnTo>
                  <a:lnTo>
                    <a:pt x="34060" y="272929"/>
                  </a:lnTo>
                  <a:lnTo>
                    <a:pt x="37479" y="276981"/>
                  </a:lnTo>
                  <a:lnTo>
                    <a:pt x="41024" y="280922"/>
                  </a:lnTo>
                  <a:lnTo>
                    <a:pt x="44692" y="284748"/>
                  </a:lnTo>
                  <a:lnTo>
                    <a:pt x="48480" y="288457"/>
                  </a:lnTo>
                  <a:lnTo>
                    <a:pt x="52383" y="292043"/>
                  </a:lnTo>
                  <a:lnTo>
                    <a:pt x="56399" y="295504"/>
                  </a:lnTo>
                  <a:lnTo>
                    <a:pt x="60522" y="298836"/>
                  </a:lnTo>
                  <a:lnTo>
                    <a:pt x="64748" y="302035"/>
                  </a:lnTo>
                  <a:lnTo>
                    <a:pt x="69074" y="305099"/>
                  </a:lnTo>
                  <a:lnTo>
                    <a:pt x="73495" y="308024"/>
                  </a:lnTo>
                  <a:lnTo>
                    <a:pt x="78006" y="310808"/>
                  </a:lnTo>
                  <a:lnTo>
                    <a:pt x="82604" y="313447"/>
                  </a:lnTo>
                  <a:lnTo>
                    <a:pt x="87282" y="315939"/>
                  </a:lnTo>
                  <a:lnTo>
                    <a:pt x="92038" y="318281"/>
                  </a:lnTo>
                  <a:lnTo>
                    <a:pt x="96865" y="320472"/>
                  </a:lnTo>
                  <a:lnTo>
                    <a:pt x="101759" y="322508"/>
                  </a:lnTo>
                  <a:lnTo>
                    <a:pt x="106715" y="324388"/>
                  </a:lnTo>
                  <a:lnTo>
                    <a:pt x="111729" y="326110"/>
                  </a:lnTo>
                  <a:lnTo>
                    <a:pt x="116794" y="327672"/>
                  </a:lnTo>
                  <a:lnTo>
                    <a:pt x="121907" y="329073"/>
                  </a:lnTo>
                  <a:lnTo>
                    <a:pt x="127061" y="330311"/>
                  </a:lnTo>
                  <a:lnTo>
                    <a:pt x="132252" y="331385"/>
                  </a:lnTo>
                  <a:lnTo>
                    <a:pt x="137475" y="332293"/>
                  </a:lnTo>
                  <a:lnTo>
                    <a:pt x="142724" y="333036"/>
                  </a:lnTo>
                  <a:lnTo>
                    <a:pt x="147993" y="333612"/>
                  </a:lnTo>
                  <a:lnTo>
                    <a:pt x="153278" y="334020"/>
                  </a:lnTo>
                  <a:lnTo>
                    <a:pt x="158574" y="334261"/>
                  </a:lnTo>
                  <a:lnTo>
                    <a:pt x="163874" y="334334"/>
                  </a:lnTo>
                  <a:lnTo>
                    <a:pt x="169174" y="334239"/>
                  </a:lnTo>
                  <a:lnTo>
                    <a:pt x="174469" y="333975"/>
                  </a:lnTo>
                  <a:lnTo>
                    <a:pt x="179752" y="333544"/>
                  </a:lnTo>
                  <a:lnTo>
                    <a:pt x="185019" y="332946"/>
                  </a:lnTo>
                  <a:lnTo>
                    <a:pt x="190265" y="332181"/>
                  </a:lnTo>
                  <a:lnTo>
                    <a:pt x="195483" y="331250"/>
                  </a:lnTo>
                  <a:lnTo>
                    <a:pt x="200670" y="330154"/>
                  </a:lnTo>
                  <a:lnTo>
                    <a:pt x="205819" y="328894"/>
                  </a:lnTo>
                  <a:lnTo>
                    <a:pt x="210925" y="327471"/>
                  </a:lnTo>
                  <a:lnTo>
                    <a:pt x="215984" y="325888"/>
                  </a:lnTo>
                  <a:lnTo>
                    <a:pt x="220990" y="324144"/>
                  </a:lnTo>
                  <a:lnTo>
                    <a:pt x="225938" y="322243"/>
                  </a:lnTo>
                  <a:lnTo>
                    <a:pt x="230824" y="320186"/>
                  </a:lnTo>
                  <a:lnTo>
                    <a:pt x="235642" y="317975"/>
                  </a:lnTo>
                  <a:lnTo>
                    <a:pt x="240387" y="315613"/>
                  </a:lnTo>
                  <a:lnTo>
                    <a:pt x="245055" y="313101"/>
                  </a:lnTo>
                  <a:lnTo>
                    <a:pt x="249641" y="310442"/>
                  </a:lnTo>
                  <a:lnTo>
                    <a:pt x="254141" y="307639"/>
                  </a:lnTo>
                  <a:lnTo>
                    <a:pt x="258549" y="304695"/>
                  </a:lnTo>
                  <a:lnTo>
                    <a:pt x="262862" y="301613"/>
                  </a:lnTo>
                  <a:lnTo>
                    <a:pt x="267075" y="298396"/>
                  </a:lnTo>
                  <a:lnTo>
                    <a:pt x="271183" y="295046"/>
                  </a:lnTo>
                  <a:lnTo>
                    <a:pt x="275184" y="291568"/>
                  </a:lnTo>
                  <a:lnTo>
                    <a:pt x="279072" y="287965"/>
                  </a:lnTo>
                  <a:lnTo>
                    <a:pt x="282844" y="284241"/>
                  </a:lnTo>
                  <a:lnTo>
                    <a:pt x="286496" y="280399"/>
                  </a:lnTo>
                  <a:lnTo>
                    <a:pt x="290024" y="276442"/>
                  </a:lnTo>
                  <a:lnTo>
                    <a:pt x="293425" y="272376"/>
                  </a:lnTo>
                  <a:lnTo>
                    <a:pt x="296696" y="268205"/>
                  </a:lnTo>
                  <a:lnTo>
                    <a:pt x="299832" y="263931"/>
                  </a:lnTo>
                  <a:lnTo>
                    <a:pt x="302832" y="259561"/>
                  </a:lnTo>
                  <a:lnTo>
                    <a:pt x="305691" y="255097"/>
                  </a:lnTo>
                  <a:lnTo>
                    <a:pt x="308408" y="250545"/>
                  </a:lnTo>
                  <a:lnTo>
                    <a:pt x="310979" y="245909"/>
                  </a:lnTo>
                  <a:lnTo>
                    <a:pt x="313401" y="241194"/>
                  </a:lnTo>
                  <a:lnTo>
                    <a:pt x="315673" y="236405"/>
                  </a:lnTo>
                  <a:lnTo>
                    <a:pt x="317792" y="231545"/>
                  </a:lnTo>
                  <a:lnTo>
                    <a:pt x="319755" y="226622"/>
                  </a:lnTo>
                  <a:lnTo>
                    <a:pt x="321562" y="221638"/>
                  </a:lnTo>
                  <a:lnTo>
                    <a:pt x="323209" y="216600"/>
                  </a:lnTo>
                  <a:lnTo>
                    <a:pt x="324697" y="211512"/>
                  </a:lnTo>
                  <a:lnTo>
                    <a:pt x="326021" y="206379"/>
                  </a:lnTo>
                  <a:lnTo>
                    <a:pt x="327183" y="201207"/>
                  </a:lnTo>
                  <a:lnTo>
                    <a:pt x="328180" y="196000"/>
                  </a:lnTo>
                  <a:lnTo>
                    <a:pt x="329011" y="190765"/>
                  </a:lnTo>
                  <a:lnTo>
                    <a:pt x="329676" y="185506"/>
                  </a:lnTo>
                  <a:lnTo>
                    <a:pt x="330174" y="180228"/>
                  </a:lnTo>
                  <a:lnTo>
                    <a:pt x="330505" y="174938"/>
                  </a:lnTo>
                  <a:lnTo>
                    <a:pt x="330667" y="169639"/>
                  </a:lnTo>
                  <a:lnTo>
                    <a:pt x="330662" y="164338"/>
                  </a:lnTo>
                  <a:lnTo>
                    <a:pt x="330488" y="159040"/>
                  </a:lnTo>
                  <a:lnTo>
                    <a:pt x="330146" y="153750"/>
                  </a:lnTo>
                  <a:lnTo>
                    <a:pt x="329637" y="148474"/>
                  </a:lnTo>
                  <a:lnTo>
                    <a:pt x="328961" y="143216"/>
                  </a:lnTo>
                  <a:lnTo>
                    <a:pt x="328118" y="137983"/>
                  </a:lnTo>
                  <a:lnTo>
                    <a:pt x="327110" y="132779"/>
                  </a:lnTo>
                  <a:lnTo>
                    <a:pt x="325938" y="127609"/>
                  </a:lnTo>
                  <a:lnTo>
                    <a:pt x="324602" y="122479"/>
                  </a:lnTo>
                  <a:lnTo>
                    <a:pt x="323104" y="117394"/>
                  </a:lnTo>
                  <a:lnTo>
                    <a:pt x="321445" y="112359"/>
                  </a:lnTo>
                  <a:lnTo>
                    <a:pt x="319628" y="107379"/>
                  </a:lnTo>
                  <a:lnTo>
                    <a:pt x="317654" y="102460"/>
                  </a:lnTo>
                  <a:lnTo>
                    <a:pt x="315525" y="97605"/>
                  </a:lnTo>
                  <a:lnTo>
                    <a:pt x="313243" y="92821"/>
                  </a:lnTo>
                  <a:lnTo>
                    <a:pt x="310811" y="88111"/>
                  </a:lnTo>
                  <a:lnTo>
                    <a:pt x="308230" y="83480"/>
                  </a:lnTo>
                  <a:lnTo>
                    <a:pt x="305504" y="78934"/>
                  </a:lnTo>
                  <a:lnTo>
                    <a:pt x="302635" y="74477"/>
                  </a:lnTo>
                  <a:lnTo>
                    <a:pt x="299626" y="70112"/>
                  </a:lnTo>
                  <a:lnTo>
                    <a:pt x="296480" y="65846"/>
                  </a:lnTo>
                  <a:lnTo>
                    <a:pt x="293201" y="61681"/>
                  </a:lnTo>
                  <a:lnTo>
                    <a:pt x="289791" y="57622"/>
                  </a:lnTo>
                  <a:lnTo>
                    <a:pt x="286254" y="53674"/>
                  </a:lnTo>
                  <a:lnTo>
                    <a:pt x="282594" y="49839"/>
                  </a:lnTo>
                  <a:lnTo>
                    <a:pt x="278814" y="46123"/>
                  </a:lnTo>
                  <a:lnTo>
                    <a:pt x="274918" y="42528"/>
                  </a:lnTo>
                  <a:lnTo>
                    <a:pt x="270911" y="39058"/>
                  </a:lnTo>
                  <a:lnTo>
                    <a:pt x="266795" y="35718"/>
                  </a:lnTo>
                  <a:lnTo>
                    <a:pt x="262575" y="32509"/>
                  </a:lnTo>
                  <a:lnTo>
                    <a:pt x="258256" y="29436"/>
                  </a:lnTo>
                  <a:lnTo>
                    <a:pt x="253841" y="26502"/>
                  </a:lnTo>
                  <a:lnTo>
                    <a:pt x="249336" y="23709"/>
                  </a:lnTo>
                  <a:lnTo>
                    <a:pt x="244744" y="21060"/>
                  </a:lnTo>
                  <a:lnTo>
                    <a:pt x="240071" y="18558"/>
                  </a:lnTo>
                  <a:lnTo>
                    <a:pt x="235320" y="16205"/>
                  </a:lnTo>
                  <a:lnTo>
                    <a:pt x="230498" y="14005"/>
                  </a:lnTo>
                  <a:lnTo>
                    <a:pt x="225608" y="11958"/>
                  </a:lnTo>
                  <a:lnTo>
                    <a:pt x="220655" y="10067"/>
                  </a:lnTo>
                  <a:lnTo>
                    <a:pt x="215646" y="8335"/>
                  </a:lnTo>
                  <a:lnTo>
                    <a:pt x="210583" y="6762"/>
                  </a:lnTo>
                  <a:lnTo>
                    <a:pt x="205474" y="5350"/>
                  </a:lnTo>
                  <a:lnTo>
                    <a:pt x="200322" y="4101"/>
                  </a:lnTo>
                  <a:lnTo>
                    <a:pt x="195133" y="3016"/>
                  </a:lnTo>
                  <a:lnTo>
                    <a:pt x="189913" y="2096"/>
                  </a:lnTo>
                  <a:lnTo>
                    <a:pt x="184666" y="1343"/>
                  </a:lnTo>
                  <a:lnTo>
                    <a:pt x="179398" y="755"/>
                  </a:lnTo>
                  <a:lnTo>
                    <a:pt x="174113" y="336"/>
                  </a:lnTo>
                  <a:lnTo>
                    <a:pt x="168818" y="84"/>
                  </a:lnTo>
                  <a:lnTo>
                    <a:pt x="163518" y="0"/>
                  </a:lnTo>
                  <a:lnTo>
                    <a:pt x="163518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5890394" y="5018213"/>
              <a:ext cx="130644" cy="167167"/>
            </a:xfrm>
            <a:custGeom>
              <a:avLst/>
              <a:pathLst>
                <a:path w="130644" h="167167">
                  <a:moveTo>
                    <a:pt x="130644" y="0"/>
                  </a:moveTo>
                  <a:lnTo>
                    <a:pt x="125091" y="92"/>
                  </a:lnTo>
                  <a:lnTo>
                    <a:pt x="119544" y="368"/>
                  </a:lnTo>
                  <a:lnTo>
                    <a:pt x="114009" y="829"/>
                  </a:lnTo>
                  <a:lnTo>
                    <a:pt x="108492" y="1474"/>
                  </a:lnTo>
                  <a:lnTo>
                    <a:pt x="103000" y="2301"/>
                  </a:lnTo>
                  <a:lnTo>
                    <a:pt x="97539" y="3310"/>
                  </a:lnTo>
                  <a:lnTo>
                    <a:pt x="92114" y="4500"/>
                  </a:lnTo>
                  <a:lnTo>
                    <a:pt x="86731" y="5870"/>
                  </a:lnTo>
                  <a:lnTo>
                    <a:pt x="81397" y="7418"/>
                  </a:lnTo>
                  <a:lnTo>
                    <a:pt x="76118" y="9142"/>
                  </a:lnTo>
                  <a:lnTo>
                    <a:pt x="70898" y="11041"/>
                  </a:lnTo>
                  <a:lnTo>
                    <a:pt x="65745" y="13112"/>
                  </a:lnTo>
                  <a:lnTo>
                    <a:pt x="60663" y="15353"/>
                  </a:lnTo>
                  <a:lnTo>
                    <a:pt x="55658" y="17761"/>
                  </a:lnTo>
                  <a:lnTo>
                    <a:pt x="50736" y="20335"/>
                  </a:lnTo>
                  <a:lnTo>
                    <a:pt x="45903" y="23070"/>
                  </a:lnTo>
                  <a:lnTo>
                    <a:pt x="41163" y="25965"/>
                  </a:lnTo>
                  <a:lnTo>
                    <a:pt x="36521" y="29015"/>
                  </a:lnTo>
                  <a:lnTo>
                    <a:pt x="31984" y="32218"/>
                  </a:lnTo>
                  <a:lnTo>
                    <a:pt x="27555" y="35570"/>
                  </a:lnTo>
                  <a:lnTo>
                    <a:pt x="23241" y="39067"/>
                  </a:lnTo>
                  <a:lnTo>
                    <a:pt x="19045" y="42706"/>
                  </a:lnTo>
                  <a:lnTo>
                    <a:pt x="14972" y="46482"/>
                  </a:lnTo>
                  <a:lnTo>
                    <a:pt x="11026" y="50391"/>
                  </a:lnTo>
                  <a:lnTo>
                    <a:pt x="7213" y="54429"/>
                  </a:lnTo>
                  <a:lnTo>
                    <a:pt x="3536" y="58592"/>
                  </a:lnTo>
                  <a:lnTo>
                    <a:pt x="0" y="62874"/>
                  </a:lnTo>
                  <a:lnTo>
                    <a:pt x="130644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5890394" y="5081087"/>
              <a:ext cx="130644" cy="104292"/>
            </a:xfrm>
            <a:custGeom>
              <a:avLst/>
              <a:pathLst>
                <a:path w="130644" h="104292">
                  <a:moveTo>
                    <a:pt x="0" y="0"/>
                  </a:moveTo>
                  <a:lnTo>
                    <a:pt x="130644" y="104292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5890394" y="5081087"/>
              <a:ext cx="130644" cy="104292"/>
            </a:xfrm>
            <a:custGeom>
              <a:avLst/>
              <a:pathLst>
                <a:path w="130644" h="104292">
                  <a:moveTo>
                    <a:pt x="0" y="0"/>
                  </a:moveTo>
                  <a:lnTo>
                    <a:pt x="130644" y="104292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5890394" y="5081087"/>
              <a:ext cx="130644" cy="104292"/>
            </a:xfrm>
            <a:custGeom>
              <a:avLst/>
              <a:pathLst>
                <a:path w="130644" h="104292">
                  <a:moveTo>
                    <a:pt x="0" y="0"/>
                  </a:moveTo>
                  <a:lnTo>
                    <a:pt x="130644" y="104292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5870154" y="5081087"/>
              <a:ext cx="150884" cy="104292"/>
            </a:xfrm>
            <a:custGeom>
              <a:avLst/>
              <a:pathLst>
                <a:path w="150884" h="104292">
                  <a:moveTo>
                    <a:pt x="20240" y="0"/>
                  </a:moveTo>
                  <a:lnTo>
                    <a:pt x="16361" y="5053"/>
                  </a:lnTo>
                  <a:lnTo>
                    <a:pt x="12678" y="10251"/>
                  </a:lnTo>
                  <a:lnTo>
                    <a:pt x="9195" y="15585"/>
                  </a:lnTo>
                  <a:lnTo>
                    <a:pt x="5918" y="21048"/>
                  </a:lnTo>
                  <a:lnTo>
                    <a:pt x="2851" y="26632"/>
                  </a:lnTo>
                  <a:lnTo>
                    <a:pt x="0" y="32329"/>
                  </a:lnTo>
                  <a:lnTo>
                    <a:pt x="150884" y="104292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5853871" y="5018213"/>
              <a:ext cx="334323" cy="334327"/>
            </a:xfrm>
            <a:custGeom>
              <a:avLst/>
              <a:pathLst>
                <a:path w="334323" h="334327">
                  <a:moveTo>
                    <a:pt x="16282" y="95204"/>
                  </a:moveTo>
                  <a:lnTo>
                    <a:pt x="14081" y="100013"/>
                  </a:lnTo>
                  <a:lnTo>
                    <a:pt x="12033" y="104890"/>
                  </a:lnTo>
                  <a:lnTo>
                    <a:pt x="10140" y="109829"/>
                  </a:lnTo>
                  <a:lnTo>
                    <a:pt x="8405" y="114825"/>
                  </a:lnTo>
                  <a:lnTo>
                    <a:pt x="6829" y="119874"/>
                  </a:lnTo>
                  <a:lnTo>
                    <a:pt x="5413" y="124970"/>
                  </a:lnTo>
                  <a:lnTo>
                    <a:pt x="4159" y="130108"/>
                  </a:lnTo>
                  <a:lnTo>
                    <a:pt x="3068" y="135283"/>
                  </a:lnTo>
                  <a:lnTo>
                    <a:pt x="2141" y="140491"/>
                  </a:lnTo>
                  <a:lnTo>
                    <a:pt x="1380" y="145725"/>
                  </a:lnTo>
                  <a:lnTo>
                    <a:pt x="785" y="150980"/>
                  </a:lnTo>
                  <a:lnTo>
                    <a:pt x="356" y="156252"/>
                  </a:lnTo>
                  <a:lnTo>
                    <a:pt x="94" y="161534"/>
                  </a:lnTo>
                  <a:lnTo>
                    <a:pt x="0" y="166822"/>
                  </a:lnTo>
                  <a:lnTo>
                    <a:pt x="72" y="172111"/>
                  </a:lnTo>
                  <a:lnTo>
                    <a:pt x="312" y="177395"/>
                  </a:lnTo>
                  <a:lnTo>
                    <a:pt x="719" y="182668"/>
                  </a:lnTo>
                  <a:lnTo>
                    <a:pt x="1293" y="187926"/>
                  </a:lnTo>
                  <a:lnTo>
                    <a:pt x="2033" y="193163"/>
                  </a:lnTo>
                  <a:lnTo>
                    <a:pt x="2938" y="198374"/>
                  </a:lnTo>
                  <a:lnTo>
                    <a:pt x="4007" y="203554"/>
                  </a:lnTo>
                  <a:lnTo>
                    <a:pt x="5240" y="208697"/>
                  </a:lnTo>
                  <a:lnTo>
                    <a:pt x="6635" y="213799"/>
                  </a:lnTo>
                  <a:lnTo>
                    <a:pt x="8190" y="218854"/>
                  </a:lnTo>
                  <a:lnTo>
                    <a:pt x="9905" y="223857"/>
                  </a:lnTo>
                  <a:lnTo>
                    <a:pt x="11777" y="228804"/>
                  </a:lnTo>
                  <a:lnTo>
                    <a:pt x="13805" y="233689"/>
                  </a:lnTo>
                  <a:lnTo>
                    <a:pt x="15986" y="238507"/>
                  </a:lnTo>
                  <a:lnTo>
                    <a:pt x="18319" y="243254"/>
                  </a:lnTo>
                  <a:lnTo>
                    <a:pt x="20800" y="247925"/>
                  </a:lnTo>
                  <a:lnTo>
                    <a:pt x="23428" y="252515"/>
                  </a:lnTo>
                  <a:lnTo>
                    <a:pt x="26200" y="257019"/>
                  </a:lnTo>
                  <a:lnTo>
                    <a:pt x="29113" y="261434"/>
                  </a:lnTo>
                  <a:lnTo>
                    <a:pt x="32165" y="265754"/>
                  </a:lnTo>
                  <a:lnTo>
                    <a:pt x="35351" y="269976"/>
                  </a:lnTo>
                  <a:lnTo>
                    <a:pt x="38669" y="274094"/>
                  </a:lnTo>
                  <a:lnTo>
                    <a:pt x="42116" y="278106"/>
                  </a:lnTo>
                  <a:lnTo>
                    <a:pt x="45689" y="282006"/>
                  </a:lnTo>
                  <a:lnTo>
                    <a:pt x="49382" y="285792"/>
                  </a:lnTo>
                  <a:lnTo>
                    <a:pt x="53194" y="289459"/>
                  </a:lnTo>
                  <a:lnTo>
                    <a:pt x="57120" y="293003"/>
                  </a:lnTo>
                  <a:lnTo>
                    <a:pt x="61156" y="296421"/>
                  </a:lnTo>
                  <a:lnTo>
                    <a:pt x="65298" y="299710"/>
                  </a:lnTo>
                  <a:lnTo>
                    <a:pt x="69542" y="302867"/>
                  </a:lnTo>
                  <a:lnTo>
                    <a:pt x="73884" y="305887"/>
                  </a:lnTo>
                  <a:lnTo>
                    <a:pt x="78319" y="308769"/>
                  </a:lnTo>
                  <a:lnTo>
                    <a:pt x="82843" y="311508"/>
                  </a:lnTo>
                  <a:lnTo>
                    <a:pt x="87451" y="314104"/>
                  </a:lnTo>
                  <a:lnTo>
                    <a:pt x="92140" y="316552"/>
                  </a:lnTo>
                  <a:lnTo>
                    <a:pt x="96903" y="318851"/>
                  </a:lnTo>
                  <a:lnTo>
                    <a:pt x="101737" y="320998"/>
                  </a:lnTo>
                  <a:lnTo>
                    <a:pt x="106636" y="322991"/>
                  </a:lnTo>
                  <a:lnTo>
                    <a:pt x="111596" y="324828"/>
                  </a:lnTo>
                  <a:lnTo>
                    <a:pt x="116611" y="326507"/>
                  </a:lnTo>
                  <a:lnTo>
                    <a:pt x="121677" y="328026"/>
                  </a:lnTo>
                  <a:lnTo>
                    <a:pt x="126789" y="329385"/>
                  </a:lnTo>
                  <a:lnTo>
                    <a:pt x="131941" y="330581"/>
                  </a:lnTo>
                  <a:lnTo>
                    <a:pt x="137128" y="331613"/>
                  </a:lnTo>
                  <a:lnTo>
                    <a:pt x="142346" y="332481"/>
                  </a:lnTo>
                  <a:lnTo>
                    <a:pt x="147588" y="333184"/>
                  </a:lnTo>
                  <a:lnTo>
                    <a:pt x="152850" y="333720"/>
                  </a:lnTo>
                  <a:lnTo>
                    <a:pt x="158126" y="334090"/>
                  </a:lnTo>
                  <a:lnTo>
                    <a:pt x="163411" y="334292"/>
                  </a:lnTo>
                  <a:lnTo>
                    <a:pt x="168700" y="334327"/>
                  </a:lnTo>
                  <a:lnTo>
                    <a:pt x="173987" y="334195"/>
                  </a:lnTo>
                  <a:lnTo>
                    <a:pt x="179268" y="333896"/>
                  </a:lnTo>
                  <a:lnTo>
                    <a:pt x="184536" y="333430"/>
                  </a:lnTo>
                  <a:lnTo>
                    <a:pt x="189787" y="332797"/>
                  </a:lnTo>
                  <a:lnTo>
                    <a:pt x="195016" y="331998"/>
                  </a:lnTo>
                  <a:lnTo>
                    <a:pt x="200216" y="331035"/>
                  </a:lnTo>
                  <a:lnTo>
                    <a:pt x="205384" y="329907"/>
                  </a:lnTo>
                  <a:lnTo>
                    <a:pt x="210513" y="328617"/>
                  </a:lnTo>
                  <a:lnTo>
                    <a:pt x="215599" y="327165"/>
                  </a:lnTo>
                  <a:lnTo>
                    <a:pt x="220636" y="325552"/>
                  </a:lnTo>
                  <a:lnTo>
                    <a:pt x="225620" y="323782"/>
                  </a:lnTo>
                  <a:lnTo>
                    <a:pt x="230545" y="321854"/>
                  </a:lnTo>
                  <a:lnTo>
                    <a:pt x="235407" y="319772"/>
                  </a:lnTo>
                  <a:lnTo>
                    <a:pt x="240201" y="317536"/>
                  </a:lnTo>
                  <a:lnTo>
                    <a:pt x="244921" y="315151"/>
                  </a:lnTo>
                  <a:lnTo>
                    <a:pt x="249564" y="312617"/>
                  </a:lnTo>
                  <a:lnTo>
                    <a:pt x="254124" y="309937"/>
                  </a:lnTo>
                  <a:lnTo>
                    <a:pt x="258597" y="307115"/>
                  </a:lnTo>
                  <a:lnTo>
                    <a:pt x="262979" y="304152"/>
                  </a:lnTo>
                  <a:lnTo>
                    <a:pt x="267264" y="301053"/>
                  </a:lnTo>
                  <a:lnTo>
                    <a:pt x="271450" y="297819"/>
                  </a:lnTo>
                  <a:lnTo>
                    <a:pt x="275531" y="294455"/>
                  </a:lnTo>
                  <a:lnTo>
                    <a:pt x="279503" y="290963"/>
                  </a:lnTo>
                  <a:lnTo>
                    <a:pt x="283363" y="287347"/>
                  </a:lnTo>
                  <a:lnTo>
                    <a:pt x="287107" y="283611"/>
                  </a:lnTo>
                  <a:lnTo>
                    <a:pt x="290731" y="279758"/>
                  </a:lnTo>
                  <a:lnTo>
                    <a:pt x="294231" y="275793"/>
                  </a:lnTo>
                  <a:lnTo>
                    <a:pt x="297604" y="271719"/>
                  </a:lnTo>
                  <a:lnTo>
                    <a:pt x="300846" y="267540"/>
                  </a:lnTo>
                  <a:lnTo>
                    <a:pt x="303954" y="263261"/>
                  </a:lnTo>
                  <a:lnTo>
                    <a:pt x="306926" y="258886"/>
                  </a:lnTo>
                  <a:lnTo>
                    <a:pt x="309757" y="254418"/>
                  </a:lnTo>
                  <a:lnTo>
                    <a:pt x="312446" y="249864"/>
                  </a:lnTo>
                  <a:lnTo>
                    <a:pt x="314990" y="245226"/>
                  </a:lnTo>
                  <a:lnTo>
                    <a:pt x="317385" y="240511"/>
                  </a:lnTo>
                  <a:lnTo>
                    <a:pt x="319630" y="235722"/>
                  </a:lnTo>
                  <a:lnTo>
                    <a:pt x="321723" y="230864"/>
                  </a:lnTo>
                  <a:lnTo>
                    <a:pt x="323660" y="225943"/>
                  </a:lnTo>
                  <a:lnTo>
                    <a:pt x="325441" y="220963"/>
                  </a:lnTo>
                  <a:lnTo>
                    <a:pt x="327064" y="215929"/>
                  </a:lnTo>
                  <a:lnTo>
                    <a:pt x="328527" y="210846"/>
                  </a:lnTo>
                  <a:lnTo>
                    <a:pt x="329828" y="205720"/>
                  </a:lnTo>
                  <a:lnTo>
                    <a:pt x="330966" y="200555"/>
                  </a:lnTo>
                  <a:lnTo>
                    <a:pt x="331940" y="195356"/>
                  </a:lnTo>
                  <a:lnTo>
                    <a:pt x="332749" y="190129"/>
                  </a:lnTo>
                  <a:lnTo>
                    <a:pt x="333393" y="184879"/>
                  </a:lnTo>
                  <a:lnTo>
                    <a:pt x="333870" y="179612"/>
                  </a:lnTo>
                  <a:lnTo>
                    <a:pt x="334180" y="174332"/>
                  </a:lnTo>
                  <a:lnTo>
                    <a:pt x="334323" y="169045"/>
                  </a:lnTo>
                  <a:lnTo>
                    <a:pt x="334299" y="163756"/>
                  </a:lnTo>
                  <a:lnTo>
                    <a:pt x="334108" y="158470"/>
                  </a:lnTo>
                  <a:lnTo>
                    <a:pt x="333749" y="153193"/>
                  </a:lnTo>
                  <a:lnTo>
                    <a:pt x="333224" y="147930"/>
                  </a:lnTo>
                  <a:lnTo>
                    <a:pt x="332532" y="142687"/>
                  </a:lnTo>
                  <a:lnTo>
                    <a:pt x="331675" y="137468"/>
                  </a:lnTo>
                  <a:lnTo>
                    <a:pt x="330653" y="132278"/>
                  </a:lnTo>
                  <a:lnTo>
                    <a:pt x="329467" y="127124"/>
                  </a:lnTo>
                  <a:lnTo>
                    <a:pt x="328119" y="122009"/>
                  </a:lnTo>
                  <a:lnTo>
                    <a:pt x="326610" y="116940"/>
                  </a:lnTo>
                  <a:lnTo>
                    <a:pt x="324941" y="111921"/>
                  </a:lnTo>
                  <a:lnTo>
                    <a:pt x="323115" y="106958"/>
                  </a:lnTo>
                  <a:lnTo>
                    <a:pt x="321132" y="102054"/>
                  </a:lnTo>
                  <a:lnTo>
                    <a:pt x="318995" y="97216"/>
                  </a:lnTo>
                  <a:lnTo>
                    <a:pt x="316706" y="92448"/>
                  </a:lnTo>
                  <a:lnTo>
                    <a:pt x="314267" y="87755"/>
                  </a:lnTo>
                  <a:lnTo>
                    <a:pt x="311682" y="83141"/>
                  </a:lnTo>
                  <a:lnTo>
                    <a:pt x="308951" y="78611"/>
                  </a:lnTo>
                  <a:lnTo>
                    <a:pt x="306079" y="74170"/>
                  </a:lnTo>
                  <a:lnTo>
                    <a:pt x="303067" y="69822"/>
                  </a:lnTo>
                  <a:lnTo>
                    <a:pt x="299920" y="65572"/>
                  </a:lnTo>
                  <a:lnTo>
                    <a:pt x="296639" y="61423"/>
                  </a:lnTo>
                  <a:lnTo>
                    <a:pt x="293229" y="57380"/>
                  </a:lnTo>
                  <a:lnTo>
                    <a:pt x="289693" y="53447"/>
                  </a:lnTo>
                  <a:lnTo>
                    <a:pt x="286034" y="49628"/>
                  </a:lnTo>
                  <a:lnTo>
                    <a:pt x="282256" y="45926"/>
                  </a:lnTo>
                  <a:lnTo>
                    <a:pt x="278363" y="42346"/>
                  </a:lnTo>
                  <a:lnTo>
                    <a:pt x="274358" y="38890"/>
                  </a:lnTo>
                  <a:lnTo>
                    <a:pt x="270247" y="35564"/>
                  </a:lnTo>
                  <a:lnTo>
                    <a:pt x="266032" y="32369"/>
                  </a:lnTo>
                  <a:lnTo>
                    <a:pt x="261718" y="29308"/>
                  </a:lnTo>
                  <a:lnTo>
                    <a:pt x="257309" y="26386"/>
                  </a:lnTo>
                  <a:lnTo>
                    <a:pt x="252811" y="23605"/>
                  </a:lnTo>
                  <a:lnTo>
                    <a:pt x="248226" y="20967"/>
                  </a:lnTo>
                  <a:lnTo>
                    <a:pt x="243561" y="18476"/>
                  </a:lnTo>
                  <a:lnTo>
                    <a:pt x="238818" y="16134"/>
                  </a:lnTo>
                  <a:lnTo>
                    <a:pt x="234005" y="13943"/>
                  </a:lnTo>
                  <a:lnTo>
                    <a:pt x="229124" y="11905"/>
                  </a:lnTo>
                  <a:lnTo>
                    <a:pt x="224181" y="10023"/>
                  </a:lnTo>
                  <a:lnTo>
                    <a:pt x="219181" y="8298"/>
                  </a:lnTo>
                  <a:lnTo>
                    <a:pt x="214129" y="6732"/>
                  </a:lnTo>
                  <a:lnTo>
                    <a:pt x="209030" y="5326"/>
                  </a:lnTo>
                  <a:lnTo>
                    <a:pt x="203890" y="4083"/>
                  </a:lnTo>
                  <a:lnTo>
                    <a:pt x="198712" y="3003"/>
                  </a:lnTo>
                  <a:lnTo>
                    <a:pt x="193503" y="2087"/>
                  </a:lnTo>
                  <a:lnTo>
                    <a:pt x="188267" y="1337"/>
                  </a:lnTo>
                  <a:lnTo>
                    <a:pt x="183011" y="752"/>
                  </a:lnTo>
                  <a:lnTo>
                    <a:pt x="177738" y="334"/>
                  </a:lnTo>
                  <a:lnTo>
                    <a:pt x="172455" y="83"/>
                  </a:lnTo>
                  <a:lnTo>
                    <a:pt x="167167" y="0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6256088" y="4659281"/>
              <a:ext cx="329623" cy="334334"/>
            </a:xfrm>
            <a:custGeom>
              <a:avLst/>
              <a:pathLst>
                <a:path w="329623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4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6" y="3021"/>
                  </a:lnTo>
                  <a:lnTo>
                    <a:pt x="130313" y="4108"/>
                  </a:lnTo>
                  <a:lnTo>
                    <a:pt x="125158" y="5359"/>
                  </a:lnTo>
                  <a:lnTo>
                    <a:pt x="120044" y="6773"/>
                  </a:lnTo>
                  <a:lnTo>
                    <a:pt x="114979" y="8348"/>
                  </a:lnTo>
                  <a:lnTo>
                    <a:pt x="109965" y="10083"/>
                  </a:lnTo>
                  <a:lnTo>
                    <a:pt x="105009" y="11977"/>
                  </a:lnTo>
                  <a:lnTo>
                    <a:pt x="100116" y="14027"/>
                  </a:lnTo>
                  <a:lnTo>
                    <a:pt x="95291" y="16231"/>
                  </a:lnTo>
                  <a:lnTo>
                    <a:pt x="90537" y="18587"/>
                  </a:lnTo>
                  <a:lnTo>
                    <a:pt x="85861" y="21093"/>
                  </a:lnTo>
                  <a:lnTo>
                    <a:pt x="81267" y="23746"/>
                  </a:lnTo>
                  <a:lnTo>
                    <a:pt x="76759" y="26543"/>
                  </a:lnTo>
                  <a:lnTo>
                    <a:pt x="72343" y="29482"/>
                  </a:lnTo>
                  <a:lnTo>
                    <a:pt x="68021" y="32559"/>
                  </a:lnTo>
                  <a:lnTo>
                    <a:pt x="63800" y="35773"/>
                  </a:lnTo>
                  <a:lnTo>
                    <a:pt x="59683" y="39118"/>
                  </a:lnTo>
                  <a:lnTo>
                    <a:pt x="55673" y="42593"/>
                  </a:lnTo>
                  <a:lnTo>
                    <a:pt x="51777" y="46193"/>
                  </a:lnTo>
                  <a:lnTo>
                    <a:pt x="47996" y="49914"/>
                  </a:lnTo>
                  <a:lnTo>
                    <a:pt x="44335" y="53754"/>
                  </a:lnTo>
                  <a:lnTo>
                    <a:pt x="40798" y="57708"/>
                  </a:lnTo>
                  <a:lnTo>
                    <a:pt x="37389" y="61773"/>
                  </a:lnTo>
                  <a:lnTo>
                    <a:pt x="34110" y="65943"/>
                  </a:lnTo>
                  <a:lnTo>
                    <a:pt x="30965" y="70216"/>
                  </a:lnTo>
                  <a:lnTo>
                    <a:pt x="27957" y="74586"/>
                  </a:lnTo>
                  <a:lnTo>
                    <a:pt x="25089" y="79049"/>
                  </a:lnTo>
                  <a:lnTo>
                    <a:pt x="22365" y="83601"/>
                  </a:lnTo>
                  <a:lnTo>
                    <a:pt x="19786" y="88238"/>
                  </a:lnTo>
                  <a:lnTo>
                    <a:pt x="17356" y="92953"/>
                  </a:lnTo>
                  <a:lnTo>
                    <a:pt x="15076" y="97744"/>
                  </a:lnTo>
                  <a:lnTo>
                    <a:pt x="12950" y="102604"/>
                  </a:lnTo>
                  <a:lnTo>
                    <a:pt x="10979" y="107530"/>
                  </a:lnTo>
                  <a:lnTo>
                    <a:pt x="9165" y="112515"/>
                  </a:lnTo>
                  <a:lnTo>
                    <a:pt x="7510" y="117556"/>
                  </a:lnTo>
                  <a:lnTo>
                    <a:pt x="6016" y="122646"/>
                  </a:lnTo>
                  <a:lnTo>
                    <a:pt x="4685" y="127782"/>
                  </a:lnTo>
                  <a:lnTo>
                    <a:pt x="3517" y="132957"/>
                  </a:lnTo>
                  <a:lnTo>
                    <a:pt x="2514" y="138166"/>
                  </a:lnTo>
                  <a:lnTo>
                    <a:pt x="1676" y="143405"/>
                  </a:lnTo>
                  <a:lnTo>
                    <a:pt x="1006" y="148667"/>
                  </a:lnTo>
                  <a:lnTo>
                    <a:pt x="502" y="153949"/>
                  </a:lnTo>
                  <a:lnTo>
                    <a:pt x="167" y="159243"/>
                  </a:lnTo>
                  <a:lnTo>
                    <a:pt x="0" y="164546"/>
                  </a:lnTo>
                  <a:lnTo>
                    <a:pt x="0" y="169851"/>
                  </a:lnTo>
                  <a:lnTo>
                    <a:pt x="170" y="175153"/>
                  </a:lnTo>
                  <a:lnTo>
                    <a:pt x="507" y="180448"/>
                  </a:lnTo>
                  <a:lnTo>
                    <a:pt x="1013" y="185729"/>
                  </a:lnTo>
                  <a:lnTo>
                    <a:pt x="1685" y="190991"/>
                  </a:lnTo>
                  <a:lnTo>
                    <a:pt x="2525" y="196229"/>
                  </a:lnTo>
                  <a:lnTo>
                    <a:pt x="3530" y="201439"/>
                  </a:lnTo>
                  <a:lnTo>
                    <a:pt x="4700" y="206613"/>
                  </a:lnTo>
                  <a:lnTo>
                    <a:pt x="6033" y="211748"/>
                  </a:lnTo>
                  <a:lnTo>
                    <a:pt x="7529" y="216838"/>
                  </a:lnTo>
                  <a:lnTo>
                    <a:pt x="9185" y="221878"/>
                  </a:lnTo>
                  <a:lnTo>
                    <a:pt x="11001" y="226863"/>
                  </a:lnTo>
                  <a:lnTo>
                    <a:pt x="12974" y="231787"/>
                  </a:lnTo>
                  <a:lnTo>
                    <a:pt x="15102" y="236647"/>
                  </a:lnTo>
                  <a:lnTo>
                    <a:pt x="17383" y="241437"/>
                  </a:lnTo>
                  <a:lnTo>
                    <a:pt x="19815" y="246151"/>
                  </a:lnTo>
                  <a:lnTo>
                    <a:pt x="22396" y="250787"/>
                  </a:lnTo>
                  <a:lnTo>
                    <a:pt x="25122" y="255338"/>
                  </a:lnTo>
                  <a:lnTo>
                    <a:pt x="27992" y="259800"/>
                  </a:lnTo>
                  <a:lnTo>
                    <a:pt x="31001" y="264169"/>
                  </a:lnTo>
                  <a:lnTo>
                    <a:pt x="34148" y="268440"/>
                  </a:lnTo>
                  <a:lnTo>
                    <a:pt x="37428" y="272610"/>
                  </a:lnTo>
                  <a:lnTo>
                    <a:pt x="40839" y="276673"/>
                  </a:lnTo>
                  <a:lnTo>
                    <a:pt x="44378" y="280626"/>
                  </a:lnTo>
                  <a:lnTo>
                    <a:pt x="48040" y="284464"/>
                  </a:lnTo>
                  <a:lnTo>
                    <a:pt x="51822" y="288184"/>
                  </a:lnTo>
                  <a:lnTo>
                    <a:pt x="55720" y="291783"/>
                  </a:lnTo>
                  <a:lnTo>
                    <a:pt x="59731" y="295256"/>
                  </a:lnTo>
                  <a:lnTo>
                    <a:pt x="63849" y="298600"/>
                  </a:lnTo>
                  <a:lnTo>
                    <a:pt x="68072" y="301812"/>
                  </a:lnTo>
                  <a:lnTo>
                    <a:pt x="72394" y="304888"/>
                  </a:lnTo>
                  <a:lnTo>
                    <a:pt x="76812" y="307825"/>
                  </a:lnTo>
                  <a:lnTo>
                    <a:pt x="81321" y="310620"/>
                  </a:lnTo>
                  <a:lnTo>
                    <a:pt x="85916" y="313272"/>
                  </a:lnTo>
                  <a:lnTo>
                    <a:pt x="90593" y="315776"/>
                  </a:lnTo>
                  <a:lnTo>
                    <a:pt x="95347" y="318130"/>
                  </a:lnTo>
                  <a:lnTo>
                    <a:pt x="100174" y="320332"/>
                  </a:lnTo>
                  <a:lnTo>
                    <a:pt x="105068" y="322380"/>
                  </a:lnTo>
                  <a:lnTo>
                    <a:pt x="110024" y="324272"/>
                  </a:lnTo>
                  <a:lnTo>
                    <a:pt x="115038" y="326005"/>
                  </a:lnTo>
                  <a:lnTo>
                    <a:pt x="120104" y="327579"/>
                  </a:lnTo>
                  <a:lnTo>
                    <a:pt x="125218" y="328991"/>
                  </a:lnTo>
                  <a:lnTo>
                    <a:pt x="130374" y="330240"/>
                  </a:lnTo>
                  <a:lnTo>
                    <a:pt x="135567" y="331325"/>
                  </a:lnTo>
                  <a:lnTo>
                    <a:pt x="140792" y="332244"/>
                  </a:lnTo>
                  <a:lnTo>
                    <a:pt x="146044" y="332997"/>
                  </a:lnTo>
                  <a:lnTo>
                    <a:pt x="151317" y="333583"/>
                  </a:lnTo>
                  <a:lnTo>
                    <a:pt x="156605" y="334002"/>
                  </a:lnTo>
                  <a:lnTo>
                    <a:pt x="161904" y="334252"/>
                  </a:lnTo>
                  <a:lnTo>
                    <a:pt x="167209" y="334334"/>
                  </a:lnTo>
                  <a:lnTo>
                    <a:pt x="172513" y="334248"/>
                  </a:lnTo>
                  <a:lnTo>
                    <a:pt x="177813" y="333994"/>
                  </a:lnTo>
                  <a:lnTo>
                    <a:pt x="183101" y="333571"/>
                  </a:lnTo>
                  <a:lnTo>
                    <a:pt x="188373" y="332981"/>
                  </a:lnTo>
                  <a:lnTo>
                    <a:pt x="193624" y="332224"/>
                  </a:lnTo>
                  <a:lnTo>
                    <a:pt x="198848" y="331301"/>
                  </a:lnTo>
                  <a:lnTo>
                    <a:pt x="204040" y="330212"/>
                  </a:lnTo>
                  <a:lnTo>
                    <a:pt x="209196" y="328959"/>
                  </a:lnTo>
                  <a:lnTo>
                    <a:pt x="214308" y="327544"/>
                  </a:lnTo>
                  <a:lnTo>
                    <a:pt x="219374" y="325966"/>
                  </a:lnTo>
                  <a:lnTo>
                    <a:pt x="224386" y="324229"/>
                  </a:lnTo>
                  <a:lnTo>
                    <a:pt x="229341" y="322334"/>
                  </a:lnTo>
                  <a:lnTo>
                    <a:pt x="234234" y="320282"/>
                  </a:lnTo>
                  <a:lnTo>
                    <a:pt x="239059" y="318076"/>
                  </a:lnTo>
                  <a:lnTo>
                    <a:pt x="243811" y="315718"/>
                  </a:lnTo>
                  <a:lnTo>
                    <a:pt x="248486" y="313211"/>
                  </a:lnTo>
                  <a:lnTo>
                    <a:pt x="253079" y="310556"/>
                  </a:lnTo>
                  <a:lnTo>
                    <a:pt x="257586" y="307757"/>
                  </a:lnTo>
                  <a:lnTo>
                    <a:pt x="262002" y="304817"/>
                  </a:lnTo>
                  <a:lnTo>
                    <a:pt x="266322" y="301737"/>
                  </a:lnTo>
                  <a:lnTo>
                    <a:pt x="270542" y="298523"/>
                  </a:lnTo>
                  <a:lnTo>
                    <a:pt x="274658" y="295175"/>
                  </a:lnTo>
                  <a:lnTo>
                    <a:pt x="278666" y="291699"/>
                  </a:lnTo>
                  <a:lnTo>
                    <a:pt x="282561" y="288098"/>
                  </a:lnTo>
                  <a:lnTo>
                    <a:pt x="286341" y="284375"/>
                  </a:lnTo>
                  <a:lnTo>
                    <a:pt x="290000" y="280534"/>
                  </a:lnTo>
                  <a:lnTo>
                    <a:pt x="293535" y="276578"/>
                  </a:lnTo>
                  <a:lnTo>
                    <a:pt x="296943" y="272513"/>
                  </a:lnTo>
                  <a:lnTo>
                    <a:pt x="300221" y="268341"/>
                  </a:lnTo>
                  <a:lnTo>
                    <a:pt x="303364" y="264067"/>
                  </a:lnTo>
                  <a:lnTo>
                    <a:pt x="306370" y="259696"/>
                  </a:lnTo>
                  <a:lnTo>
                    <a:pt x="309236" y="255232"/>
                  </a:lnTo>
                  <a:lnTo>
                    <a:pt x="311959" y="250678"/>
                  </a:lnTo>
                  <a:lnTo>
                    <a:pt x="314536" y="246041"/>
                  </a:lnTo>
                  <a:lnTo>
                    <a:pt x="316965" y="241325"/>
                  </a:lnTo>
                  <a:lnTo>
                    <a:pt x="319243" y="236533"/>
                  </a:lnTo>
                  <a:lnTo>
                    <a:pt x="321367" y="231672"/>
                  </a:lnTo>
                  <a:lnTo>
                    <a:pt x="323336" y="226746"/>
                  </a:lnTo>
                  <a:lnTo>
                    <a:pt x="325148" y="221760"/>
                  </a:lnTo>
                  <a:lnTo>
                    <a:pt x="326801" y="216718"/>
                  </a:lnTo>
                  <a:lnTo>
                    <a:pt x="328293" y="211627"/>
                  </a:lnTo>
                  <a:lnTo>
                    <a:pt x="329623" y="206492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6423235" y="4826449"/>
              <a:ext cx="162476" cy="39324"/>
            </a:xfrm>
            <a:custGeom>
              <a:avLst/>
              <a:pathLst>
                <a:path w="162476" h="39324">
                  <a:moveTo>
                    <a:pt x="162476" y="393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6423235" y="4826449"/>
              <a:ext cx="162476" cy="39324"/>
            </a:xfrm>
            <a:custGeom>
              <a:avLst/>
              <a:pathLst>
                <a:path w="162476" h="39324">
                  <a:moveTo>
                    <a:pt x="162476" y="3932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6423235" y="4768569"/>
              <a:ext cx="167164" cy="97204"/>
            </a:xfrm>
            <a:custGeom>
              <a:avLst/>
              <a:pathLst>
                <a:path w="167164" h="97204">
                  <a:moveTo>
                    <a:pt x="162476" y="97204"/>
                  </a:moveTo>
                  <a:lnTo>
                    <a:pt x="163744" y="91533"/>
                  </a:lnTo>
                  <a:lnTo>
                    <a:pt x="164815" y="85821"/>
                  </a:lnTo>
                  <a:lnTo>
                    <a:pt x="165687" y="80075"/>
                  </a:lnTo>
                  <a:lnTo>
                    <a:pt x="166358" y="74303"/>
                  </a:lnTo>
                  <a:lnTo>
                    <a:pt x="166829" y="68510"/>
                  </a:lnTo>
                  <a:lnTo>
                    <a:pt x="167097" y="62705"/>
                  </a:lnTo>
                  <a:lnTo>
                    <a:pt x="167164" y="56894"/>
                  </a:lnTo>
                  <a:lnTo>
                    <a:pt x="167029" y="51084"/>
                  </a:lnTo>
                  <a:lnTo>
                    <a:pt x="166692" y="45282"/>
                  </a:lnTo>
                  <a:lnTo>
                    <a:pt x="166153" y="39496"/>
                  </a:lnTo>
                  <a:lnTo>
                    <a:pt x="165414" y="33731"/>
                  </a:lnTo>
                  <a:lnTo>
                    <a:pt x="164474" y="27996"/>
                  </a:lnTo>
                  <a:lnTo>
                    <a:pt x="163336" y="22297"/>
                  </a:lnTo>
                  <a:lnTo>
                    <a:pt x="162001" y="16641"/>
                  </a:lnTo>
                  <a:lnTo>
                    <a:pt x="160469" y="11035"/>
                  </a:lnTo>
                  <a:lnTo>
                    <a:pt x="158744" y="5486"/>
                  </a:lnTo>
                  <a:lnTo>
                    <a:pt x="156827" y="0"/>
                  </a:lnTo>
                  <a:lnTo>
                    <a:pt x="0" y="5788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6423235" y="4659281"/>
              <a:ext cx="156827" cy="167167"/>
            </a:xfrm>
            <a:custGeom>
              <a:avLst/>
              <a:pathLst>
                <a:path w="156827" h="167167">
                  <a:moveTo>
                    <a:pt x="156827" y="109287"/>
                  </a:moveTo>
                  <a:lnTo>
                    <a:pt x="154838" y="104160"/>
                  </a:lnTo>
                  <a:lnTo>
                    <a:pt x="152682" y="99101"/>
                  </a:lnTo>
                  <a:lnTo>
                    <a:pt x="150361" y="94115"/>
                  </a:lnTo>
                  <a:lnTo>
                    <a:pt x="147876" y="89209"/>
                  </a:lnTo>
                  <a:lnTo>
                    <a:pt x="145232" y="84387"/>
                  </a:lnTo>
                  <a:lnTo>
                    <a:pt x="142431" y="79655"/>
                  </a:lnTo>
                  <a:lnTo>
                    <a:pt x="139475" y="75018"/>
                  </a:lnTo>
                  <a:lnTo>
                    <a:pt x="136369" y="70480"/>
                  </a:lnTo>
                  <a:lnTo>
                    <a:pt x="133115" y="66047"/>
                  </a:lnTo>
                  <a:lnTo>
                    <a:pt x="129717" y="61723"/>
                  </a:lnTo>
                  <a:lnTo>
                    <a:pt x="126178" y="57513"/>
                  </a:lnTo>
                  <a:lnTo>
                    <a:pt x="122503" y="53422"/>
                  </a:lnTo>
                  <a:lnTo>
                    <a:pt x="118695" y="49454"/>
                  </a:lnTo>
                  <a:lnTo>
                    <a:pt x="114759" y="45614"/>
                  </a:lnTo>
                  <a:lnTo>
                    <a:pt x="110699" y="41905"/>
                  </a:lnTo>
                  <a:lnTo>
                    <a:pt x="106519" y="38332"/>
                  </a:lnTo>
                  <a:lnTo>
                    <a:pt x="102224" y="34898"/>
                  </a:lnTo>
                  <a:lnTo>
                    <a:pt x="97818" y="31607"/>
                  </a:lnTo>
                  <a:lnTo>
                    <a:pt x="93306" y="28463"/>
                  </a:lnTo>
                  <a:lnTo>
                    <a:pt x="88693" y="25469"/>
                  </a:lnTo>
                  <a:lnTo>
                    <a:pt x="83984" y="22628"/>
                  </a:lnTo>
                  <a:lnTo>
                    <a:pt x="79185" y="19944"/>
                  </a:lnTo>
                  <a:lnTo>
                    <a:pt x="74299" y="17419"/>
                  </a:lnTo>
                  <a:lnTo>
                    <a:pt x="69334" y="15056"/>
                  </a:lnTo>
                  <a:lnTo>
                    <a:pt x="64293" y="12858"/>
                  </a:lnTo>
                  <a:lnTo>
                    <a:pt x="59182" y="10826"/>
                  </a:lnTo>
                  <a:lnTo>
                    <a:pt x="54008" y="8964"/>
                  </a:lnTo>
                  <a:lnTo>
                    <a:pt x="48775" y="7274"/>
                  </a:lnTo>
                  <a:lnTo>
                    <a:pt x="43489" y="5756"/>
                  </a:lnTo>
                  <a:lnTo>
                    <a:pt x="38157" y="4413"/>
                  </a:lnTo>
                  <a:lnTo>
                    <a:pt x="32783" y="3246"/>
                  </a:lnTo>
                  <a:lnTo>
                    <a:pt x="27373" y="2256"/>
                  </a:lnTo>
                  <a:lnTo>
                    <a:pt x="21934" y="1445"/>
                  </a:lnTo>
                  <a:lnTo>
                    <a:pt x="16471" y="813"/>
                  </a:lnTo>
                  <a:lnTo>
                    <a:pt x="10991" y="361"/>
                  </a:lnTo>
                  <a:lnTo>
                    <a:pt x="5498" y="9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6561307" y="4213821"/>
              <a:ext cx="167164" cy="293486"/>
            </a:xfrm>
            <a:custGeom>
              <a:avLst/>
              <a:pathLst>
                <a:path w="167164" h="293486">
                  <a:moveTo>
                    <a:pt x="167164" y="0"/>
                  </a:moveTo>
                  <a:lnTo>
                    <a:pt x="161826" y="85"/>
                  </a:lnTo>
                  <a:lnTo>
                    <a:pt x="156493" y="340"/>
                  </a:lnTo>
                  <a:lnTo>
                    <a:pt x="151171" y="766"/>
                  </a:lnTo>
                  <a:lnTo>
                    <a:pt x="145865" y="1362"/>
                  </a:lnTo>
                  <a:lnTo>
                    <a:pt x="140581" y="2127"/>
                  </a:lnTo>
                  <a:lnTo>
                    <a:pt x="135324" y="3060"/>
                  </a:lnTo>
                  <a:lnTo>
                    <a:pt x="130100" y="4160"/>
                  </a:lnTo>
                  <a:lnTo>
                    <a:pt x="124913" y="5427"/>
                  </a:lnTo>
                  <a:lnTo>
                    <a:pt x="119769" y="6859"/>
                  </a:lnTo>
                  <a:lnTo>
                    <a:pt x="114674" y="8454"/>
                  </a:lnTo>
                  <a:lnTo>
                    <a:pt x="109633" y="10211"/>
                  </a:lnTo>
                  <a:lnTo>
                    <a:pt x="104650" y="12129"/>
                  </a:lnTo>
                  <a:lnTo>
                    <a:pt x="99730" y="14204"/>
                  </a:lnTo>
                  <a:lnTo>
                    <a:pt x="94880" y="16436"/>
                  </a:lnTo>
                  <a:lnTo>
                    <a:pt x="90103" y="18821"/>
                  </a:lnTo>
                  <a:lnTo>
                    <a:pt x="85405" y="21357"/>
                  </a:lnTo>
                  <a:lnTo>
                    <a:pt x="80791" y="24043"/>
                  </a:lnTo>
                  <a:lnTo>
                    <a:pt x="76264" y="26874"/>
                  </a:lnTo>
                  <a:lnTo>
                    <a:pt x="71830" y="29848"/>
                  </a:lnTo>
                  <a:lnTo>
                    <a:pt x="67494" y="32963"/>
                  </a:lnTo>
                  <a:lnTo>
                    <a:pt x="63259" y="36214"/>
                  </a:lnTo>
                  <a:lnTo>
                    <a:pt x="59130" y="39599"/>
                  </a:lnTo>
                  <a:lnTo>
                    <a:pt x="55111" y="43114"/>
                  </a:lnTo>
                  <a:lnTo>
                    <a:pt x="51207" y="46756"/>
                  </a:lnTo>
                  <a:lnTo>
                    <a:pt x="47421" y="50520"/>
                  </a:lnTo>
                  <a:lnTo>
                    <a:pt x="43757" y="54404"/>
                  </a:lnTo>
                  <a:lnTo>
                    <a:pt x="40219" y="58402"/>
                  </a:lnTo>
                  <a:lnTo>
                    <a:pt x="36810" y="62512"/>
                  </a:lnTo>
                  <a:lnTo>
                    <a:pt x="33534" y="66728"/>
                  </a:lnTo>
                  <a:lnTo>
                    <a:pt x="30395" y="71046"/>
                  </a:lnTo>
                  <a:lnTo>
                    <a:pt x="27395" y="75463"/>
                  </a:lnTo>
                  <a:lnTo>
                    <a:pt x="24538" y="79973"/>
                  </a:lnTo>
                  <a:lnTo>
                    <a:pt x="21826" y="84573"/>
                  </a:lnTo>
                  <a:lnTo>
                    <a:pt x="19263" y="89256"/>
                  </a:lnTo>
                  <a:lnTo>
                    <a:pt x="16850" y="94019"/>
                  </a:lnTo>
                  <a:lnTo>
                    <a:pt x="14591" y="98856"/>
                  </a:lnTo>
                  <a:lnTo>
                    <a:pt x="12487" y="103764"/>
                  </a:lnTo>
                  <a:lnTo>
                    <a:pt x="10541" y="108735"/>
                  </a:lnTo>
                  <a:lnTo>
                    <a:pt x="8755" y="113767"/>
                  </a:lnTo>
                  <a:lnTo>
                    <a:pt x="7131" y="118853"/>
                  </a:lnTo>
                  <a:lnTo>
                    <a:pt x="5669" y="123988"/>
                  </a:lnTo>
                  <a:lnTo>
                    <a:pt x="4373" y="129167"/>
                  </a:lnTo>
                  <a:lnTo>
                    <a:pt x="3242" y="134385"/>
                  </a:lnTo>
                  <a:lnTo>
                    <a:pt x="2279" y="139637"/>
                  </a:lnTo>
                  <a:lnTo>
                    <a:pt x="1484" y="144916"/>
                  </a:lnTo>
                  <a:lnTo>
                    <a:pt x="858" y="150219"/>
                  </a:lnTo>
                  <a:lnTo>
                    <a:pt x="402" y="155538"/>
                  </a:lnTo>
                  <a:lnTo>
                    <a:pt x="115" y="160870"/>
                  </a:lnTo>
                  <a:lnTo>
                    <a:pt x="0" y="166207"/>
                  </a:lnTo>
                  <a:lnTo>
                    <a:pt x="54" y="171546"/>
                  </a:lnTo>
                  <a:lnTo>
                    <a:pt x="279" y="176881"/>
                  </a:lnTo>
                  <a:lnTo>
                    <a:pt x="675" y="182205"/>
                  </a:lnTo>
                  <a:lnTo>
                    <a:pt x="1240" y="187514"/>
                  </a:lnTo>
                  <a:lnTo>
                    <a:pt x="1974" y="192802"/>
                  </a:lnTo>
                  <a:lnTo>
                    <a:pt x="2877" y="198065"/>
                  </a:lnTo>
                  <a:lnTo>
                    <a:pt x="3947" y="203295"/>
                  </a:lnTo>
                  <a:lnTo>
                    <a:pt x="5184" y="208489"/>
                  </a:lnTo>
                  <a:lnTo>
                    <a:pt x="6587" y="213641"/>
                  </a:lnTo>
                  <a:lnTo>
                    <a:pt x="8153" y="218745"/>
                  </a:lnTo>
                  <a:lnTo>
                    <a:pt x="9881" y="223797"/>
                  </a:lnTo>
                  <a:lnTo>
                    <a:pt x="11770" y="228791"/>
                  </a:lnTo>
                  <a:lnTo>
                    <a:pt x="13817" y="233722"/>
                  </a:lnTo>
                  <a:lnTo>
                    <a:pt x="16020" y="238585"/>
                  </a:lnTo>
                  <a:lnTo>
                    <a:pt x="18378" y="243375"/>
                  </a:lnTo>
                  <a:lnTo>
                    <a:pt x="20888" y="248088"/>
                  </a:lnTo>
                  <a:lnTo>
                    <a:pt x="23546" y="252718"/>
                  </a:lnTo>
                  <a:lnTo>
                    <a:pt x="26352" y="257260"/>
                  </a:lnTo>
                  <a:lnTo>
                    <a:pt x="29301" y="261711"/>
                  </a:lnTo>
                  <a:lnTo>
                    <a:pt x="32390" y="266065"/>
                  </a:lnTo>
                  <a:lnTo>
                    <a:pt x="35617" y="270319"/>
                  </a:lnTo>
                  <a:lnTo>
                    <a:pt x="38978" y="274467"/>
                  </a:lnTo>
                  <a:lnTo>
                    <a:pt x="42470" y="278506"/>
                  </a:lnTo>
                  <a:lnTo>
                    <a:pt x="46089" y="282431"/>
                  </a:lnTo>
                  <a:lnTo>
                    <a:pt x="49832" y="286239"/>
                  </a:lnTo>
                  <a:lnTo>
                    <a:pt x="53694" y="289925"/>
                  </a:lnTo>
                  <a:lnTo>
                    <a:pt x="57673" y="293486"/>
                  </a:lnTo>
                  <a:lnTo>
                    <a:pt x="167164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6618980" y="4380988"/>
              <a:ext cx="109491" cy="126319"/>
            </a:xfrm>
            <a:custGeom>
              <a:avLst/>
              <a:pathLst>
                <a:path w="109491" h="126319">
                  <a:moveTo>
                    <a:pt x="0" y="126319"/>
                  </a:moveTo>
                  <a:lnTo>
                    <a:pt x="10949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6618980" y="4380988"/>
              <a:ext cx="109491" cy="153672"/>
            </a:xfrm>
            <a:custGeom>
              <a:avLst/>
              <a:pathLst>
                <a:path w="109491" h="153672">
                  <a:moveTo>
                    <a:pt x="0" y="126319"/>
                  </a:moveTo>
                  <a:lnTo>
                    <a:pt x="4969" y="130460"/>
                  </a:lnTo>
                  <a:lnTo>
                    <a:pt x="10094" y="134406"/>
                  </a:lnTo>
                  <a:lnTo>
                    <a:pt x="15369" y="138151"/>
                  </a:lnTo>
                  <a:lnTo>
                    <a:pt x="20784" y="141689"/>
                  </a:lnTo>
                  <a:lnTo>
                    <a:pt x="26332" y="145015"/>
                  </a:lnTo>
                  <a:lnTo>
                    <a:pt x="32005" y="148124"/>
                  </a:lnTo>
                  <a:lnTo>
                    <a:pt x="37794" y="151011"/>
                  </a:lnTo>
                  <a:lnTo>
                    <a:pt x="43690" y="153672"/>
                  </a:lnTo>
                  <a:lnTo>
                    <a:pt x="10949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6662670" y="4213821"/>
              <a:ext cx="232966" cy="334325"/>
            </a:xfrm>
            <a:custGeom>
              <a:avLst/>
              <a:pathLst>
                <a:path w="232966" h="334325">
                  <a:moveTo>
                    <a:pt x="0" y="320839"/>
                  </a:moveTo>
                  <a:lnTo>
                    <a:pt x="4942" y="322863"/>
                  </a:lnTo>
                  <a:lnTo>
                    <a:pt x="9946" y="324727"/>
                  </a:lnTo>
                  <a:lnTo>
                    <a:pt x="15007" y="326431"/>
                  </a:lnTo>
                  <a:lnTo>
                    <a:pt x="20120" y="327972"/>
                  </a:lnTo>
                  <a:lnTo>
                    <a:pt x="25280" y="329349"/>
                  </a:lnTo>
                  <a:lnTo>
                    <a:pt x="30481" y="330561"/>
                  </a:lnTo>
                  <a:lnTo>
                    <a:pt x="35718" y="331605"/>
                  </a:lnTo>
                  <a:lnTo>
                    <a:pt x="40986" y="332482"/>
                  </a:lnTo>
                  <a:lnTo>
                    <a:pt x="46279" y="333191"/>
                  </a:lnTo>
                  <a:lnTo>
                    <a:pt x="51592" y="333729"/>
                  </a:lnTo>
                  <a:lnTo>
                    <a:pt x="56920" y="334098"/>
                  </a:lnTo>
                  <a:lnTo>
                    <a:pt x="62257" y="334297"/>
                  </a:lnTo>
                  <a:lnTo>
                    <a:pt x="67597" y="334325"/>
                  </a:lnTo>
                  <a:lnTo>
                    <a:pt x="72935" y="334182"/>
                  </a:lnTo>
                  <a:lnTo>
                    <a:pt x="78267" y="333869"/>
                  </a:lnTo>
                  <a:lnTo>
                    <a:pt x="83585" y="333386"/>
                  </a:lnTo>
                  <a:lnTo>
                    <a:pt x="88885" y="332733"/>
                  </a:lnTo>
                  <a:lnTo>
                    <a:pt x="94162" y="331911"/>
                  </a:lnTo>
                  <a:lnTo>
                    <a:pt x="99410" y="330921"/>
                  </a:lnTo>
                  <a:lnTo>
                    <a:pt x="104623" y="329764"/>
                  </a:lnTo>
                  <a:lnTo>
                    <a:pt x="109797" y="328441"/>
                  </a:lnTo>
                  <a:lnTo>
                    <a:pt x="114926" y="326953"/>
                  </a:lnTo>
                  <a:lnTo>
                    <a:pt x="120005" y="325303"/>
                  </a:lnTo>
                  <a:lnTo>
                    <a:pt x="125028" y="323491"/>
                  </a:lnTo>
                  <a:lnTo>
                    <a:pt x="129991" y="321519"/>
                  </a:lnTo>
                  <a:lnTo>
                    <a:pt x="134889" y="319390"/>
                  </a:lnTo>
                  <a:lnTo>
                    <a:pt x="139716" y="317105"/>
                  </a:lnTo>
                  <a:lnTo>
                    <a:pt x="144468" y="314668"/>
                  </a:lnTo>
                  <a:lnTo>
                    <a:pt x="149139" y="312080"/>
                  </a:lnTo>
                  <a:lnTo>
                    <a:pt x="153725" y="309344"/>
                  </a:lnTo>
                  <a:lnTo>
                    <a:pt x="158222" y="306463"/>
                  </a:lnTo>
                  <a:lnTo>
                    <a:pt x="162624" y="303440"/>
                  </a:lnTo>
                  <a:lnTo>
                    <a:pt x="166927" y="300277"/>
                  </a:lnTo>
                  <a:lnTo>
                    <a:pt x="171128" y="296979"/>
                  </a:lnTo>
                  <a:lnTo>
                    <a:pt x="175220" y="293549"/>
                  </a:lnTo>
                  <a:lnTo>
                    <a:pt x="179201" y="289989"/>
                  </a:lnTo>
                  <a:lnTo>
                    <a:pt x="183067" y="286304"/>
                  </a:lnTo>
                  <a:lnTo>
                    <a:pt x="186812" y="282498"/>
                  </a:lnTo>
                  <a:lnTo>
                    <a:pt x="190435" y="278573"/>
                  </a:lnTo>
                  <a:lnTo>
                    <a:pt x="193930" y="274536"/>
                  </a:lnTo>
                  <a:lnTo>
                    <a:pt x="197294" y="270388"/>
                  </a:lnTo>
                  <a:lnTo>
                    <a:pt x="200524" y="266135"/>
                  </a:lnTo>
                  <a:lnTo>
                    <a:pt x="203616" y="261781"/>
                  </a:lnTo>
                  <a:lnTo>
                    <a:pt x="206568" y="257331"/>
                  </a:lnTo>
                  <a:lnTo>
                    <a:pt x="209376" y="252789"/>
                  </a:lnTo>
                  <a:lnTo>
                    <a:pt x="212038" y="248159"/>
                  </a:lnTo>
                  <a:lnTo>
                    <a:pt x="214550" y="243446"/>
                  </a:lnTo>
                  <a:lnTo>
                    <a:pt x="216911" y="238656"/>
                  </a:lnTo>
                  <a:lnTo>
                    <a:pt x="219117" y="233793"/>
                  </a:lnTo>
                  <a:lnTo>
                    <a:pt x="221167" y="228862"/>
                  </a:lnTo>
                  <a:lnTo>
                    <a:pt x="223059" y="223868"/>
                  </a:lnTo>
                  <a:lnTo>
                    <a:pt x="224790" y="218815"/>
                  </a:lnTo>
                  <a:lnTo>
                    <a:pt x="226358" y="213711"/>
                  </a:lnTo>
                  <a:lnTo>
                    <a:pt x="227763" y="208558"/>
                  </a:lnTo>
                  <a:lnTo>
                    <a:pt x="229002" y="203364"/>
                  </a:lnTo>
                  <a:lnTo>
                    <a:pt x="230075" y="198132"/>
                  </a:lnTo>
                  <a:lnTo>
                    <a:pt x="230981" y="192869"/>
                  </a:lnTo>
                  <a:lnTo>
                    <a:pt x="231717" y="187580"/>
                  </a:lnTo>
                  <a:lnTo>
                    <a:pt x="232285" y="182270"/>
                  </a:lnTo>
                  <a:lnTo>
                    <a:pt x="232682" y="176944"/>
                  </a:lnTo>
                  <a:lnTo>
                    <a:pt x="232909" y="171609"/>
                  </a:lnTo>
                  <a:lnTo>
                    <a:pt x="232966" y="166269"/>
                  </a:lnTo>
                  <a:lnTo>
                    <a:pt x="232852" y="160930"/>
                  </a:lnTo>
                  <a:lnTo>
                    <a:pt x="232567" y="155597"/>
                  </a:lnTo>
                  <a:lnTo>
                    <a:pt x="232113" y="150276"/>
                  </a:lnTo>
                  <a:lnTo>
                    <a:pt x="231488" y="144972"/>
                  </a:lnTo>
                  <a:lnTo>
                    <a:pt x="230695" y="139691"/>
                  </a:lnTo>
                  <a:lnTo>
                    <a:pt x="229733" y="134438"/>
                  </a:lnTo>
                  <a:lnTo>
                    <a:pt x="228604" y="129219"/>
                  </a:lnTo>
                  <a:lnTo>
                    <a:pt x="227309" y="124038"/>
                  </a:lnTo>
                  <a:lnTo>
                    <a:pt x="225849" y="118901"/>
                  </a:lnTo>
                  <a:lnTo>
                    <a:pt x="224225" y="113813"/>
                  </a:lnTo>
                  <a:lnTo>
                    <a:pt x="222440" y="108780"/>
                  </a:lnTo>
                  <a:lnTo>
                    <a:pt x="220495" y="103806"/>
                  </a:lnTo>
                  <a:lnTo>
                    <a:pt x="218393" y="98898"/>
                  </a:lnTo>
                  <a:lnTo>
                    <a:pt x="216134" y="94058"/>
                  </a:lnTo>
                  <a:lnTo>
                    <a:pt x="213722" y="89294"/>
                  </a:lnTo>
                  <a:lnTo>
                    <a:pt x="211159" y="84609"/>
                  </a:lnTo>
                  <a:lnTo>
                    <a:pt x="208448" y="80008"/>
                  </a:lnTo>
                  <a:lnTo>
                    <a:pt x="205591" y="75496"/>
                  </a:lnTo>
                  <a:lnTo>
                    <a:pt x="202592" y="71077"/>
                  </a:lnTo>
                  <a:lnTo>
                    <a:pt x="199453" y="66757"/>
                  </a:lnTo>
                  <a:lnTo>
                    <a:pt x="196177" y="62539"/>
                  </a:lnTo>
                  <a:lnTo>
                    <a:pt x="192769" y="58428"/>
                  </a:lnTo>
                  <a:lnTo>
                    <a:pt x="189230" y="54428"/>
                  </a:lnTo>
                  <a:lnTo>
                    <a:pt x="185566" y="50543"/>
                  </a:lnTo>
                  <a:lnTo>
                    <a:pt x="181780" y="46777"/>
                  </a:lnTo>
                  <a:lnTo>
                    <a:pt x="177875" y="43134"/>
                  </a:lnTo>
                  <a:lnTo>
                    <a:pt x="173856" y="39617"/>
                  </a:lnTo>
                  <a:lnTo>
                    <a:pt x="169727" y="36231"/>
                  </a:lnTo>
                  <a:lnTo>
                    <a:pt x="165492" y="32978"/>
                  </a:lnTo>
                  <a:lnTo>
                    <a:pt x="161154" y="29862"/>
                  </a:lnTo>
                  <a:lnTo>
                    <a:pt x="156720" y="26886"/>
                  </a:lnTo>
                  <a:lnTo>
                    <a:pt x="152193" y="24054"/>
                  </a:lnTo>
                  <a:lnTo>
                    <a:pt x="147577" y="21367"/>
                  </a:lnTo>
                  <a:lnTo>
                    <a:pt x="142878" y="18829"/>
                  </a:lnTo>
                  <a:lnTo>
                    <a:pt x="138101" y="16443"/>
                  </a:lnTo>
                  <a:lnTo>
                    <a:pt x="133250" y="14211"/>
                  </a:lnTo>
                  <a:lnTo>
                    <a:pt x="128329" y="12134"/>
                  </a:lnTo>
                  <a:lnTo>
                    <a:pt x="123345" y="10216"/>
                  </a:lnTo>
                  <a:lnTo>
                    <a:pt x="118303" y="8458"/>
                  </a:lnTo>
                  <a:lnTo>
                    <a:pt x="113207" y="6862"/>
                  </a:lnTo>
                  <a:lnTo>
                    <a:pt x="108062" y="5430"/>
                  </a:lnTo>
                  <a:lnTo>
                    <a:pt x="102874" y="4162"/>
                  </a:lnTo>
                  <a:lnTo>
                    <a:pt x="97648" y="3061"/>
                  </a:lnTo>
                  <a:lnTo>
                    <a:pt x="92390" y="2128"/>
                  </a:lnTo>
                  <a:lnTo>
                    <a:pt x="87105" y="1363"/>
                  </a:lnTo>
                  <a:lnTo>
                    <a:pt x="81798" y="767"/>
                  </a:lnTo>
                  <a:lnTo>
                    <a:pt x="76475" y="341"/>
                  </a:lnTo>
                  <a:lnTo>
                    <a:pt x="71141" y="85"/>
                  </a:lnTo>
                  <a:lnTo>
                    <a:pt x="65801" y="0"/>
                  </a:lnTo>
                  <a:lnTo>
                    <a:pt x="65801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751850" y="3707720"/>
              <a:ext cx="250829" cy="334318"/>
            </a:xfrm>
            <a:custGeom>
              <a:avLst/>
              <a:pathLst>
                <a:path w="250829" h="334318">
                  <a:moveTo>
                    <a:pt x="167160" y="0"/>
                  </a:moveTo>
                  <a:lnTo>
                    <a:pt x="161833" y="84"/>
                  </a:lnTo>
                  <a:lnTo>
                    <a:pt x="156510" y="339"/>
                  </a:lnTo>
                  <a:lnTo>
                    <a:pt x="151199" y="763"/>
                  </a:lnTo>
                  <a:lnTo>
                    <a:pt x="145903" y="1357"/>
                  </a:lnTo>
                  <a:lnTo>
                    <a:pt x="140630" y="2118"/>
                  </a:lnTo>
                  <a:lnTo>
                    <a:pt x="135383" y="3048"/>
                  </a:lnTo>
                  <a:lnTo>
                    <a:pt x="130168" y="4144"/>
                  </a:lnTo>
                  <a:lnTo>
                    <a:pt x="124991" y="5406"/>
                  </a:lnTo>
                  <a:lnTo>
                    <a:pt x="119857" y="6832"/>
                  </a:lnTo>
                  <a:lnTo>
                    <a:pt x="114771" y="8421"/>
                  </a:lnTo>
                  <a:lnTo>
                    <a:pt x="109739" y="10171"/>
                  </a:lnTo>
                  <a:lnTo>
                    <a:pt x="104764" y="12081"/>
                  </a:lnTo>
                  <a:lnTo>
                    <a:pt x="99853" y="14148"/>
                  </a:lnTo>
                  <a:lnTo>
                    <a:pt x="95010" y="16371"/>
                  </a:lnTo>
                  <a:lnTo>
                    <a:pt x="90241" y="18747"/>
                  </a:lnTo>
                  <a:lnTo>
                    <a:pt x="85550" y="21274"/>
                  </a:lnTo>
                  <a:lnTo>
                    <a:pt x="80942" y="23949"/>
                  </a:lnTo>
                  <a:lnTo>
                    <a:pt x="76421" y="26770"/>
                  </a:lnTo>
                  <a:lnTo>
                    <a:pt x="71992" y="29733"/>
                  </a:lnTo>
                  <a:lnTo>
                    <a:pt x="67661" y="32836"/>
                  </a:lnTo>
                  <a:lnTo>
                    <a:pt x="63430" y="36076"/>
                  </a:lnTo>
                  <a:lnTo>
                    <a:pt x="59305" y="39448"/>
                  </a:lnTo>
                  <a:lnTo>
                    <a:pt x="55289" y="42950"/>
                  </a:lnTo>
                  <a:lnTo>
                    <a:pt x="51387" y="46579"/>
                  </a:lnTo>
                  <a:lnTo>
                    <a:pt x="47602" y="50330"/>
                  </a:lnTo>
                  <a:lnTo>
                    <a:pt x="43940" y="54200"/>
                  </a:lnTo>
                  <a:lnTo>
                    <a:pt x="40402" y="58184"/>
                  </a:lnTo>
                  <a:lnTo>
                    <a:pt x="36993" y="62280"/>
                  </a:lnTo>
                  <a:lnTo>
                    <a:pt x="33716" y="66482"/>
                  </a:lnTo>
                  <a:lnTo>
                    <a:pt x="30575" y="70786"/>
                  </a:lnTo>
                  <a:lnTo>
                    <a:pt x="27573" y="75188"/>
                  </a:lnTo>
                  <a:lnTo>
                    <a:pt x="24712" y="79683"/>
                  </a:lnTo>
                  <a:lnTo>
                    <a:pt x="21996" y="84268"/>
                  </a:lnTo>
                  <a:lnTo>
                    <a:pt x="19428" y="88936"/>
                  </a:lnTo>
                  <a:lnTo>
                    <a:pt x="17010" y="93684"/>
                  </a:lnTo>
                  <a:lnTo>
                    <a:pt x="14744" y="98507"/>
                  </a:lnTo>
                  <a:lnTo>
                    <a:pt x="12633" y="103400"/>
                  </a:lnTo>
                  <a:lnTo>
                    <a:pt x="10679" y="108357"/>
                  </a:lnTo>
                  <a:lnTo>
                    <a:pt x="8884" y="113374"/>
                  </a:lnTo>
                  <a:lnTo>
                    <a:pt x="7250" y="118446"/>
                  </a:lnTo>
                  <a:lnTo>
                    <a:pt x="5779" y="123567"/>
                  </a:lnTo>
                  <a:lnTo>
                    <a:pt x="4471" y="128733"/>
                  </a:lnTo>
                  <a:lnTo>
                    <a:pt x="3329" y="133937"/>
                  </a:lnTo>
                  <a:lnTo>
                    <a:pt x="2353" y="139176"/>
                  </a:lnTo>
                  <a:lnTo>
                    <a:pt x="1545" y="144442"/>
                  </a:lnTo>
                  <a:lnTo>
                    <a:pt x="905" y="149732"/>
                  </a:lnTo>
                  <a:lnTo>
                    <a:pt x="433" y="155040"/>
                  </a:lnTo>
                  <a:lnTo>
                    <a:pt x="132" y="160360"/>
                  </a:lnTo>
                  <a:lnTo>
                    <a:pt x="0" y="165686"/>
                  </a:lnTo>
                  <a:lnTo>
                    <a:pt x="37" y="171015"/>
                  </a:lnTo>
                  <a:lnTo>
                    <a:pt x="245" y="176339"/>
                  </a:lnTo>
                  <a:lnTo>
                    <a:pt x="622" y="181654"/>
                  </a:lnTo>
                  <a:lnTo>
                    <a:pt x="1168" y="186955"/>
                  </a:lnTo>
                  <a:lnTo>
                    <a:pt x="1883" y="192235"/>
                  </a:lnTo>
                  <a:lnTo>
                    <a:pt x="2766" y="197490"/>
                  </a:lnTo>
                  <a:lnTo>
                    <a:pt x="3816" y="202714"/>
                  </a:lnTo>
                  <a:lnTo>
                    <a:pt x="5032" y="207902"/>
                  </a:lnTo>
                  <a:lnTo>
                    <a:pt x="6413" y="213048"/>
                  </a:lnTo>
                  <a:lnTo>
                    <a:pt x="7956" y="218148"/>
                  </a:lnTo>
                  <a:lnTo>
                    <a:pt x="9662" y="223196"/>
                  </a:lnTo>
                  <a:lnTo>
                    <a:pt x="11528" y="228187"/>
                  </a:lnTo>
                  <a:lnTo>
                    <a:pt x="13552" y="233116"/>
                  </a:lnTo>
                  <a:lnTo>
                    <a:pt x="15732" y="237979"/>
                  </a:lnTo>
                  <a:lnTo>
                    <a:pt x="18065" y="242769"/>
                  </a:lnTo>
                  <a:lnTo>
                    <a:pt x="20551" y="247482"/>
                  </a:lnTo>
                  <a:lnTo>
                    <a:pt x="23185" y="252114"/>
                  </a:lnTo>
                  <a:lnTo>
                    <a:pt x="25965" y="256659"/>
                  </a:lnTo>
                  <a:lnTo>
                    <a:pt x="28889" y="261114"/>
                  </a:lnTo>
                  <a:lnTo>
                    <a:pt x="31954" y="265473"/>
                  </a:lnTo>
                  <a:lnTo>
                    <a:pt x="35155" y="269732"/>
                  </a:lnTo>
                  <a:lnTo>
                    <a:pt x="38491" y="273887"/>
                  </a:lnTo>
                  <a:lnTo>
                    <a:pt x="41958" y="277934"/>
                  </a:lnTo>
                  <a:lnTo>
                    <a:pt x="45552" y="281868"/>
                  </a:lnTo>
                  <a:lnTo>
                    <a:pt x="49269" y="285685"/>
                  </a:lnTo>
                  <a:lnTo>
                    <a:pt x="53106" y="289383"/>
                  </a:lnTo>
                  <a:lnTo>
                    <a:pt x="57060" y="292955"/>
                  </a:lnTo>
                  <a:lnTo>
                    <a:pt x="61124" y="296401"/>
                  </a:lnTo>
                  <a:lnTo>
                    <a:pt x="65297" y="299714"/>
                  </a:lnTo>
                  <a:lnTo>
                    <a:pt x="69573" y="302894"/>
                  </a:lnTo>
                  <a:lnTo>
                    <a:pt x="73949" y="305935"/>
                  </a:lnTo>
                  <a:lnTo>
                    <a:pt x="78419" y="308835"/>
                  </a:lnTo>
                  <a:lnTo>
                    <a:pt x="82979" y="311591"/>
                  </a:lnTo>
                  <a:lnTo>
                    <a:pt x="87624" y="314201"/>
                  </a:lnTo>
                  <a:lnTo>
                    <a:pt x="92351" y="316661"/>
                  </a:lnTo>
                  <a:lnTo>
                    <a:pt x="97154" y="318969"/>
                  </a:lnTo>
                  <a:lnTo>
                    <a:pt x="102027" y="321123"/>
                  </a:lnTo>
                  <a:lnTo>
                    <a:pt x="106967" y="323121"/>
                  </a:lnTo>
                  <a:lnTo>
                    <a:pt x="111968" y="324960"/>
                  </a:lnTo>
                  <a:lnTo>
                    <a:pt x="117025" y="326639"/>
                  </a:lnTo>
                  <a:lnTo>
                    <a:pt x="122133" y="328156"/>
                  </a:lnTo>
                  <a:lnTo>
                    <a:pt x="127287" y="329509"/>
                  </a:lnTo>
                  <a:lnTo>
                    <a:pt x="132481" y="330698"/>
                  </a:lnTo>
                  <a:lnTo>
                    <a:pt x="137711" y="331720"/>
                  </a:lnTo>
                  <a:lnTo>
                    <a:pt x="142970" y="332575"/>
                  </a:lnTo>
                  <a:lnTo>
                    <a:pt x="148254" y="333262"/>
                  </a:lnTo>
                  <a:lnTo>
                    <a:pt x="153557" y="333780"/>
                  </a:lnTo>
                  <a:lnTo>
                    <a:pt x="158874" y="334129"/>
                  </a:lnTo>
                  <a:lnTo>
                    <a:pt x="164200" y="334308"/>
                  </a:lnTo>
                  <a:lnTo>
                    <a:pt x="169528" y="334318"/>
                  </a:lnTo>
                  <a:lnTo>
                    <a:pt x="174854" y="334157"/>
                  </a:lnTo>
                  <a:lnTo>
                    <a:pt x="180172" y="333827"/>
                  </a:lnTo>
                  <a:lnTo>
                    <a:pt x="185477" y="333328"/>
                  </a:lnTo>
                  <a:lnTo>
                    <a:pt x="190764" y="332660"/>
                  </a:lnTo>
                  <a:lnTo>
                    <a:pt x="196026" y="331823"/>
                  </a:lnTo>
                  <a:lnTo>
                    <a:pt x="201259" y="330820"/>
                  </a:lnTo>
                  <a:lnTo>
                    <a:pt x="206458" y="329650"/>
                  </a:lnTo>
                  <a:lnTo>
                    <a:pt x="211616" y="328315"/>
                  </a:lnTo>
                  <a:lnTo>
                    <a:pt x="216730" y="326816"/>
                  </a:lnTo>
                  <a:lnTo>
                    <a:pt x="221793" y="325155"/>
                  </a:lnTo>
                  <a:lnTo>
                    <a:pt x="226800" y="323334"/>
                  </a:lnTo>
                  <a:lnTo>
                    <a:pt x="231747" y="321354"/>
                  </a:lnTo>
                  <a:lnTo>
                    <a:pt x="236628" y="319217"/>
                  </a:lnTo>
                  <a:lnTo>
                    <a:pt x="241439" y="316926"/>
                  </a:lnTo>
                  <a:lnTo>
                    <a:pt x="246174" y="314482"/>
                  </a:lnTo>
                  <a:lnTo>
                    <a:pt x="250829" y="311889"/>
                  </a:lnTo>
                  <a:lnTo>
                    <a:pt x="16716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6919011" y="3707804"/>
              <a:ext cx="167163" cy="311805"/>
            </a:xfrm>
            <a:custGeom>
              <a:avLst/>
              <a:pathLst>
                <a:path w="167163" h="311805">
                  <a:moveTo>
                    <a:pt x="83668" y="311805"/>
                  </a:moveTo>
                  <a:lnTo>
                    <a:pt x="88245" y="309061"/>
                  </a:lnTo>
                  <a:lnTo>
                    <a:pt x="92731" y="306172"/>
                  </a:lnTo>
                  <a:lnTo>
                    <a:pt x="97123" y="303142"/>
                  </a:lnTo>
                  <a:lnTo>
                    <a:pt x="101416" y="299972"/>
                  </a:lnTo>
                  <a:lnTo>
                    <a:pt x="105606" y="296668"/>
                  </a:lnTo>
                  <a:lnTo>
                    <a:pt x="109688" y="293231"/>
                  </a:lnTo>
                  <a:lnTo>
                    <a:pt x="113659" y="289666"/>
                  </a:lnTo>
                  <a:lnTo>
                    <a:pt x="117513" y="285976"/>
                  </a:lnTo>
                  <a:lnTo>
                    <a:pt x="121248" y="282164"/>
                  </a:lnTo>
                  <a:lnTo>
                    <a:pt x="124860" y="278236"/>
                  </a:lnTo>
                  <a:lnTo>
                    <a:pt x="128344" y="274194"/>
                  </a:lnTo>
                  <a:lnTo>
                    <a:pt x="131697" y="270043"/>
                  </a:lnTo>
                  <a:lnTo>
                    <a:pt x="134916" y="265787"/>
                  </a:lnTo>
                  <a:lnTo>
                    <a:pt x="137998" y="261431"/>
                  </a:lnTo>
                  <a:lnTo>
                    <a:pt x="140939" y="256978"/>
                  </a:lnTo>
                  <a:lnTo>
                    <a:pt x="143736" y="252434"/>
                  </a:lnTo>
                  <a:lnTo>
                    <a:pt x="146387" y="247803"/>
                  </a:lnTo>
                  <a:lnTo>
                    <a:pt x="148889" y="243089"/>
                  </a:lnTo>
                  <a:lnTo>
                    <a:pt x="151239" y="238298"/>
                  </a:lnTo>
                  <a:lnTo>
                    <a:pt x="153435" y="233435"/>
                  </a:lnTo>
                  <a:lnTo>
                    <a:pt x="155474" y="228504"/>
                  </a:lnTo>
                  <a:lnTo>
                    <a:pt x="157356" y="223510"/>
                  </a:lnTo>
                  <a:lnTo>
                    <a:pt x="159076" y="218459"/>
                  </a:lnTo>
                  <a:lnTo>
                    <a:pt x="160635" y="213355"/>
                  </a:lnTo>
                  <a:lnTo>
                    <a:pt x="162030" y="208205"/>
                  </a:lnTo>
                  <a:lnTo>
                    <a:pt x="163260" y="203012"/>
                  </a:lnTo>
                  <a:lnTo>
                    <a:pt x="164324" y="197783"/>
                  </a:lnTo>
                  <a:lnTo>
                    <a:pt x="165220" y="192523"/>
                  </a:lnTo>
                  <a:lnTo>
                    <a:pt x="165948" y="187236"/>
                  </a:lnTo>
                  <a:lnTo>
                    <a:pt x="166506" y="181929"/>
                  </a:lnTo>
                  <a:lnTo>
                    <a:pt x="166895" y="176607"/>
                  </a:lnTo>
                  <a:lnTo>
                    <a:pt x="167114" y="171276"/>
                  </a:lnTo>
                  <a:lnTo>
                    <a:pt x="167163" y="165940"/>
                  </a:lnTo>
                  <a:lnTo>
                    <a:pt x="167041" y="160605"/>
                  </a:lnTo>
                  <a:lnTo>
                    <a:pt x="166749" y="155277"/>
                  </a:lnTo>
                  <a:lnTo>
                    <a:pt x="166288" y="149960"/>
                  </a:lnTo>
                  <a:lnTo>
                    <a:pt x="165656" y="144662"/>
                  </a:lnTo>
                  <a:lnTo>
                    <a:pt x="164856" y="139386"/>
                  </a:lnTo>
                  <a:lnTo>
                    <a:pt x="163888" y="134138"/>
                  </a:lnTo>
                  <a:lnTo>
                    <a:pt x="162753" y="128924"/>
                  </a:lnTo>
                  <a:lnTo>
                    <a:pt x="161453" y="123749"/>
                  </a:lnTo>
                  <a:lnTo>
                    <a:pt x="159987" y="118618"/>
                  </a:lnTo>
                  <a:lnTo>
                    <a:pt x="158359" y="113536"/>
                  </a:lnTo>
                  <a:lnTo>
                    <a:pt x="156569" y="108509"/>
                  </a:lnTo>
                  <a:lnTo>
                    <a:pt x="154620" y="103541"/>
                  </a:lnTo>
                  <a:lnTo>
                    <a:pt x="152513" y="98639"/>
                  </a:lnTo>
                  <a:lnTo>
                    <a:pt x="150251" y="93806"/>
                  </a:lnTo>
                  <a:lnTo>
                    <a:pt x="147835" y="89047"/>
                  </a:lnTo>
                  <a:lnTo>
                    <a:pt x="145269" y="84369"/>
                  </a:lnTo>
                  <a:lnTo>
                    <a:pt x="142555" y="79774"/>
                  </a:lnTo>
                  <a:lnTo>
                    <a:pt x="139696" y="75269"/>
                  </a:lnTo>
                  <a:lnTo>
                    <a:pt x="136694" y="70857"/>
                  </a:lnTo>
                  <a:lnTo>
                    <a:pt x="133553" y="66543"/>
                  </a:lnTo>
                  <a:lnTo>
                    <a:pt x="130276" y="62331"/>
                  </a:lnTo>
                  <a:lnTo>
                    <a:pt x="126866" y="58227"/>
                  </a:lnTo>
                  <a:lnTo>
                    <a:pt x="123327" y="54233"/>
                  </a:lnTo>
                  <a:lnTo>
                    <a:pt x="119663" y="50354"/>
                  </a:lnTo>
                  <a:lnTo>
                    <a:pt x="115876" y="46594"/>
                  </a:lnTo>
                  <a:lnTo>
                    <a:pt x="111971" y="42957"/>
                  </a:lnTo>
                  <a:lnTo>
                    <a:pt x="107952" y="39446"/>
                  </a:lnTo>
                  <a:lnTo>
                    <a:pt x="103824" y="36066"/>
                  </a:lnTo>
                  <a:lnTo>
                    <a:pt x="99589" y="32819"/>
                  </a:lnTo>
                  <a:lnTo>
                    <a:pt x="95253" y="29709"/>
                  </a:lnTo>
                  <a:lnTo>
                    <a:pt x="90820" y="26738"/>
                  </a:lnTo>
                  <a:lnTo>
                    <a:pt x="86294" y="23911"/>
                  </a:lnTo>
                  <a:lnTo>
                    <a:pt x="81680" y="21230"/>
                  </a:lnTo>
                  <a:lnTo>
                    <a:pt x="76983" y="18697"/>
                  </a:lnTo>
                  <a:lnTo>
                    <a:pt x="72208" y="16316"/>
                  </a:lnTo>
                  <a:lnTo>
                    <a:pt x="67359" y="14088"/>
                  </a:lnTo>
                  <a:lnTo>
                    <a:pt x="62442" y="12016"/>
                  </a:lnTo>
                  <a:lnTo>
                    <a:pt x="57461" y="10102"/>
                  </a:lnTo>
                  <a:lnTo>
                    <a:pt x="52421" y="8348"/>
                  </a:lnTo>
                  <a:lnTo>
                    <a:pt x="47328" y="6755"/>
                  </a:lnTo>
                  <a:lnTo>
                    <a:pt x="42186" y="5326"/>
                  </a:lnTo>
                  <a:lnTo>
                    <a:pt x="37002" y="4062"/>
                  </a:lnTo>
                  <a:lnTo>
                    <a:pt x="31780" y="2964"/>
                  </a:lnTo>
                  <a:lnTo>
                    <a:pt x="26526" y="2034"/>
                  </a:lnTo>
                  <a:lnTo>
                    <a:pt x="21244" y="1271"/>
                  </a:lnTo>
                  <a:lnTo>
                    <a:pt x="15941" y="678"/>
                  </a:lnTo>
                  <a:lnTo>
                    <a:pt x="10622" y="254"/>
                  </a:lnTo>
                  <a:lnTo>
                    <a:pt x="5292" y="0"/>
                  </a:lnTo>
                  <a:lnTo>
                    <a:pt x="0" y="16708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6919011" y="3707720"/>
              <a:ext cx="5292" cy="167167"/>
            </a:xfrm>
            <a:custGeom>
              <a:avLst/>
              <a:pathLst>
                <a:path w="5292" h="167167">
                  <a:moveTo>
                    <a:pt x="5292" y="83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tx810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11" name="tx811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812" name="tx812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813" name="tx813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814" name="tx814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815" name="tx815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816" name="tx816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817" name="tx817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818" name="tx818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819" name="tx819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820" name="tx820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821" name="tx821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822" name="tx822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823" name="tx823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824" name="tx824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825" name="tx825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826" name="tx826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827" name="tx827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828" name="tx828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829" name="tx829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830" name="tx830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831" name="tx831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832" name="tx832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833" name="tx833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834" name="tx834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835" name="tx835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2025-06-06T07:19:21Z</dcterms:modified>
  <cp:category/>
</cp:coreProperties>
</file>