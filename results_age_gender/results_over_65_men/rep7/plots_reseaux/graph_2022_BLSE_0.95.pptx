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08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3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7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6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1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86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9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26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3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45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87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6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68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08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5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87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0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9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3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68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5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87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45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87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50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69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79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68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08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6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49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85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08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73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68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08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77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08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68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08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1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0690" y="3170392"/>
              <a:ext cx="63088" cy="167167"/>
            </a:xfrm>
            <a:custGeom>
              <a:avLst/>
              <a:pathLst>
                <a:path w="63088" h="167167">
                  <a:moveTo>
                    <a:pt x="63088" y="0"/>
                  </a:moveTo>
                  <a:lnTo>
                    <a:pt x="57208" y="103"/>
                  </a:lnTo>
                  <a:lnTo>
                    <a:pt x="51335" y="413"/>
                  </a:lnTo>
                  <a:lnTo>
                    <a:pt x="45478" y="930"/>
                  </a:lnTo>
                  <a:lnTo>
                    <a:pt x="39641" y="1652"/>
                  </a:lnTo>
                  <a:lnTo>
                    <a:pt x="33834" y="2579"/>
                  </a:lnTo>
                  <a:lnTo>
                    <a:pt x="28063" y="3710"/>
                  </a:lnTo>
                  <a:lnTo>
                    <a:pt x="22336" y="5043"/>
                  </a:lnTo>
                  <a:lnTo>
                    <a:pt x="16659" y="6577"/>
                  </a:lnTo>
                  <a:lnTo>
                    <a:pt x="11039" y="8309"/>
                  </a:lnTo>
                  <a:lnTo>
                    <a:pt x="5484" y="10238"/>
                  </a:lnTo>
                  <a:lnTo>
                    <a:pt x="0" y="12361"/>
                  </a:lnTo>
                  <a:lnTo>
                    <a:pt x="6308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0690" y="3182754"/>
              <a:ext cx="63088" cy="154805"/>
            </a:xfrm>
            <a:custGeom>
              <a:avLst/>
              <a:pathLst>
                <a:path w="63088" h="154805">
                  <a:moveTo>
                    <a:pt x="0" y="0"/>
                  </a:moveTo>
                  <a:lnTo>
                    <a:pt x="63088" y="1548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16620" y="3170458"/>
              <a:ext cx="334314" cy="334266"/>
            </a:xfrm>
            <a:custGeom>
              <a:avLst/>
              <a:pathLst>
                <a:path w="334314" h="334266">
                  <a:moveTo>
                    <a:pt x="104070" y="12295"/>
                  </a:moveTo>
                  <a:lnTo>
                    <a:pt x="99192" y="14374"/>
                  </a:lnTo>
                  <a:lnTo>
                    <a:pt x="94383" y="16606"/>
                  </a:lnTo>
                  <a:lnTo>
                    <a:pt x="89647" y="18990"/>
                  </a:lnTo>
                  <a:lnTo>
                    <a:pt x="84988" y="21522"/>
                  </a:lnTo>
                  <a:lnTo>
                    <a:pt x="80413" y="24201"/>
                  </a:lnTo>
                  <a:lnTo>
                    <a:pt x="75925" y="27024"/>
                  </a:lnTo>
                  <a:lnTo>
                    <a:pt x="71528" y="29988"/>
                  </a:lnTo>
                  <a:lnTo>
                    <a:pt x="67228" y="33090"/>
                  </a:lnTo>
                  <a:lnTo>
                    <a:pt x="63028" y="36327"/>
                  </a:lnTo>
                  <a:lnTo>
                    <a:pt x="58933" y="39695"/>
                  </a:lnTo>
                  <a:lnTo>
                    <a:pt x="54947" y="43191"/>
                  </a:lnTo>
                  <a:lnTo>
                    <a:pt x="51074" y="46812"/>
                  </a:lnTo>
                  <a:lnTo>
                    <a:pt x="47317" y="50554"/>
                  </a:lnTo>
                  <a:lnTo>
                    <a:pt x="43682" y="54413"/>
                  </a:lnTo>
                  <a:lnTo>
                    <a:pt x="40170" y="58386"/>
                  </a:lnTo>
                  <a:lnTo>
                    <a:pt x="36786" y="62468"/>
                  </a:lnTo>
                  <a:lnTo>
                    <a:pt x="33533" y="66655"/>
                  </a:lnTo>
                  <a:lnTo>
                    <a:pt x="30415" y="70943"/>
                  </a:lnTo>
                  <a:lnTo>
                    <a:pt x="27434" y="75328"/>
                  </a:lnTo>
                  <a:lnTo>
                    <a:pt x="24594" y="79806"/>
                  </a:lnTo>
                  <a:lnTo>
                    <a:pt x="21897" y="84371"/>
                  </a:lnTo>
                  <a:lnTo>
                    <a:pt x="19347" y="89019"/>
                  </a:lnTo>
                  <a:lnTo>
                    <a:pt x="16945" y="93746"/>
                  </a:lnTo>
                  <a:lnTo>
                    <a:pt x="14694" y="98547"/>
                  </a:lnTo>
                  <a:lnTo>
                    <a:pt x="12597" y="103417"/>
                  </a:lnTo>
                  <a:lnTo>
                    <a:pt x="10655" y="108351"/>
                  </a:lnTo>
                  <a:lnTo>
                    <a:pt x="8870" y="113344"/>
                  </a:lnTo>
                  <a:lnTo>
                    <a:pt x="7245" y="118390"/>
                  </a:lnTo>
                  <a:lnTo>
                    <a:pt x="5781" y="123486"/>
                  </a:lnTo>
                  <a:lnTo>
                    <a:pt x="4479" y="128626"/>
                  </a:lnTo>
                  <a:lnTo>
                    <a:pt x="3340" y="133805"/>
                  </a:lnTo>
                  <a:lnTo>
                    <a:pt x="2367" y="139017"/>
                  </a:lnTo>
                  <a:lnTo>
                    <a:pt x="1559" y="144257"/>
                  </a:lnTo>
                  <a:lnTo>
                    <a:pt x="918" y="149521"/>
                  </a:lnTo>
                  <a:lnTo>
                    <a:pt x="444" y="154802"/>
                  </a:lnTo>
                  <a:lnTo>
                    <a:pt x="138" y="160095"/>
                  </a:lnTo>
                  <a:lnTo>
                    <a:pt x="0" y="165395"/>
                  </a:lnTo>
                  <a:lnTo>
                    <a:pt x="29" y="170697"/>
                  </a:lnTo>
                  <a:lnTo>
                    <a:pt x="228" y="175996"/>
                  </a:lnTo>
                  <a:lnTo>
                    <a:pt x="594" y="181285"/>
                  </a:lnTo>
                  <a:lnTo>
                    <a:pt x="1127" y="186561"/>
                  </a:lnTo>
                  <a:lnTo>
                    <a:pt x="1828" y="191816"/>
                  </a:lnTo>
                  <a:lnTo>
                    <a:pt x="2695" y="197047"/>
                  </a:lnTo>
                  <a:lnTo>
                    <a:pt x="3727" y="202248"/>
                  </a:lnTo>
                  <a:lnTo>
                    <a:pt x="4924" y="207413"/>
                  </a:lnTo>
                  <a:lnTo>
                    <a:pt x="6284" y="212538"/>
                  </a:lnTo>
                  <a:lnTo>
                    <a:pt x="7806" y="217617"/>
                  </a:lnTo>
                  <a:lnTo>
                    <a:pt x="9489" y="222645"/>
                  </a:lnTo>
                  <a:lnTo>
                    <a:pt x="11329" y="227618"/>
                  </a:lnTo>
                  <a:lnTo>
                    <a:pt x="13327" y="232529"/>
                  </a:lnTo>
                  <a:lnTo>
                    <a:pt x="15479" y="237375"/>
                  </a:lnTo>
                  <a:lnTo>
                    <a:pt x="17784" y="242150"/>
                  </a:lnTo>
                  <a:lnTo>
                    <a:pt x="20240" y="246850"/>
                  </a:lnTo>
                  <a:lnTo>
                    <a:pt x="22843" y="251469"/>
                  </a:lnTo>
                  <a:lnTo>
                    <a:pt x="25591" y="256003"/>
                  </a:lnTo>
                  <a:lnTo>
                    <a:pt x="28482" y="260448"/>
                  </a:lnTo>
                  <a:lnTo>
                    <a:pt x="31512" y="264799"/>
                  </a:lnTo>
                  <a:lnTo>
                    <a:pt x="34678" y="269052"/>
                  </a:lnTo>
                  <a:lnTo>
                    <a:pt x="37978" y="273202"/>
                  </a:lnTo>
                  <a:lnTo>
                    <a:pt x="41408" y="277245"/>
                  </a:lnTo>
                  <a:lnTo>
                    <a:pt x="44964" y="281178"/>
                  </a:lnTo>
                  <a:lnTo>
                    <a:pt x="48644" y="284996"/>
                  </a:lnTo>
                  <a:lnTo>
                    <a:pt x="52442" y="288695"/>
                  </a:lnTo>
                  <a:lnTo>
                    <a:pt x="56356" y="292272"/>
                  </a:lnTo>
                  <a:lnTo>
                    <a:pt x="60382" y="295723"/>
                  </a:lnTo>
                  <a:lnTo>
                    <a:pt x="64514" y="299045"/>
                  </a:lnTo>
                  <a:lnTo>
                    <a:pt x="68751" y="302234"/>
                  </a:lnTo>
                  <a:lnTo>
                    <a:pt x="73086" y="305287"/>
                  </a:lnTo>
                  <a:lnTo>
                    <a:pt x="77515" y="308200"/>
                  </a:lnTo>
                  <a:lnTo>
                    <a:pt x="82035" y="310972"/>
                  </a:lnTo>
                  <a:lnTo>
                    <a:pt x="86641" y="313600"/>
                  </a:lnTo>
                  <a:lnTo>
                    <a:pt x="91327" y="316079"/>
                  </a:lnTo>
                  <a:lnTo>
                    <a:pt x="96090" y="318409"/>
                  </a:lnTo>
                  <a:lnTo>
                    <a:pt x="100925" y="320587"/>
                  </a:lnTo>
                  <a:lnTo>
                    <a:pt x="105826" y="322610"/>
                  </a:lnTo>
                  <a:lnTo>
                    <a:pt x="110788" y="324477"/>
                  </a:lnTo>
                  <a:lnTo>
                    <a:pt x="115808" y="326186"/>
                  </a:lnTo>
                  <a:lnTo>
                    <a:pt x="120879" y="327734"/>
                  </a:lnTo>
                  <a:lnTo>
                    <a:pt x="125996" y="329121"/>
                  </a:lnTo>
                  <a:lnTo>
                    <a:pt x="131155" y="330345"/>
                  </a:lnTo>
                  <a:lnTo>
                    <a:pt x="136351" y="331405"/>
                  </a:lnTo>
                  <a:lnTo>
                    <a:pt x="141577" y="332299"/>
                  </a:lnTo>
                  <a:lnTo>
                    <a:pt x="146829" y="333027"/>
                  </a:lnTo>
                  <a:lnTo>
                    <a:pt x="152101" y="333589"/>
                  </a:lnTo>
                  <a:lnTo>
                    <a:pt x="157389" y="333982"/>
                  </a:lnTo>
                  <a:lnTo>
                    <a:pt x="162686" y="334208"/>
                  </a:lnTo>
                  <a:lnTo>
                    <a:pt x="167988" y="334266"/>
                  </a:lnTo>
                  <a:lnTo>
                    <a:pt x="173289" y="334156"/>
                  </a:lnTo>
                  <a:lnTo>
                    <a:pt x="178584" y="333877"/>
                  </a:lnTo>
                  <a:lnTo>
                    <a:pt x="183867" y="333431"/>
                  </a:lnTo>
                  <a:lnTo>
                    <a:pt x="189134" y="332817"/>
                  </a:lnTo>
                  <a:lnTo>
                    <a:pt x="194378" y="332037"/>
                  </a:lnTo>
                  <a:lnTo>
                    <a:pt x="199595" y="331091"/>
                  </a:lnTo>
                  <a:lnTo>
                    <a:pt x="204780" y="329980"/>
                  </a:lnTo>
                  <a:lnTo>
                    <a:pt x="209926" y="328705"/>
                  </a:lnTo>
                  <a:lnTo>
                    <a:pt x="215030" y="327267"/>
                  </a:lnTo>
                  <a:lnTo>
                    <a:pt x="220085" y="325668"/>
                  </a:lnTo>
                  <a:lnTo>
                    <a:pt x="225088" y="323910"/>
                  </a:lnTo>
                  <a:lnTo>
                    <a:pt x="230032" y="321994"/>
                  </a:lnTo>
                  <a:lnTo>
                    <a:pt x="234912" y="319922"/>
                  </a:lnTo>
                  <a:lnTo>
                    <a:pt x="239725" y="317696"/>
                  </a:lnTo>
                  <a:lnTo>
                    <a:pt x="244464" y="315319"/>
                  </a:lnTo>
                  <a:lnTo>
                    <a:pt x="249126" y="312793"/>
                  </a:lnTo>
                  <a:lnTo>
                    <a:pt x="253705" y="310120"/>
                  </a:lnTo>
                  <a:lnTo>
                    <a:pt x="258197" y="307304"/>
                  </a:lnTo>
                  <a:lnTo>
                    <a:pt x="262598" y="304346"/>
                  </a:lnTo>
                  <a:lnTo>
                    <a:pt x="266902" y="301250"/>
                  </a:lnTo>
                  <a:lnTo>
                    <a:pt x="271107" y="298019"/>
                  </a:lnTo>
                  <a:lnTo>
                    <a:pt x="275206" y="294657"/>
                  </a:lnTo>
                  <a:lnTo>
                    <a:pt x="279197" y="291166"/>
                  </a:lnTo>
                  <a:lnTo>
                    <a:pt x="283076" y="287550"/>
                  </a:lnTo>
                  <a:lnTo>
                    <a:pt x="286837" y="283814"/>
                  </a:lnTo>
                  <a:lnTo>
                    <a:pt x="290478" y="279960"/>
                  </a:lnTo>
                  <a:lnTo>
                    <a:pt x="293996" y="275992"/>
                  </a:lnTo>
                  <a:lnTo>
                    <a:pt x="297385" y="271914"/>
                  </a:lnTo>
                  <a:lnTo>
                    <a:pt x="300644" y="267732"/>
                  </a:lnTo>
                  <a:lnTo>
                    <a:pt x="303768" y="263448"/>
                  </a:lnTo>
                  <a:lnTo>
                    <a:pt x="306755" y="259067"/>
                  </a:lnTo>
                  <a:lnTo>
                    <a:pt x="309601" y="254594"/>
                  </a:lnTo>
                  <a:lnTo>
                    <a:pt x="312304" y="250032"/>
                  </a:lnTo>
                  <a:lnTo>
                    <a:pt x="314861" y="245387"/>
                  </a:lnTo>
                  <a:lnTo>
                    <a:pt x="317270" y="240664"/>
                  </a:lnTo>
                  <a:lnTo>
                    <a:pt x="319527" y="235866"/>
                  </a:lnTo>
                  <a:lnTo>
                    <a:pt x="321631" y="230999"/>
                  </a:lnTo>
                  <a:lnTo>
                    <a:pt x="323580" y="226068"/>
                  </a:lnTo>
                  <a:lnTo>
                    <a:pt x="325372" y="221078"/>
                  </a:lnTo>
                  <a:lnTo>
                    <a:pt x="327004" y="216033"/>
                  </a:lnTo>
                  <a:lnTo>
                    <a:pt x="328475" y="210939"/>
                  </a:lnTo>
                  <a:lnTo>
                    <a:pt x="329784" y="205801"/>
                  </a:lnTo>
                  <a:lnTo>
                    <a:pt x="330930" y="200624"/>
                  </a:lnTo>
                  <a:lnTo>
                    <a:pt x="331911" y="195413"/>
                  </a:lnTo>
                  <a:lnTo>
                    <a:pt x="332726" y="190174"/>
                  </a:lnTo>
                  <a:lnTo>
                    <a:pt x="333374" y="184912"/>
                  </a:lnTo>
                  <a:lnTo>
                    <a:pt x="333855" y="179631"/>
                  </a:lnTo>
                  <a:lnTo>
                    <a:pt x="334169" y="174338"/>
                  </a:lnTo>
                  <a:lnTo>
                    <a:pt x="334314" y="169038"/>
                  </a:lnTo>
                  <a:lnTo>
                    <a:pt x="334292" y="163736"/>
                  </a:lnTo>
                  <a:lnTo>
                    <a:pt x="334101" y="158437"/>
                  </a:lnTo>
                  <a:lnTo>
                    <a:pt x="333742" y="153147"/>
                  </a:lnTo>
                  <a:lnTo>
                    <a:pt x="333216" y="147871"/>
                  </a:lnTo>
                  <a:lnTo>
                    <a:pt x="332523" y="142615"/>
                  </a:lnTo>
                  <a:lnTo>
                    <a:pt x="331663" y="137383"/>
                  </a:lnTo>
                  <a:lnTo>
                    <a:pt x="330638" y="132180"/>
                  </a:lnTo>
                  <a:lnTo>
                    <a:pt x="329448" y="127013"/>
                  </a:lnTo>
                  <a:lnTo>
                    <a:pt x="328095" y="121887"/>
                  </a:lnTo>
                  <a:lnTo>
                    <a:pt x="326580" y="116806"/>
                  </a:lnTo>
                  <a:lnTo>
                    <a:pt x="324905" y="111775"/>
                  </a:lnTo>
                  <a:lnTo>
                    <a:pt x="323071" y="106800"/>
                  </a:lnTo>
                  <a:lnTo>
                    <a:pt x="321080" y="101886"/>
                  </a:lnTo>
                  <a:lnTo>
                    <a:pt x="318935" y="97037"/>
                  </a:lnTo>
                  <a:lnTo>
                    <a:pt x="316636" y="92259"/>
                  </a:lnTo>
                  <a:lnTo>
                    <a:pt x="314187" y="87556"/>
                  </a:lnTo>
                  <a:lnTo>
                    <a:pt x="311591" y="82933"/>
                  </a:lnTo>
                  <a:lnTo>
                    <a:pt x="308849" y="78395"/>
                  </a:lnTo>
                  <a:lnTo>
                    <a:pt x="305964" y="73946"/>
                  </a:lnTo>
                  <a:lnTo>
                    <a:pt x="302940" y="69591"/>
                  </a:lnTo>
                  <a:lnTo>
                    <a:pt x="299780" y="65334"/>
                  </a:lnTo>
                  <a:lnTo>
                    <a:pt x="296485" y="61179"/>
                  </a:lnTo>
                  <a:lnTo>
                    <a:pt x="293061" y="57131"/>
                  </a:lnTo>
                  <a:lnTo>
                    <a:pt x="289510" y="53193"/>
                  </a:lnTo>
                  <a:lnTo>
                    <a:pt x="285836" y="49370"/>
                  </a:lnTo>
                  <a:lnTo>
                    <a:pt x="282043" y="45666"/>
                  </a:lnTo>
                  <a:lnTo>
                    <a:pt x="278134" y="42083"/>
                  </a:lnTo>
                  <a:lnTo>
                    <a:pt x="274113" y="38627"/>
                  </a:lnTo>
                  <a:lnTo>
                    <a:pt x="269985" y="35299"/>
                  </a:lnTo>
                  <a:lnTo>
                    <a:pt x="265753" y="32105"/>
                  </a:lnTo>
                  <a:lnTo>
                    <a:pt x="261423" y="29046"/>
                  </a:lnTo>
                  <a:lnTo>
                    <a:pt x="256997" y="26126"/>
                  </a:lnTo>
                  <a:lnTo>
                    <a:pt x="252481" y="23347"/>
                  </a:lnTo>
                  <a:lnTo>
                    <a:pt x="247879" y="20714"/>
                  </a:lnTo>
                  <a:lnTo>
                    <a:pt x="243196" y="18227"/>
                  </a:lnTo>
                  <a:lnTo>
                    <a:pt x="238436" y="15891"/>
                  </a:lnTo>
                  <a:lnTo>
                    <a:pt x="233605" y="13706"/>
                  </a:lnTo>
                  <a:lnTo>
                    <a:pt x="228707" y="11676"/>
                  </a:lnTo>
                  <a:lnTo>
                    <a:pt x="223747" y="9803"/>
                  </a:lnTo>
                  <a:lnTo>
                    <a:pt x="218730" y="8087"/>
                  </a:lnTo>
                  <a:lnTo>
                    <a:pt x="213661" y="6532"/>
                  </a:lnTo>
                  <a:lnTo>
                    <a:pt x="208545" y="5138"/>
                  </a:lnTo>
                  <a:lnTo>
                    <a:pt x="203388" y="3906"/>
                  </a:lnTo>
                  <a:lnTo>
                    <a:pt x="198194" y="2840"/>
                  </a:lnTo>
                  <a:lnTo>
                    <a:pt x="192969" y="1938"/>
                  </a:lnTo>
                  <a:lnTo>
                    <a:pt x="187718" y="1202"/>
                  </a:lnTo>
                  <a:lnTo>
                    <a:pt x="182446" y="634"/>
                  </a:lnTo>
                  <a:lnTo>
                    <a:pt x="177159" y="233"/>
                  </a:lnTo>
                  <a:lnTo>
                    <a:pt x="171862" y="0"/>
                  </a:lnTo>
                  <a:lnTo>
                    <a:pt x="167158" y="16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83779" y="3170392"/>
              <a:ext cx="4704" cy="167167"/>
            </a:xfrm>
            <a:custGeom>
              <a:avLst/>
              <a:pathLst>
                <a:path w="4704" h="167167">
                  <a:moveTo>
                    <a:pt x="4704" y="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54" y="2633064"/>
              <a:ext cx="167157" cy="203053"/>
            </a:xfrm>
            <a:custGeom>
              <a:avLst/>
              <a:pathLst>
                <a:path w="167157" h="203053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0" y="1410"/>
                  </a:lnTo>
                  <a:lnTo>
                    <a:pt x="140117" y="2201"/>
                  </a:lnTo>
                  <a:lnTo>
                    <a:pt x="134771" y="3166"/>
                  </a:lnTo>
                  <a:lnTo>
                    <a:pt x="129460" y="4305"/>
                  </a:lnTo>
                  <a:lnTo>
                    <a:pt x="124189" y="5616"/>
                  </a:lnTo>
                  <a:lnTo>
                    <a:pt x="118963" y="7097"/>
                  </a:lnTo>
                  <a:lnTo>
                    <a:pt x="113789" y="8747"/>
                  </a:lnTo>
                  <a:lnTo>
                    <a:pt x="108670" y="10565"/>
                  </a:lnTo>
                  <a:lnTo>
                    <a:pt x="103613" y="12547"/>
                  </a:lnTo>
                  <a:lnTo>
                    <a:pt x="98623" y="14693"/>
                  </a:lnTo>
                  <a:lnTo>
                    <a:pt x="93706" y="17000"/>
                  </a:lnTo>
                  <a:lnTo>
                    <a:pt x="88866" y="19466"/>
                  </a:lnTo>
                  <a:lnTo>
                    <a:pt x="84109" y="22087"/>
                  </a:lnTo>
                  <a:lnTo>
                    <a:pt x="79440" y="24862"/>
                  </a:lnTo>
                  <a:lnTo>
                    <a:pt x="74863" y="27787"/>
                  </a:lnTo>
                  <a:lnTo>
                    <a:pt x="70383" y="30859"/>
                  </a:lnTo>
                  <a:lnTo>
                    <a:pt x="66006" y="34075"/>
                  </a:lnTo>
                  <a:lnTo>
                    <a:pt x="61735" y="37431"/>
                  </a:lnTo>
                  <a:lnTo>
                    <a:pt x="57576" y="40925"/>
                  </a:lnTo>
                  <a:lnTo>
                    <a:pt x="53533" y="44551"/>
                  </a:lnTo>
                  <a:lnTo>
                    <a:pt x="49609" y="48308"/>
                  </a:lnTo>
                  <a:lnTo>
                    <a:pt x="45810" y="52189"/>
                  </a:lnTo>
                  <a:lnTo>
                    <a:pt x="42138" y="56192"/>
                  </a:lnTo>
                  <a:lnTo>
                    <a:pt x="38599" y="60312"/>
                  </a:lnTo>
                  <a:lnTo>
                    <a:pt x="35195" y="64545"/>
                  </a:lnTo>
                  <a:lnTo>
                    <a:pt x="31931" y="68887"/>
                  </a:lnTo>
                  <a:lnTo>
                    <a:pt x="28810" y="73332"/>
                  </a:lnTo>
                  <a:lnTo>
                    <a:pt x="25834" y="77876"/>
                  </a:lnTo>
                  <a:lnTo>
                    <a:pt x="23008" y="82514"/>
                  </a:lnTo>
                  <a:lnTo>
                    <a:pt x="20334" y="87242"/>
                  </a:lnTo>
                  <a:lnTo>
                    <a:pt x="17815" y="92054"/>
                  </a:lnTo>
                  <a:lnTo>
                    <a:pt x="15453" y="96946"/>
                  </a:lnTo>
                  <a:lnTo>
                    <a:pt x="13252" y="101911"/>
                  </a:lnTo>
                  <a:lnTo>
                    <a:pt x="11213" y="106946"/>
                  </a:lnTo>
                  <a:lnTo>
                    <a:pt x="9339" y="112044"/>
                  </a:lnTo>
                  <a:lnTo>
                    <a:pt x="7631" y="117200"/>
                  </a:lnTo>
                  <a:lnTo>
                    <a:pt x="6092" y="122409"/>
                  </a:lnTo>
                  <a:lnTo>
                    <a:pt x="4723" y="127666"/>
                  </a:lnTo>
                  <a:lnTo>
                    <a:pt x="3526" y="132964"/>
                  </a:lnTo>
                  <a:lnTo>
                    <a:pt x="2501" y="138298"/>
                  </a:lnTo>
                  <a:lnTo>
                    <a:pt x="1650" y="143662"/>
                  </a:lnTo>
                  <a:lnTo>
                    <a:pt x="974" y="149052"/>
                  </a:lnTo>
                  <a:lnTo>
                    <a:pt x="473" y="154460"/>
                  </a:lnTo>
                  <a:lnTo>
                    <a:pt x="148" y="159882"/>
                  </a:lnTo>
                  <a:lnTo>
                    <a:pt x="0" y="165312"/>
                  </a:lnTo>
                  <a:lnTo>
                    <a:pt x="27" y="170743"/>
                  </a:lnTo>
                  <a:lnTo>
                    <a:pt x="232" y="176171"/>
                  </a:lnTo>
                  <a:lnTo>
                    <a:pt x="613" y="181589"/>
                  </a:lnTo>
                  <a:lnTo>
                    <a:pt x="1169" y="186993"/>
                  </a:lnTo>
                  <a:lnTo>
                    <a:pt x="1901" y="192375"/>
                  </a:lnTo>
                  <a:lnTo>
                    <a:pt x="2807" y="197730"/>
                  </a:lnTo>
                  <a:lnTo>
                    <a:pt x="3887" y="20305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741" y="2651835"/>
              <a:ext cx="330431" cy="315544"/>
            </a:xfrm>
            <a:custGeom>
              <a:avLst/>
              <a:pathLst>
                <a:path w="330431" h="315544">
                  <a:moveTo>
                    <a:pt x="0" y="184282"/>
                  </a:moveTo>
                  <a:lnTo>
                    <a:pt x="1227" y="189469"/>
                  </a:lnTo>
                  <a:lnTo>
                    <a:pt x="2618" y="194614"/>
                  </a:lnTo>
                  <a:lnTo>
                    <a:pt x="4173" y="199712"/>
                  </a:lnTo>
                  <a:lnTo>
                    <a:pt x="5890" y="204758"/>
                  </a:lnTo>
                  <a:lnTo>
                    <a:pt x="7767" y="209747"/>
                  </a:lnTo>
                  <a:lnTo>
                    <a:pt x="9802" y="214673"/>
                  </a:lnTo>
                  <a:lnTo>
                    <a:pt x="11993" y="219532"/>
                  </a:lnTo>
                  <a:lnTo>
                    <a:pt x="14338" y="224318"/>
                  </a:lnTo>
                  <a:lnTo>
                    <a:pt x="16834" y="229028"/>
                  </a:lnTo>
                  <a:lnTo>
                    <a:pt x="19479" y="233655"/>
                  </a:lnTo>
                  <a:lnTo>
                    <a:pt x="22270" y="238196"/>
                  </a:lnTo>
                  <a:lnTo>
                    <a:pt x="25205" y="242645"/>
                  </a:lnTo>
                  <a:lnTo>
                    <a:pt x="28279" y="246999"/>
                  </a:lnTo>
                  <a:lnTo>
                    <a:pt x="31492" y="251252"/>
                  </a:lnTo>
                  <a:lnTo>
                    <a:pt x="34838" y="255401"/>
                  </a:lnTo>
                  <a:lnTo>
                    <a:pt x="38314" y="259441"/>
                  </a:lnTo>
                  <a:lnTo>
                    <a:pt x="41918" y="263368"/>
                  </a:lnTo>
                  <a:lnTo>
                    <a:pt x="45645" y="267179"/>
                  </a:lnTo>
                  <a:lnTo>
                    <a:pt x="49492" y="270868"/>
                  </a:lnTo>
                  <a:lnTo>
                    <a:pt x="53454" y="274433"/>
                  </a:lnTo>
                  <a:lnTo>
                    <a:pt x="57528" y="277870"/>
                  </a:lnTo>
                  <a:lnTo>
                    <a:pt x="61709" y="281175"/>
                  </a:lnTo>
                  <a:lnTo>
                    <a:pt x="65994" y="284346"/>
                  </a:lnTo>
                  <a:lnTo>
                    <a:pt x="70377" y="287378"/>
                  </a:lnTo>
                  <a:lnTo>
                    <a:pt x="74855" y="290268"/>
                  </a:lnTo>
                  <a:lnTo>
                    <a:pt x="79423" y="293015"/>
                  </a:lnTo>
                  <a:lnTo>
                    <a:pt x="84076" y="295614"/>
                  </a:lnTo>
                  <a:lnTo>
                    <a:pt x="88810" y="298064"/>
                  </a:lnTo>
                  <a:lnTo>
                    <a:pt x="93619" y="300362"/>
                  </a:lnTo>
                  <a:lnTo>
                    <a:pt x="98499" y="302505"/>
                  </a:lnTo>
                  <a:lnTo>
                    <a:pt x="103445" y="304492"/>
                  </a:lnTo>
                  <a:lnTo>
                    <a:pt x="108452" y="306320"/>
                  </a:lnTo>
                  <a:lnTo>
                    <a:pt x="113515" y="307987"/>
                  </a:lnTo>
                  <a:lnTo>
                    <a:pt x="118628" y="309492"/>
                  </a:lnTo>
                  <a:lnTo>
                    <a:pt x="123786" y="310833"/>
                  </a:lnTo>
                  <a:lnTo>
                    <a:pt x="128985" y="312009"/>
                  </a:lnTo>
                  <a:lnTo>
                    <a:pt x="134218" y="313019"/>
                  </a:lnTo>
                  <a:lnTo>
                    <a:pt x="139481" y="313862"/>
                  </a:lnTo>
                  <a:lnTo>
                    <a:pt x="144768" y="314536"/>
                  </a:lnTo>
                  <a:lnTo>
                    <a:pt x="150074" y="315041"/>
                  </a:lnTo>
                  <a:lnTo>
                    <a:pt x="155394" y="315377"/>
                  </a:lnTo>
                  <a:lnTo>
                    <a:pt x="160721" y="315544"/>
                  </a:lnTo>
                  <a:lnTo>
                    <a:pt x="166051" y="315540"/>
                  </a:lnTo>
                  <a:lnTo>
                    <a:pt x="171378" y="315366"/>
                  </a:lnTo>
                  <a:lnTo>
                    <a:pt x="176697" y="315023"/>
                  </a:lnTo>
                  <a:lnTo>
                    <a:pt x="182003" y="314510"/>
                  </a:lnTo>
                  <a:lnTo>
                    <a:pt x="187289" y="313828"/>
                  </a:lnTo>
                  <a:lnTo>
                    <a:pt x="192551" y="312979"/>
                  </a:lnTo>
                  <a:lnTo>
                    <a:pt x="197783" y="311961"/>
                  </a:lnTo>
                  <a:lnTo>
                    <a:pt x="202980" y="310778"/>
                  </a:lnTo>
                  <a:lnTo>
                    <a:pt x="208136" y="309430"/>
                  </a:lnTo>
                  <a:lnTo>
                    <a:pt x="213247" y="307917"/>
                  </a:lnTo>
                  <a:lnTo>
                    <a:pt x="218307" y="306243"/>
                  </a:lnTo>
                  <a:lnTo>
                    <a:pt x="223312" y="304408"/>
                  </a:lnTo>
                  <a:lnTo>
                    <a:pt x="228255" y="302415"/>
                  </a:lnTo>
                  <a:lnTo>
                    <a:pt x="233132" y="300265"/>
                  </a:lnTo>
                  <a:lnTo>
                    <a:pt x="237938" y="297960"/>
                  </a:lnTo>
                  <a:lnTo>
                    <a:pt x="242668" y="295504"/>
                  </a:lnTo>
                  <a:lnTo>
                    <a:pt x="247318" y="292898"/>
                  </a:lnTo>
                  <a:lnTo>
                    <a:pt x="251882" y="290145"/>
                  </a:lnTo>
                  <a:lnTo>
                    <a:pt x="256356" y="287248"/>
                  </a:lnTo>
                  <a:lnTo>
                    <a:pt x="260735" y="284210"/>
                  </a:lnTo>
                  <a:lnTo>
                    <a:pt x="265015" y="281033"/>
                  </a:lnTo>
                  <a:lnTo>
                    <a:pt x="269192" y="277722"/>
                  </a:lnTo>
                  <a:lnTo>
                    <a:pt x="273261" y="274280"/>
                  </a:lnTo>
                  <a:lnTo>
                    <a:pt x="277218" y="270709"/>
                  </a:lnTo>
                  <a:lnTo>
                    <a:pt x="281060" y="267014"/>
                  </a:lnTo>
                  <a:lnTo>
                    <a:pt x="284782" y="263199"/>
                  </a:lnTo>
                  <a:lnTo>
                    <a:pt x="288380" y="259267"/>
                  </a:lnTo>
                  <a:lnTo>
                    <a:pt x="291851" y="255222"/>
                  </a:lnTo>
                  <a:lnTo>
                    <a:pt x="295191" y="251068"/>
                  </a:lnTo>
                  <a:lnTo>
                    <a:pt x="298397" y="246810"/>
                  </a:lnTo>
                  <a:lnTo>
                    <a:pt x="301466" y="242452"/>
                  </a:lnTo>
                  <a:lnTo>
                    <a:pt x="304394" y="237999"/>
                  </a:lnTo>
                  <a:lnTo>
                    <a:pt x="307179" y="233454"/>
                  </a:lnTo>
                  <a:lnTo>
                    <a:pt x="309818" y="228823"/>
                  </a:lnTo>
                  <a:lnTo>
                    <a:pt x="312307" y="224110"/>
                  </a:lnTo>
                  <a:lnTo>
                    <a:pt x="314645" y="219321"/>
                  </a:lnTo>
                  <a:lnTo>
                    <a:pt x="316829" y="214459"/>
                  </a:lnTo>
                  <a:lnTo>
                    <a:pt x="318857" y="209530"/>
                  </a:lnTo>
                  <a:lnTo>
                    <a:pt x="320727" y="204538"/>
                  </a:lnTo>
                  <a:lnTo>
                    <a:pt x="322437" y="199490"/>
                  </a:lnTo>
                  <a:lnTo>
                    <a:pt x="323985" y="194390"/>
                  </a:lnTo>
                  <a:lnTo>
                    <a:pt x="325370" y="189243"/>
                  </a:lnTo>
                  <a:lnTo>
                    <a:pt x="326590" y="184054"/>
                  </a:lnTo>
                  <a:lnTo>
                    <a:pt x="327643" y="178829"/>
                  </a:lnTo>
                  <a:lnTo>
                    <a:pt x="328530" y="173574"/>
                  </a:lnTo>
                  <a:lnTo>
                    <a:pt x="329249" y="168292"/>
                  </a:lnTo>
                  <a:lnTo>
                    <a:pt x="329799" y="162991"/>
                  </a:lnTo>
                  <a:lnTo>
                    <a:pt x="330179" y="157674"/>
                  </a:lnTo>
                  <a:lnTo>
                    <a:pt x="330390" y="152349"/>
                  </a:lnTo>
                  <a:lnTo>
                    <a:pt x="330431" y="147019"/>
                  </a:lnTo>
                  <a:lnTo>
                    <a:pt x="330302" y="141690"/>
                  </a:lnTo>
                  <a:lnTo>
                    <a:pt x="330004" y="136369"/>
                  </a:lnTo>
                  <a:lnTo>
                    <a:pt x="329536" y="131059"/>
                  </a:lnTo>
                  <a:lnTo>
                    <a:pt x="328898" y="125767"/>
                  </a:lnTo>
                  <a:lnTo>
                    <a:pt x="328093" y="120499"/>
                  </a:lnTo>
                  <a:lnTo>
                    <a:pt x="327120" y="115258"/>
                  </a:lnTo>
                  <a:lnTo>
                    <a:pt x="325980" y="110052"/>
                  </a:lnTo>
                  <a:lnTo>
                    <a:pt x="324675" y="104884"/>
                  </a:lnTo>
                  <a:lnTo>
                    <a:pt x="323206" y="99760"/>
                  </a:lnTo>
                  <a:lnTo>
                    <a:pt x="321574" y="94686"/>
                  </a:lnTo>
                  <a:lnTo>
                    <a:pt x="319781" y="89667"/>
                  </a:lnTo>
                  <a:lnTo>
                    <a:pt x="317829" y="84707"/>
                  </a:lnTo>
                  <a:lnTo>
                    <a:pt x="315720" y="79812"/>
                  </a:lnTo>
                  <a:lnTo>
                    <a:pt x="313456" y="74987"/>
                  </a:lnTo>
                  <a:lnTo>
                    <a:pt x="311040" y="70236"/>
                  </a:lnTo>
                  <a:lnTo>
                    <a:pt x="308473" y="65565"/>
                  </a:lnTo>
                  <a:lnTo>
                    <a:pt x="305758" y="60978"/>
                  </a:lnTo>
                  <a:lnTo>
                    <a:pt x="302899" y="56480"/>
                  </a:lnTo>
                  <a:lnTo>
                    <a:pt x="299898" y="52075"/>
                  </a:lnTo>
                  <a:lnTo>
                    <a:pt x="296758" y="47768"/>
                  </a:lnTo>
                  <a:lnTo>
                    <a:pt x="293482" y="43564"/>
                  </a:lnTo>
                  <a:lnTo>
                    <a:pt x="290074" y="39466"/>
                  </a:lnTo>
                  <a:lnTo>
                    <a:pt x="286536" y="35479"/>
                  </a:lnTo>
                  <a:lnTo>
                    <a:pt x="282874" y="31606"/>
                  </a:lnTo>
                  <a:lnTo>
                    <a:pt x="279090" y="27853"/>
                  </a:lnTo>
                  <a:lnTo>
                    <a:pt x="275188" y="24222"/>
                  </a:lnTo>
                  <a:lnTo>
                    <a:pt x="271173" y="20717"/>
                  </a:lnTo>
                  <a:lnTo>
                    <a:pt x="267047" y="17342"/>
                  </a:lnTo>
                  <a:lnTo>
                    <a:pt x="262817" y="14100"/>
                  </a:lnTo>
                  <a:lnTo>
                    <a:pt x="258485" y="10994"/>
                  </a:lnTo>
                  <a:lnTo>
                    <a:pt x="254056" y="8029"/>
                  </a:lnTo>
                  <a:lnTo>
                    <a:pt x="249535" y="5206"/>
                  </a:lnTo>
                  <a:lnTo>
                    <a:pt x="244926" y="2529"/>
                  </a:lnTo>
                  <a:lnTo>
                    <a:pt x="240234" y="0"/>
                  </a:lnTo>
                  <a:lnTo>
                    <a:pt x="163270" y="1483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19011" y="2633064"/>
              <a:ext cx="76964" cy="167167"/>
            </a:xfrm>
            <a:custGeom>
              <a:avLst/>
              <a:pathLst>
                <a:path w="76964" h="167167">
                  <a:moveTo>
                    <a:pt x="76964" y="18771"/>
                  </a:moveTo>
                  <a:lnTo>
                    <a:pt x="71849" y="16228"/>
                  </a:lnTo>
                  <a:lnTo>
                    <a:pt x="66649" y="13861"/>
                  </a:lnTo>
                  <a:lnTo>
                    <a:pt x="61372" y="11673"/>
                  </a:lnTo>
                  <a:lnTo>
                    <a:pt x="56023" y="9667"/>
                  </a:lnTo>
                  <a:lnTo>
                    <a:pt x="50609" y="7845"/>
                  </a:lnTo>
                  <a:lnTo>
                    <a:pt x="45136" y="6208"/>
                  </a:lnTo>
                  <a:lnTo>
                    <a:pt x="39610" y="4760"/>
                  </a:lnTo>
                  <a:lnTo>
                    <a:pt x="34038" y="3502"/>
                  </a:lnTo>
                  <a:lnTo>
                    <a:pt x="28425" y="2434"/>
                  </a:lnTo>
                  <a:lnTo>
                    <a:pt x="22780" y="1559"/>
                  </a:lnTo>
                  <a:lnTo>
                    <a:pt x="17108" y="877"/>
                  </a:lnTo>
                  <a:lnTo>
                    <a:pt x="11417" y="390"/>
                  </a:lnTo>
                  <a:lnTo>
                    <a:pt x="5711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8372" y="2126963"/>
              <a:ext cx="70099" cy="167167"/>
            </a:xfrm>
            <a:custGeom>
              <a:avLst/>
              <a:pathLst>
                <a:path w="70099" h="167167">
                  <a:moveTo>
                    <a:pt x="70099" y="0"/>
                  </a:moveTo>
                  <a:lnTo>
                    <a:pt x="64073" y="108"/>
                  </a:lnTo>
                  <a:lnTo>
                    <a:pt x="58054" y="434"/>
                  </a:lnTo>
                  <a:lnTo>
                    <a:pt x="52050" y="977"/>
                  </a:lnTo>
                  <a:lnTo>
                    <a:pt x="46071" y="1735"/>
                  </a:lnTo>
                  <a:lnTo>
                    <a:pt x="40122" y="2709"/>
                  </a:lnTo>
                  <a:lnTo>
                    <a:pt x="34213" y="3897"/>
                  </a:lnTo>
                  <a:lnTo>
                    <a:pt x="28350" y="5297"/>
                  </a:lnTo>
                  <a:lnTo>
                    <a:pt x="22541" y="6907"/>
                  </a:lnTo>
                  <a:lnTo>
                    <a:pt x="16795" y="8726"/>
                  </a:lnTo>
                  <a:lnTo>
                    <a:pt x="11117" y="10751"/>
                  </a:lnTo>
                  <a:lnTo>
                    <a:pt x="5516" y="12979"/>
                  </a:lnTo>
                  <a:lnTo>
                    <a:pt x="0" y="15407"/>
                  </a:lnTo>
                  <a:lnTo>
                    <a:pt x="7009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8372" y="2142371"/>
              <a:ext cx="70099" cy="151759"/>
            </a:xfrm>
            <a:custGeom>
              <a:avLst/>
              <a:pathLst>
                <a:path w="70099" h="151759">
                  <a:moveTo>
                    <a:pt x="0" y="0"/>
                  </a:moveTo>
                  <a:lnTo>
                    <a:pt x="70099" y="1517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561322" y="2142371"/>
              <a:ext cx="167149" cy="284397"/>
            </a:xfrm>
            <a:custGeom>
              <a:avLst/>
              <a:pathLst>
                <a:path w="167149" h="284397">
                  <a:moveTo>
                    <a:pt x="97050" y="0"/>
                  </a:moveTo>
                  <a:lnTo>
                    <a:pt x="92215" y="2328"/>
                  </a:lnTo>
                  <a:lnTo>
                    <a:pt x="87457" y="4810"/>
                  </a:lnTo>
                  <a:lnTo>
                    <a:pt x="82782" y="7443"/>
                  </a:lnTo>
                  <a:lnTo>
                    <a:pt x="78193" y="10226"/>
                  </a:lnTo>
                  <a:lnTo>
                    <a:pt x="73696" y="13154"/>
                  </a:lnTo>
                  <a:lnTo>
                    <a:pt x="69296" y="16225"/>
                  </a:lnTo>
                  <a:lnTo>
                    <a:pt x="64996" y="19435"/>
                  </a:lnTo>
                  <a:lnTo>
                    <a:pt x="60801" y="22782"/>
                  </a:lnTo>
                  <a:lnTo>
                    <a:pt x="56716" y="26262"/>
                  </a:lnTo>
                  <a:lnTo>
                    <a:pt x="52745" y="29871"/>
                  </a:lnTo>
                  <a:lnTo>
                    <a:pt x="48892" y="33606"/>
                  </a:lnTo>
                  <a:lnTo>
                    <a:pt x="45161" y="37462"/>
                  </a:lnTo>
                  <a:lnTo>
                    <a:pt x="41555" y="41437"/>
                  </a:lnTo>
                  <a:lnTo>
                    <a:pt x="38079" y="45525"/>
                  </a:lnTo>
                  <a:lnTo>
                    <a:pt x="34736" y="49722"/>
                  </a:lnTo>
                  <a:lnTo>
                    <a:pt x="31529" y="54025"/>
                  </a:lnTo>
                  <a:lnTo>
                    <a:pt x="28462" y="58428"/>
                  </a:lnTo>
                  <a:lnTo>
                    <a:pt x="25538" y="62927"/>
                  </a:lnTo>
                  <a:lnTo>
                    <a:pt x="22759" y="67518"/>
                  </a:lnTo>
                  <a:lnTo>
                    <a:pt x="20130" y="72196"/>
                  </a:lnTo>
                  <a:lnTo>
                    <a:pt x="17652" y="76956"/>
                  </a:lnTo>
                  <a:lnTo>
                    <a:pt x="15328" y="81793"/>
                  </a:lnTo>
                  <a:lnTo>
                    <a:pt x="13161" y="86702"/>
                  </a:lnTo>
                  <a:lnTo>
                    <a:pt x="11152" y="91678"/>
                  </a:lnTo>
                  <a:lnTo>
                    <a:pt x="9304" y="96716"/>
                  </a:lnTo>
                  <a:lnTo>
                    <a:pt x="7619" y="101810"/>
                  </a:lnTo>
                  <a:lnTo>
                    <a:pt x="6098" y="106956"/>
                  </a:lnTo>
                  <a:lnTo>
                    <a:pt x="4743" y="112149"/>
                  </a:lnTo>
                  <a:lnTo>
                    <a:pt x="3555" y="117382"/>
                  </a:lnTo>
                  <a:lnTo>
                    <a:pt x="2536" y="122650"/>
                  </a:lnTo>
                  <a:lnTo>
                    <a:pt x="1686" y="127949"/>
                  </a:lnTo>
                  <a:lnTo>
                    <a:pt x="1007" y="133272"/>
                  </a:lnTo>
                  <a:lnTo>
                    <a:pt x="500" y="138614"/>
                  </a:lnTo>
                  <a:lnTo>
                    <a:pt x="163" y="143970"/>
                  </a:lnTo>
                  <a:lnTo>
                    <a:pt x="0" y="149333"/>
                  </a:lnTo>
                  <a:lnTo>
                    <a:pt x="8" y="154699"/>
                  </a:lnTo>
                  <a:lnTo>
                    <a:pt x="188" y="160063"/>
                  </a:lnTo>
                  <a:lnTo>
                    <a:pt x="541" y="165417"/>
                  </a:lnTo>
                  <a:lnTo>
                    <a:pt x="1065" y="170758"/>
                  </a:lnTo>
                  <a:lnTo>
                    <a:pt x="1760" y="176079"/>
                  </a:lnTo>
                  <a:lnTo>
                    <a:pt x="2626" y="181374"/>
                  </a:lnTo>
                  <a:lnTo>
                    <a:pt x="3661" y="186640"/>
                  </a:lnTo>
                  <a:lnTo>
                    <a:pt x="4865" y="191869"/>
                  </a:lnTo>
                  <a:lnTo>
                    <a:pt x="6236" y="197057"/>
                  </a:lnTo>
                  <a:lnTo>
                    <a:pt x="7773" y="202199"/>
                  </a:lnTo>
                  <a:lnTo>
                    <a:pt x="9474" y="207288"/>
                  </a:lnTo>
                  <a:lnTo>
                    <a:pt x="11338" y="212320"/>
                  </a:lnTo>
                  <a:lnTo>
                    <a:pt x="13362" y="217290"/>
                  </a:lnTo>
                  <a:lnTo>
                    <a:pt x="15544" y="222192"/>
                  </a:lnTo>
                  <a:lnTo>
                    <a:pt x="17883" y="227022"/>
                  </a:lnTo>
                  <a:lnTo>
                    <a:pt x="20376" y="231774"/>
                  </a:lnTo>
                  <a:lnTo>
                    <a:pt x="23019" y="236444"/>
                  </a:lnTo>
                  <a:lnTo>
                    <a:pt x="25812" y="241026"/>
                  </a:lnTo>
                  <a:lnTo>
                    <a:pt x="28750" y="245517"/>
                  </a:lnTo>
                  <a:lnTo>
                    <a:pt x="31830" y="249911"/>
                  </a:lnTo>
                  <a:lnTo>
                    <a:pt x="35050" y="254203"/>
                  </a:lnTo>
                  <a:lnTo>
                    <a:pt x="38406" y="258390"/>
                  </a:lnTo>
                  <a:lnTo>
                    <a:pt x="41895" y="262468"/>
                  </a:lnTo>
                  <a:lnTo>
                    <a:pt x="45513" y="266431"/>
                  </a:lnTo>
                  <a:lnTo>
                    <a:pt x="49256" y="270276"/>
                  </a:lnTo>
                  <a:lnTo>
                    <a:pt x="53121" y="273999"/>
                  </a:lnTo>
                  <a:lnTo>
                    <a:pt x="57103" y="277596"/>
                  </a:lnTo>
                  <a:lnTo>
                    <a:pt x="61199" y="281063"/>
                  </a:lnTo>
                  <a:lnTo>
                    <a:pt x="65404" y="284397"/>
                  </a:lnTo>
                  <a:lnTo>
                    <a:pt x="167149" y="151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6726" y="2126963"/>
              <a:ext cx="268908" cy="334314"/>
            </a:xfrm>
            <a:custGeom>
              <a:avLst/>
              <a:pathLst>
                <a:path w="268908" h="334314">
                  <a:moveTo>
                    <a:pt x="0" y="299805"/>
                  </a:moveTo>
                  <a:lnTo>
                    <a:pt x="4282" y="302982"/>
                  </a:lnTo>
                  <a:lnTo>
                    <a:pt x="8663" y="306022"/>
                  </a:lnTo>
                  <a:lnTo>
                    <a:pt x="13139" y="308920"/>
                  </a:lnTo>
                  <a:lnTo>
                    <a:pt x="17705" y="311673"/>
                  </a:lnTo>
                  <a:lnTo>
                    <a:pt x="22356" y="314280"/>
                  </a:lnTo>
                  <a:lnTo>
                    <a:pt x="27088" y="316737"/>
                  </a:lnTo>
                  <a:lnTo>
                    <a:pt x="31897" y="319042"/>
                  </a:lnTo>
                  <a:lnTo>
                    <a:pt x="36776" y="321193"/>
                  </a:lnTo>
                  <a:lnTo>
                    <a:pt x="41722" y="323187"/>
                  </a:lnTo>
                  <a:lnTo>
                    <a:pt x="46728" y="325022"/>
                  </a:lnTo>
                  <a:lnTo>
                    <a:pt x="51791" y="326696"/>
                  </a:lnTo>
                  <a:lnTo>
                    <a:pt x="56904" y="328208"/>
                  </a:lnTo>
                  <a:lnTo>
                    <a:pt x="62063" y="329556"/>
                  </a:lnTo>
                  <a:lnTo>
                    <a:pt x="67262" y="330739"/>
                  </a:lnTo>
                  <a:lnTo>
                    <a:pt x="72496" y="331756"/>
                  </a:lnTo>
                  <a:lnTo>
                    <a:pt x="77761" y="332605"/>
                  </a:lnTo>
                  <a:lnTo>
                    <a:pt x="83049" y="333286"/>
                  </a:lnTo>
                  <a:lnTo>
                    <a:pt x="88357" y="333797"/>
                  </a:lnTo>
                  <a:lnTo>
                    <a:pt x="93678" y="334140"/>
                  </a:lnTo>
                  <a:lnTo>
                    <a:pt x="99007" y="334312"/>
                  </a:lnTo>
                  <a:lnTo>
                    <a:pt x="104340" y="334314"/>
                  </a:lnTo>
                  <a:lnTo>
                    <a:pt x="109669" y="334146"/>
                  </a:lnTo>
                  <a:lnTo>
                    <a:pt x="114991" y="333809"/>
                  </a:lnTo>
                  <a:lnTo>
                    <a:pt x="120299" y="333302"/>
                  </a:lnTo>
                  <a:lnTo>
                    <a:pt x="125588" y="332625"/>
                  </a:lnTo>
                  <a:lnTo>
                    <a:pt x="130853" y="331781"/>
                  </a:lnTo>
                  <a:lnTo>
                    <a:pt x="136088" y="330769"/>
                  </a:lnTo>
                  <a:lnTo>
                    <a:pt x="141288" y="329590"/>
                  </a:lnTo>
                  <a:lnTo>
                    <a:pt x="146448" y="328246"/>
                  </a:lnTo>
                  <a:lnTo>
                    <a:pt x="151563" y="326739"/>
                  </a:lnTo>
                  <a:lnTo>
                    <a:pt x="156627" y="325069"/>
                  </a:lnTo>
                  <a:lnTo>
                    <a:pt x="161635" y="323238"/>
                  </a:lnTo>
                  <a:lnTo>
                    <a:pt x="166582" y="321248"/>
                  </a:lnTo>
                  <a:lnTo>
                    <a:pt x="171463" y="319102"/>
                  </a:lnTo>
                  <a:lnTo>
                    <a:pt x="176274" y="316801"/>
                  </a:lnTo>
                  <a:lnTo>
                    <a:pt x="181008" y="314348"/>
                  </a:lnTo>
                  <a:lnTo>
                    <a:pt x="185662" y="311745"/>
                  </a:lnTo>
                  <a:lnTo>
                    <a:pt x="190230" y="308996"/>
                  </a:lnTo>
                  <a:lnTo>
                    <a:pt x="194709" y="306101"/>
                  </a:lnTo>
                  <a:lnTo>
                    <a:pt x="199092" y="303066"/>
                  </a:lnTo>
                  <a:lnTo>
                    <a:pt x="203377" y="299892"/>
                  </a:lnTo>
                  <a:lnTo>
                    <a:pt x="207558" y="296583"/>
                  </a:lnTo>
                  <a:lnTo>
                    <a:pt x="211632" y="293142"/>
                  </a:lnTo>
                  <a:lnTo>
                    <a:pt x="215594" y="289574"/>
                  </a:lnTo>
                  <a:lnTo>
                    <a:pt x="219440" y="285880"/>
                  </a:lnTo>
                  <a:lnTo>
                    <a:pt x="223166" y="282066"/>
                  </a:lnTo>
                  <a:lnTo>
                    <a:pt x="226769" y="278135"/>
                  </a:lnTo>
                  <a:lnTo>
                    <a:pt x="230245" y="274091"/>
                  </a:lnTo>
                  <a:lnTo>
                    <a:pt x="233589" y="269939"/>
                  </a:lnTo>
                  <a:lnTo>
                    <a:pt x="236800" y="265682"/>
                  </a:lnTo>
                  <a:lnTo>
                    <a:pt x="239873" y="261324"/>
                  </a:lnTo>
                  <a:lnTo>
                    <a:pt x="242806" y="256871"/>
                  </a:lnTo>
                  <a:lnTo>
                    <a:pt x="245595" y="252326"/>
                  </a:lnTo>
                  <a:lnTo>
                    <a:pt x="248238" y="247695"/>
                  </a:lnTo>
                  <a:lnTo>
                    <a:pt x="250732" y="242982"/>
                  </a:lnTo>
                  <a:lnTo>
                    <a:pt x="253074" y="238192"/>
                  </a:lnTo>
                  <a:lnTo>
                    <a:pt x="255262" y="233329"/>
                  </a:lnTo>
                  <a:lnTo>
                    <a:pt x="257294" y="228400"/>
                  </a:lnTo>
                  <a:lnTo>
                    <a:pt x="259168" y="223407"/>
                  </a:lnTo>
                  <a:lnTo>
                    <a:pt x="260882" y="218358"/>
                  </a:lnTo>
                  <a:lnTo>
                    <a:pt x="262433" y="213257"/>
                  </a:lnTo>
                  <a:lnTo>
                    <a:pt x="263822" y="208108"/>
                  </a:lnTo>
                  <a:lnTo>
                    <a:pt x="265045" y="202918"/>
                  </a:lnTo>
                  <a:lnTo>
                    <a:pt x="266102" y="197692"/>
                  </a:lnTo>
                  <a:lnTo>
                    <a:pt x="266992" y="192435"/>
                  </a:lnTo>
                  <a:lnTo>
                    <a:pt x="267714" y="187151"/>
                  </a:lnTo>
                  <a:lnTo>
                    <a:pt x="268267" y="181848"/>
                  </a:lnTo>
                  <a:lnTo>
                    <a:pt x="268650" y="176530"/>
                  </a:lnTo>
                  <a:lnTo>
                    <a:pt x="268864" y="171202"/>
                  </a:lnTo>
                  <a:lnTo>
                    <a:pt x="268908" y="165870"/>
                  </a:lnTo>
                  <a:lnTo>
                    <a:pt x="268781" y="160539"/>
                  </a:lnTo>
                  <a:lnTo>
                    <a:pt x="268485" y="155215"/>
                  </a:lnTo>
                  <a:lnTo>
                    <a:pt x="268019" y="149903"/>
                  </a:lnTo>
                  <a:lnTo>
                    <a:pt x="267384" y="144609"/>
                  </a:lnTo>
                  <a:lnTo>
                    <a:pt x="266580" y="139338"/>
                  </a:lnTo>
                  <a:lnTo>
                    <a:pt x="265608" y="134095"/>
                  </a:lnTo>
                  <a:lnTo>
                    <a:pt x="264470" y="128885"/>
                  </a:lnTo>
                  <a:lnTo>
                    <a:pt x="263167" y="123715"/>
                  </a:lnTo>
                  <a:lnTo>
                    <a:pt x="261699" y="118589"/>
                  </a:lnTo>
                  <a:lnTo>
                    <a:pt x="260068" y="113512"/>
                  </a:lnTo>
                  <a:lnTo>
                    <a:pt x="258276" y="108490"/>
                  </a:lnTo>
                  <a:lnTo>
                    <a:pt x="256325" y="103528"/>
                  </a:lnTo>
                  <a:lnTo>
                    <a:pt x="254217" y="98630"/>
                  </a:lnTo>
                  <a:lnTo>
                    <a:pt x="251953" y="93802"/>
                  </a:lnTo>
                  <a:lnTo>
                    <a:pt x="249537" y="89049"/>
                  </a:lnTo>
                  <a:lnTo>
                    <a:pt x="246971" y="84375"/>
                  </a:lnTo>
                  <a:lnTo>
                    <a:pt x="244256" y="79785"/>
                  </a:lnTo>
                  <a:lnTo>
                    <a:pt x="241397" y="75285"/>
                  </a:lnTo>
                  <a:lnTo>
                    <a:pt x="238395" y="70877"/>
                  </a:lnTo>
                  <a:lnTo>
                    <a:pt x="235255" y="66568"/>
                  </a:lnTo>
                  <a:lnTo>
                    <a:pt x="231978" y="62361"/>
                  </a:lnTo>
                  <a:lnTo>
                    <a:pt x="228570" y="58261"/>
                  </a:lnTo>
                  <a:lnTo>
                    <a:pt x="225032" y="54272"/>
                  </a:lnTo>
                  <a:lnTo>
                    <a:pt x="221368" y="50397"/>
                  </a:lnTo>
                  <a:lnTo>
                    <a:pt x="217583" y="46641"/>
                  </a:lnTo>
                  <a:lnTo>
                    <a:pt x="213680" y="43008"/>
                  </a:lnTo>
                  <a:lnTo>
                    <a:pt x="209664" y="39501"/>
                  </a:lnTo>
                  <a:lnTo>
                    <a:pt x="205537" y="36124"/>
                  </a:lnTo>
                  <a:lnTo>
                    <a:pt x="201305" y="32881"/>
                  </a:lnTo>
                  <a:lnTo>
                    <a:pt x="196971" y="29774"/>
                  </a:lnTo>
                  <a:lnTo>
                    <a:pt x="192541" y="26806"/>
                  </a:lnTo>
                  <a:lnTo>
                    <a:pt x="188018" y="23982"/>
                  </a:lnTo>
                  <a:lnTo>
                    <a:pt x="183408" y="21303"/>
                  </a:lnTo>
                  <a:lnTo>
                    <a:pt x="178714" y="18773"/>
                  </a:lnTo>
                  <a:lnTo>
                    <a:pt x="173942" y="16394"/>
                  </a:lnTo>
                  <a:lnTo>
                    <a:pt x="169097" y="14168"/>
                  </a:lnTo>
                  <a:lnTo>
                    <a:pt x="164183" y="12098"/>
                  </a:lnTo>
                  <a:lnTo>
                    <a:pt x="159206" y="10185"/>
                  </a:lnTo>
                  <a:lnTo>
                    <a:pt x="154170" y="8432"/>
                  </a:lnTo>
                  <a:lnTo>
                    <a:pt x="149080" y="6841"/>
                  </a:lnTo>
                  <a:lnTo>
                    <a:pt x="143943" y="5413"/>
                  </a:lnTo>
                  <a:lnTo>
                    <a:pt x="138763" y="4150"/>
                  </a:lnTo>
                  <a:lnTo>
                    <a:pt x="133545" y="3052"/>
                  </a:lnTo>
                  <a:lnTo>
                    <a:pt x="128294" y="2121"/>
                  </a:lnTo>
                  <a:lnTo>
                    <a:pt x="123017" y="1358"/>
                  </a:lnTo>
                  <a:lnTo>
                    <a:pt x="117718" y="764"/>
                  </a:lnTo>
                  <a:lnTo>
                    <a:pt x="112403" y="340"/>
                  </a:lnTo>
                  <a:lnTo>
                    <a:pt x="107077" y="85"/>
                  </a:lnTo>
                  <a:lnTo>
                    <a:pt x="101745" y="0"/>
                  </a:lnTo>
                  <a:lnTo>
                    <a:pt x="1017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1912" y="1681503"/>
              <a:ext cx="41322" cy="167167"/>
            </a:xfrm>
            <a:custGeom>
              <a:avLst/>
              <a:pathLst>
                <a:path w="41322" h="167167">
                  <a:moveTo>
                    <a:pt x="41322" y="0"/>
                  </a:moveTo>
                  <a:lnTo>
                    <a:pt x="34365" y="144"/>
                  </a:lnTo>
                  <a:lnTo>
                    <a:pt x="27419" y="579"/>
                  </a:lnTo>
                  <a:lnTo>
                    <a:pt x="20498" y="1301"/>
                  </a:lnTo>
                  <a:lnTo>
                    <a:pt x="13613" y="2312"/>
                  </a:lnTo>
                  <a:lnTo>
                    <a:pt x="6777" y="3608"/>
                  </a:lnTo>
                  <a:lnTo>
                    <a:pt x="0" y="5187"/>
                  </a:lnTo>
                  <a:lnTo>
                    <a:pt x="4132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1912" y="1686691"/>
              <a:ext cx="41322" cy="161979"/>
            </a:xfrm>
            <a:custGeom>
              <a:avLst/>
              <a:pathLst>
                <a:path w="41322" h="161979">
                  <a:moveTo>
                    <a:pt x="0" y="0"/>
                  </a:moveTo>
                  <a:lnTo>
                    <a:pt x="41322" y="1619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256081" y="1686691"/>
              <a:ext cx="334300" cy="329147"/>
            </a:xfrm>
            <a:custGeom>
              <a:avLst/>
              <a:pathLst>
                <a:path w="334300" h="329147">
                  <a:moveTo>
                    <a:pt x="125831" y="0"/>
                  </a:moveTo>
                  <a:lnTo>
                    <a:pt x="120707" y="1394"/>
                  </a:lnTo>
                  <a:lnTo>
                    <a:pt x="115631" y="2950"/>
                  </a:lnTo>
                  <a:lnTo>
                    <a:pt x="110606" y="4666"/>
                  </a:lnTo>
                  <a:lnTo>
                    <a:pt x="105639" y="6541"/>
                  </a:lnTo>
                  <a:lnTo>
                    <a:pt x="100733" y="8573"/>
                  </a:lnTo>
                  <a:lnTo>
                    <a:pt x="95895" y="10760"/>
                  </a:lnTo>
                  <a:lnTo>
                    <a:pt x="91128" y="13099"/>
                  </a:lnTo>
                  <a:lnTo>
                    <a:pt x="86438" y="15589"/>
                  </a:lnTo>
                  <a:lnTo>
                    <a:pt x="81830" y="18226"/>
                  </a:lnTo>
                  <a:lnTo>
                    <a:pt x="77307" y="21008"/>
                  </a:lnTo>
                  <a:lnTo>
                    <a:pt x="72876" y="23933"/>
                  </a:lnTo>
                  <a:lnTo>
                    <a:pt x="68539" y="26997"/>
                  </a:lnTo>
                  <a:lnTo>
                    <a:pt x="64302" y="30196"/>
                  </a:lnTo>
                  <a:lnTo>
                    <a:pt x="60169" y="33529"/>
                  </a:lnTo>
                  <a:lnTo>
                    <a:pt x="56143" y="36992"/>
                  </a:lnTo>
                  <a:lnTo>
                    <a:pt x="52230" y="40580"/>
                  </a:lnTo>
                  <a:lnTo>
                    <a:pt x="48432" y="44291"/>
                  </a:lnTo>
                  <a:lnTo>
                    <a:pt x="44755" y="48121"/>
                  </a:lnTo>
                  <a:lnTo>
                    <a:pt x="41200" y="52066"/>
                  </a:lnTo>
                  <a:lnTo>
                    <a:pt x="37773" y="56121"/>
                  </a:lnTo>
                  <a:lnTo>
                    <a:pt x="34477" y="60283"/>
                  </a:lnTo>
                  <a:lnTo>
                    <a:pt x="31314" y="64548"/>
                  </a:lnTo>
                  <a:lnTo>
                    <a:pt x="28288" y="68912"/>
                  </a:lnTo>
                  <a:lnTo>
                    <a:pt x="25402" y="73369"/>
                  </a:lnTo>
                  <a:lnTo>
                    <a:pt x="22660" y="77915"/>
                  </a:lnTo>
                  <a:lnTo>
                    <a:pt x="20063" y="82546"/>
                  </a:lnTo>
                  <a:lnTo>
                    <a:pt x="17615" y="87258"/>
                  </a:lnTo>
                  <a:lnTo>
                    <a:pt x="15317" y="92045"/>
                  </a:lnTo>
                  <a:lnTo>
                    <a:pt x="13172" y="96902"/>
                  </a:lnTo>
                  <a:lnTo>
                    <a:pt x="11183" y="101825"/>
                  </a:lnTo>
                  <a:lnTo>
                    <a:pt x="9352" y="106809"/>
                  </a:lnTo>
                  <a:lnTo>
                    <a:pt x="7679" y="111848"/>
                  </a:lnTo>
                  <a:lnTo>
                    <a:pt x="6167" y="116938"/>
                  </a:lnTo>
                  <a:lnTo>
                    <a:pt x="4818" y="122073"/>
                  </a:lnTo>
                  <a:lnTo>
                    <a:pt x="3633" y="127249"/>
                  </a:lnTo>
                  <a:lnTo>
                    <a:pt x="2612" y="132460"/>
                  </a:lnTo>
                  <a:lnTo>
                    <a:pt x="1758" y="137700"/>
                  </a:lnTo>
                  <a:lnTo>
                    <a:pt x="1070" y="142965"/>
                  </a:lnTo>
                  <a:lnTo>
                    <a:pt x="550" y="148249"/>
                  </a:lnTo>
                  <a:lnTo>
                    <a:pt x="198" y="153547"/>
                  </a:lnTo>
                  <a:lnTo>
                    <a:pt x="14" y="158854"/>
                  </a:lnTo>
                  <a:lnTo>
                    <a:pt x="0" y="164163"/>
                  </a:lnTo>
                  <a:lnTo>
                    <a:pt x="153" y="169471"/>
                  </a:lnTo>
                  <a:lnTo>
                    <a:pt x="475" y="174771"/>
                  </a:lnTo>
                  <a:lnTo>
                    <a:pt x="966" y="180058"/>
                  </a:lnTo>
                  <a:lnTo>
                    <a:pt x="1624" y="185326"/>
                  </a:lnTo>
                  <a:lnTo>
                    <a:pt x="2449" y="190571"/>
                  </a:lnTo>
                  <a:lnTo>
                    <a:pt x="3440" y="195788"/>
                  </a:lnTo>
                  <a:lnTo>
                    <a:pt x="4596" y="200970"/>
                  </a:lnTo>
                  <a:lnTo>
                    <a:pt x="5916" y="206113"/>
                  </a:lnTo>
                  <a:lnTo>
                    <a:pt x="7399" y="211211"/>
                  </a:lnTo>
                  <a:lnTo>
                    <a:pt x="9043" y="216260"/>
                  </a:lnTo>
                  <a:lnTo>
                    <a:pt x="10847" y="221254"/>
                  </a:lnTo>
                  <a:lnTo>
                    <a:pt x="12808" y="226188"/>
                  </a:lnTo>
                  <a:lnTo>
                    <a:pt x="14925" y="231057"/>
                  </a:lnTo>
                  <a:lnTo>
                    <a:pt x="17196" y="235857"/>
                  </a:lnTo>
                  <a:lnTo>
                    <a:pt x="19618" y="240582"/>
                  </a:lnTo>
                  <a:lnTo>
                    <a:pt x="22189" y="245228"/>
                  </a:lnTo>
                  <a:lnTo>
                    <a:pt x="24906" y="249790"/>
                  </a:lnTo>
                  <a:lnTo>
                    <a:pt x="27766" y="254263"/>
                  </a:lnTo>
                  <a:lnTo>
                    <a:pt x="30767" y="258643"/>
                  </a:lnTo>
                  <a:lnTo>
                    <a:pt x="33906" y="262926"/>
                  </a:lnTo>
                  <a:lnTo>
                    <a:pt x="37179" y="267107"/>
                  </a:lnTo>
                  <a:lnTo>
                    <a:pt x="40583" y="271182"/>
                  </a:lnTo>
                  <a:lnTo>
                    <a:pt x="44115" y="275146"/>
                  </a:lnTo>
                  <a:lnTo>
                    <a:pt x="47771" y="278997"/>
                  </a:lnTo>
                  <a:lnTo>
                    <a:pt x="51548" y="282729"/>
                  </a:lnTo>
                  <a:lnTo>
                    <a:pt x="55441" y="286339"/>
                  </a:lnTo>
                  <a:lnTo>
                    <a:pt x="59447" y="289824"/>
                  </a:lnTo>
                  <a:lnTo>
                    <a:pt x="63561" y="293181"/>
                  </a:lnTo>
                  <a:lnTo>
                    <a:pt x="67780" y="296404"/>
                  </a:lnTo>
                  <a:lnTo>
                    <a:pt x="72100" y="299492"/>
                  </a:lnTo>
                  <a:lnTo>
                    <a:pt x="76515" y="302442"/>
                  </a:lnTo>
                  <a:lnTo>
                    <a:pt x="81021" y="305249"/>
                  </a:lnTo>
                  <a:lnTo>
                    <a:pt x="85615" y="307913"/>
                  </a:lnTo>
                  <a:lnTo>
                    <a:pt x="90291" y="310428"/>
                  </a:lnTo>
                  <a:lnTo>
                    <a:pt x="95044" y="312795"/>
                  </a:lnTo>
                  <a:lnTo>
                    <a:pt x="99870" y="315009"/>
                  </a:lnTo>
                  <a:lnTo>
                    <a:pt x="104764" y="317068"/>
                  </a:lnTo>
                  <a:lnTo>
                    <a:pt x="109721" y="318971"/>
                  </a:lnTo>
                  <a:lnTo>
                    <a:pt x="114736" y="320716"/>
                  </a:lnTo>
                  <a:lnTo>
                    <a:pt x="119803" y="322301"/>
                  </a:lnTo>
                  <a:lnTo>
                    <a:pt x="124919" y="323724"/>
                  </a:lnTo>
                  <a:lnTo>
                    <a:pt x="130077" y="324983"/>
                  </a:lnTo>
                  <a:lnTo>
                    <a:pt x="135272" y="326079"/>
                  </a:lnTo>
                  <a:lnTo>
                    <a:pt x="140500" y="327008"/>
                  </a:lnTo>
                  <a:lnTo>
                    <a:pt x="145754" y="327771"/>
                  </a:lnTo>
                  <a:lnTo>
                    <a:pt x="151031" y="328367"/>
                  </a:lnTo>
                  <a:lnTo>
                    <a:pt x="156323" y="328796"/>
                  </a:lnTo>
                  <a:lnTo>
                    <a:pt x="161626" y="329055"/>
                  </a:lnTo>
                  <a:lnTo>
                    <a:pt x="166935" y="329147"/>
                  </a:lnTo>
                  <a:lnTo>
                    <a:pt x="172244" y="329069"/>
                  </a:lnTo>
                  <a:lnTo>
                    <a:pt x="177548" y="328823"/>
                  </a:lnTo>
                  <a:lnTo>
                    <a:pt x="182842" y="328409"/>
                  </a:lnTo>
                  <a:lnTo>
                    <a:pt x="188119" y="327827"/>
                  </a:lnTo>
                  <a:lnTo>
                    <a:pt x="193376" y="327077"/>
                  </a:lnTo>
                  <a:lnTo>
                    <a:pt x="198606" y="326161"/>
                  </a:lnTo>
                  <a:lnTo>
                    <a:pt x="203804" y="325079"/>
                  </a:lnTo>
                  <a:lnTo>
                    <a:pt x="208965" y="323833"/>
                  </a:lnTo>
                  <a:lnTo>
                    <a:pt x="214085" y="322423"/>
                  </a:lnTo>
                  <a:lnTo>
                    <a:pt x="219156" y="320852"/>
                  </a:lnTo>
                  <a:lnTo>
                    <a:pt x="224176" y="319120"/>
                  </a:lnTo>
                  <a:lnTo>
                    <a:pt x="229138" y="317230"/>
                  </a:lnTo>
                  <a:lnTo>
                    <a:pt x="234037" y="315183"/>
                  </a:lnTo>
                  <a:lnTo>
                    <a:pt x="238869" y="312982"/>
                  </a:lnTo>
                  <a:lnTo>
                    <a:pt x="243628" y="310628"/>
                  </a:lnTo>
                  <a:lnTo>
                    <a:pt x="248310" y="308124"/>
                  </a:lnTo>
                  <a:lnTo>
                    <a:pt x="252911" y="305473"/>
                  </a:lnTo>
                  <a:lnTo>
                    <a:pt x="257425" y="302677"/>
                  </a:lnTo>
                  <a:lnTo>
                    <a:pt x="261847" y="299739"/>
                  </a:lnTo>
                  <a:lnTo>
                    <a:pt x="266175" y="296662"/>
                  </a:lnTo>
                  <a:lnTo>
                    <a:pt x="270402" y="293450"/>
                  </a:lnTo>
                  <a:lnTo>
                    <a:pt x="274525" y="290104"/>
                  </a:lnTo>
                  <a:lnTo>
                    <a:pt x="278540" y="286630"/>
                  </a:lnTo>
                  <a:lnTo>
                    <a:pt x="282443" y="283029"/>
                  </a:lnTo>
                  <a:lnTo>
                    <a:pt x="286229" y="279307"/>
                  </a:lnTo>
                  <a:lnTo>
                    <a:pt x="289895" y="275466"/>
                  </a:lnTo>
                  <a:lnTo>
                    <a:pt x="293437" y="271511"/>
                  </a:lnTo>
                  <a:lnTo>
                    <a:pt x="296852" y="267445"/>
                  </a:lnTo>
                  <a:lnTo>
                    <a:pt x="300136" y="263272"/>
                  </a:lnTo>
                  <a:lnTo>
                    <a:pt x="303286" y="258998"/>
                  </a:lnTo>
                  <a:lnTo>
                    <a:pt x="306299" y="254626"/>
                  </a:lnTo>
                  <a:lnTo>
                    <a:pt x="309171" y="250160"/>
                  </a:lnTo>
                  <a:lnTo>
                    <a:pt x="311900" y="245605"/>
                  </a:lnTo>
                  <a:lnTo>
                    <a:pt x="314482" y="240966"/>
                  </a:lnTo>
                  <a:lnTo>
                    <a:pt x="316917" y="236247"/>
                  </a:lnTo>
                  <a:lnTo>
                    <a:pt x="319200" y="231453"/>
                  </a:lnTo>
                  <a:lnTo>
                    <a:pt x="321329" y="226590"/>
                  </a:lnTo>
                  <a:lnTo>
                    <a:pt x="323304" y="221661"/>
                  </a:lnTo>
                  <a:lnTo>
                    <a:pt x="325120" y="216671"/>
                  </a:lnTo>
                  <a:lnTo>
                    <a:pt x="326777" y="211627"/>
                  </a:lnTo>
                  <a:lnTo>
                    <a:pt x="328274" y="206532"/>
                  </a:lnTo>
                  <a:lnTo>
                    <a:pt x="329607" y="201393"/>
                  </a:lnTo>
                  <a:lnTo>
                    <a:pt x="330777" y="196214"/>
                  </a:lnTo>
                  <a:lnTo>
                    <a:pt x="331782" y="191000"/>
                  </a:lnTo>
                  <a:lnTo>
                    <a:pt x="332620" y="185757"/>
                  </a:lnTo>
                  <a:lnTo>
                    <a:pt x="333292" y="180490"/>
                  </a:lnTo>
                  <a:lnTo>
                    <a:pt x="333796" y="175204"/>
                  </a:lnTo>
                  <a:lnTo>
                    <a:pt x="334132" y="169905"/>
                  </a:lnTo>
                  <a:lnTo>
                    <a:pt x="334300" y="164598"/>
                  </a:lnTo>
                  <a:lnTo>
                    <a:pt x="334298" y="159289"/>
                  </a:lnTo>
                  <a:lnTo>
                    <a:pt x="334129" y="153982"/>
                  </a:lnTo>
                  <a:lnTo>
                    <a:pt x="333790" y="148683"/>
                  </a:lnTo>
                  <a:lnTo>
                    <a:pt x="333284" y="143397"/>
                  </a:lnTo>
                  <a:lnTo>
                    <a:pt x="332610" y="138131"/>
                  </a:lnTo>
                  <a:lnTo>
                    <a:pt x="331769" y="132888"/>
                  </a:lnTo>
                  <a:lnTo>
                    <a:pt x="330762" y="127675"/>
                  </a:lnTo>
                  <a:lnTo>
                    <a:pt x="329590" y="122496"/>
                  </a:lnTo>
                  <a:lnTo>
                    <a:pt x="328255" y="117357"/>
                  </a:lnTo>
                  <a:lnTo>
                    <a:pt x="326756" y="112263"/>
                  </a:lnTo>
                  <a:lnTo>
                    <a:pt x="325097" y="107220"/>
                  </a:lnTo>
                  <a:lnTo>
                    <a:pt x="323278" y="102231"/>
                  </a:lnTo>
                  <a:lnTo>
                    <a:pt x="321302" y="97303"/>
                  </a:lnTo>
                  <a:lnTo>
                    <a:pt x="319170" y="92440"/>
                  </a:lnTo>
                  <a:lnTo>
                    <a:pt x="316885" y="87647"/>
                  </a:lnTo>
                  <a:lnTo>
                    <a:pt x="314449" y="82930"/>
                  </a:lnTo>
                  <a:lnTo>
                    <a:pt x="311864" y="78292"/>
                  </a:lnTo>
                  <a:lnTo>
                    <a:pt x="309133" y="73738"/>
                  </a:lnTo>
                  <a:lnTo>
                    <a:pt x="306259" y="69273"/>
                  </a:lnTo>
                  <a:lnTo>
                    <a:pt x="303245" y="64902"/>
                  </a:lnTo>
                  <a:lnTo>
                    <a:pt x="300093" y="60629"/>
                  </a:lnTo>
                  <a:lnTo>
                    <a:pt x="296807" y="56458"/>
                  </a:lnTo>
                  <a:lnTo>
                    <a:pt x="293391" y="52394"/>
                  </a:lnTo>
                  <a:lnTo>
                    <a:pt x="289847" y="48440"/>
                  </a:lnTo>
                  <a:lnTo>
                    <a:pt x="286179" y="44601"/>
                  </a:lnTo>
                  <a:lnTo>
                    <a:pt x="282391" y="40880"/>
                  </a:lnTo>
                  <a:lnTo>
                    <a:pt x="278487" y="37281"/>
                  </a:lnTo>
                  <a:lnTo>
                    <a:pt x="274471" y="33808"/>
                  </a:lnTo>
                  <a:lnTo>
                    <a:pt x="270346" y="30465"/>
                  </a:lnTo>
                  <a:lnTo>
                    <a:pt x="266117" y="27254"/>
                  </a:lnTo>
                  <a:lnTo>
                    <a:pt x="261789" y="24179"/>
                  </a:lnTo>
                  <a:lnTo>
                    <a:pt x="257365" y="21243"/>
                  </a:lnTo>
                  <a:lnTo>
                    <a:pt x="252849" y="18449"/>
                  </a:lnTo>
                  <a:lnTo>
                    <a:pt x="167153" y="1619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23235" y="1681503"/>
              <a:ext cx="85696" cy="167167"/>
            </a:xfrm>
            <a:custGeom>
              <a:avLst/>
              <a:pathLst>
                <a:path w="85696" h="167167">
                  <a:moveTo>
                    <a:pt x="85696" y="23636"/>
                  </a:moveTo>
                  <a:lnTo>
                    <a:pt x="80820" y="20835"/>
                  </a:lnTo>
                  <a:lnTo>
                    <a:pt x="75853" y="18200"/>
                  </a:lnTo>
                  <a:lnTo>
                    <a:pt x="70799" y="15733"/>
                  </a:lnTo>
                  <a:lnTo>
                    <a:pt x="65666" y="13437"/>
                  </a:lnTo>
                  <a:lnTo>
                    <a:pt x="60458" y="11315"/>
                  </a:lnTo>
                  <a:lnTo>
                    <a:pt x="55182" y="9370"/>
                  </a:lnTo>
                  <a:lnTo>
                    <a:pt x="49843" y="7603"/>
                  </a:lnTo>
                  <a:lnTo>
                    <a:pt x="44448" y="6017"/>
                  </a:lnTo>
                  <a:lnTo>
                    <a:pt x="39003" y="4613"/>
                  </a:lnTo>
                  <a:lnTo>
                    <a:pt x="33513" y="3393"/>
                  </a:lnTo>
                  <a:lnTo>
                    <a:pt x="27986" y="2359"/>
                  </a:lnTo>
                  <a:lnTo>
                    <a:pt x="22426" y="1511"/>
                  </a:lnTo>
                  <a:lnTo>
                    <a:pt x="16842" y="850"/>
                  </a:lnTo>
                  <a:lnTo>
                    <a:pt x="11238" y="378"/>
                  </a:lnTo>
                  <a:lnTo>
                    <a:pt x="562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853890" y="1322571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0" y="2097"/>
                  </a:lnTo>
                  <a:lnTo>
                    <a:pt x="135529" y="3017"/>
                  </a:lnTo>
                  <a:lnTo>
                    <a:pt x="130339" y="4102"/>
                  </a:lnTo>
                  <a:lnTo>
                    <a:pt x="125187" y="5352"/>
                  </a:lnTo>
                  <a:lnTo>
                    <a:pt x="120077" y="6764"/>
                  </a:lnTo>
                  <a:lnTo>
                    <a:pt x="115014" y="8337"/>
                  </a:lnTo>
                  <a:lnTo>
                    <a:pt x="110004" y="10070"/>
                  </a:lnTo>
                  <a:lnTo>
                    <a:pt x="105051" y="11961"/>
                  </a:lnTo>
                  <a:lnTo>
                    <a:pt x="100160" y="14008"/>
                  </a:lnTo>
                  <a:lnTo>
                    <a:pt x="95337" y="16209"/>
                  </a:lnTo>
                  <a:lnTo>
                    <a:pt x="90587" y="18562"/>
                  </a:lnTo>
                  <a:lnTo>
                    <a:pt x="85913" y="21065"/>
                  </a:lnTo>
                  <a:lnTo>
                    <a:pt x="81321" y="23715"/>
                  </a:lnTo>
                  <a:lnTo>
                    <a:pt x="76815" y="26508"/>
                  </a:lnTo>
                  <a:lnTo>
                    <a:pt x="72400" y="29444"/>
                  </a:lnTo>
                  <a:lnTo>
                    <a:pt x="68080" y="32517"/>
                  </a:lnTo>
                  <a:lnTo>
                    <a:pt x="63860" y="35726"/>
                  </a:lnTo>
                  <a:lnTo>
                    <a:pt x="59744" y="39068"/>
                  </a:lnTo>
                  <a:lnTo>
                    <a:pt x="55736" y="42538"/>
                  </a:lnTo>
                  <a:lnTo>
                    <a:pt x="51840" y="46134"/>
                  </a:lnTo>
                  <a:lnTo>
                    <a:pt x="48060" y="49851"/>
                  </a:lnTo>
                  <a:lnTo>
                    <a:pt x="44400" y="53686"/>
                  </a:lnTo>
                  <a:lnTo>
                    <a:pt x="40863" y="57636"/>
                  </a:lnTo>
                  <a:lnTo>
                    <a:pt x="37453" y="61696"/>
                  </a:lnTo>
                  <a:lnTo>
                    <a:pt x="34174" y="65861"/>
                  </a:lnTo>
                  <a:lnTo>
                    <a:pt x="31028" y="70129"/>
                  </a:lnTo>
                  <a:lnTo>
                    <a:pt x="28020" y="74494"/>
                  </a:lnTo>
                  <a:lnTo>
                    <a:pt x="25151" y="78952"/>
                  </a:lnTo>
                  <a:lnTo>
                    <a:pt x="22425" y="83500"/>
                  </a:lnTo>
                  <a:lnTo>
                    <a:pt x="19845" y="88131"/>
                  </a:lnTo>
                  <a:lnTo>
                    <a:pt x="17413" y="92842"/>
                  </a:lnTo>
                  <a:lnTo>
                    <a:pt x="15131" y="97627"/>
                  </a:lnTo>
                  <a:lnTo>
                    <a:pt x="13002" y="102483"/>
                  </a:lnTo>
                  <a:lnTo>
                    <a:pt x="11029" y="107403"/>
                  </a:lnTo>
                  <a:lnTo>
                    <a:pt x="9212" y="112384"/>
                  </a:lnTo>
                  <a:lnTo>
                    <a:pt x="7554" y="117420"/>
                  </a:lnTo>
                  <a:lnTo>
                    <a:pt x="6057" y="122506"/>
                  </a:lnTo>
                  <a:lnTo>
                    <a:pt x="4722" y="127636"/>
                  </a:lnTo>
                  <a:lnTo>
                    <a:pt x="3550" y="132807"/>
                  </a:lnTo>
                  <a:lnTo>
                    <a:pt x="2543" y="138012"/>
                  </a:lnTo>
                  <a:lnTo>
                    <a:pt x="1701" y="143246"/>
                  </a:lnTo>
                  <a:lnTo>
                    <a:pt x="1026" y="148505"/>
                  </a:lnTo>
                  <a:lnTo>
                    <a:pt x="517" y="153782"/>
                  </a:lnTo>
                  <a:lnTo>
                    <a:pt x="177" y="159073"/>
                  </a:lnTo>
                  <a:lnTo>
                    <a:pt x="4" y="164371"/>
                  </a:lnTo>
                  <a:lnTo>
                    <a:pt x="0" y="169673"/>
                  </a:lnTo>
                  <a:lnTo>
                    <a:pt x="163" y="174972"/>
                  </a:lnTo>
                  <a:lnTo>
                    <a:pt x="495" y="180263"/>
                  </a:lnTo>
                  <a:lnTo>
                    <a:pt x="994" y="185541"/>
                  </a:lnTo>
                  <a:lnTo>
                    <a:pt x="1660" y="190801"/>
                  </a:lnTo>
                  <a:lnTo>
                    <a:pt x="2493" y="196037"/>
                  </a:lnTo>
                  <a:lnTo>
                    <a:pt x="3491" y="201244"/>
                  </a:lnTo>
                  <a:lnTo>
                    <a:pt x="4654" y="206416"/>
                  </a:lnTo>
                  <a:lnTo>
                    <a:pt x="5980" y="211549"/>
                  </a:lnTo>
                  <a:lnTo>
                    <a:pt x="7468" y="216638"/>
                  </a:lnTo>
                  <a:lnTo>
                    <a:pt x="9117" y="221676"/>
                  </a:lnTo>
                  <a:lnTo>
                    <a:pt x="10925" y="226660"/>
                  </a:lnTo>
                  <a:lnTo>
                    <a:pt x="12891" y="231584"/>
                  </a:lnTo>
                  <a:lnTo>
                    <a:pt x="15011" y="236443"/>
                  </a:lnTo>
                  <a:lnTo>
                    <a:pt x="17284" y="241233"/>
                  </a:lnTo>
                  <a:lnTo>
                    <a:pt x="19708" y="245948"/>
                  </a:lnTo>
                  <a:lnTo>
                    <a:pt x="22280" y="250583"/>
                  </a:lnTo>
                  <a:lnTo>
                    <a:pt x="24999" y="255135"/>
                  </a:lnTo>
                  <a:lnTo>
                    <a:pt x="27860" y="259599"/>
                  </a:lnTo>
                  <a:lnTo>
                    <a:pt x="30861" y="263969"/>
                  </a:lnTo>
                  <a:lnTo>
                    <a:pt x="33999" y="268242"/>
                  </a:lnTo>
                  <a:lnTo>
                    <a:pt x="37271" y="272414"/>
                  </a:lnTo>
                  <a:lnTo>
                    <a:pt x="40674" y="276479"/>
                  </a:lnTo>
                  <a:lnTo>
                    <a:pt x="44204" y="280435"/>
                  </a:lnTo>
                  <a:lnTo>
                    <a:pt x="47857" y="284276"/>
                  </a:lnTo>
                  <a:lnTo>
                    <a:pt x="51631" y="288000"/>
                  </a:lnTo>
                  <a:lnTo>
                    <a:pt x="55521" y="291603"/>
                  </a:lnTo>
                  <a:lnTo>
                    <a:pt x="59523" y="295080"/>
                  </a:lnTo>
                  <a:lnTo>
                    <a:pt x="63633" y="298428"/>
                  </a:lnTo>
                  <a:lnTo>
                    <a:pt x="67847" y="301645"/>
                  </a:lnTo>
                  <a:lnTo>
                    <a:pt x="72162" y="304726"/>
                  </a:lnTo>
                  <a:lnTo>
                    <a:pt x="76571" y="307669"/>
                  </a:lnTo>
                  <a:lnTo>
                    <a:pt x="81072" y="310470"/>
                  </a:lnTo>
                  <a:lnTo>
                    <a:pt x="85660" y="313128"/>
                  </a:lnTo>
                  <a:lnTo>
                    <a:pt x="90329" y="315639"/>
                  </a:lnTo>
                  <a:lnTo>
                    <a:pt x="95076" y="318000"/>
                  </a:lnTo>
                  <a:lnTo>
                    <a:pt x="99895" y="320209"/>
                  </a:lnTo>
                  <a:lnTo>
                    <a:pt x="104782" y="322265"/>
                  </a:lnTo>
                  <a:lnTo>
                    <a:pt x="109732" y="324165"/>
                  </a:lnTo>
                  <a:lnTo>
                    <a:pt x="114739" y="325906"/>
                  </a:lnTo>
                  <a:lnTo>
                    <a:pt x="119799" y="327489"/>
                  </a:lnTo>
                  <a:lnTo>
                    <a:pt x="124907" y="328909"/>
                  </a:lnTo>
                  <a:lnTo>
                    <a:pt x="130057" y="330168"/>
                  </a:lnTo>
                  <a:lnTo>
                    <a:pt x="135244" y="331262"/>
                  </a:lnTo>
                  <a:lnTo>
                    <a:pt x="140464" y="332191"/>
                  </a:lnTo>
                  <a:lnTo>
                    <a:pt x="145710" y="332954"/>
                  </a:lnTo>
                  <a:lnTo>
                    <a:pt x="150978" y="333551"/>
                  </a:lnTo>
                  <a:lnTo>
                    <a:pt x="156263" y="333980"/>
                  </a:lnTo>
                  <a:lnTo>
                    <a:pt x="161558" y="334241"/>
                  </a:lnTo>
                  <a:lnTo>
                    <a:pt x="166859" y="334334"/>
                  </a:lnTo>
                  <a:lnTo>
                    <a:pt x="172160" y="334259"/>
                  </a:lnTo>
                  <a:lnTo>
                    <a:pt x="177456" y="334016"/>
                  </a:lnTo>
                  <a:lnTo>
                    <a:pt x="182741" y="333606"/>
                  </a:lnTo>
                  <a:lnTo>
                    <a:pt x="188011" y="333027"/>
                  </a:lnTo>
                  <a:lnTo>
                    <a:pt x="193260" y="332282"/>
                  </a:lnTo>
                  <a:lnTo>
                    <a:pt x="198483" y="331371"/>
                  </a:lnTo>
                  <a:lnTo>
                    <a:pt x="203674" y="330295"/>
                  </a:lnTo>
                  <a:lnTo>
                    <a:pt x="208829" y="329055"/>
                  </a:lnTo>
                  <a:lnTo>
                    <a:pt x="213941" y="327652"/>
                  </a:lnTo>
                  <a:lnTo>
                    <a:pt x="219007" y="326087"/>
                  </a:lnTo>
                  <a:lnTo>
                    <a:pt x="224020" y="324363"/>
                  </a:lnTo>
                  <a:lnTo>
                    <a:pt x="228976" y="322480"/>
                  </a:lnTo>
                  <a:lnTo>
                    <a:pt x="233870" y="320441"/>
                  </a:lnTo>
                  <a:lnTo>
                    <a:pt x="238697" y="318249"/>
                  </a:lnTo>
                  <a:lnTo>
                    <a:pt x="243452" y="315904"/>
                  </a:lnTo>
                  <a:lnTo>
                    <a:pt x="248130" y="313409"/>
                  </a:lnTo>
                  <a:lnTo>
                    <a:pt x="252727" y="310768"/>
                  </a:lnTo>
                  <a:lnTo>
                    <a:pt x="257238" y="307982"/>
                  </a:lnTo>
                  <a:lnTo>
                    <a:pt x="261658" y="305054"/>
                  </a:lnTo>
                  <a:lnTo>
                    <a:pt x="265983" y="301988"/>
                  </a:lnTo>
                  <a:lnTo>
                    <a:pt x="270208" y="298786"/>
                  </a:lnTo>
                  <a:lnTo>
                    <a:pt x="274330" y="295452"/>
                  </a:lnTo>
                  <a:lnTo>
                    <a:pt x="278344" y="291989"/>
                  </a:lnTo>
                  <a:lnTo>
                    <a:pt x="282246" y="288400"/>
                  </a:lnTo>
                  <a:lnTo>
                    <a:pt x="286033" y="284689"/>
                  </a:lnTo>
                  <a:lnTo>
                    <a:pt x="289700" y="280860"/>
                  </a:lnTo>
                  <a:lnTo>
                    <a:pt x="293243" y="276917"/>
                  </a:lnTo>
                  <a:lnTo>
                    <a:pt x="296660" y="272863"/>
                  </a:lnTo>
                  <a:lnTo>
                    <a:pt x="299947" y="268703"/>
                  </a:lnTo>
                  <a:lnTo>
                    <a:pt x="303100" y="264441"/>
                  </a:lnTo>
                  <a:lnTo>
                    <a:pt x="306116" y="260081"/>
                  </a:lnTo>
                  <a:lnTo>
                    <a:pt x="308992" y="255627"/>
                  </a:lnTo>
                  <a:lnTo>
                    <a:pt x="311726" y="251085"/>
                  </a:lnTo>
                  <a:lnTo>
                    <a:pt x="314314" y="246458"/>
                  </a:lnTo>
                  <a:lnTo>
                    <a:pt x="316755" y="241751"/>
                  </a:lnTo>
                  <a:lnTo>
                    <a:pt x="319045" y="236970"/>
                  </a:lnTo>
                  <a:lnTo>
                    <a:pt x="321182" y="232118"/>
                  </a:lnTo>
                  <a:lnTo>
                    <a:pt x="323164" y="227201"/>
                  </a:lnTo>
                  <a:lnTo>
                    <a:pt x="324989" y="222223"/>
                  </a:lnTo>
                  <a:lnTo>
                    <a:pt x="326656" y="217190"/>
                  </a:lnTo>
                  <a:lnTo>
                    <a:pt x="328162" y="212107"/>
                  </a:lnTo>
                  <a:lnTo>
                    <a:pt x="329506" y="206979"/>
                  </a:lnTo>
                  <a:lnTo>
                    <a:pt x="330686" y="201810"/>
                  </a:lnTo>
                  <a:lnTo>
                    <a:pt x="331703" y="196607"/>
                  </a:lnTo>
                  <a:lnTo>
                    <a:pt x="332554" y="191374"/>
                  </a:lnTo>
                  <a:lnTo>
                    <a:pt x="333238" y="186117"/>
                  </a:lnTo>
                  <a:lnTo>
                    <a:pt x="333755" y="180841"/>
                  </a:lnTo>
                  <a:lnTo>
                    <a:pt x="334105" y="175551"/>
                  </a:lnTo>
                  <a:lnTo>
                    <a:pt x="334287" y="170252"/>
                  </a:lnTo>
                  <a:lnTo>
                    <a:pt x="334301" y="164950"/>
                  </a:lnTo>
                  <a:lnTo>
                    <a:pt x="334147" y="159651"/>
                  </a:lnTo>
                  <a:lnTo>
                    <a:pt x="333824" y="154359"/>
                  </a:lnTo>
                  <a:lnTo>
                    <a:pt x="333334" y="149080"/>
                  </a:lnTo>
                  <a:lnTo>
                    <a:pt x="332677" y="143820"/>
                  </a:lnTo>
                  <a:lnTo>
                    <a:pt x="331854" y="138582"/>
                  </a:lnTo>
                  <a:lnTo>
                    <a:pt x="330864" y="133374"/>
                  </a:lnTo>
                  <a:lnTo>
                    <a:pt x="329710" y="128199"/>
                  </a:lnTo>
                  <a:lnTo>
                    <a:pt x="328393" y="123064"/>
                  </a:lnTo>
                  <a:lnTo>
                    <a:pt x="326913" y="117973"/>
                  </a:lnTo>
                  <a:lnTo>
                    <a:pt x="325273" y="112932"/>
                  </a:lnTo>
                  <a:lnTo>
                    <a:pt x="323474" y="107945"/>
                  </a:lnTo>
                  <a:lnTo>
                    <a:pt x="321517" y="103017"/>
                  </a:lnTo>
                  <a:lnTo>
                    <a:pt x="319405" y="98154"/>
                  </a:lnTo>
                  <a:lnTo>
                    <a:pt x="317140" y="93361"/>
                  </a:lnTo>
                  <a:lnTo>
                    <a:pt x="314724" y="88642"/>
                  </a:lnTo>
                  <a:lnTo>
                    <a:pt x="312160" y="84002"/>
                  </a:lnTo>
                  <a:lnTo>
                    <a:pt x="309450" y="79445"/>
                  </a:lnTo>
                  <a:lnTo>
                    <a:pt x="306597" y="74977"/>
                  </a:lnTo>
                  <a:lnTo>
                    <a:pt x="303603" y="70601"/>
                  </a:lnTo>
                  <a:lnTo>
                    <a:pt x="300472" y="66323"/>
                  </a:lnTo>
                  <a:lnTo>
                    <a:pt x="297208" y="62145"/>
                  </a:lnTo>
                  <a:lnTo>
                    <a:pt x="293812" y="58074"/>
                  </a:lnTo>
                  <a:lnTo>
                    <a:pt x="290289" y="54112"/>
                  </a:lnTo>
                  <a:lnTo>
                    <a:pt x="286642" y="50264"/>
                  </a:lnTo>
                  <a:lnTo>
                    <a:pt x="282875" y="46534"/>
                  </a:lnTo>
                  <a:lnTo>
                    <a:pt x="278991" y="42925"/>
                  </a:lnTo>
                  <a:lnTo>
                    <a:pt x="274995" y="39441"/>
                  </a:lnTo>
                  <a:lnTo>
                    <a:pt x="270891" y="36085"/>
                  </a:lnTo>
                  <a:lnTo>
                    <a:pt x="266682" y="32861"/>
                  </a:lnTo>
                  <a:lnTo>
                    <a:pt x="262373" y="29773"/>
                  </a:lnTo>
                  <a:lnTo>
                    <a:pt x="257968" y="26822"/>
                  </a:lnTo>
                  <a:lnTo>
                    <a:pt x="253472" y="24013"/>
                  </a:lnTo>
                  <a:lnTo>
                    <a:pt x="248889" y="21347"/>
                  </a:lnTo>
                  <a:lnTo>
                    <a:pt x="244224" y="18829"/>
                  </a:lnTo>
                  <a:lnTo>
                    <a:pt x="239481" y="16459"/>
                  </a:lnTo>
                  <a:lnTo>
                    <a:pt x="234666" y="14241"/>
                  </a:lnTo>
                  <a:lnTo>
                    <a:pt x="229783" y="12177"/>
                  </a:lnTo>
                  <a:lnTo>
                    <a:pt x="224836" y="10269"/>
                  </a:lnTo>
                  <a:lnTo>
                    <a:pt x="219832" y="8518"/>
                  </a:lnTo>
                  <a:lnTo>
                    <a:pt x="214775" y="6928"/>
                  </a:lnTo>
                  <a:lnTo>
                    <a:pt x="209670" y="5498"/>
                  </a:lnTo>
                  <a:lnTo>
                    <a:pt x="204522" y="4231"/>
                  </a:lnTo>
                  <a:lnTo>
                    <a:pt x="199336" y="3128"/>
                  </a:lnTo>
                  <a:lnTo>
                    <a:pt x="194118" y="2189"/>
                  </a:lnTo>
                  <a:lnTo>
                    <a:pt x="188873" y="1417"/>
                  </a:lnTo>
                  <a:lnTo>
                    <a:pt x="183606" y="812"/>
                  </a:lnTo>
                  <a:lnTo>
                    <a:pt x="178323" y="373"/>
                  </a:lnTo>
                  <a:lnTo>
                    <a:pt x="173028" y="10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75"/>
              <a:ext cx="5879" cy="167064"/>
            </a:xfrm>
            <a:custGeom>
              <a:avLst/>
              <a:pathLst>
                <a:path w="5879" h="167064">
                  <a:moveTo>
                    <a:pt x="5879" y="0"/>
                  </a:moveTo>
                  <a:lnTo>
                    <a:pt x="0" y="1670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5879" cy="167167"/>
            </a:xfrm>
            <a:custGeom>
              <a:avLst/>
              <a:pathLst>
                <a:path w="5879" h="167167">
                  <a:moveTo>
                    <a:pt x="5879" y="10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378111" y="1071028"/>
              <a:ext cx="334296" cy="334334"/>
            </a:xfrm>
            <a:custGeom>
              <a:avLst/>
              <a:pathLst>
                <a:path w="334296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0" y="756"/>
                  </a:lnTo>
                  <a:lnTo>
                    <a:pt x="145990" y="1344"/>
                  </a:lnTo>
                  <a:lnTo>
                    <a:pt x="140740" y="2098"/>
                  </a:lnTo>
                  <a:lnTo>
                    <a:pt x="135518" y="3019"/>
                  </a:lnTo>
                  <a:lnTo>
                    <a:pt x="130327" y="4105"/>
                  </a:lnTo>
                  <a:lnTo>
                    <a:pt x="125173" y="5355"/>
                  </a:lnTo>
                  <a:lnTo>
                    <a:pt x="120061" y="6768"/>
                  </a:lnTo>
                  <a:lnTo>
                    <a:pt x="114997" y="8342"/>
                  </a:lnTo>
                  <a:lnTo>
                    <a:pt x="109985" y="10076"/>
                  </a:lnTo>
                  <a:lnTo>
                    <a:pt x="105031" y="11968"/>
                  </a:lnTo>
                  <a:lnTo>
                    <a:pt x="100139" y="14017"/>
                  </a:lnTo>
                  <a:lnTo>
                    <a:pt x="95315" y="16219"/>
                  </a:lnTo>
                  <a:lnTo>
                    <a:pt x="90563" y="18574"/>
                  </a:lnTo>
                  <a:lnTo>
                    <a:pt x="85888" y="21078"/>
                  </a:lnTo>
                  <a:lnTo>
                    <a:pt x="81295" y="23729"/>
                  </a:lnTo>
                  <a:lnTo>
                    <a:pt x="76788" y="26525"/>
                  </a:lnTo>
                  <a:lnTo>
                    <a:pt x="72373" y="29462"/>
                  </a:lnTo>
                  <a:lnTo>
                    <a:pt x="68052" y="32537"/>
                  </a:lnTo>
                  <a:lnTo>
                    <a:pt x="63832" y="35748"/>
                  </a:lnTo>
                  <a:lnTo>
                    <a:pt x="59715" y="39092"/>
                  </a:lnTo>
                  <a:lnTo>
                    <a:pt x="55706" y="42564"/>
                  </a:lnTo>
                  <a:lnTo>
                    <a:pt x="51810" y="46161"/>
                  </a:lnTo>
                  <a:lnTo>
                    <a:pt x="48030" y="49881"/>
                  </a:lnTo>
                  <a:lnTo>
                    <a:pt x="44369" y="53718"/>
                  </a:lnTo>
                  <a:lnTo>
                    <a:pt x="40832" y="57670"/>
                  </a:lnTo>
                  <a:lnTo>
                    <a:pt x="37423" y="61732"/>
                  </a:lnTo>
                  <a:lnTo>
                    <a:pt x="34143" y="65900"/>
                  </a:lnTo>
                  <a:lnTo>
                    <a:pt x="30998" y="70170"/>
                  </a:lnTo>
                  <a:lnTo>
                    <a:pt x="27990" y="74537"/>
                  </a:lnTo>
                  <a:lnTo>
                    <a:pt x="25122" y="78998"/>
                  </a:lnTo>
                  <a:lnTo>
                    <a:pt x="22396" y="83547"/>
                  </a:lnTo>
                  <a:lnTo>
                    <a:pt x="19817" y="88181"/>
                  </a:lnTo>
                  <a:lnTo>
                    <a:pt x="17385" y="92894"/>
                  </a:lnTo>
                  <a:lnTo>
                    <a:pt x="15105" y="97682"/>
                  </a:lnTo>
                  <a:lnTo>
                    <a:pt x="12977" y="102540"/>
                  </a:lnTo>
                  <a:lnTo>
                    <a:pt x="11005" y="107463"/>
                  </a:lnTo>
                  <a:lnTo>
                    <a:pt x="9189" y="112446"/>
                  </a:lnTo>
                  <a:lnTo>
                    <a:pt x="7533" y="117484"/>
                  </a:lnTo>
                  <a:lnTo>
                    <a:pt x="6038" y="122572"/>
                  </a:lnTo>
                  <a:lnTo>
                    <a:pt x="4704" y="127705"/>
                  </a:lnTo>
                  <a:lnTo>
                    <a:pt x="3534" y="132877"/>
                  </a:lnTo>
                  <a:lnTo>
                    <a:pt x="2529" y="138084"/>
                  </a:lnTo>
                  <a:lnTo>
                    <a:pt x="1689" y="143321"/>
                  </a:lnTo>
                  <a:lnTo>
                    <a:pt x="1016" y="148581"/>
                  </a:lnTo>
                  <a:lnTo>
                    <a:pt x="510" y="153860"/>
                  </a:lnTo>
                  <a:lnTo>
                    <a:pt x="172" y="159153"/>
                  </a:lnTo>
                  <a:lnTo>
                    <a:pt x="1" y="164453"/>
                  </a:lnTo>
                  <a:lnTo>
                    <a:pt x="0" y="169757"/>
                  </a:lnTo>
                  <a:lnTo>
                    <a:pt x="166" y="175057"/>
                  </a:lnTo>
                  <a:lnTo>
                    <a:pt x="500" y="180350"/>
                  </a:lnTo>
                  <a:lnTo>
                    <a:pt x="1002" y="185630"/>
                  </a:lnTo>
                  <a:lnTo>
                    <a:pt x="1671" y="190890"/>
                  </a:lnTo>
                  <a:lnTo>
                    <a:pt x="2507" y="196127"/>
                  </a:lnTo>
                  <a:lnTo>
                    <a:pt x="3509" y="201335"/>
                  </a:lnTo>
                  <a:lnTo>
                    <a:pt x="4675" y="206509"/>
                  </a:lnTo>
                  <a:lnTo>
                    <a:pt x="6005" y="211643"/>
                  </a:lnTo>
                  <a:lnTo>
                    <a:pt x="7496" y="216732"/>
                  </a:lnTo>
                  <a:lnTo>
                    <a:pt x="9149" y="221771"/>
                  </a:lnTo>
                  <a:lnTo>
                    <a:pt x="10961" y="226755"/>
                  </a:lnTo>
                  <a:lnTo>
                    <a:pt x="12929" y="231680"/>
                  </a:lnTo>
                  <a:lnTo>
                    <a:pt x="15053" y="236539"/>
                  </a:lnTo>
                  <a:lnTo>
                    <a:pt x="17330" y="241329"/>
                  </a:lnTo>
                  <a:lnTo>
                    <a:pt x="19758" y="246044"/>
                  </a:lnTo>
                  <a:lnTo>
                    <a:pt x="22334" y="250679"/>
                  </a:lnTo>
                  <a:lnTo>
                    <a:pt x="25056" y="255231"/>
                  </a:lnTo>
                  <a:lnTo>
                    <a:pt x="27921" y="259693"/>
                  </a:lnTo>
                  <a:lnTo>
                    <a:pt x="30926" y="264063"/>
                  </a:lnTo>
                  <a:lnTo>
                    <a:pt x="34068" y="268335"/>
                  </a:lnTo>
                  <a:lnTo>
                    <a:pt x="37344" y="272506"/>
                  </a:lnTo>
                  <a:lnTo>
                    <a:pt x="40751" y="276570"/>
                  </a:lnTo>
                  <a:lnTo>
                    <a:pt x="44285" y="280524"/>
                  </a:lnTo>
                  <a:lnTo>
                    <a:pt x="47943" y="284365"/>
                  </a:lnTo>
                  <a:lnTo>
                    <a:pt x="51720" y="288087"/>
                  </a:lnTo>
                  <a:lnTo>
                    <a:pt x="55614" y="291687"/>
                  </a:lnTo>
                  <a:lnTo>
                    <a:pt x="59620" y="295163"/>
                  </a:lnTo>
                  <a:lnTo>
                    <a:pt x="63734" y="298509"/>
                  </a:lnTo>
                  <a:lnTo>
                    <a:pt x="67952" y="301723"/>
                  </a:lnTo>
                  <a:lnTo>
                    <a:pt x="72270" y="304802"/>
                  </a:lnTo>
                  <a:lnTo>
                    <a:pt x="76684" y="307742"/>
                  </a:lnTo>
                  <a:lnTo>
                    <a:pt x="81189" y="310541"/>
                  </a:lnTo>
                  <a:lnTo>
                    <a:pt x="85780" y="313196"/>
                  </a:lnTo>
                  <a:lnTo>
                    <a:pt x="90453" y="315703"/>
                  </a:lnTo>
                  <a:lnTo>
                    <a:pt x="95203" y="318061"/>
                  </a:lnTo>
                  <a:lnTo>
                    <a:pt x="100026" y="320267"/>
                  </a:lnTo>
                  <a:lnTo>
                    <a:pt x="104916" y="322319"/>
                  </a:lnTo>
                  <a:lnTo>
                    <a:pt x="109869" y="324215"/>
                  </a:lnTo>
                  <a:lnTo>
                    <a:pt x="114879" y="325953"/>
                  </a:lnTo>
                  <a:lnTo>
                    <a:pt x="119942" y="327531"/>
                  </a:lnTo>
                  <a:lnTo>
                    <a:pt x="125053" y="328948"/>
                  </a:lnTo>
                  <a:lnTo>
                    <a:pt x="130206" y="330202"/>
                  </a:lnTo>
                  <a:lnTo>
                    <a:pt x="135396" y="331291"/>
                  </a:lnTo>
                  <a:lnTo>
                    <a:pt x="140618" y="332216"/>
                  </a:lnTo>
                  <a:lnTo>
                    <a:pt x="145867" y="332974"/>
                  </a:lnTo>
                  <a:lnTo>
                    <a:pt x="151137" y="333566"/>
                  </a:lnTo>
                  <a:lnTo>
                    <a:pt x="156423" y="333990"/>
                  </a:lnTo>
                  <a:lnTo>
                    <a:pt x="161720" y="334246"/>
                  </a:lnTo>
                  <a:lnTo>
                    <a:pt x="167023" y="334334"/>
                  </a:lnTo>
                  <a:lnTo>
                    <a:pt x="172326" y="334254"/>
                  </a:lnTo>
                  <a:lnTo>
                    <a:pt x="177623" y="334006"/>
                  </a:lnTo>
                  <a:lnTo>
                    <a:pt x="182910" y="333590"/>
                  </a:lnTo>
                  <a:lnTo>
                    <a:pt x="188181" y="333006"/>
                  </a:lnTo>
                  <a:lnTo>
                    <a:pt x="193431" y="332255"/>
                  </a:lnTo>
                  <a:lnTo>
                    <a:pt x="198654" y="331338"/>
                  </a:lnTo>
                  <a:lnTo>
                    <a:pt x="203846" y="330256"/>
                  </a:lnTo>
                  <a:lnTo>
                    <a:pt x="209001" y="329010"/>
                  </a:lnTo>
                  <a:lnTo>
                    <a:pt x="214114" y="327601"/>
                  </a:lnTo>
                  <a:lnTo>
                    <a:pt x="219179" y="326030"/>
                  </a:lnTo>
                  <a:lnTo>
                    <a:pt x="224192" y="324300"/>
                  </a:lnTo>
                  <a:lnTo>
                    <a:pt x="229148" y="322411"/>
                  </a:lnTo>
                  <a:lnTo>
                    <a:pt x="234041" y="320367"/>
                  </a:lnTo>
                  <a:lnTo>
                    <a:pt x="238867" y="318168"/>
                  </a:lnTo>
                  <a:lnTo>
                    <a:pt x="243620" y="315817"/>
                  </a:lnTo>
                  <a:lnTo>
                    <a:pt x="248297" y="313316"/>
                  </a:lnTo>
                  <a:lnTo>
                    <a:pt x="252892" y="310668"/>
                  </a:lnTo>
                  <a:lnTo>
                    <a:pt x="257401" y="307876"/>
                  </a:lnTo>
                  <a:lnTo>
                    <a:pt x="261819" y="304943"/>
                  </a:lnTo>
                  <a:lnTo>
                    <a:pt x="266142" y="301870"/>
                  </a:lnTo>
                  <a:lnTo>
                    <a:pt x="270365" y="298662"/>
                  </a:lnTo>
                  <a:lnTo>
                    <a:pt x="274484" y="295322"/>
                  </a:lnTo>
                  <a:lnTo>
                    <a:pt x="278495" y="291853"/>
                  </a:lnTo>
                  <a:lnTo>
                    <a:pt x="282394" y="288258"/>
                  </a:lnTo>
                  <a:lnTo>
                    <a:pt x="286177" y="284541"/>
                  </a:lnTo>
                  <a:lnTo>
                    <a:pt x="289840" y="280707"/>
                  </a:lnTo>
                  <a:lnTo>
                    <a:pt x="293380" y="276758"/>
                  </a:lnTo>
                  <a:lnTo>
                    <a:pt x="296793" y="272698"/>
                  </a:lnTo>
                  <a:lnTo>
                    <a:pt x="300075" y="268533"/>
                  </a:lnTo>
                  <a:lnTo>
                    <a:pt x="303224" y="264265"/>
                  </a:lnTo>
                  <a:lnTo>
                    <a:pt x="306235" y="259900"/>
                  </a:lnTo>
                  <a:lnTo>
                    <a:pt x="309107" y="255441"/>
                  </a:lnTo>
                  <a:lnTo>
                    <a:pt x="311835" y="250894"/>
                  </a:lnTo>
                  <a:lnTo>
                    <a:pt x="314418" y="246262"/>
                  </a:lnTo>
                  <a:lnTo>
                    <a:pt x="316853" y="241551"/>
                  </a:lnTo>
                  <a:lnTo>
                    <a:pt x="319137" y="236765"/>
                  </a:lnTo>
                  <a:lnTo>
                    <a:pt x="321269" y="231908"/>
                  </a:lnTo>
                  <a:lnTo>
                    <a:pt x="323245" y="226987"/>
                  </a:lnTo>
                  <a:lnTo>
                    <a:pt x="325064" y="222005"/>
                  </a:lnTo>
                  <a:lnTo>
                    <a:pt x="326724" y="216969"/>
                  </a:lnTo>
                  <a:lnTo>
                    <a:pt x="328223" y="211882"/>
                  </a:lnTo>
                  <a:lnTo>
                    <a:pt x="329560" y="206750"/>
                  </a:lnTo>
                  <a:lnTo>
                    <a:pt x="330734" y="201578"/>
                  </a:lnTo>
                  <a:lnTo>
                    <a:pt x="331743" y="196372"/>
                  </a:lnTo>
                  <a:lnTo>
                    <a:pt x="332587" y="191136"/>
                  </a:lnTo>
                  <a:lnTo>
                    <a:pt x="333264" y="185876"/>
                  </a:lnTo>
                  <a:lnTo>
                    <a:pt x="333774" y="180597"/>
                  </a:lnTo>
                  <a:lnTo>
                    <a:pt x="334116" y="175305"/>
                  </a:lnTo>
                  <a:lnTo>
                    <a:pt x="334290" y="170005"/>
                  </a:lnTo>
                  <a:lnTo>
                    <a:pt x="334296" y="164701"/>
                  </a:lnTo>
                  <a:lnTo>
                    <a:pt x="334134" y="159400"/>
                  </a:lnTo>
                  <a:lnTo>
                    <a:pt x="333803" y="154107"/>
                  </a:lnTo>
                  <a:lnTo>
                    <a:pt x="333305" y="148828"/>
                  </a:lnTo>
                  <a:lnTo>
                    <a:pt x="332640" y="143566"/>
                  </a:lnTo>
                  <a:lnTo>
                    <a:pt x="331808" y="138329"/>
                  </a:lnTo>
                  <a:lnTo>
                    <a:pt x="330810" y="133120"/>
                  </a:lnTo>
                  <a:lnTo>
                    <a:pt x="329648" y="127946"/>
                  </a:lnTo>
                  <a:lnTo>
                    <a:pt x="328322" y="122811"/>
                  </a:lnTo>
                  <a:lnTo>
                    <a:pt x="326834" y="117721"/>
                  </a:lnTo>
                  <a:lnTo>
                    <a:pt x="325185" y="112680"/>
                  </a:lnTo>
                  <a:lnTo>
                    <a:pt x="323377" y="107694"/>
                  </a:lnTo>
                  <a:lnTo>
                    <a:pt x="321412" y="102769"/>
                  </a:lnTo>
                  <a:lnTo>
                    <a:pt x="319292" y="97908"/>
                  </a:lnTo>
                  <a:lnTo>
                    <a:pt x="317018" y="93116"/>
                  </a:lnTo>
                  <a:lnTo>
                    <a:pt x="314594" y="88400"/>
                  </a:lnTo>
                  <a:lnTo>
                    <a:pt x="312021" y="83762"/>
                  </a:lnTo>
                  <a:lnTo>
                    <a:pt x="309303" y="7920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0238"/>
              <a:ext cx="142155" cy="87958"/>
            </a:xfrm>
            <a:custGeom>
              <a:avLst/>
              <a:pathLst>
                <a:path w="142155" h="87958">
                  <a:moveTo>
                    <a:pt x="142155" y="0"/>
                  </a:moveTo>
                  <a:lnTo>
                    <a:pt x="0" y="879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9738"/>
              <a:ext cx="142155" cy="88457"/>
            </a:xfrm>
            <a:custGeom>
              <a:avLst/>
              <a:pathLst>
                <a:path w="142155" h="88457">
                  <a:moveTo>
                    <a:pt x="142155" y="499"/>
                  </a:moveTo>
                  <a:lnTo>
                    <a:pt x="141845" y="0"/>
                  </a:lnTo>
                  <a:lnTo>
                    <a:pt x="0" y="88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071028"/>
              <a:ext cx="141845" cy="167167"/>
            </a:xfrm>
            <a:custGeom>
              <a:avLst/>
              <a:pathLst>
                <a:path w="141845" h="167167">
                  <a:moveTo>
                    <a:pt x="141845" y="78709"/>
                  </a:moveTo>
                  <a:lnTo>
                    <a:pt x="138879" y="74121"/>
                  </a:lnTo>
                  <a:lnTo>
                    <a:pt x="135764" y="69633"/>
                  </a:lnTo>
                  <a:lnTo>
                    <a:pt x="132504" y="65248"/>
                  </a:lnTo>
                  <a:lnTo>
                    <a:pt x="129103" y="60973"/>
                  </a:lnTo>
                  <a:lnTo>
                    <a:pt x="125564" y="56811"/>
                  </a:lnTo>
                  <a:lnTo>
                    <a:pt x="121891" y="52766"/>
                  </a:lnTo>
                  <a:lnTo>
                    <a:pt x="118087" y="48844"/>
                  </a:lnTo>
                  <a:lnTo>
                    <a:pt x="114158" y="45049"/>
                  </a:lnTo>
                  <a:lnTo>
                    <a:pt x="110106" y="41384"/>
                  </a:lnTo>
                  <a:lnTo>
                    <a:pt x="105937" y="37853"/>
                  </a:lnTo>
                  <a:lnTo>
                    <a:pt x="101655" y="34460"/>
                  </a:lnTo>
                  <a:lnTo>
                    <a:pt x="97264" y="31209"/>
                  </a:lnTo>
                  <a:lnTo>
                    <a:pt x="92769" y="28103"/>
                  </a:lnTo>
                  <a:lnTo>
                    <a:pt x="88175" y="25146"/>
                  </a:lnTo>
                  <a:lnTo>
                    <a:pt x="83487" y="22340"/>
                  </a:lnTo>
                  <a:lnTo>
                    <a:pt x="78710" y="19690"/>
                  </a:lnTo>
                  <a:lnTo>
                    <a:pt x="73849" y="17196"/>
                  </a:lnTo>
                  <a:lnTo>
                    <a:pt x="68909" y="14863"/>
                  </a:lnTo>
                  <a:lnTo>
                    <a:pt x="63895" y="12693"/>
                  </a:lnTo>
                  <a:lnTo>
                    <a:pt x="58813" y="10687"/>
                  </a:lnTo>
                  <a:lnTo>
                    <a:pt x="53668" y="8849"/>
                  </a:lnTo>
                  <a:lnTo>
                    <a:pt x="48466" y="7180"/>
                  </a:lnTo>
                  <a:lnTo>
                    <a:pt x="43212" y="5681"/>
                  </a:lnTo>
                  <a:lnTo>
                    <a:pt x="37912" y="4355"/>
                  </a:lnTo>
                  <a:lnTo>
                    <a:pt x="32572" y="3203"/>
                  </a:lnTo>
                  <a:lnTo>
                    <a:pt x="27196" y="2227"/>
                  </a:lnTo>
                  <a:lnTo>
                    <a:pt x="21792" y="1426"/>
                  </a:lnTo>
                  <a:lnTo>
                    <a:pt x="16364" y="802"/>
                  </a:lnTo>
                  <a:lnTo>
                    <a:pt x="10919" y="357"/>
                  </a:lnTo>
                  <a:lnTo>
                    <a:pt x="546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8818" y="941493"/>
              <a:ext cx="114725" cy="167167"/>
            </a:xfrm>
            <a:custGeom>
              <a:avLst/>
              <a:pathLst>
                <a:path w="114725" h="167167">
                  <a:moveTo>
                    <a:pt x="114725" y="0"/>
                  </a:moveTo>
                  <a:lnTo>
                    <a:pt x="109228" y="90"/>
                  </a:lnTo>
                  <a:lnTo>
                    <a:pt x="103738" y="361"/>
                  </a:lnTo>
                  <a:lnTo>
                    <a:pt x="98259" y="812"/>
                  </a:lnTo>
                  <a:lnTo>
                    <a:pt x="92798" y="1444"/>
                  </a:lnTo>
                  <a:lnTo>
                    <a:pt x="87361" y="2254"/>
                  </a:lnTo>
                  <a:lnTo>
                    <a:pt x="81954" y="3243"/>
                  </a:lnTo>
                  <a:lnTo>
                    <a:pt x="76582" y="4409"/>
                  </a:lnTo>
                  <a:lnTo>
                    <a:pt x="71251" y="5751"/>
                  </a:lnTo>
                  <a:lnTo>
                    <a:pt x="65967" y="7268"/>
                  </a:lnTo>
                  <a:lnTo>
                    <a:pt x="60736" y="8958"/>
                  </a:lnTo>
                  <a:lnTo>
                    <a:pt x="55563" y="10818"/>
                  </a:lnTo>
                  <a:lnTo>
                    <a:pt x="50454" y="12848"/>
                  </a:lnTo>
                  <a:lnTo>
                    <a:pt x="45415" y="15045"/>
                  </a:lnTo>
                  <a:lnTo>
                    <a:pt x="40451" y="17406"/>
                  </a:lnTo>
                  <a:lnTo>
                    <a:pt x="35567" y="19929"/>
                  </a:lnTo>
                  <a:lnTo>
                    <a:pt x="30768" y="22611"/>
                  </a:lnTo>
                  <a:lnTo>
                    <a:pt x="26061" y="25450"/>
                  </a:lnTo>
                  <a:lnTo>
                    <a:pt x="21449" y="28442"/>
                  </a:lnTo>
                  <a:lnTo>
                    <a:pt x="16938" y="31584"/>
                  </a:lnTo>
                  <a:lnTo>
                    <a:pt x="12533" y="34872"/>
                  </a:lnTo>
                  <a:lnTo>
                    <a:pt x="8239" y="38304"/>
                  </a:lnTo>
                  <a:lnTo>
                    <a:pt x="4059" y="41875"/>
                  </a:lnTo>
                  <a:lnTo>
                    <a:pt x="0" y="45581"/>
                  </a:lnTo>
                  <a:lnTo>
                    <a:pt x="1147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8818" y="987075"/>
              <a:ext cx="114725" cy="121585"/>
            </a:xfrm>
            <a:custGeom>
              <a:avLst/>
              <a:pathLst>
                <a:path w="114725" h="121585">
                  <a:moveTo>
                    <a:pt x="0" y="0"/>
                  </a:moveTo>
                  <a:lnTo>
                    <a:pt x="114725" y="1215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56388" y="973905"/>
              <a:ext cx="334302" cy="301922"/>
            </a:xfrm>
            <a:custGeom>
              <a:avLst/>
              <a:pathLst>
                <a:path w="334302" h="301922">
                  <a:moveTo>
                    <a:pt x="52430" y="13170"/>
                  </a:moveTo>
                  <a:lnTo>
                    <a:pt x="48625" y="16876"/>
                  </a:lnTo>
                  <a:lnTo>
                    <a:pt x="44940" y="20701"/>
                  </a:lnTo>
                  <a:lnTo>
                    <a:pt x="41378" y="24642"/>
                  </a:lnTo>
                  <a:lnTo>
                    <a:pt x="37943" y="28693"/>
                  </a:lnTo>
                  <a:lnTo>
                    <a:pt x="34639" y="32852"/>
                  </a:lnTo>
                  <a:lnTo>
                    <a:pt x="31468" y="37114"/>
                  </a:lnTo>
                  <a:lnTo>
                    <a:pt x="28434" y="41474"/>
                  </a:lnTo>
                  <a:lnTo>
                    <a:pt x="25541" y="45928"/>
                  </a:lnTo>
                  <a:lnTo>
                    <a:pt x="22790" y="50472"/>
                  </a:lnTo>
                  <a:lnTo>
                    <a:pt x="20185" y="55102"/>
                  </a:lnTo>
                  <a:lnTo>
                    <a:pt x="17729" y="59811"/>
                  </a:lnTo>
                  <a:lnTo>
                    <a:pt x="15423" y="64597"/>
                  </a:lnTo>
                  <a:lnTo>
                    <a:pt x="13271" y="69453"/>
                  </a:lnTo>
                  <a:lnTo>
                    <a:pt x="11274" y="74375"/>
                  </a:lnTo>
                  <a:lnTo>
                    <a:pt x="9434" y="79358"/>
                  </a:lnTo>
                  <a:lnTo>
                    <a:pt x="7753" y="84397"/>
                  </a:lnTo>
                  <a:lnTo>
                    <a:pt x="6234" y="89486"/>
                  </a:lnTo>
                  <a:lnTo>
                    <a:pt x="4877" y="94622"/>
                  </a:lnTo>
                  <a:lnTo>
                    <a:pt x="3684" y="99798"/>
                  </a:lnTo>
                  <a:lnTo>
                    <a:pt x="2656" y="105009"/>
                  </a:lnTo>
                  <a:lnTo>
                    <a:pt x="1794" y="110251"/>
                  </a:lnTo>
                  <a:lnTo>
                    <a:pt x="1099" y="115517"/>
                  </a:lnTo>
                  <a:lnTo>
                    <a:pt x="571" y="120802"/>
                  </a:lnTo>
                  <a:lnTo>
                    <a:pt x="212" y="126102"/>
                  </a:lnTo>
                  <a:lnTo>
                    <a:pt x="21" y="131410"/>
                  </a:lnTo>
                  <a:lnTo>
                    <a:pt x="0" y="136722"/>
                  </a:lnTo>
                  <a:lnTo>
                    <a:pt x="146" y="142032"/>
                  </a:lnTo>
                  <a:lnTo>
                    <a:pt x="462" y="147334"/>
                  </a:lnTo>
                  <a:lnTo>
                    <a:pt x="946" y="152624"/>
                  </a:lnTo>
                  <a:lnTo>
                    <a:pt x="1597" y="157895"/>
                  </a:lnTo>
                  <a:lnTo>
                    <a:pt x="2416" y="163144"/>
                  </a:lnTo>
                  <a:lnTo>
                    <a:pt x="3401" y="168363"/>
                  </a:lnTo>
                  <a:lnTo>
                    <a:pt x="4552" y="173549"/>
                  </a:lnTo>
                  <a:lnTo>
                    <a:pt x="5866" y="178695"/>
                  </a:lnTo>
                  <a:lnTo>
                    <a:pt x="7344" y="183798"/>
                  </a:lnTo>
                  <a:lnTo>
                    <a:pt x="8982" y="188850"/>
                  </a:lnTo>
                  <a:lnTo>
                    <a:pt x="10781" y="193848"/>
                  </a:lnTo>
                  <a:lnTo>
                    <a:pt x="12737" y="198787"/>
                  </a:lnTo>
                  <a:lnTo>
                    <a:pt x="14850" y="203660"/>
                  </a:lnTo>
                  <a:lnTo>
                    <a:pt x="17116" y="208464"/>
                  </a:lnTo>
                  <a:lnTo>
                    <a:pt x="19533" y="213194"/>
                  </a:lnTo>
                  <a:lnTo>
                    <a:pt x="22100" y="217845"/>
                  </a:lnTo>
                  <a:lnTo>
                    <a:pt x="24813" y="222411"/>
                  </a:lnTo>
                  <a:lnTo>
                    <a:pt x="27670" y="226889"/>
                  </a:lnTo>
                  <a:lnTo>
                    <a:pt x="30667" y="231274"/>
                  </a:lnTo>
                  <a:lnTo>
                    <a:pt x="33803" y="235562"/>
                  </a:lnTo>
                  <a:lnTo>
                    <a:pt x="37073" y="239748"/>
                  </a:lnTo>
                  <a:lnTo>
                    <a:pt x="40474" y="243828"/>
                  </a:lnTo>
                  <a:lnTo>
                    <a:pt x="44003" y="247798"/>
                  </a:lnTo>
                  <a:lnTo>
                    <a:pt x="47657" y="251653"/>
                  </a:lnTo>
                  <a:lnTo>
                    <a:pt x="51431" y="255391"/>
                  </a:lnTo>
                  <a:lnTo>
                    <a:pt x="55323" y="259006"/>
                  </a:lnTo>
                  <a:lnTo>
                    <a:pt x="59327" y="262497"/>
                  </a:lnTo>
                  <a:lnTo>
                    <a:pt x="63440" y="265858"/>
                  </a:lnTo>
                  <a:lnTo>
                    <a:pt x="67657" y="269087"/>
                  </a:lnTo>
                  <a:lnTo>
                    <a:pt x="71975" y="272180"/>
                  </a:lnTo>
                  <a:lnTo>
                    <a:pt x="76389" y="275135"/>
                  </a:lnTo>
                  <a:lnTo>
                    <a:pt x="80895" y="277948"/>
                  </a:lnTo>
                  <a:lnTo>
                    <a:pt x="85488" y="280616"/>
                  </a:lnTo>
                  <a:lnTo>
                    <a:pt x="90164" y="283137"/>
                  </a:lnTo>
                  <a:lnTo>
                    <a:pt x="94917" y="285508"/>
                  </a:lnTo>
                  <a:lnTo>
                    <a:pt x="99743" y="287727"/>
                  </a:lnTo>
                  <a:lnTo>
                    <a:pt x="104637" y="289792"/>
                  </a:lnTo>
                  <a:lnTo>
                    <a:pt x="109594" y="291700"/>
                  </a:lnTo>
                  <a:lnTo>
                    <a:pt x="114610" y="293450"/>
                  </a:lnTo>
                  <a:lnTo>
                    <a:pt x="119678" y="295039"/>
                  </a:lnTo>
                  <a:lnTo>
                    <a:pt x="124794" y="296466"/>
                  </a:lnTo>
                  <a:lnTo>
                    <a:pt x="129953" y="297731"/>
                  </a:lnTo>
                  <a:lnTo>
                    <a:pt x="135150" y="298830"/>
                  </a:lnTo>
                  <a:lnTo>
                    <a:pt x="140379" y="299764"/>
                  </a:lnTo>
                  <a:lnTo>
                    <a:pt x="145635" y="300532"/>
                  </a:lnTo>
                  <a:lnTo>
                    <a:pt x="150913" y="301132"/>
                  </a:lnTo>
                  <a:lnTo>
                    <a:pt x="156207" y="301564"/>
                  </a:lnTo>
                  <a:lnTo>
                    <a:pt x="161512" y="301827"/>
                  </a:lnTo>
                  <a:lnTo>
                    <a:pt x="166823" y="301922"/>
                  </a:lnTo>
                  <a:lnTo>
                    <a:pt x="172134" y="301848"/>
                  </a:lnTo>
                  <a:lnTo>
                    <a:pt x="177441" y="301606"/>
                  </a:lnTo>
                  <a:lnTo>
                    <a:pt x="182736" y="301195"/>
                  </a:lnTo>
                  <a:lnTo>
                    <a:pt x="188017" y="300616"/>
                  </a:lnTo>
                  <a:lnTo>
                    <a:pt x="193276" y="299869"/>
                  </a:lnTo>
                  <a:lnTo>
                    <a:pt x="198508" y="298956"/>
                  </a:lnTo>
                  <a:lnTo>
                    <a:pt x="203709" y="297877"/>
                  </a:lnTo>
                  <a:lnTo>
                    <a:pt x="208873" y="296633"/>
                  </a:lnTo>
                  <a:lnTo>
                    <a:pt x="213995" y="295226"/>
                  </a:lnTo>
                  <a:lnTo>
                    <a:pt x="219070" y="293657"/>
                  </a:lnTo>
                  <a:lnTo>
                    <a:pt x="224092" y="291928"/>
                  </a:lnTo>
                  <a:lnTo>
                    <a:pt x="229057" y="290039"/>
                  </a:lnTo>
                  <a:lnTo>
                    <a:pt x="233959" y="287994"/>
                  </a:lnTo>
                  <a:lnTo>
                    <a:pt x="238794" y="285794"/>
                  </a:lnTo>
                  <a:lnTo>
                    <a:pt x="243557" y="283442"/>
                  </a:lnTo>
                  <a:lnTo>
                    <a:pt x="248242" y="280940"/>
                  </a:lnTo>
                  <a:lnTo>
                    <a:pt x="252846" y="278290"/>
                  </a:lnTo>
                  <a:lnTo>
                    <a:pt x="257363" y="275495"/>
                  </a:lnTo>
                  <a:lnTo>
                    <a:pt x="261788" y="272558"/>
                  </a:lnTo>
                  <a:lnTo>
                    <a:pt x="266119" y="269482"/>
                  </a:lnTo>
                  <a:lnTo>
                    <a:pt x="270349" y="266269"/>
                  </a:lnTo>
                  <a:lnTo>
                    <a:pt x="274476" y="262924"/>
                  </a:lnTo>
                  <a:lnTo>
                    <a:pt x="278493" y="259450"/>
                  </a:lnTo>
                  <a:lnTo>
                    <a:pt x="282399" y="255850"/>
                  </a:lnTo>
                  <a:lnTo>
                    <a:pt x="286188" y="252127"/>
                  </a:lnTo>
                  <a:lnTo>
                    <a:pt x="289857" y="248286"/>
                  </a:lnTo>
                  <a:lnTo>
                    <a:pt x="293402" y="244330"/>
                  </a:lnTo>
                  <a:lnTo>
                    <a:pt x="296820" y="240264"/>
                  </a:lnTo>
                  <a:lnTo>
                    <a:pt x="300106" y="236091"/>
                  </a:lnTo>
                  <a:lnTo>
                    <a:pt x="303259" y="231816"/>
                  </a:lnTo>
                  <a:lnTo>
                    <a:pt x="306274" y="227443"/>
                  </a:lnTo>
                  <a:lnTo>
                    <a:pt x="309148" y="222976"/>
                  </a:lnTo>
                  <a:lnTo>
                    <a:pt x="311880" y="218421"/>
                  </a:lnTo>
                  <a:lnTo>
                    <a:pt x="314465" y="213780"/>
                  </a:lnTo>
                  <a:lnTo>
                    <a:pt x="316901" y="209060"/>
                  </a:lnTo>
                  <a:lnTo>
                    <a:pt x="319186" y="204265"/>
                  </a:lnTo>
                  <a:lnTo>
                    <a:pt x="321318" y="199400"/>
                  </a:lnTo>
                  <a:lnTo>
                    <a:pt x="323294" y="194469"/>
                  </a:lnTo>
                  <a:lnTo>
                    <a:pt x="325112" y="189478"/>
                  </a:lnTo>
                  <a:lnTo>
                    <a:pt x="326771" y="184432"/>
                  </a:lnTo>
                  <a:lnTo>
                    <a:pt x="328269" y="179336"/>
                  </a:lnTo>
                  <a:lnTo>
                    <a:pt x="329604" y="174195"/>
                  </a:lnTo>
                  <a:lnTo>
                    <a:pt x="330775" y="169014"/>
                  </a:lnTo>
                  <a:lnTo>
                    <a:pt x="331781" y="163798"/>
                  </a:lnTo>
                  <a:lnTo>
                    <a:pt x="332620" y="158553"/>
                  </a:lnTo>
                  <a:lnTo>
                    <a:pt x="333293" y="153284"/>
                  </a:lnTo>
                  <a:lnTo>
                    <a:pt x="333798" y="147996"/>
                  </a:lnTo>
                  <a:lnTo>
                    <a:pt x="334134" y="142695"/>
                  </a:lnTo>
                  <a:lnTo>
                    <a:pt x="334302" y="137386"/>
                  </a:lnTo>
                  <a:lnTo>
                    <a:pt x="334301" y="132075"/>
                  </a:lnTo>
                  <a:lnTo>
                    <a:pt x="334132" y="126765"/>
                  </a:lnTo>
                  <a:lnTo>
                    <a:pt x="333794" y="121464"/>
                  </a:lnTo>
                  <a:lnTo>
                    <a:pt x="333287" y="116177"/>
                  </a:lnTo>
                  <a:lnTo>
                    <a:pt x="332613" y="110908"/>
                  </a:lnTo>
                  <a:lnTo>
                    <a:pt x="331772" y="105663"/>
                  </a:lnTo>
                  <a:lnTo>
                    <a:pt x="330765" y="100448"/>
                  </a:lnTo>
                  <a:lnTo>
                    <a:pt x="329592" y="95267"/>
                  </a:lnTo>
                  <a:lnTo>
                    <a:pt x="328255" y="90126"/>
                  </a:lnTo>
                  <a:lnTo>
                    <a:pt x="326756" y="85031"/>
                  </a:lnTo>
                  <a:lnTo>
                    <a:pt x="325096" y="79985"/>
                  </a:lnTo>
                  <a:lnTo>
                    <a:pt x="323276" y="74995"/>
                  </a:lnTo>
                  <a:lnTo>
                    <a:pt x="321299" y="70065"/>
                  </a:lnTo>
                  <a:lnTo>
                    <a:pt x="319165" y="65200"/>
                  </a:lnTo>
                  <a:lnTo>
                    <a:pt x="316879" y="60406"/>
                  </a:lnTo>
                  <a:lnTo>
                    <a:pt x="314441" y="55686"/>
                  </a:lnTo>
                  <a:lnTo>
                    <a:pt x="311855" y="51047"/>
                  </a:lnTo>
                  <a:lnTo>
                    <a:pt x="309122" y="46492"/>
                  </a:lnTo>
                  <a:lnTo>
                    <a:pt x="306246" y="42026"/>
                  </a:lnTo>
                  <a:lnTo>
                    <a:pt x="303230" y="37654"/>
                  </a:lnTo>
                  <a:lnTo>
                    <a:pt x="300076" y="33380"/>
                  </a:lnTo>
                  <a:lnTo>
                    <a:pt x="296788" y="29208"/>
                  </a:lnTo>
                  <a:lnTo>
                    <a:pt x="293369" y="25142"/>
                  </a:lnTo>
                  <a:lnTo>
                    <a:pt x="289823" y="21188"/>
                  </a:lnTo>
                  <a:lnTo>
                    <a:pt x="286153" y="17348"/>
                  </a:lnTo>
                  <a:lnTo>
                    <a:pt x="282363" y="13626"/>
                  </a:lnTo>
                  <a:lnTo>
                    <a:pt x="278456" y="10027"/>
                  </a:lnTo>
                  <a:lnTo>
                    <a:pt x="274437" y="6554"/>
                  </a:lnTo>
                  <a:lnTo>
                    <a:pt x="270310" y="3210"/>
                  </a:lnTo>
                  <a:lnTo>
                    <a:pt x="266079" y="0"/>
                  </a:lnTo>
                  <a:lnTo>
                    <a:pt x="167155" y="134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023544" y="941493"/>
              <a:ext cx="98923" cy="167167"/>
            </a:xfrm>
            <a:custGeom>
              <a:avLst/>
              <a:pathLst>
                <a:path w="98923" h="167167">
                  <a:moveTo>
                    <a:pt x="98923" y="32411"/>
                  </a:moveTo>
                  <a:lnTo>
                    <a:pt x="94378" y="29190"/>
                  </a:lnTo>
                  <a:lnTo>
                    <a:pt x="89727" y="26121"/>
                  </a:lnTo>
                  <a:lnTo>
                    <a:pt x="84978" y="23210"/>
                  </a:lnTo>
                  <a:lnTo>
                    <a:pt x="80133" y="20458"/>
                  </a:lnTo>
                  <a:lnTo>
                    <a:pt x="75200" y="17869"/>
                  </a:lnTo>
                  <a:lnTo>
                    <a:pt x="70184" y="15446"/>
                  </a:lnTo>
                  <a:lnTo>
                    <a:pt x="65089" y="13192"/>
                  </a:lnTo>
                  <a:lnTo>
                    <a:pt x="59922" y="11108"/>
                  </a:lnTo>
                  <a:lnTo>
                    <a:pt x="54688" y="9198"/>
                  </a:lnTo>
                  <a:lnTo>
                    <a:pt x="49394" y="7464"/>
                  </a:lnTo>
                  <a:lnTo>
                    <a:pt x="44045" y="5906"/>
                  </a:lnTo>
                  <a:lnTo>
                    <a:pt x="38647" y="4528"/>
                  </a:lnTo>
                  <a:lnTo>
                    <a:pt x="33206" y="3331"/>
                  </a:lnTo>
                  <a:lnTo>
                    <a:pt x="27728" y="2315"/>
                  </a:lnTo>
                  <a:lnTo>
                    <a:pt x="22219" y="1483"/>
                  </a:lnTo>
                  <a:lnTo>
                    <a:pt x="16686" y="834"/>
                  </a:lnTo>
                  <a:lnTo>
                    <a:pt x="11134" y="371"/>
                  </a:lnTo>
                  <a:lnTo>
                    <a:pt x="557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057" y="941493"/>
              <a:ext cx="167158" cy="197867"/>
            </a:xfrm>
            <a:custGeom>
              <a:avLst/>
              <a:pathLst>
                <a:path w="167158" h="197867">
                  <a:moveTo>
                    <a:pt x="167158" y="0"/>
                  </a:moveTo>
                  <a:lnTo>
                    <a:pt x="161724" y="88"/>
                  </a:lnTo>
                  <a:lnTo>
                    <a:pt x="156297" y="353"/>
                  </a:lnTo>
                  <a:lnTo>
                    <a:pt x="150880" y="794"/>
                  </a:lnTo>
                  <a:lnTo>
                    <a:pt x="145481" y="1411"/>
                  </a:lnTo>
                  <a:lnTo>
                    <a:pt x="140105" y="2203"/>
                  </a:lnTo>
                  <a:lnTo>
                    <a:pt x="134758" y="3169"/>
                  </a:lnTo>
                  <a:lnTo>
                    <a:pt x="129444" y="4309"/>
                  </a:lnTo>
                  <a:lnTo>
                    <a:pt x="124171" y="5621"/>
                  </a:lnTo>
                  <a:lnTo>
                    <a:pt x="118943" y="7104"/>
                  </a:lnTo>
                  <a:lnTo>
                    <a:pt x="113765" y="8755"/>
                  </a:lnTo>
                  <a:lnTo>
                    <a:pt x="108645" y="10575"/>
                  </a:lnTo>
                  <a:lnTo>
                    <a:pt x="103586" y="12559"/>
                  </a:lnTo>
                  <a:lnTo>
                    <a:pt x="98594" y="14707"/>
                  </a:lnTo>
                  <a:lnTo>
                    <a:pt x="93675" y="17016"/>
                  </a:lnTo>
                  <a:lnTo>
                    <a:pt x="88833" y="19484"/>
                  </a:lnTo>
                  <a:lnTo>
                    <a:pt x="84075" y="22108"/>
                  </a:lnTo>
                  <a:lnTo>
                    <a:pt x="79404" y="24885"/>
                  </a:lnTo>
                  <a:lnTo>
                    <a:pt x="74825" y="27813"/>
                  </a:lnTo>
                  <a:lnTo>
                    <a:pt x="70345" y="30887"/>
                  </a:lnTo>
                  <a:lnTo>
                    <a:pt x="65966" y="34106"/>
                  </a:lnTo>
                  <a:lnTo>
                    <a:pt x="61695" y="37465"/>
                  </a:lnTo>
                  <a:lnTo>
                    <a:pt x="57535" y="40962"/>
                  </a:lnTo>
                  <a:lnTo>
                    <a:pt x="53491" y="44592"/>
                  </a:lnTo>
                  <a:lnTo>
                    <a:pt x="49567" y="48351"/>
                  </a:lnTo>
                  <a:lnTo>
                    <a:pt x="45767" y="52236"/>
                  </a:lnTo>
                  <a:lnTo>
                    <a:pt x="42095" y="56242"/>
                  </a:lnTo>
                  <a:lnTo>
                    <a:pt x="38556" y="60366"/>
                  </a:lnTo>
                  <a:lnTo>
                    <a:pt x="35152" y="64602"/>
                  </a:lnTo>
                  <a:lnTo>
                    <a:pt x="31889" y="68947"/>
                  </a:lnTo>
                  <a:lnTo>
                    <a:pt x="28768" y="73396"/>
                  </a:lnTo>
                  <a:lnTo>
                    <a:pt x="25793" y="77943"/>
                  </a:lnTo>
                  <a:lnTo>
                    <a:pt x="22967" y="82585"/>
                  </a:lnTo>
                  <a:lnTo>
                    <a:pt x="20294" y="87317"/>
                  </a:lnTo>
                  <a:lnTo>
                    <a:pt x="17777" y="92133"/>
                  </a:lnTo>
                  <a:lnTo>
                    <a:pt x="15417" y="97028"/>
                  </a:lnTo>
                  <a:lnTo>
                    <a:pt x="13217" y="101997"/>
                  </a:lnTo>
                  <a:lnTo>
                    <a:pt x="11180" y="107035"/>
                  </a:lnTo>
                  <a:lnTo>
                    <a:pt x="9308" y="112136"/>
                  </a:lnTo>
                  <a:lnTo>
                    <a:pt x="7603" y="117296"/>
                  </a:lnTo>
                  <a:lnTo>
                    <a:pt x="6066" y="122509"/>
                  </a:lnTo>
                  <a:lnTo>
                    <a:pt x="4700" y="127768"/>
                  </a:lnTo>
                  <a:lnTo>
                    <a:pt x="3505" y="133069"/>
                  </a:lnTo>
                  <a:lnTo>
                    <a:pt x="2483" y="138407"/>
                  </a:lnTo>
                  <a:lnTo>
                    <a:pt x="1635" y="143774"/>
                  </a:lnTo>
                  <a:lnTo>
                    <a:pt x="962" y="149167"/>
                  </a:lnTo>
                  <a:lnTo>
                    <a:pt x="465" y="154578"/>
                  </a:lnTo>
                  <a:lnTo>
                    <a:pt x="144" y="160003"/>
                  </a:lnTo>
                  <a:lnTo>
                    <a:pt x="0" y="165435"/>
                  </a:lnTo>
                  <a:lnTo>
                    <a:pt x="32" y="170869"/>
                  </a:lnTo>
                  <a:lnTo>
                    <a:pt x="240" y="176300"/>
                  </a:lnTo>
                  <a:lnTo>
                    <a:pt x="625" y="181720"/>
                  </a:lnTo>
                  <a:lnTo>
                    <a:pt x="1186" y="187125"/>
                  </a:lnTo>
                  <a:lnTo>
                    <a:pt x="1923" y="192510"/>
                  </a:lnTo>
                  <a:lnTo>
                    <a:pt x="2834" y="19786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1891" y="1108660"/>
              <a:ext cx="164324" cy="30699"/>
            </a:xfrm>
            <a:custGeom>
              <a:avLst/>
              <a:pathLst>
                <a:path w="164324" h="30699">
                  <a:moveTo>
                    <a:pt x="0" y="30699"/>
                  </a:moveTo>
                  <a:lnTo>
                    <a:pt x="16432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1891" y="1108660"/>
              <a:ext cx="164324" cy="149200"/>
            </a:xfrm>
            <a:custGeom>
              <a:avLst/>
              <a:pathLst>
                <a:path w="164324" h="149200">
                  <a:moveTo>
                    <a:pt x="0" y="30699"/>
                  </a:moveTo>
                  <a:lnTo>
                    <a:pt x="1094" y="36071"/>
                  </a:lnTo>
                  <a:lnTo>
                    <a:pt x="2365" y="41403"/>
                  </a:lnTo>
                  <a:lnTo>
                    <a:pt x="3809" y="46691"/>
                  </a:lnTo>
                  <a:lnTo>
                    <a:pt x="5427" y="51929"/>
                  </a:lnTo>
                  <a:lnTo>
                    <a:pt x="7215" y="57111"/>
                  </a:lnTo>
                  <a:lnTo>
                    <a:pt x="9172" y="62231"/>
                  </a:lnTo>
                  <a:lnTo>
                    <a:pt x="11295" y="67285"/>
                  </a:lnTo>
                  <a:lnTo>
                    <a:pt x="13584" y="72266"/>
                  </a:lnTo>
                  <a:lnTo>
                    <a:pt x="16034" y="77169"/>
                  </a:lnTo>
                  <a:lnTo>
                    <a:pt x="18644" y="81990"/>
                  </a:lnTo>
                  <a:lnTo>
                    <a:pt x="21411" y="86722"/>
                  </a:lnTo>
                  <a:lnTo>
                    <a:pt x="24331" y="91361"/>
                  </a:lnTo>
                  <a:lnTo>
                    <a:pt x="27402" y="95902"/>
                  </a:lnTo>
                  <a:lnTo>
                    <a:pt x="30620" y="100340"/>
                  </a:lnTo>
                  <a:lnTo>
                    <a:pt x="33981" y="104669"/>
                  </a:lnTo>
                  <a:lnTo>
                    <a:pt x="37483" y="108887"/>
                  </a:lnTo>
                  <a:lnTo>
                    <a:pt x="41122" y="112987"/>
                  </a:lnTo>
                  <a:lnTo>
                    <a:pt x="44892" y="116966"/>
                  </a:lnTo>
                  <a:lnTo>
                    <a:pt x="48791" y="120819"/>
                  </a:lnTo>
                  <a:lnTo>
                    <a:pt x="52815" y="124542"/>
                  </a:lnTo>
                  <a:lnTo>
                    <a:pt x="56958" y="128131"/>
                  </a:lnTo>
                  <a:lnTo>
                    <a:pt x="61217" y="131582"/>
                  </a:lnTo>
                  <a:lnTo>
                    <a:pt x="65587" y="134892"/>
                  </a:lnTo>
                  <a:lnTo>
                    <a:pt x="70062" y="138057"/>
                  </a:lnTo>
                  <a:lnTo>
                    <a:pt x="74640" y="141073"/>
                  </a:lnTo>
                  <a:lnTo>
                    <a:pt x="79313" y="143938"/>
                  </a:lnTo>
                  <a:lnTo>
                    <a:pt x="84078" y="146647"/>
                  </a:lnTo>
                  <a:lnTo>
                    <a:pt x="88930" y="149200"/>
                  </a:lnTo>
                  <a:lnTo>
                    <a:pt x="16432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10821" y="941493"/>
              <a:ext cx="242559" cy="334324"/>
            </a:xfrm>
            <a:custGeom>
              <a:avLst/>
              <a:pathLst>
                <a:path w="242559" h="334324">
                  <a:moveTo>
                    <a:pt x="0" y="316367"/>
                  </a:moveTo>
                  <a:lnTo>
                    <a:pt x="4803" y="318699"/>
                  </a:lnTo>
                  <a:lnTo>
                    <a:pt x="9678" y="320876"/>
                  </a:lnTo>
                  <a:lnTo>
                    <a:pt x="14621" y="322896"/>
                  </a:lnTo>
                  <a:lnTo>
                    <a:pt x="19625" y="324758"/>
                  </a:lnTo>
                  <a:lnTo>
                    <a:pt x="24687" y="326458"/>
                  </a:lnTo>
                  <a:lnTo>
                    <a:pt x="29800" y="327997"/>
                  </a:lnTo>
                  <a:lnTo>
                    <a:pt x="34960" y="329371"/>
                  </a:lnTo>
                  <a:lnTo>
                    <a:pt x="40161" y="330579"/>
                  </a:lnTo>
                  <a:lnTo>
                    <a:pt x="45397" y="331621"/>
                  </a:lnTo>
                  <a:lnTo>
                    <a:pt x="50665" y="332495"/>
                  </a:lnTo>
                  <a:lnTo>
                    <a:pt x="55958" y="333201"/>
                  </a:lnTo>
                  <a:lnTo>
                    <a:pt x="61270" y="333737"/>
                  </a:lnTo>
                  <a:lnTo>
                    <a:pt x="66597" y="334103"/>
                  </a:lnTo>
                  <a:lnTo>
                    <a:pt x="71933" y="334299"/>
                  </a:lnTo>
                  <a:lnTo>
                    <a:pt x="77272" y="334324"/>
                  </a:lnTo>
                  <a:lnTo>
                    <a:pt x="82610" y="334179"/>
                  </a:lnTo>
                  <a:lnTo>
                    <a:pt x="87940" y="333863"/>
                  </a:lnTo>
                  <a:lnTo>
                    <a:pt x="93258" y="333377"/>
                  </a:lnTo>
                  <a:lnTo>
                    <a:pt x="98557" y="332722"/>
                  </a:lnTo>
                  <a:lnTo>
                    <a:pt x="103832" y="331898"/>
                  </a:lnTo>
                  <a:lnTo>
                    <a:pt x="109079" y="330905"/>
                  </a:lnTo>
                  <a:lnTo>
                    <a:pt x="114291" y="329746"/>
                  </a:lnTo>
                  <a:lnTo>
                    <a:pt x="119463" y="328421"/>
                  </a:lnTo>
                  <a:lnTo>
                    <a:pt x="124591" y="326931"/>
                  </a:lnTo>
                  <a:lnTo>
                    <a:pt x="129668" y="325278"/>
                  </a:lnTo>
                  <a:lnTo>
                    <a:pt x="134690" y="323464"/>
                  </a:lnTo>
                  <a:lnTo>
                    <a:pt x="139651" y="321491"/>
                  </a:lnTo>
                  <a:lnTo>
                    <a:pt x="144547" y="319360"/>
                  </a:lnTo>
                  <a:lnTo>
                    <a:pt x="149372" y="317074"/>
                  </a:lnTo>
                  <a:lnTo>
                    <a:pt x="154122" y="314635"/>
                  </a:lnTo>
                  <a:lnTo>
                    <a:pt x="158792" y="312045"/>
                  </a:lnTo>
                  <a:lnTo>
                    <a:pt x="163376" y="309308"/>
                  </a:lnTo>
                  <a:lnTo>
                    <a:pt x="167871" y="306425"/>
                  </a:lnTo>
                  <a:lnTo>
                    <a:pt x="172271" y="303401"/>
                  </a:lnTo>
                  <a:lnTo>
                    <a:pt x="176573" y="300237"/>
                  </a:lnTo>
                  <a:lnTo>
                    <a:pt x="180771" y="296938"/>
                  </a:lnTo>
                  <a:lnTo>
                    <a:pt x="184862" y="293507"/>
                  </a:lnTo>
                  <a:lnTo>
                    <a:pt x="188841" y="289946"/>
                  </a:lnTo>
                  <a:lnTo>
                    <a:pt x="192704" y="286260"/>
                  </a:lnTo>
                  <a:lnTo>
                    <a:pt x="196448" y="282453"/>
                  </a:lnTo>
                  <a:lnTo>
                    <a:pt x="200068" y="278528"/>
                  </a:lnTo>
                  <a:lnTo>
                    <a:pt x="203561" y="274490"/>
                  </a:lnTo>
                  <a:lnTo>
                    <a:pt x="206923" y="270342"/>
                  </a:lnTo>
                  <a:lnTo>
                    <a:pt x="210151" y="266088"/>
                  </a:lnTo>
                  <a:lnTo>
                    <a:pt x="213241" y="261734"/>
                  </a:lnTo>
                  <a:lnTo>
                    <a:pt x="216191" y="257283"/>
                  </a:lnTo>
                  <a:lnTo>
                    <a:pt x="218998" y="252741"/>
                  </a:lnTo>
                  <a:lnTo>
                    <a:pt x="221657" y="248111"/>
                  </a:lnTo>
                  <a:lnTo>
                    <a:pt x="224168" y="243398"/>
                  </a:lnTo>
                  <a:lnTo>
                    <a:pt x="226526" y="238608"/>
                  </a:lnTo>
                  <a:lnTo>
                    <a:pt x="228731" y="233745"/>
                  </a:lnTo>
                  <a:lnTo>
                    <a:pt x="230779" y="228814"/>
                  </a:lnTo>
                  <a:lnTo>
                    <a:pt x="232669" y="223820"/>
                  </a:lnTo>
                  <a:lnTo>
                    <a:pt x="234398" y="218768"/>
                  </a:lnTo>
                  <a:lnTo>
                    <a:pt x="235965" y="213664"/>
                  </a:lnTo>
                  <a:lnTo>
                    <a:pt x="237368" y="208512"/>
                  </a:lnTo>
                  <a:lnTo>
                    <a:pt x="238605" y="203318"/>
                  </a:lnTo>
                  <a:lnTo>
                    <a:pt x="239677" y="198087"/>
                  </a:lnTo>
                  <a:lnTo>
                    <a:pt x="240580" y="192824"/>
                  </a:lnTo>
                  <a:lnTo>
                    <a:pt x="241316" y="187536"/>
                  </a:lnTo>
                  <a:lnTo>
                    <a:pt x="241881" y="182226"/>
                  </a:lnTo>
                  <a:lnTo>
                    <a:pt x="242277" y="176901"/>
                  </a:lnTo>
                  <a:lnTo>
                    <a:pt x="242503" y="171567"/>
                  </a:lnTo>
                  <a:lnTo>
                    <a:pt x="242559" y="166228"/>
                  </a:lnTo>
                  <a:lnTo>
                    <a:pt x="242443" y="160889"/>
                  </a:lnTo>
                  <a:lnTo>
                    <a:pt x="242158" y="155557"/>
                  </a:lnTo>
                  <a:lnTo>
                    <a:pt x="241702" y="150237"/>
                  </a:lnTo>
                  <a:lnTo>
                    <a:pt x="241076" y="144935"/>
                  </a:lnTo>
                  <a:lnTo>
                    <a:pt x="240282" y="139655"/>
                  </a:lnTo>
                  <a:lnTo>
                    <a:pt x="239319" y="134403"/>
                  </a:lnTo>
                  <a:lnTo>
                    <a:pt x="238189" y="129184"/>
                  </a:lnTo>
                  <a:lnTo>
                    <a:pt x="236893" y="124004"/>
                  </a:lnTo>
                  <a:lnTo>
                    <a:pt x="235432" y="118869"/>
                  </a:lnTo>
                  <a:lnTo>
                    <a:pt x="233808" y="113782"/>
                  </a:lnTo>
                  <a:lnTo>
                    <a:pt x="232022" y="108750"/>
                  </a:lnTo>
                  <a:lnTo>
                    <a:pt x="230076" y="103778"/>
                  </a:lnTo>
                  <a:lnTo>
                    <a:pt x="227973" y="98870"/>
                  </a:lnTo>
                  <a:lnTo>
                    <a:pt x="225714" y="94032"/>
                  </a:lnTo>
                  <a:lnTo>
                    <a:pt x="223302" y="89268"/>
                  </a:lnTo>
                  <a:lnTo>
                    <a:pt x="220738" y="84584"/>
                  </a:lnTo>
                  <a:lnTo>
                    <a:pt x="218027" y="79985"/>
                  </a:lnTo>
                  <a:lnTo>
                    <a:pt x="215170" y="75474"/>
                  </a:lnTo>
                  <a:lnTo>
                    <a:pt x="212170" y="71057"/>
                  </a:lnTo>
                  <a:lnTo>
                    <a:pt x="209031" y="66737"/>
                  </a:lnTo>
                  <a:lnTo>
                    <a:pt x="205755" y="62521"/>
                  </a:lnTo>
                  <a:lnTo>
                    <a:pt x="202347" y="58411"/>
                  </a:lnTo>
                  <a:lnTo>
                    <a:pt x="198808" y="54412"/>
                  </a:lnTo>
                  <a:lnTo>
                    <a:pt x="195144" y="50528"/>
                  </a:lnTo>
                  <a:lnTo>
                    <a:pt x="191358" y="46763"/>
                  </a:lnTo>
                  <a:lnTo>
                    <a:pt x="187454" y="43121"/>
                  </a:lnTo>
                  <a:lnTo>
                    <a:pt x="183435" y="39605"/>
                  </a:lnTo>
                  <a:lnTo>
                    <a:pt x="179306" y="36220"/>
                  </a:lnTo>
                  <a:lnTo>
                    <a:pt x="175071" y="32968"/>
                  </a:lnTo>
                  <a:lnTo>
                    <a:pt x="170734" y="29853"/>
                  </a:lnTo>
                  <a:lnTo>
                    <a:pt x="166300" y="26878"/>
                  </a:lnTo>
                  <a:lnTo>
                    <a:pt x="161773" y="24046"/>
                  </a:lnTo>
                  <a:lnTo>
                    <a:pt x="157158" y="21361"/>
                  </a:lnTo>
                  <a:lnTo>
                    <a:pt x="152460" y="18824"/>
                  </a:lnTo>
                  <a:lnTo>
                    <a:pt x="147683" y="16438"/>
                  </a:lnTo>
                  <a:lnTo>
                    <a:pt x="142832" y="14206"/>
                  </a:lnTo>
                  <a:lnTo>
                    <a:pt x="137913" y="12130"/>
                  </a:lnTo>
                  <a:lnTo>
                    <a:pt x="132930" y="10213"/>
                  </a:lnTo>
                  <a:lnTo>
                    <a:pt x="127888" y="8455"/>
                  </a:lnTo>
                  <a:lnTo>
                    <a:pt x="122792" y="6860"/>
                  </a:lnTo>
                  <a:lnTo>
                    <a:pt x="117648" y="5428"/>
                  </a:lnTo>
                  <a:lnTo>
                    <a:pt x="112461" y="4161"/>
                  </a:lnTo>
                  <a:lnTo>
                    <a:pt x="107236" y="3060"/>
                  </a:lnTo>
                  <a:lnTo>
                    <a:pt x="101979" y="2127"/>
                  </a:lnTo>
                  <a:lnTo>
                    <a:pt x="96695" y="1362"/>
                  </a:lnTo>
                  <a:lnTo>
                    <a:pt x="91388" y="766"/>
                  </a:lnTo>
                  <a:lnTo>
                    <a:pt x="86066" y="341"/>
                  </a:lnTo>
                  <a:lnTo>
                    <a:pt x="80733" y="85"/>
                  </a:lnTo>
                  <a:lnTo>
                    <a:pt x="75394" y="0"/>
                  </a:lnTo>
                  <a:lnTo>
                    <a:pt x="753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797341" y="1071028"/>
              <a:ext cx="211324" cy="334321"/>
            </a:xfrm>
            <a:custGeom>
              <a:avLst/>
              <a:pathLst>
                <a:path w="211324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6" y="4139"/>
                  </a:lnTo>
                  <a:lnTo>
                    <a:pt x="125012" y="5400"/>
                  </a:lnTo>
                  <a:lnTo>
                    <a:pt x="119880" y="6825"/>
                  </a:lnTo>
                  <a:lnTo>
                    <a:pt x="114797" y="8412"/>
                  </a:lnTo>
                  <a:lnTo>
                    <a:pt x="109766" y="10160"/>
                  </a:lnTo>
                  <a:lnTo>
                    <a:pt x="104794" y="12068"/>
                  </a:lnTo>
                  <a:lnTo>
                    <a:pt x="99885" y="14134"/>
                  </a:lnTo>
                  <a:lnTo>
                    <a:pt x="95045" y="16354"/>
                  </a:lnTo>
                  <a:lnTo>
                    <a:pt x="90277" y="18728"/>
                  </a:lnTo>
                  <a:lnTo>
                    <a:pt x="85588" y="21252"/>
                  </a:lnTo>
                  <a:lnTo>
                    <a:pt x="80981" y="23925"/>
                  </a:lnTo>
                  <a:lnTo>
                    <a:pt x="76462" y="26742"/>
                  </a:lnTo>
                  <a:lnTo>
                    <a:pt x="72035" y="29703"/>
                  </a:lnTo>
                  <a:lnTo>
                    <a:pt x="67705" y="32803"/>
                  </a:lnTo>
                  <a:lnTo>
                    <a:pt x="63475" y="36039"/>
                  </a:lnTo>
                  <a:lnTo>
                    <a:pt x="59351" y="39408"/>
                  </a:lnTo>
                  <a:lnTo>
                    <a:pt x="55336" y="42907"/>
                  </a:lnTo>
                  <a:lnTo>
                    <a:pt x="51434" y="46532"/>
                  </a:lnTo>
                  <a:lnTo>
                    <a:pt x="47650" y="50280"/>
                  </a:lnTo>
                  <a:lnTo>
                    <a:pt x="43988" y="54146"/>
                  </a:lnTo>
                  <a:lnTo>
                    <a:pt x="40450" y="58127"/>
                  </a:lnTo>
                  <a:lnTo>
                    <a:pt x="37041" y="62218"/>
                  </a:lnTo>
                  <a:lnTo>
                    <a:pt x="33764" y="66416"/>
                  </a:lnTo>
                  <a:lnTo>
                    <a:pt x="30622" y="70717"/>
                  </a:lnTo>
                  <a:lnTo>
                    <a:pt x="27619" y="75115"/>
                  </a:lnTo>
                  <a:lnTo>
                    <a:pt x="24758" y="79606"/>
                  </a:lnTo>
                  <a:lnTo>
                    <a:pt x="22041" y="84187"/>
                  </a:lnTo>
                  <a:lnTo>
                    <a:pt x="19471" y="88852"/>
                  </a:lnTo>
                  <a:lnTo>
                    <a:pt x="17052" y="93596"/>
                  </a:lnTo>
                  <a:lnTo>
                    <a:pt x="14784" y="98415"/>
                  </a:lnTo>
                  <a:lnTo>
                    <a:pt x="12672" y="103303"/>
                  </a:lnTo>
                  <a:lnTo>
                    <a:pt x="10716" y="108257"/>
                  </a:lnTo>
                  <a:lnTo>
                    <a:pt x="8919" y="113270"/>
                  </a:lnTo>
                  <a:lnTo>
                    <a:pt x="7282" y="118338"/>
                  </a:lnTo>
                  <a:lnTo>
                    <a:pt x="5808" y="123455"/>
                  </a:lnTo>
                  <a:lnTo>
                    <a:pt x="4497" y="128617"/>
                  </a:lnTo>
                  <a:lnTo>
                    <a:pt x="3352" y="133818"/>
                  </a:lnTo>
                  <a:lnTo>
                    <a:pt x="2373" y="139053"/>
                  </a:lnTo>
                  <a:lnTo>
                    <a:pt x="1561" y="144317"/>
                  </a:lnTo>
                  <a:lnTo>
                    <a:pt x="917" y="149603"/>
                  </a:lnTo>
                  <a:lnTo>
                    <a:pt x="442" y="154908"/>
                  </a:lnTo>
                  <a:lnTo>
                    <a:pt x="136" y="160224"/>
                  </a:lnTo>
                  <a:lnTo>
                    <a:pt x="0" y="165548"/>
                  </a:lnTo>
                  <a:lnTo>
                    <a:pt x="33" y="170874"/>
                  </a:lnTo>
                  <a:lnTo>
                    <a:pt x="236" y="176196"/>
                  </a:lnTo>
                  <a:lnTo>
                    <a:pt x="608" y="181508"/>
                  </a:lnTo>
                  <a:lnTo>
                    <a:pt x="1149" y="186806"/>
                  </a:lnTo>
                  <a:lnTo>
                    <a:pt x="1859" y="192084"/>
                  </a:lnTo>
                  <a:lnTo>
                    <a:pt x="2737" y="197337"/>
                  </a:lnTo>
                  <a:lnTo>
                    <a:pt x="3781" y="202559"/>
                  </a:lnTo>
                  <a:lnTo>
                    <a:pt x="4992" y="207746"/>
                  </a:lnTo>
                  <a:lnTo>
                    <a:pt x="6366" y="212891"/>
                  </a:lnTo>
                  <a:lnTo>
                    <a:pt x="7905" y="217990"/>
                  </a:lnTo>
                  <a:lnTo>
                    <a:pt x="9604" y="223037"/>
                  </a:lnTo>
                  <a:lnTo>
                    <a:pt x="11464" y="228027"/>
                  </a:lnTo>
                  <a:lnTo>
                    <a:pt x="13482" y="232956"/>
                  </a:lnTo>
                  <a:lnTo>
                    <a:pt x="15655" y="237818"/>
                  </a:lnTo>
                  <a:lnTo>
                    <a:pt x="17983" y="242608"/>
                  </a:lnTo>
                  <a:lnTo>
                    <a:pt x="20461" y="247321"/>
                  </a:lnTo>
                  <a:lnTo>
                    <a:pt x="23089" y="251954"/>
                  </a:lnTo>
                  <a:lnTo>
                    <a:pt x="25863" y="256500"/>
                  </a:lnTo>
                  <a:lnTo>
                    <a:pt x="28780" y="260955"/>
                  </a:lnTo>
                  <a:lnTo>
                    <a:pt x="31838" y="265316"/>
                  </a:lnTo>
                  <a:lnTo>
                    <a:pt x="35033" y="269576"/>
                  </a:lnTo>
                  <a:lnTo>
                    <a:pt x="38362" y="273733"/>
                  </a:lnTo>
                  <a:lnTo>
                    <a:pt x="41822" y="277782"/>
                  </a:lnTo>
                  <a:lnTo>
                    <a:pt x="45409" y="281718"/>
                  </a:lnTo>
                  <a:lnTo>
                    <a:pt x="49120" y="285538"/>
                  </a:lnTo>
                  <a:lnTo>
                    <a:pt x="52951" y="289238"/>
                  </a:lnTo>
                  <a:lnTo>
                    <a:pt x="56897" y="292814"/>
                  </a:lnTo>
                  <a:lnTo>
                    <a:pt x="60955" y="296263"/>
                  </a:lnTo>
                  <a:lnTo>
                    <a:pt x="65122" y="299580"/>
                  </a:lnTo>
                  <a:lnTo>
                    <a:pt x="69391" y="302763"/>
                  </a:lnTo>
                  <a:lnTo>
                    <a:pt x="73760" y="305809"/>
                  </a:lnTo>
                  <a:lnTo>
                    <a:pt x="78224" y="308714"/>
                  </a:lnTo>
                  <a:lnTo>
                    <a:pt x="82778" y="311475"/>
                  </a:lnTo>
                  <a:lnTo>
                    <a:pt x="87417" y="314089"/>
                  </a:lnTo>
                  <a:lnTo>
                    <a:pt x="92138" y="316555"/>
                  </a:lnTo>
                  <a:lnTo>
                    <a:pt x="96935" y="318869"/>
                  </a:lnTo>
                  <a:lnTo>
                    <a:pt x="101803" y="321029"/>
                  </a:lnTo>
                  <a:lnTo>
                    <a:pt x="106737" y="323033"/>
                  </a:lnTo>
                  <a:lnTo>
                    <a:pt x="111733" y="324878"/>
                  </a:lnTo>
                  <a:lnTo>
                    <a:pt x="116784" y="326564"/>
                  </a:lnTo>
                  <a:lnTo>
                    <a:pt x="121887" y="328087"/>
                  </a:lnTo>
                  <a:lnTo>
                    <a:pt x="127036" y="329448"/>
                  </a:lnTo>
                  <a:lnTo>
                    <a:pt x="132226" y="330644"/>
                  </a:lnTo>
                  <a:lnTo>
                    <a:pt x="137451" y="331673"/>
                  </a:lnTo>
                  <a:lnTo>
                    <a:pt x="142706" y="332536"/>
                  </a:lnTo>
                  <a:lnTo>
                    <a:pt x="147987" y="333231"/>
                  </a:lnTo>
                  <a:lnTo>
                    <a:pt x="153286" y="333758"/>
                  </a:lnTo>
                  <a:lnTo>
                    <a:pt x="158600" y="334115"/>
                  </a:lnTo>
                  <a:lnTo>
                    <a:pt x="163922" y="334303"/>
                  </a:lnTo>
                  <a:lnTo>
                    <a:pt x="169248" y="334321"/>
                  </a:lnTo>
                  <a:lnTo>
                    <a:pt x="174571" y="334170"/>
                  </a:lnTo>
                  <a:lnTo>
                    <a:pt x="179887" y="333849"/>
                  </a:lnTo>
                  <a:lnTo>
                    <a:pt x="185190" y="333359"/>
                  </a:lnTo>
                  <a:lnTo>
                    <a:pt x="190475" y="332700"/>
                  </a:lnTo>
                  <a:lnTo>
                    <a:pt x="195736" y="331874"/>
                  </a:lnTo>
                  <a:lnTo>
                    <a:pt x="200968" y="330880"/>
                  </a:lnTo>
                  <a:lnTo>
                    <a:pt x="206166" y="329720"/>
                  </a:lnTo>
                  <a:lnTo>
                    <a:pt x="211324" y="32839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44164" cy="161227"/>
            </a:xfrm>
            <a:custGeom>
              <a:avLst/>
              <a:pathLst>
                <a:path w="44164" h="161227">
                  <a:moveTo>
                    <a:pt x="44164" y="16122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2154"/>
              <a:ext cx="167156" cy="327270"/>
            </a:xfrm>
            <a:custGeom>
              <a:avLst/>
              <a:pathLst>
                <a:path w="167156" h="327270">
                  <a:moveTo>
                    <a:pt x="44164" y="327270"/>
                  </a:moveTo>
                  <a:lnTo>
                    <a:pt x="49312" y="325770"/>
                  </a:lnTo>
                  <a:lnTo>
                    <a:pt x="54408" y="324107"/>
                  </a:lnTo>
                  <a:lnTo>
                    <a:pt x="59449" y="322281"/>
                  </a:lnTo>
                  <a:lnTo>
                    <a:pt x="64428" y="320294"/>
                  </a:lnTo>
                  <a:lnTo>
                    <a:pt x="69341" y="318149"/>
                  </a:lnTo>
                  <a:lnTo>
                    <a:pt x="74183" y="315848"/>
                  </a:lnTo>
                  <a:lnTo>
                    <a:pt x="78948" y="313392"/>
                  </a:lnTo>
                  <a:lnTo>
                    <a:pt x="83633" y="310784"/>
                  </a:lnTo>
                  <a:lnTo>
                    <a:pt x="88231" y="308028"/>
                  </a:lnTo>
                  <a:lnTo>
                    <a:pt x="92738" y="305126"/>
                  </a:lnTo>
                  <a:lnTo>
                    <a:pt x="97151" y="302081"/>
                  </a:lnTo>
                  <a:lnTo>
                    <a:pt x="101463" y="298896"/>
                  </a:lnTo>
                  <a:lnTo>
                    <a:pt x="105671" y="295574"/>
                  </a:lnTo>
                  <a:lnTo>
                    <a:pt x="109770" y="292119"/>
                  </a:lnTo>
                  <a:lnTo>
                    <a:pt x="113756" y="288534"/>
                  </a:lnTo>
                  <a:lnTo>
                    <a:pt x="117625" y="284823"/>
                  </a:lnTo>
                  <a:lnTo>
                    <a:pt x="121374" y="280990"/>
                  </a:lnTo>
                  <a:lnTo>
                    <a:pt x="124997" y="277039"/>
                  </a:lnTo>
                  <a:lnTo>
                    <a:pt x="128492" y="272974"/>
                  </a:lnTo>
                  <a:lnTo>
                    <a:pt x="131855" y="268799"/>
                  </a:lnTo>
                  <a:lnTo>
                    <a:pt x="135082" y="264518"/>
                  </a:lnTo>
                  <a:lnTo>
                    <a:pt x="138171" y="260136"/>
                  </a:lnTo>
                  <a:lnTo>
                    <a:pt x="141117" y="255657"/>
                  </a:lnTo>
                  <a:lnTo>
                    <a:pt x="143918" y="251086"/>
                  </a:lnTo>
                  <a:lnTo>
                    <a:pt x="146571" y="246427"/>
                  </a:lnTo>
                  <a:lnTo>
                    <a:pt x="149073" y="241686"/>
                  </a:lnTo>
                  <a:lnTo>
                    <a:pt x="151422" y="236867"/>
                  </a:lnTo>
                  <a:lnTo>
                    <a:pt x="153615" y="231975"/>
                  </a:lnTo>
                  <a:lnTo>
                    <a:pt x="155650" y="227015"/>
                  </a:lnTo>
                  <a:lnTo>
                    <a:pt x="157525" y="221993"/>
                  </a:lnTo>
                  <a:lnTo>
                    <a:pt x="159239" y="216913"/>
                  </a:lnTo>
                  <a:lnTo>
                    <a:pt x="160788" y="211781"/>
                  </a:lnTo>
                  <a:lnTo>
                    <a:pt x="162172" y="206601"/>
                  </a:lnTo>
                  <a:lnTo>
                    <a:pt x="163389" y="201380"/>
                  </a:lnTo>
                  <a:lnTo>
                    <a:pt x="164438" y="196123"/>
                  </a:lnTo>
                  <a:lnTo>
                    <a:pt x="165318" y="190835"/>
                  </a:lnTo>
                  <a:lnTo>
                    <a:pt x="166028" y="185521"/>
                  </a:lnTo>
                  <a:lnTo>
                    <a:pt x="166567" y="180187"/>
                  </a:lnTo>
                  <a:lnTo>
                    <a:pt x="166935" y="174839"/>
                  </a:lnTo>
                  <a:lnTo>
                    <a:pt x="167132" y="169481"/>
                  </a:lnTo>
                  <a:lnTo>
                    <a:pt x="167156" y="164120"/>
                  </a:lnTo>
                  <a:lnTo>
                    <a:pt x="167008" y="158761"/>
                  </a:lnTo>
                  <a:lnTo>
                    <a:pt x="166689" y="153410"/>
                  </a:lnTo>
                  <a:lnTo>
                    <a:pt x="166198" y="148071"/>
                  </a:lnTo>
                  <a:lnTo>
                    <a:pt x="165537" y="142751"/>
                  </a:lnTo>
                  <a:lnTo>
                    <a:pt x="164705" y="137455"/>
                  </a:lnTo>
                  <a:lnTo>
                    <a:pt x="163703" y="132188"/>
                  </a:lnTo>
                  <a:lnTo>
                    <a:pt x="162533" y="126956"/>
                  </a:lnTo>
                  <a:lnTo>
                    <a:pt x="161197" y="121765"/>
                  </a:lnTo>
                  <a:lnTo>
                    <a:pt x="159694" y="116619"/>
                  </a:lnTo>
                  <a:lnTo>
                    <a:pt x="158027" y="111523"/>
                  </a:lnTo>
                  <a:lnTo>
                    <a:pt x="156198" y="106484"/>
                  </a:lnTo>
                  <a:lnTo>
                    <a:pt x="154207" y="101506"/>
                  </a:lnTo>
                  <a:lnTo>
                    <a:pt x="152059" y="96594"/>
                  </a:lnTo>
                  <a:lnTo>
                    <a:pt x="149754" y="91754"/>
                  </a:lnTo>
                  <a:lnTo>
                    <a:pt x="147295" y="86990"/>
                  </a:lnTo>
                  <a:lnTo>
                    <a:pt x="144684" y="82308"/>
                  </a:lnTo>
                  <a:lnTo>
                    <a:pt x="141925" y="77712"/>
                  </a:lnTo>
                  <a:lnTo>
                    <a:pt x="139019" y="73206"/>
                  </a:lnTo>
                  <a:lnTo>
                    <a:pt x="135971" y="68796"/>
                  </a:lnTo>
                  <a:lnTo>
                    <a:pt x="132783" y="64486"/>
                  </a:lnTo>
                  <a:lnTo>
                    <a:pt x="129458" y="60280"/>
                  </a:lnTo>
                  <a:lnTo>
                    <a:pt x="126000" y="56184"/>
                  </a:lnTo>
                  <a:lnTo>
                    <a:pt x="122413" y="52200"/>
                  </a:lnTo>
                  <a:lnTo>
                    <a:pt x="118699" y="48333"/>
                  </a:lnTo>
                  <a:lnTo>
                    <a:pt x="114864" y="44587"/>
                  </a:lnTo>
                  <a:lnTo>
                    <a:pt x="110910" y="40967"/>
                  </a:lnTo>
                  <a:lnTo>
                    <a:pt x="106843" y="37475"/>
                  </a:lnTo>
                  <a:lnTo>
                    <a:pt x="102665" y="34115"/>
                  </a:lnTo>
                  <a:lnTo>
                    <a:pt x="98382" y="30890"/>
                  </a:lnTo>
                  <a:lnTo>
                    <a:pt x="93998" y="27805"/>
                  </a:lnTo>
                  <a:lnTo>
                    <a:pt x="89517" y="24862"/>
                  </a:lnTo>
                  <a:lnTo>
                    <a:pt x="84944" y="22064"/>
                  </a:lnTo>
                  <a:lnTo>
                    <a:pt x="80283" y="19415"/>
                  </a:lnTo>
                  <a:lnTo>
                    <a:pt x="75540" y="16916"/>
                  </a:lnTo>
                  <a:lnTo>
                    <a:pt x="70719" y="14570"/>
                  </a:lnTo>
                  <a:lnTo>
                    <a:pt x="65826" y="12380"/>
                  </a:lnTo>
                  <a:lnTo>
                    <a:pt x="60865" y="10349"/>
                  </a:lnTo>
                  <a:lnTo>
                    <a:pt x="55841" y="8477"/>
                  </a:lnTo>
                  <a:lnTo>
                    <a:pt x="50760" y="6767"/>
                  </a:lnTo>
                  <a:lnTo>
                    <a:pt x="45627" y="5222"/>
                  </a:lnTo>
                  <a:lnTo>
                    <a:pt x="40446" y="3841"/>
                  </a:lnTo>
                  <a:lnTo>
                    <a:pt x="35225" y="2628"/>
                  </a:lnTo>
                  <a:lnTo>
                    <a:pt x="29966" y="1582"/>
                  </a:lnTo>
                  <a:lnTo>
                    <a:pt x="24677" y="706"/>
                  </a:lnTo>
                  <a:lnTo>
                    <a:pt x="19363" y="0"/>
                  </a:lnTo>
                  <a:lnTo>
                    <a:pt x="0" y="166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19363" cy="167167"/>
            </a:xfrm>
            <a:custGeom>
              <a:avLst/>
              <a:pathLst>
                <a:path w="19363" h="167167">
                  <a:moveTo>
                    <a:pt x="19363" y="1125"/>
                  </a:moveTo>
                  <a:lnTo>
                    <a:pt x="9698" y="2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7816" y="1322571"/>
              <a:ext cx="140904" cy="167167"/>
            </a:xfrm>
            <a:custGeom>
              <a:avLst/>
              <a:pathLst>
                <a:path w="140904" h="167167">
                  <a:moveTo>
                    <a:pt x="140904" y="0"/>
                  </a:moveTo>
                  <a:lnTo>
                    <a:pt x="135318" y="93"/>
                  </a:lnTo>
                  <a:lnTo>
                    <a:pt x="129738" y="373"/>
                  </a:lnTo>
                  <a:lnTo>
                    <a:pt x="124171" y="839"/>
                  </a:lnTo>
                  <a:lnTo>
                    <a:pt x="118622" y="1491"/>
                  </a:lnTo>
                  <a:lnTo>
                    <a:pt x="113099" y="2328"/>
                  </a:lnTo>
                  <a:lnTo>
                    <a:pt x="107606" y="3349"/>
                  </a:lnTo>
                  <a:lnTo>
                    <a:pt x="102151" y="4553"/>
                  </a:lnTo>
                  <a:lnTo>
                    <a:pt x="96739" y="5939"/>
                  </a:lnTo>
                  <a:lnTo>
                    <a:pt x="91376" y="7505"/>
                  </a:lnTo>
                  <a:lnTo>
                    <a:pt x="86069" y="9249"/>
                  </a:lnTo>
                  <a:lnTo>
                    <a:pt x="80822" y="11170"/>
                  </a:lnTo>
                  <a:lnTo>
                    <a:pt x="75643" y="13264"/>
                  </a:lnTo>
                  <a:lnTo>
                    <a:pt x="70537" y="15531"/>
                  </a:lnTo>
                  <a:lnTo>
                    <a:pt x="65509" y="17967"/>
                  </a:lnTo>
                  <a:lnTo>
                    <a:pt x="60566" y="20569"/>
                  </a:lnTo>
                  <a:lnTo>
                    <a:pt x="55712" y="23336"/>
                  </a:lnTo>
                  <a:lnTo>
                    <a:pt x="50954" y="26263"/>
                  </a:lnTo>
                  <a:lnTo>
                    <a:pt x="46296" y="29347"/>
                  </a:lnTo>
                  <a:lnTo>
                    <a:pt x="41743" y="32585"/>
                  </a:lnTo>
                  <a:lnTo>
                    <a:pt x="37302" y="35974"/>
                  </a:lnTo>
                  <a:lnTo>
                    <a:pt x="32976" y="39509"/>
                  </a:lnTo>
                  <a:lnTo>
                    <a:pt x="28770" y="43187"/>
                  </a:lnTo>
                  <a:lnTo>
                    <a:pt x="24690" y="47003"/>
                  </a:lnTo>
                  <a:lnTo>
                    <a:pt x="20740" y="50953"/>
                  </a:lnTo>
                  <a:lnTo>
                    <a:pt x="16924" y="55034"/>
                  </a:lnTo>
                  <a:lnTo>
                    <a:pt x="13246" y="59239"/>
                  </a:lnTo>
                  <a:lnTo>
                    <a:pt x="9711" y="63565"/>
                  </a:lnTo>
                  <a:lnTo>
                    <a:pt x="6322" y="68007"/>
                  </a:lnTo>
                  <a:lnTo>
                    <a:pt x="3084" y="72559"/>
                  </a:lnTo>
                  <a:lnTo>
                    <a:pt x="0" y="77217"/>
                  </a:lnTo>
                  <a:lnTo>
                    <a:pt x="14090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7816" y="1399789"/>
              <a:ext cx="140904" cy="89949"/>
            </a:xfrm>
            <a:custGeom>
              <a:avLst/>
              <a:pathLst>
                <a:path w="140904" h="89949">
                  <a:moveTo>
                    <a:pt x="0" y="0"/>
                  </a:moveTo>
                  <a:lnTo>
                    <a:pt x="140904" y="89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21554" y="1366154"/>
              <a:ext cx="334330" cy="290742"/>
            </a:xfrm>
            <a:custGeom>
              <a:avLst/>
              <a:pathLst>
                <a:path w="334330" h="290742">
                  <a:moveTo>
                    <a:pt x="26262" y="33634"/>
                  </a:moveTo>
                  <a:lnTo>
                    <a:pt x="23476" y="38154"/>
                  </a:lnTo>
                  <a:lnTo>
                    <a:pt x="20836" y="42760"/>
                  </a:lnTo>
                  <a:lnTo>
                    <a:pt x="18343" y="47448"/>
                  </a:lnTo>
                  <a:lnTo>
                    <a:pt x="16001" y="52212"/>
                  </a:lnTo>
                  <a:lnTo>
                    <a:pt x="13810" y="57048"/>
                  </a:lnTo>
                  <a:lnTo>
                    <a:pt x="11775" y="61952"/>
                  </a:lnTo>
                  <a:lnTo>
                    <a:pt x="9896" y="66917"/>
                  </a:lnTo>
                  <a:lnTo>
                    <a:pt x="8176" y="71940"/>
                  </a:lnTo>
                  <a:lnTo>
                    <a:pt x="6616" y="77015"/>
                  </a:lnTo>
                  <a:lnTo>
                    <a:pt x="5218" y="82137"/>
                  </a:lnTo>
                  <a:lnTo>
                    <a:pt x="3984" y="87300"/>
                  </a:lnTo>
                  <a:lnTo>
                    <a:pt x="2914" y="92500"/>
                  </a:lnTo>
                  <a:lnTo>
                    <a:pt x="2010" y="97732"/>
                  </a:lnTo>
                  <a:lnTo>
                    <a:pt x="1272" y="102990"/>
                  </a:lnTo>
                  <a:lnTo>
                    <a:pt x="702" y="108268"/>
                  </a:lnTo>
                  <a:lnTo>
                    <a:pt x="299" y="113562"/>
                  </a:lnTo>
                  <a:lnTo>
                    <a:pt x="65" y="118866"/>
                  </a:lnTo>
                  <a:lnTo>
                    <a:pt x="0" y="124174"/>
                  </a:lnTo>
                  <a:lnTo>
                    <a:pt x="103" y="129483"/>
                  </a:lnTo>
                  <a:lnTo>
                    <a:pt x="374" y="134785"/>
                  </a:lnTo>
                  <a:lnTo>
                    <a:pt x="814" y="140076"/>
                  </a:lnTo>
                  <a:lnTo>
                    <a:pt x="1421" y="145350"/>
                  </a:lnTo>
                  <a:lnTo>
                    <a:pt x="2196" y="150602"/>
                  </a:lnTo>
                  <a:lnTo>
                    <a:pt x="3137" y="155827"/>
                  </a:lnTo>
                  <a:lnTo>
                    <a:pt x="4244" y="161020"/>
                  </a:lnTo>
                  <a:lnTo>
                    <a:pt x="5515" y="166174"/>
                  </a:lnTo>
                  <a:lnTo>
                    <a:pt x="6949" y="171286"/>
                  </a:lnTo>
                  <a:lnTo>
                    <a:pt x="8544" y="176350"/>
                  </a:lnTo>
                  <a:lnTo>
                    <a:pt x="10300" y="181360"/>
                  </a:lnTo>
                  <a:lnTo>
                    <a:pt x="12214" y="186313"/>
                  </a:lnTo>
                  <a:lnTo>
                    <a:pt x="14284" y="191201"/>
                  </a:lnTo>
                  <a:lnTo>
                    <a:pt x="16508" y="196022"/>
                  </a:lnTo>
                  <a:lnTo>
                    <a:pt x="18885" y="200770"/>
                  </a:lnTo>
                  <a:lnTo>
                    <a:pt x="21410" y="205440"/>
                  </a:lnTo>
                  <a:lnTo>
                    <a:pt x="24083" y="210027"/>
                  </a:lnTo>
                  <a:lnTo>
                    <a:pt x="26900" y="214527"/>
                  </a:lnTo>
                  <a:lnTo>
                    <a:pt x="29859" y="218935"/>
                  </a:lnTo>
                  <a:lnTo>
                    <a:pt x="32956" y="223247"/>
                  </a:lnTo>
                  <a:lnTo>
                    <a:pt x="36189" y="227459"/>
                  </a:lnTo>
                  <a:lnTo>
                    <a:pt x="39553" y="231566"/>
                  </a:lnTo>
                  <a:lnTo>
                    <a:pt x="43047" y="235564"/>
                  </a:lnTo>
                  <a:lnTo>
                    <a:pt x="46665" y="239449"/>
                  </a:lnTo>
                  <a:lnTo>
                    <a:pt x="50405" y="243217"/>
                  </a:lnTo>
                  <a:lnTo>
                    <a:pt x="54263" y="246864"/>
                  </a:lnTo>
                  <a:lnTo>
                    <a:pt x="58235" y="250387"/>
                  </a:lnTo>
                  <a:lnTo>
                    <a:pt x="62316" y="253782"/>
                  </a:lnTo>
                  <a:lnTo>
                    <a:pt x="66504" y="257046"/>
                  </a:lnTo>
                  <a:lnTo>
                    <a:pt x="70793" y="260175"/>
                  </a:lnTo>
                  <a:lnTo>
                    <a:pt x="75179" y="263167"/>
                  </a:lnTo>
                  <a:lnTo>
                    <a:pt x="79658" y="266018"/>
                  </a:lnTo>
                  <a:lnTo>
                    <a:pt x="84225" y="268725"/>
                  </a:lnTo>
                  <a:lnTo>
                    <a:pt x="88875" y="271285"/>
                  </a:lnTo>
                  <a:lnTo>
                    <a:pt x="93605" y="273697"/>
                  </a:lnTo>
                  <a:lnTo>
                    <a:pt x="98409" y="275957"/>
                  </a:lnTo>
                  <a:lnTo>
                    <a:pt x="103283" y="278064"/>
                  </a:lnTo>
                  <a:lnTo>
                    <a:pt x="108220" y="280014"/>
                  </a:lnTo>
                  <a:lnTo>
                    <a:pt x="113217" y="281807"/>
                  </a:lnTo>
                  <a:lnTo>
                    <a:pt x="118269" y="283441"/>
                  </a:lnTo>
                  <a:lnTo>
                    <a:pt x="123370" y="284913"/>
                  </a:lnTo>
                  <a:lnTo>
                    <a:pt x="128515" y="286222"/>
                  </a:lnTo>
                  <a:lnTo>
                    <a:pt x="133699" y="287368"/>
                  </a:lnTo>
                  <a:lnTo>
                    <a:pt x="138917" y="288348"/>
                  </a:lnTo>
                  <a:lnTo>
                    <a:pt x="144163" y="289162"/>
                  </a:lnTo>
                  <a:lnTo>
                    <a:pt x="149433" y="289809"/>
                  </a:lnTo>
                  <a:lnTo>
                    <a:pt x="154720" y="290288"/>
                  </a:lnTo>
                  <a:lnTo>
                    <a:pt x="160020" y="290599"/>
                  </a:lnTo>
                  <a:lnTo>
                    <a:pt x="165328" y="290742"/>
                  </a:lnTo>
                  <a:lnTo>
                    <a:pt x="170637" y="290716"/>
                  </a:lnTo>
                  <a:lnTo>
                    <a:pt x="175942" y="290521"/>
                  </a:lnTo>
                  <a:lnTo>
                    <a:pt x="181239" y="290158"/>
                  </a:lnTo>
                  <a:lnTo>
                    <a:pt x="186521" y="289627"/>
                  </a:lnTo>
                  <a:lnTo>
                    <a:pt x="191784" y="288929"/>
                  </a:lnTo>
                  <a:lnTo>
                    <a:pt x="197023" y="288064"/>
                  </a:lnTo>
                  <a:lnTo>
                    <a:pt x="202231" y="287033"/>
                  </a:lnTo>
                  <a:lnTo>
                    <a:pt x="207403" y="285837"/>
                  </a:lnTo>
                  <a:lnTo>
                    <a:pt x="212535" y="284477"/>
                  </a:lnTo>
                  <a:lnTo>
                    <a:pt x="217622" y="282956"/>
                  </a:lnTo>
                  <a:lnTo>
                    <a:pt x="222657" y="281273"/>
                  </a:lnTo>
                  <a:lnTo>
                    <a:pt x="227637" y="279431"/>
                  </a:lnTo>
                  <a:lnTo>
                    <a:pt x="232555" y="277432"/>
                  </a:lnTo>
                  <a:lnTo>
                    <a:pt x="237407" y="275278"/>
                  </a:lnTo>
                  <a:lnTo>
                    <a:pt x="242189" y="272971"/>
                  </a:lnTo>
                  <a:lnTo>
                    <a:pt x="246895" y="270514"/>
                  </a:lnTo>
                  <a:lnTo>
                    <a:pt x="251521" y="267908"/>
                  </a:lnTo>
                  <a:lnTo>
                    <a:pt x="256061" y="265156"/>
                  </a:lnTo>
                  <a:lnTo>
                    <a:pt x="260512" y="262262"/>
                  </a:lnTo>
                  <a:lnTo>
                    <a:pt x="264869" y="259228"/>
                  </a:lnTo>
                  <a:lnTo>
                    <a:pt x="269127" y="256057"/>
                  </a:lnTo>
                  <a:lnTo>
                    <a:pt x="273282" y="252752"/>
                  </a:lnTo>
                  <a:lnTo>
                    <a:pt x="277330" y="249317"/>
                  </a:lnTo>
                  <a:lnTo>
                    <a:pt x="281267" y="245756"/>
                  </a:lnTo>
                  <a:lnTo>
                    <a:pt x="285089" y="242071"/>
                  </a:lnTo>
                  <a:lnTo>
                    <a:pt x="288793" y="238266"/>
                  </a:lnTo>
                  <a:lnTo>
                    <a:pt x="292373" y="234346"/>
                  </a:lnTo>
                  <a:lnTo>
                    <a:pt x="295827" y="230314"/>
                  </a:lnTo>
                  <a:lnTo>
                    <a:pt x="299151" y="226175"/>
                  </a:lnTo>
                  <a:lnTo>
                    <a:pt x="302343" y="221932"/>
                  </a:lnTo>
                  <a:lnTo>
                    <a:pt x="305398" y="217590"/>
                  </a:lnTo>
                  <a:lnTo>
                    <a:pt x="308313" y="213153"/>
                  </a:lnTo>
                  <a:lnTo>
                    <a:pt x="311086" y="208625"/>
                  </a:lnTo>
                  <a:lnTo>
                    <a:pt x="313714" y="204012"/>
                  </a:lnTo>
                  <a:lnTo>
                    <a:pt x="316194" y="199318"/>
                  </a:lnTo>
                  <a:lnTo>
                    <a:pt x="318524" y="194547"/>
                  </a:lnTo>
                  <a:lnTo>
                    <a:pt x="320701" y="189705"/>
                  </a:lnTo>
                  <a:lnTo>
                    <a:pt x="322723" y="184796"/>
                  </a:lnTo>
                  <a:lnTo>
                    <a:pt x="324589" y="179826"/>
                  </a:lnTo>
                  <a:lnTo>
                    <a:pt x="326295" y="174798"/>
                  </a:lnTo>
                  <a:lnTo>
                    <a:pt x="327841" y="169719"/>
                  </a:lnTo>
                  <a:lnTo>
                    <a:pt x="329225" y="164594"/>
                  </a:lnTo>
                  <a:lnTo>
                    <a:pt x="330446" y="159427"/>
                  </a:lnTo>
                  <a:lnTo>
                    <a:pt x="331501" y="154224"/>
                  </a:lnTo>
                  <a:lnTo>
                    <a:pt x="332392" y="148990"/>
                  </a:lnTo>
                  <a:lnTo>
                    <a:pt x="333115" y="143730"/>
                  </a:lnTo>
                  <a:lnTo>
                    <a:pt x="333671" y="138450"/>
                  </a:lnTo>
                  <a:lnTo>
                    <a:pt x="334059" y="133155"/>
                  </a:lnTo>
                  <a:lnTo>
                    <a:pt x="334279" y="127851"/>
                  </a:lnTo>
                  <a:lnTo>
                    <a:pt x="334330" y="122542"/>
                  </a:lnTo>
                  <a:lnTo>
                    <a:pt x="334213" y="117234"/>
                  </a:lnTo>
                  <a:lnTo>
                    <a:pt x="333927" y="111933"/>
                  </a:lnTo>
                  <a:lnTo>
                    <a:pt x="333473" y="106643"/>
                  </a:lnTo>
                  <a:lnTo>
                    <a:pt x="332851" y="101370"/>
                  </a:lnTo>
                  <a:lnTo>
                    <a:pt x="332062" y="96120"/>
                  </a:lnTo>
                  <a:lnTo>
                    <a:pt x="331107" y="90898"/>
                  </a:lnTo>
                  <a:lnTo>
                    <a:pt x="329986" y="85708"/>
                  </a:lnTo>
                  <a:lnTo>
                    <a:pt x="328701" y="80557"/>
                  </a:lnTo>
                  <a:lnTo>
                    <a:pt x="327253" y="75449"/>
                  </a:lnTo>
                  <a:lnTo>
                    <a:pt x="325644" y="70390"/>
                  </a:lnTo>
                  <a:lnTo>
                    <a:pt x="323875" y="65384"/>
                  </a:lnTo>
                  <a:lnTo>
                    <a:pt x="321948" y="60437"/>
                  </a:lnTo>
                  <a:lnTo>
                    <a:pt x="319864" y="55554"/>
                  </a:lnTo>
                  <a:lnTo>
                    <a:pt x="317627" y="50739"/>
                  </a:lnTo>
                  <a:lnTo>
                    <a:pt x="315238" y="45998"/>
                  </a:lnTo>
                  <a:lnTo>
                    <a:pt x="312699" y="41335"/>
                  </a:lnTo>
                  <a:lnTo>
                    <a:pt x="310014" y="36755"/>
                  </a:lnTo>
                  <a:lnTo>
                    <a:pt x="307185" y="32263"/>
                  </a:lnTo>
                  <a:lnTo>
                    <a:pt x="304214" y="27862"/>
                  </a:lnTo>
                  <a:lnTo>
                    <a:pt x="301105" y="23559"/>
                  </a:lnTo>
                  <a:lnTo>
                    <a:pt x="297862" y="19356"/>
                  </a:lnTo>
                  <a:lnTo>
                    <a:pt x="294486" y="15258"/>
                  </a:lnTo>
                  <a:lnTo>
                    <a:pt x="290982" y="11270"/>
                  </a:lnTo>
                  <a:lnTo>
                    <a:pt x="287353" y="7394"/>
                  </a:lnTo>
                  <a:lnTo>
                    <a:pt x="283602" y="3636"/>
                  </a:lnTo>
                  <a:lnTo>
                    <a:pt x="279735" y="0"/>
                  </a:lnTo>
                  <a:lnTo>
                    <a:pt x="167166" y="123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112568" cy="167167"/>
            </a:xfrm>
            <a:custGeom>
              <a:avLst/>
              <a:pathLst>
                <a:path w="112568" h="167167">
                  <a:moveTo>
                    <a:pt x="112568" y="43582"/>
                  </a:moveTo>
                  <a:lnTo>
                    <a:pt x="108356" y="39872"/>
                  </a:lnTo>
                  <a:lnTo>
                    <a:pt x="104021" y="36306"/>
                  </a:lnTo>
                  <a:lnTo>
                    <a:pt x="99568" y="32887"/>
                  </a:lnTo>
                  <a:lnTo>
                    <a:pt x="95004" y="29620"/>
                  </a:lnTo>
                  <a:lnTo>
                    <a:pt x="90332" y="26508"/>
                  </a:lnTo>
                  <a:lnTo>
                    <a:pt x="85559" y="23554"/>
                  </a:lnTo>
                  <a:lnTo>
                    <a:pt x="80689" y="20763"/>
                  </a:lnTo>
                  <a:lnTo>
                    <a:pt x="75728" y="18136"/>
                  </a:lnTo>
                  <a:lnTo>
                    <a:pt x="70681" y="15677"/>
                  </a:lnTo>
                  <a:lnTo>
                    <a:pt x="65555" y="13390"/>
                  </a:lnTo>
                  <a:lnTo>
                    <a:pt x="60355" y="11275"/>
                  </a:lnTo>
                  <a:lnTo>
                    <a:pt x="55087" y="9337"/>
                  </a:lnTo>
                  <a:lnTo>
                    <a:pt x="49757" y="7576"/>
                  </a:lnTo>
                  <a:lnTo>
                    <a:pt x="44371" y="5996"/>
                  </a:lnTo>
                  <a:lnTo>
                    <a:pt x="38934" y="4597"/>
                  </a:lnTo>
                  <a:lnTo>
                    <a:pt x="33454" y="3381"/>
                  </a:lnTo>
                  <a:lnTo>
                    <a:pt x="27936" y="2350"/>
                  </a:lnTo>
                  <a:lnTo>
                    <a:pt x="22387" y="1505"/>
                  </a:lnTo>
                  <a:lnTo>
                    <a:pt x="16812" y="847"/>
                  </a:lnTo>
                  <a:lnTo>
                    <a:pt x="11218" y="376"/>
                  </a:lnTo>
                  <a:lnTo>
                    <a:pt x="561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5339" y="1681503"/>
              <a:ext cx="91185" cy="167167"/>
            </a:xfrm>
            <a:custGeom>
              <a:avLst/>
              <a:pathLst>
                <a:path w="91185" h="167167">
                  <a:moveTo>
                    <a:pt x="91185" y="0"/>
                  </a:moveTo>
                  <a:lnTo>
                    <a:pt x="85513" y="96"/>
                  </a:lnTo>
                  <a:lnTo>
                    <a:pt x="79847" y="384"/>
                  </a:lnTo>
                  <a:lnTo>
                    <a:pt x="74194" y="865"/>
                  </a:lnTo>
                  <a:lnTo>
                    <a:pt x="68561" y="1538"/>
                  </a:lnTo>
                  <a:lnTo>
                    <a:pt x="62954" y="2401"/>
                  </a:lnTo>
                  <a:lnTo>
                    <a:pt x="57379" y="3453"/>
                  </a:lnTo>
                  <a:lnTo>
                    <a:pt x="51844" y="4695"/>
                  </a:lnTo>
                  <a:lnTo>
                    <a:pt x="46353" y="6123"/>
                  </a:lnTo>
                  <a:lnTo>
                    <a:pt x="40915" y="7737"/>
                  </a:lnTo>
                  <a:lnTo>
                    <a:pt x="35534" y="9535"/>
                  </a:lnTo>
                  <a:lnTo>
                    <a:pt x="30217" y="11514"/>
                  </a:lnTo>
                  <a:lnTo>
                    <a:pt x="24971" y="13672"/>
                  </a:lnTo>
                  <a:lnTo>
                    <a:pt x="19800" y="16008"/>
                  </a:lnTo>
                  <a:lnTo>
                    <a:pt x="14712" y="18517"/>
                  </a:lnTo>
                  <a:lnTo>
                    <a:pt x="9712" y="21197"/>
                  </a:lnTo>
                  <a:lnTo>
                    <a:pt x="4806" y="24046"/>
                  </a:lnTo>
                  <a:lnTo>
                    <a:pt x="0" y="27059"/>
                  </a:lnTo>
                  <a:lnTo>
                    <a:pt x="9118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5339" y="1708563"/>
              <a:ext cx="91185" cy="140107"/>
            </a:xfrm>
            <a:custGeom>
              <a:avLst/>
              <a:pathLst>
                <a:path w="91185" h="140107">
                  <a:moveTo>
                    <a:pt x="0" y="0"/>
                  </a:moveTo>
                  <a:lnTo>
                    <a:pt x="91185" y="140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19367" y="1681503"/>
              <a:ext cx="334307" cy="334334"/>
            </a:xfrm>
            <a:custGeom>
              <a:avLst/>
              <a:pathLst>
                <a:path w="334307" h="334334">
                  <a:moveTo>
                    <a:pt x="75971" y="27059"/>
                  </a:moveTo>
                  <a:lnTo>
                    <a:pt x="71576" y="30020"/>
                  </a:lnTo>
                  <a:lnTo>
                    <a:pt x="67277" y="33118"/>
                  </a:lnTo>
                  <a:lnTo>
                    <a:pt x="63078" y="36352"/>
                  </a:lnTo>
                  <a:lnTo>
                    <a:pt x="58984" y="39716"/>
                  </a:lnTo>
                  <a:lnTo>
                    <a:pt x="54999" y="43209"/>
                  </a:lnTo>
                  <a:lnTo>
                    <a:pt x="51126" y="46826"/>
                  </a:lnTo>
                  <a:lnTo>
                    <a:pt x="47370" y="50564"/>
                  </a:lnTo>
                  <a:lnTo>
                    <a:pt x="43735" y="54419"/>
                  </a:lnTo>
                  <a:lnTo>
                    <a:pt x="40223" y="58388"/>
                  </a:lnTo>
                  <a:lnTo>
                    <a:pt x="36839" y="62466"/>
                  </a:lnTo>
                  <a:lnTo>
                    <a:pt x="33586" y="66649"/>
                  </a:lnTo>
                  <a:lnTo>
                    <a:pt x="30467" y="70933"/>
                  </a:lnTo>
                  <a:lnTo>
                    <a:pt x="27485" y="75314"/>
                  </a:lnTo>
                  <a:lnTo>
                    <a:pt x="24644" y="79787"/>
                  </a:lnTo>
                  <a:lnTo>
                    <a:pt x="21946" y="84348"/>
                  </a:lnTo>
                  <a:lnTo>
                    <a:pt x="19394" y="88993"/>
                  </a:lnTo>
                  <a:lnTo>
                    <a:pt x="16991" y="93715"/>
                  </a:lnTo>
                  <a:lnTo>
                    <a:pt x="14738" y="98512"/>
                  </a:lnTo>
                  <a:lnTo>
                    <a:pt x="12639" y="103377"/>
                  </a:lnTo>
                  <a:lnTo>
                    <a:pt x="10694" y="108307"/>
                  </a:lnTo>
                  <a:lnTo>
                    <a:pt x="8907" y="113296"/>
                  </a:lnTo>
                  <a:lnTo>
                    <a:pt x="7279" y="118339"/>
                  </a:lnTo>
                  <a:lnTo>
                    <a:pt x="5812" y="123431"/>
                  </a:lnTo>
                  <a:lnTo>
                    <a:pt x="4507" y="128567"/>
                  </a:lnTo>
                  <a:lnTo>
                    <a:pt x="3365" y="133741"/>
                  </a:lnTo>
                  <a:lnTo>
                    <a:pt x="2388" y="138950"/>
                  </a:lnTo>
                  <a:lnTo>
                    <a:pt x="1576" y="144186"/>
                  </a:lnTo>
                  <a:lnTo>
                    <a:pt x="931" y="149446"/>
                  </a:lnTo>
                  <a:lnTo>
                    <a:pt x="453" y="154724"/>
                  </a:lnTo>
                  <a:lnTo>
                    <a:pt x="142" y="160014"/>
                  </a:lnTo>
                  <a:lnTo>
                    <a:pt x="0" y="165311"/>
                  </a:lnTo>
                  <a:lnTo>
                    <a:pt x="25" y="170610"/>
                  </a:lnTo>
                  <a:lnTo>
                    <a:pt x="218" y="175906"/>
                  </a:lnTo>
                  <a:lnTo>
                    <a:pt x="579" y="181193"/>
                  </a:lnTo>
                  <a:lnTo>
                    <a:pt x="1107" y="186466"/>
                  </a:lnTo>
                  <a:lnTo>
                    <a:pt x="1802" y="191719"/>
                  </a:lnTo>
                  <a:lnTo>
                    <a:pt x="2663" y="196948"/>
                  </a:lnTo>
                  <a:lnTo>
                    <a:pt x="3690" y="202147"/>
                  </a:lnTo>
                  <a:lnTo>
                    <a:pt x="4881" y="207310"/>
                  </a:lnTo>
                  <a:lnTo>
                    <a:pt x="6235" y="212434"/>
                  </a:lnTo>
                  <a:lnTo>
                    <a:pt x="7750" y="217511"/>
                  </a:lnTo>
                  <a:lnTo>
                    <a:pt x="9426" y="222539"/>
                  </a:lnTo>
                  <a:lnTo>
                    <a:pt x="11260" y="227510"/>
                  </a:lnTo>
                  <a:lnTo>
                    <a:pt x="13251" y="232421"/>
                  </a:lnTo>
                  <a:lnTo>
                    <a:pt x="15397" y="237267"/>
                  </a:lnTo>
                  <a:lnTo>
                    <a:pt x="17695" y="242042"/>
                  </a:lnTo>
                  <a:lnTo>
                    <a:pt x="20143" y="246741"/>
                  </a:lnTo>
                  <a:lnTo>
                    <a:pt x="22740" y="251361"/>
                  </a:lnTo>
                  <a:lnTo>
                    <a:pt x="25481" y="255896"/>
                  </a:lnTo>
                  <a:lnTo>
                    <a:pt x="28364" y="260342"/>
                  </a:lnTo>
                  <a:lnTo>
                    <a:pt x="31387" y="264695"/>
                  </a:lnTo>
                  <a:lnTo>
                    <a:pt x="34547" y="268949"/>
                  </a:lnTo>
                  <a:lnTo>
                    <a:pt x="37839" y="273101"/>
                  </a:lnTo>
                  <a:lnTo>
                    <a:pt x="41262" y="277147"/>
                  </a:lnTo>
                  <a:lnTo>
                    <a:pt x="44811" y="281082"/>
                  </a:lnTo>
                  <a:lnTo>
                    <a:pt x="48483" y="284902"/>
                  </a:lnTo>
                  <a:lnTo>
                    <a:pt x="52275" y="288605"/>
                  </a:lnTo>
                  <a:lnTo>
                    <a:pt x="56182" y="292185"/>
                  </a:lnTo>
                  <a:lnTo>
                    <a:pt x="60200" y="295639"/>
                  </a:lnTo>
                  <a:lnTo>
                    <a:pt x="64326" y="298965"/>
                  </a:lnTo>
                  <a:lnTo>
                    <a:pt x="68555" y="302158"/>
                  </a:lnTo>
                  <a:lnTo>
                    <a:pt x="72883" y="305216"/>
                  </a:lnTo>
                  <a:lnTo>
                    <a:pt x="77306" y="308134"/>
                  </a:lnTo>
                  <a:lnTo>
                    <a:pt x="81819" y="310911"/>
                  </a:lnTo>
                  <a:lnTo>
                    <a:pt x="86418" y="313544"/>
                  </a:lnTo>
                  <a:lnTo>
                    <a:pt x="91098" y="316030"/>
                  </a:lnTo>
                  <a:lnTo>
                    <a:pt x="95855" y="318366"/>
                  </a:lnTo>
                  <a:lnTo>
                    <a:pt x="100683" y="320550"/>
                  </a:lnTo>
                  <a:lnTo>
                    <a:pt x="105578" y="322579"/>
                  </a:lnTo>
                  <a:lnTo>
                    <a:pt x="110535" y="324453"/>
                  </a:lnTo>
                  <a:lnTo>
                    <a:pt x="115549" y="326169"/>
                  </a:lnTo>
                  <a:lnTo>
                    <a:pt x="120614" y="327725"/>
                  </a:lnTo>
                  <a:lnTo>
                    <a:pt x="125727" y="329119"/>
                  </a:lnTo>
                  <a:lnTo>
                    <a:pt x="130881" y="330351"/>
                  </a:lnTo>
                  <a:lnTo>
                    <a:pt x="136071" y="331419"/>
                  </a:lnTo>
                  <a:lnTo>
                    <a:pt x="141293" y="332322"/>
                  </a:lnTo>
                  <a:lnTo>
                    <a:pt x="146541" y="333058"/>
                  </a:lnTo>
                  <a:lnTo>
                    <a:pt x="151809" y="333628"/>
                  </a:lnTo>
                  <a:lnTo>
                    <a:pt x="157093" y="334031"/>
                  </a:lnTo>
                  <a:lnTo>
                    <a:pt x="162387" y="334266"/>
                  </a:lnTo>
                  <a:lnTo>
                    <a:pt x="167686" y="334334"/>
                  </a:lnTo>
                  <a:lnTo>
                    <a:pt x="172984" y="334233"/>
                  </a:lnTo>
                  <a:lnTo>
                    <a:pt x="178277" y="333964"/>
                  </a:lnTo>
                  <a:lnTo>
                    <a:pt x="183558" y="333528"/>
                  </a:lnTo>
                  <a:lnTo>
                    <a:pt x="188822" y="332924"/>
                  </a:lnTo>
                  <a:lnTo>
                    <a:pt x="194065" y="332154"/>
                  </a:lnTo>
                  <a:lnTo>
                    <a:pt x="199281" y="331219"/>
                  </a:lnTo>
                  <a:lnTo>
                    <a:pt x="204465" y="330118"/>
                  </a:lnTo>
                  <a:lnTo>
                    <a:pt x="209611" y="328854"/>
                  </a:lnTo>
                  <a:lnTo>
                    <a:pt x="214715" y="327427"/>
                  </a:lnTo>
                  <a:lnTo>
                    <a:pt x="219770" y="325839"/>
                  </a:lnTo>
                  <a:lnTo>
                    <a:pt x="224773" y="324091"/>
                  </a:lnTo>
                  <a:lnTo>
                    <a:pt x="229718" y="322186"/>
                  </a:lnTo>
                  <a:lnTo>
                    <a:pt x="234600" y="320126"/>
                  </a:lnTo>
                  <a:lnTo>
                    <a:pt x="239414" y="317911"/>
                  </a:lnTo>
                  <a:lnTo>
                    <a:pt x="244156" y="315545"/>
                  </a:lnTo>
                  <a:lnTo>
                    <a:pt x="248820" y="313030"/>
                  </a:lnTo>
                  <a:lnTo>
                    <a:pt x="253403" y="310368"/>
                  </a:lnTo>
                  <a:lnTo>
                    <a:pt x="257898" y="307563"/>
                  </a:lnTo>
                  <a:lnTo>
                    <a:pt x="262303" y="304616"/>
                  </a:lnTo>
                  <a:lnTo>
                    <a:pt x="266611" y="301531"/>
                  </a:lnTo>
                  <a:lnTo>
                    <a:pt x="270820" y="298311"/>
                  </a:lnTo>
                  <a:lnTo>
                    <a:pt x="274925" y="294960"/>
                  </a:lnTo>
                  <a:lnTo>
                    <a:pt x="278921" y="291480"/>
                  </a:lnTo>
                  <a:lnTo>
                    <a:pt x="282805" y="287875"/>
                  </a:lnTo>
                  <a:lnTo>
                    <a:pt x="286573" y="284148"/>
                  </a:lnTo>
                  <a:lnTo>
                    <a:pt x="290221" y="280305"/>
                  </a:lnTo>
                  <a:lnTo>
                    <a:pt x="293745" y="276347"/>
                  </a:lnTo>
                  <a:lnTo>
                    <a:pt x="297142" y="272280"/>
                  </a:lnTo>
                  <a:lnTo>
                    <a:pt x="300408" y="268107"/>
                  </a:lnTo>
                  <a:lnTo>
                    <a:pt x="303541" y="263833"/>
                  </a:lnTo>
                  <a:lnTo>
                    <a:pt x="306536" y="259461"/>
                  </a:lnTo>
                  <a:lnTo>
                    <a:pt x="309392" y="254997"/>
                  </a:lnTo>
                  <a:lnTo>
                    <a:pt x="312104" y="250445"/>
                  </a:lnTo>
                  <a:lnTo>
                    <a:pt x="314671" y="245809"/>
                  </a:lnTo>
                  <a:lnTo>
                    <a:pt x="317089" y="241094"/>
                  </a:lnTo>
                  <a:lnTo>
                    <a:pt x="319357" y="236304"/>
                  </a:lnTo>
                  <a:lnTo>
                    <a:pt x="321472" y="231445"/>
                  </a:lnTo>
                  <a:lnTo>
                    <a:pt x="323432" y="226522"/>
                  </a:lnTo>
                  <a:lnTo>
                    <a:pt x="325235" y="221539"/>
                  </a:lnTo>
                  <a:lnTo>
                    <a:pt x="326879" y="216501"/>
                  </a:lnTo>
                  <a:lnTo>
                    <a:pt x="328362" y="211414"/>
                  </a:lnTo>
                  <a:lnTo>
                    <a:pt x="329683" y="206282"/>
                  </a:lnTo>
                  <a:lnTo>
                    <a:pt x="330842" y="201111"/>
                  </a:lnTo>
                  <a:lnTo>
                    <a:pt x="331835" y="195906"/>
                  </a:lnTo>
                  <a:lnTo>
                    <a:pt x="332663" y="190672"/>
                  </a:lnTo>
                  <a:lnTo>
                    <a:pt x="333325" y="185414"/>
                  </a:lnTo>
                  <a:lnTo>
                    <a:pt x="333820" y="180138"/>
                  </a:lnTo>
                  <a:lnTo>
                    <a:pt x="334147" y="174849"/>
                  </a:lnTo>
                  <a:lnTo>
                    <a:pt x="334307" y="169552"/>
                  </a:lnTo>
                  <a:lnTo>
                    <a:pt x="334299" y="164253"/>
                  </a:lnTo>
                  <a:lnTo>
                    <a:pt x="334122" y="158956"/>
                  </a:lnTo>
                  <a:lnTo>
                    <a:pt x="333778" y="153668"/>
                  </a:lnTo>
                  <a:lnTo>
                    <a:pt x="333267" y="148394"/>
                  </a:lnTo>
                  <a:lnTo>
                    <a:pt x="332588" y="143138"/>
                  </a:lnTo>
                  <a:lnTo>
                    <a:pt x="331743" y="137907"/>
                  </a:lnTo>
                  <a:lnTo>
                    <a:pt x="330733" y="132705"/>
                  </a:lnTo>
                  <a:lnTo>
                    <a:pt x="329559" y="127538"/>
                  </a:lnTo>
                  <a:lnTo>
                    <a:pt x="328221" y="122410"/>
                  </a:lnTo>
                  <a:lnTo>
                    <a:pt x="326722" y="117327"/>
                  </a:lnTo>
                  <a:lnTo>
                    <a:pt x="325062" y="112295"/>
                  </a:lnTo>
                  <a:lnTo>
                    <a:pt x="323243" y="107317"/>
                  </a:lnTo>
                  <a:lnTo>
                    <a:pt x="321268" y="102400"/>
                  </a:lnTo>
                  <a:lnTo>
                    <a:pt x="319137" y="97548"/>
                  </a:lnTo>
                  <a:lnTo>
                    <a:pt x="316854" y="92766"/>
                  </a:lnTo>
                  <a:lnTo>
                    <a:pt x="314421" y="88058"/>
                  </a:lnTo>
                  <a:lnTo>
                    <a:pt x="311840" y="83430"/>
                  </a:lnTo>
                  <a:lnTo>
                    <a:pt x="309113" y="78887"/>
                  </a:lnTo>
                  <a:lnTo>
                    <a:pt x="306243" y="74432"/>
                  </a:lnTo>
                  <a:lnTo>
                    <a:pt x="303234" y="70070"/>
                  </a:lnTo>
                  <a:lnTo>
                    <a:pt x="300088" y="65805"/>
                  </a:lnTo>
                  <a:lnTo>
                    <a:pt x="296809" y="61643"/>
                  </a:lnTo>
                  <a:lnTo>
                    <a:pt x="293399" y="57586"/>
                  </a:lnTo>
                  <a:lnTo>
                    <a:pt x="289862" y="53640"/>
                  </a:lnTo>
                  <a:lnTo>
                    <a:pt x="286202" y="49808"/>
                  </a:lnTo>
                  <a:lnTo>
                    <a:pt x="282422" y="46094"/>
                  </a:lnTo>
                  <a:lnTo>
                    <a:pt x="278527" y="42501"/>
                  </a:lnTo>
                  <a:lnTo>
                    <a:pt x="274520" y="39034"/>
                  </a:lnTo>
                  <a:lnTo>
                    <a:pt x="270404" y="35695"/>
                  </a:lnTo>
                  <a:lnTo>
                    <a:pt x="266185" y="32489"/>
                  </a:lnTo>
                  <a:lnTo>
                    <a:pt x="261867" y="29417"/>
                  </a:lnTo>
                  <a:lnTo>
                    <a:pt x="257453" y="26485"/>
                  </a:lnTo>
                  <a:lnTo>
                    <a:pt x="252949" y="23693"/>
                  </a:lnTo>
                  <a:lnTo>
                    <a:pt x="248358" y="21046"/>
                  </a:lnTo>
                  <a:lnTo>
                    <a:pt x="243686" y="18546"/>
                  </a:lnTo>
                  <a:lnTo>
                    <a:pt x="238937" y="16195"/>
                  </a:lnTo>
                  <a:lnTo>
                    <a:pt x="234115" y="13996"/>
                  </a:lnTo>
                  <a:lnTo>
                    <a:pt x="229227" y="11950"/>
                  </a:lnTo>
                  <a:lnTo>
                    <a:pt x="224276" y="10061"/>
                  </a:lnTo>
                  <a:lnTo>
                    <a:pt x="219268" y="8329"/>
                  </a:lnTo>
                  <a:lnTo>
                    <a:pt x="214207" y="6757"/>
                  </a:lnTo>
                  <a:lnTo>
                    <a:pt x="209099" y="5347"/>
                  </a:lnTo>
                  <a:lnTo>
                    <a:pt x="203949" y="4099"/>
                  </a:lnTo>
                  <a:lnTo>
                    <a:pt x="198762" y="3014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9188" y="2126963"/>
              <a:ext cx="132099" cy="167167"/>
            </a:xfrm>
            <a:custGeom>
              <a:avLst/>
              <a:pathLst>
                <a:path w="132099" h="167167">
                  <a:moveTo>
                    <a:pt x="132099" y="0"/>
                  </a:moveTo>
                  <a:lnTo>
                    <a:pt x="126660" y="88"/>
                  </a:lnTo>
                  <a:lnTo>
                    <a:pt x="121226" y="353"/>
                  </a:lnTo>
                  <a:lnTo>
                    <a:pt x="115805" y="795"/>
                  </a:lnTo>
                  <a:lnTo>
                    <a:pt x="110400" y="1414"/>
                  </a:lnTo>
                  <a:lnTo>
                    <a:pt x="105019" y="2207"/>
                  </a:lnTo>
                  <a:lnTo>
                    <a:pt x="99666" y="3176"/>
                  </a:lnTo>
                  <a:lnTo>
                    <a:pt x="94348" y="4318"/>
                  </a:lnTo>
                  <a:lnTo>
                    <a:pt x="89069" y="5632"/>
                  </a:lnTo>
                  <a:lnTo>
                    <a:pt x="83836" y="7118"/>
                  </a:lnTo>
                  <a:lnTo>
                    <a:pt x="78654" y="8773"/>
                  </a:lnTo>
                  <a:lnTo>
                    <a:pt x="73529" y="10596"/>
                  </a:lnTo>
                  <a:lnTo>
                    <a:pt x="68466" y="12584"/>
                  </a:lnTo>
                  <a:lnTo>
                    <a:pt x="63470" y="14736"/>
                  </a:lnTo>
                  <a:lnTo>
                    <a:pt x="58547" y="17050"/>
                  </a:lnTo>
                  <a:lnTo>
                    <a:pt x="53702" y="19522"/>
                  </a:lnTo>
                  <a:lnTo>
                    <a:pt x="48940" y="22151"/>
                  </a:lnTo>
                  <a:lnTo>
                    <a:pt x="44265" y="24934"/>
                  </a:lnTo>
                  <a:lnTo>
                    <a:pt x="39684" y="27867"/>
                  </a:lnTo>
                  <a:lnTo>
                    <a:pt x="35201" y="30947"/>
                  </a:lnTo>
                  <a:lnTo>
                    <a:pt x="30820" y="34172"/>
                  </a:lnTo>
                  <a:lnTo>
                    <a:pt x="26547" y="37538"/>
                  </a:lnTo>
                  <a:lnTo>
                    <a:pt x="22385" y="41041"/>
                  </a:lnTo>
                  <a:lnTo>
                    <a:pt x="18339" y="44677"/>
                  </a:lnTo>
                  <a:lnTo>
                    <a:pt x="14414" y="48443"/>
                  </a:lnTo>
                  <a:lnTo>
                    <a:pt x="10614" y="52335"/>
                  </a:lnTo>
                  <a:lnTo>
                    <a:pt x="6942" y="56348"/>
                  </a:lnTo>
                  <a:lnTo>
                    <a:pt x="3403" y="60479"/>
                  </a:lnTo>
                  <a:lnTo>
                    <a:pt x="0" y="64723"/>
                  </a:lnTo>
                  <a:lnTo>
                    <a:pt x="13209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49188" y="2191686"/>
              <a:ext cx="132099" cy="102444"/>
            </a:xfrm>
            <a:custGeom>
              <a:avLst/>
              <a:pathLst>
                <a:path w="132099" h="102444">
                  <a:moveTo>
                    <a:pt x="0" y="0"/>
                  </a:moveTo>
                  <a:lnTo>
                    <a:pt x="132099" y="102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14124" y="2127832"/>
              <a:ext cx="334324" cy="333460"/>
            </a:xfrm>
            <a:custGeom>
              <a:avLst/>
              <a:pathLst>
                <a:path w="334324" h="333460">
                  <a:moveTo>
                    <a:pt x="35064" y="63854"/>
                  </a:moveTo>
                  <a:lnTo>
                    <a:pt x="31879" y="68098"/>
                  </a:lnTo>
                  <a:lnTo>
                    <a:pt x="28830" y="72442"/>
                  </a:lnTo>
                  <a:lnTo>
                    <a:pt x="25920" y="76880"/>
                  </a:lnTo>
                  <a:lnTo>
                    <a:pt x="23153" y="81408"/>
                  </a:lnTo>
                  <a:lnTo>
                    <a:pt x="20531" y="86022"/>
                  </a:lnTo>
                  <a:lnTo>
                    <a:pt x="18057" y="90717"/>
                  </a:lnTo>
                  <a:lnTo>
                    <a:pt x="15733" y="95488"/>
                  </a:lnTo>
                  <a:lnTo>
                    <a:pt x="13562" y="100330"/>
                  </a:lnTo>
                  <a:lnTo>
                    <a:pt x="11545" y="105239"/>
                  </a:lnTo>
                  <a:lnTo>
                    <a:pt x="9686" y="110209"/>
                  </a:lnTo>
                  <a:lnTo>
                    <a:pt x="7985" y="115236"/>
                  </a:lnTo>
                  <a:lnTo>
                    <a:pt x="6444" y="120314"/>
                  </a:lnTo>
                  <a:lnTo>
                    <a:pt x="5065" y="125439"/>
                  </a:lnTo>
                  <a:lnTo>
                    <a:pt x="3850" y="130605"/>
                  </a:lnTo>
                  <a:lnTo>
                    <a:pt x="2800" y="135807"/>
                  </a:lnTo>
                  <a:lnTo>
                    <a:pt x="1915" y="141039"/>
                  </a:lnTo>
                  <a:lnTo>
                    <a:pt x="1196" y="146297"/>
                  </a:lnTo>
                  <a:lnTo>
                    <a:pt x="645" y="151575"/>
                  </a:lnTo>
                  <a:lnTo>
                    <a:pt x="261" y="156868"/>
                  </a:lnTo>
                  <a:lnTo>
                    <a:pt x="46" y="162171"/>
                  </a:lnTo>
                  <a:lnTo>
                    <a:pt x="0" y="167477"/>
                  </a:lnTo>
                  <a:lnTo>
                    <a:pt x="121" y="172783"/>
                  </a:lnTo>
                  <a:lnTo>
                    <a:pt x="411" y="178082"/>
                  </a:lnTo>
                  <a:lnTo>
                    <a:pt x="869" y="183369"/>
                  </a:lnTo>
                  <a:lnTo>
                    <a:pt x="1495" y="188639"/>
                  </a:lnTo>
                  <a:lnTo>
                    <a:pt x="2288" y="193886"/>
                  </a:lnTo>
                  <a:lnTo>
                    <a:pt x="3246" y="199105"/>
                  </a:lnTo>
                  <a:lnTo>
                    <a:pt x="4370" y="204292"/>
                  </a:lnTo>
                  <a:lnTo>
                    <a:pt x="5658" y="209440"/>
                  </a:lnTo>
                  <a:lnTo>
                    <a:pt x="7109" y="214545"/>
                  </a:lnTo>
                  <a:lnTo>
                    <a:pt x="8721" y="219601"/>
                  </a:lnTo>
                  <a:lnTo>
                    <a:pt x="10493" y="224603"/>
                  </a:lnTo>
                  <a:lnTo>
                    <a:pt x="12423" y="229547"/>
                  </a:lnTo>
                  <a:lnTo>
                    <a:pt x="14508" y="234427"/>
                  </a:lnTo>
                  <a:lnTo>
                    <a:pt x="16748" y="239238"/>
                  </a:lnTo>
                  <a:lnTo>
                    <a:pt x="19139" y="243975"/>
                  </a:lnTo>
                  <a:lnTo>
                    <a:pt x="21679" y="248635"/>
                  </a:lnTo>
                  <a:lnTo>
                    <a:pt x="24366" y="253211"/>
                  </a:lnTo>
                  <a:lnTo>
                    <a:pt x="27196" y="257700"/>
                  </a:lnTo>
                  <a:lnTo>
                    <a:pt x="30168" y="262097"/>
                  </a:lnTo>
                  <a:lnTo>
                    <a:pt x="33278" y="266397"/>
                  </a:lnTo>
                  <a:lnTo>
                    <a:pt x="36523" y="270596"/>
                  </a:lnTo>
                  <a:lnTo>
                    <a:pt x="39899" y="274690"/>
                  </a:lnTo>
                  <a:lnTo>
                    <a:pt x="43404" y="278675"/>
                  </a:lnTo>
                  <a:lnTo>
                    <a:pt x="47033" y="282547"/>
                  </a:lnTo>
                  <a:lnTo>
                    <a:pt x="50784" y="286301"/>
                  </a:lnTo>
                  <a:lnTo>
                    <a:pt x="54652" y="289935"/>
                  </a:lnTo>
                  <a:lnTo>
                    <a:pt x="58633" y="293444"/>
                  </a:lnTo>
                  <a:lnTo>
                    <a:pt x="62723" y="296825"/>
                  </a:lnTo>
                  <a:lnTo>
                    <a:pt x="66919" y="300074"/>
                  </a:lnTo>
                  <a:lnTo>
                    <a:pt x="71216" y="303189"/>
                  </a:lnTo>
                  <a:lnTo>
                    <a:pt x="75609" y="306165"/>
                  </a:lnTo>
                  <a:lnTo>
                    <a:pt x="80095" y="309001"/>
                  </a:lnTo>
                  <a:lnTo>
                    <a:pt x="84669" y="311693"/>
                  </a:lnTo>
                  <a:lnTo>
                    <a:pt x="89325" y="314238"/>
                  </a:lnTo>
                  <a:lnTo>
                    <a:pt x="94060" y="316634"/>
                  </a:lnTo>
                  <a:lnTo>
                    <a:pt x="98869" y="318879"/>
                  </a:lnTo>
                  <a:lnTo>
                    <a:pt x="103747" y="320969"/>
                  </a:lnTo>
                  <a:lnTo>
                    <a:pt x="108688" y="322904"/>
                  </a:lnTo>
                  <a:lnTo>
                    <a:pt x="113688" y="324682"/>
                  </a:lnTo>
                  <a:lnTo>
                    <a:pt x="118743" y="326299"/>
                  </a:lnTo>
                  <a:lnTo>
                    <a:pt x="123846" y="327755"/>
                  </a:lnTo>
                  <a:lnTo>
                    <a:pt x="128993" y="329049"/>
                  </a:lnTo>
                  <a:lnTo>
                    <a:pt x="134178" y="330179"/>
                  </a:lnTo>
                  <a:lnTo>
                    <a:pt x="139396" y="331143"/>
                  </a:lnTo>
                  <a:lnTo>
                    <a:pt x="144643" y="331941"/>
                  </a:lnTo>
                  <a:lnTo>
                    <a:pt x="149912" y="332573"/>
                  </a:lnTo>
                  <a:lnTo>
                    <a:pt x="155198" y="333036"/>
                  </a:lnTo>
                  <a:lnTo>
                    <a:pt x="160497" y="333332"/>
                  </a:lnTo>
                  <a:lnTo>
                    <a:pt x="165802" y="333460"/>
                  </a:lnTo>
                  <a:lnTo>
                    <a:pt x="171109" y="333419"/>
                  </a:lnTo>
                  <a:lnTo>
                    <a:pt x="176412" y="333209"/>
                  </a:lnTo>
                  <a:lnTo>
                    <a:pt x="181705" y="332831"/>
                  </a:lnTo>
                  <a:lnTo>
                    <a:pt x="186984" y="332286"/>
                  </a:lnTo>
                  <a:lnTo>
                    <a:pt x="192243" y="331573"/>
                  </a:lnTo>
                  <a:lnTo>
                    <a:pt x="197476" y="330694"/>
                  </a:lnTo>
                  <a:lnTo>
                    <a:pt x="202679" y="329649"/>
                  </a:lnTo>
                  <a:lnTo>
                    <a:pt x="207846" y="328439"/>
                  </a:lnTo>
                  <a:lnTo>
                    <a:pt x="212972" y="327066"/>
                  </a:lnTo>
                  <a:lnTo>
                    <a:pt x="218052" y="325531"/>
                  </a:lnTo>
                  <a:lnTo>
                    <a:pt x="223081" y="323835"/>
                  </a:lnTo>
                  <a:lnTo>
                    <a:pt x="228053" y="321981"/>
                  </a:lnTo>
                  <a:lnTo>
                    <a:pt x="232964" y="319970"/>
                  </a:lnTo>
                  <a:lnTo>
                    <a:pt x="237809" y="317804"/>
                  </a:lnTo>
                  <a:lnTo>
                    <a:pt x="242582" y="315485"/>
                  </a:lnTo>
                  <a:lnTo>
                    <a:pt x="247280" y="313016"/>
                  </a:lnTo>
                  <a:lnTo>
                    <a:pt x="251896" y="310399"/>
                  </a:lnTo>
                  <a:lnTo>
                    <a:pt x="256428" y="307637"/>
                  </a:lnTo>
                  <a:lnTo>
                    <a:pt x="260869" y="304732"/>
                  </a:lnTo>
                  <a:lnTo>
                    <a:pt x="265216" y="301688"/>
                  </a:lnTo>
                  <a:lnTo>
                    <a:pt x="269464" y="298507"/>
                  </a:lnTo>
                  <a:lnTo>
                    <a:pt x="273609" y="295194"/>
                  </a:lnTo>
                  <a:lnTo>
                    <a:pt x="277647" y="291750"/>
                  </a:lnTo>
                  <a:lnTo>
                    <a:pt x="281573" y="288180"/>
                  </a:lnTo>
                  <a:lnTo>
                    <a:pt x="285384" y="284487"/>
                  </a:lnTo>
                  <a:lnTo>
                    <a:pt x="289076" y="280675"/>
                  </a:lnTo>
                  <a:lnTo>
                    <a:pt x="292645" y="276747"/>
                  </a:lnTo>
                  <a:lnTo>
                    <a:pt x="296088" y="272709"/>
                  </a:lnTo>
                  <a:lnTo>
                    <a:pt x="299401" y="268563"/>
                  </a:lnTo>
                  <a:lnTo>
                    <a:pt x="302580" y="264314"/>
                  </a:lnTo>
                  <a:lnTo>
                    <a:pt x="305623" y="259966"/>
                  </a:lnTo>
                  <a:lnTo>
                    <a:pt x="308526" y="255524"/>
                  </a:lnTo>
                  <a:lnTo>
                    <a:pt x="311287" y="250992"/>
                  </a:lnTo>
                  <a:lnTo>
                    <a:pt x="313903" y="246374"/>
                  </a:lnTo>
                  <a:lnTo>
                    <a:pt x="316371" y="241676"/>
                  </a:lnTo>
                  <a:lnTo>
                    <a:pt x="318688" y="236902"/>
                  </a:lnTo>
                  <a:lnTo>
                    <a:pt x="320853" y="232057"/>
                  </a:lnTo>
                  <a:lnTo>
                    <a:pt x="322863" y="227145"/>
                  </a:lnTo>
                  <a:lnTo>
                    <a:pt x="324716" y="222172"/>
                  </a:lnTo>
                  <a:lnTo>
                    <a:pt x="326410" y="217143"/>
                  </a:lnTo>
                  <a:lnTo>
                    <a:pt x="327944" y="212063"/>
                  </a:lnTo>
                  <a:lnTo>
                    <a:pt x="329315" y="206936"/>
                  </a:lnTo>
                  <a:lnTo>
                    <a:pt x="330524" y="201769"/>
                  </a:lnTo>
                  <a:lnTo>
                    <a:pt x="331567" y="196566"/>
                  </a:lnTo>
                  <a:lnTo>
                    <a:pt x="332445" y="191332"/>
                  </a:lnTo>
                  <a:lnTo>
                    <a:pt x="333156" y="186073"/>
                  </a:lnTo>
                  <a:lnTo>
                    <a:pt x="333700" y="180794"/>
                  </a:lnTo>
                  <a:lnTo>
                    <a:pt x="334077" y="175501"/>
                  </a:lnTo>
                  <a:lnTo>
                    <a:pt x="334285" y="170198"/>
                  </a:lnTo>
                  <a:lnTo>
                    <a:pt x="334324" y="164891"/>
                  </a:lnTo>
                  <a:lnTo>
                    <a:pt x="334195" y="159586"/>
                  </a:lnTo>
                  <a:lnTo>
                    <a:pt x="333898" y="154287"/>
                  </a:lnTo>
                  <a:lnTo>
                    <a:pt x="333433" y="149001"/>
                  </a:lnTo>
                  <a:lnTo>
                    <a:pt x="332800" y="143732"/>
                  </a:lnTo>
                  <a:lnTo>
                    <a:pt x="332000" y="138486"/>
                  </a:lnTo>
                  <a:lnTo>
                    <a:pt x="331035" y="133268"/>
                  </a:lnTo>
                  <a:lnTo>
                    <a:pt x="329904" y="128083"/>
                  </a:lnTo>
                  <a:lnTo>
                    <a:pt x="328609" y="122936"/>
                  </a:lnTo>
                  <a:lnTo>
                    <a:pt x="327151" y="117834"/>
                  </a:lnTo>
                  <a:lnTo>
                    <a:pt x="325532" y="112780"/>
                  </a:lnTo>
                  <a:lnTo>
                    <a:pt x="323753" y="107780"/>
                  </a:lnTo>
                  <a:lnTo>
                    <a:pt x="321817" y="102839"/>
                  </a:lnTo>
                  <a:lnTo>
                    <a:pt x="319725" y="97962"/>
                  </a:lnTo>
                  <a:lnTo>
                    <a:pt x="317479" y="93154"/>
                  </a:lnTo>
                  <a:lnTo>
                    <a:pt x="315081" y="88419"/>
                  </a:lnTo>
                  <a:lnTo>
                    <a:pt x="312535" y="83763"/>
                  </a:lnTo>
                  <a:lnTo>
                    <a:pt x="309842" y="79191"/>
                  </a:lnTo>
                  <a:lnTo>
                    <a:pt x="307005" y="74706"/>
                  </a:lnTo>
                  <a:lnTo>
                    <a:pt x="304027" y="70313"/>
                  </a:lnTo>
                  <a:lnTo>
                    <a:pt x="300912" y="66017"/>
                  </a:lnTo>
                  <a:lnTo>
                    <a:pt x="297661" y="61822"/>
                  </a:lnTo>
                  <a:lnTo>
                    <a:pt x="294279" y="57733"/>
                  </a:lnTo>
                  <a:lnTo>
                    <a:pt x="290769" y="53752"/>
                  </a:lnTo>
                  <a:lnTo>
                    <a:pt x="287134" y="49886"/>
                  </a:lnTo>
                  <a:lnTo>
                    <a:pt x="283379" y="46136"/>
                  </a:lnTo>
                  <a:lnTo>
                    <a:pt x="279506" y="42508"/>
                  </a:lnTo>
                  <a:lnTo>
                    <a:pt x="275520" y="39004"/>
                  </a:lnTo>
                  <a:lnTo>
                    <a:pt x="271425" y="35629"/>
                  </a:lnTo>
                  <a:lnTo>
                    <a:pt x="267225" y="32385"/>
                  </a:lnTo>
                  <a:lnTo>
                    <a:pt x="262924" y="29277"/>
                  </a:lnTo>
                  <a:lnTo>
                    <a:pt x="258526" y="26306"/>
                  </a:lnTo>
                  <a:lnTo>
                    <a:pt x="254037" y="23477"/>
                  </a:lnTo>
                  <a:lnTo>
                    <a:pt x="249460" y="20791"/>
                  </a:lnTo>
                  <a:lnTo>
                    <a:pt x="244800" y="18252"/>
                  </a:lnTo>
                  <a:lnTo>
                    <a:pt x="240061" y="15862"/>
                  </a:lnTo>
                  <a:lnTo>
                    <a:pt x="235250" y="13624"/>
                  </a:lnTo>
                  <a:lnTo>
                    <a:pt x="230369" y="11540"/>
                  </a:lnTo>
                  <a:lnTo>
                    <a:pt x="225425" y="9612"/>
                  </a:lnTo>
                  <a:lnTo>
                    <a:pt x="220422" y="7841"/>
                  </a:lnTo>
                  <a:lnTo>
                    <a:pt x="215366" y="6231"/>
                  </a:lnTo>
                  <a:lnTo>
                    <a:pt x="210261" y="4781"/>
                  </a:lnTo>
                  <a:lnTo>
                    <a:pt x="205112" y="3495"/>
                  </a:lnTo>
                  <a:lnTo>
                    <a:pt x="199925" y="2372"/>
                  </a:lnTo>
                  <a:lnTo>
                    <a:pt x="194706" y="1415"/>
                  </a:lnTo>
                  <a:lnTo>
                    <a:pt x="189458" y="624"/>
                  </a:lnTo>
                  <a:lnTo>
                    <a:pt x="184188" y="0"/>
                  </a:lnTo>
                  <a:lnTo>
                    <a:pt x="167163" y="166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17025" cy="167167"/>
            </a:xfrm>
            <a:custGeom>
              <a:avLst/>
              <a:pathLst>
                <a:path w="17025" h="167167">
                  <a:moveTo>
                    <a:pt x="17025" y="869"/>
                  </a:moveTo>
                  <a:lnTo>
                    <a:pt x="8523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7"/>
                  </a:lnTo>
                  <a:lnTo>
                    <a:pt x="140821" y="2087"/>
                  </a:lnTo>
                  <a:lnTo>
                    <a:pt x="135611" y="3003"/>
                  </a:lnTo>
                  <a:lnTo>
                    <a:pt x="130434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3" y="10022"/>
                  </a:lnTo>
                  <a:lnTo>
                    <a:pt x="105200" y="11905"/>
                  </a:lnTo>
                  <a:lnTo>
                    <a:pt x="100319" y="13942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8" y="20967"/>
                  </a:lnTo>
                  <a:lnTo>
                    <a:pt x="81513" y="23604"/>
                  </a:lnTo>
                  <a:lnTo>
                    <a:pt x="77015" y="26386"/>
                  </a:lnTo>
                  <a:lnTo>
                    <a:pt x="72606" y="29308"/>
                  </a:lnTo>
                  <a:lnTo>
                    <a:pt x="68292" y="32368"/>
                  </a:lnTo>
                  <a:lnTo>
                    <a:pt x="64077" y="35563"/>
                  </a:lnTo>
                  <a:lnTo>
                    <a:pt x="59966" y="38890"/>
                  </a:lnTo>
                  <a:lnTo>
                    <a:pt x="55961" y="42345"/>
                  </a:lnTo>
                  <a:lnTo>
                    <a:pt x="52068" y="45925"/>
                  </a:lnTo>
                  <a:lnTo>
                    <a:pt x="48290" y="49626"/>
                  </a:lnTo>
                  <a:lnTo>
                    <a:pt x="44631" y="53445"/>
                  </a:lnTo>
                  <a:lnTo>
                    <a:pt x="41095" y="57378"/>
                  </a:lnTo>
                  <a:lnTo>
                    <a:pt x="37685" y="61421"/>
                  </a:lnTo>
                  <a:lnTo>
                    <a:pt x="34405" y="65570"/>
                  </a:lnTo>
                  <a:lnTo>
                    <a:pt x="31257" y="69821"/>
                  </a:lnTo>
                  <a:lnTo>
                    <a:pt x="28246" y="74168"/>
                  </a:lnTo>
                  <a:lnTo>
                    <a:pt x="25373" y="78609"/>
                  </a:lnTo>
                  <a:lnTo>
                    <a:pt x="22643" y="83139"/>
                  </a:lnTo>
                  <a:lnTo>
                    <a:pt x="20057" y="87753"/>
                  </a:lnTo>
                  <a:lnTo>
                    <a:pt x="17618" y="92446"/>
                  </a:lnTo>
                  <a:lnTo>
                    <a:pt x="15329" y="97214"/>
                  </a:lnTo>
                  <a:lnTo>
                    <a:pt x="13192" y="102052"/>
                  </a:lnTo>
                  <a:lnTo>
                    <a:pt x="11209" y="106955"/>
                  </a:lnTo>
                  <a:lnTo>
                    <a:pt x="9383" y="111919"/>
                  </a:lnTo>
                  <a:lnTo>
                    <a:pt x="7714" y="116938"/>
                  </a:lnTo>
                  <a:lnTo>
                    <a:pt x="6205" y="122007"/>
                  </a:lnTo>
                  <a:lnTo>
                    <a:pt x="4856" y="127121"/>
                  </a:lnTo>
                  <a:lnTo>
                    <a:pt x="3671" y="132275"/>
                  </a:lnTo>
                  <a:lnTo>
                    <a:pt x="2649" y="137465"/>
                  </a:lnTo>
                  <a:lnTo>
                    <a:pt x="1792" y="142684"/>
                  </a:lnTo>
                  <a:lnTo>
                    <a:pt x="1100" y="147927"/>
                  </a:lnTo>
                  <a:lnTo>
                    <a:pt x="574" y="153190"/>
                  </a:lnTo>
                  <a:lnTo>
                    <a:pt x="216" y="158467"/>
                  </a:lnTo>
                  <a:lnTo>
                    <a:pt x="24" y="163753"/>
                  </a:lnTo>
                  <a:lnTo>
                    <a:pt x="0" y="169041"/>
                  </a:lnTo>
                  <a:lnTo>
                    <a:pt x="142" y="174329"/>
                  </a:lnTo>
                  <a:lnTo>
                    <a:pt x="453" y="179608"/>
                  </a:lnTo>
                  <a:lnTo>
                    <a:pt x="930" y="184876"/>
                  </a:lnTo>
                  <a:lnTo>
                    <a:pt x="1573" y="190126"/>
                  </a:lnTo>
                  <a:lnTo>
                    <a:pt x="2382" y="195352"/>
                  </a:lnTo>
                  <a:lnTo>
                    <a:pt x="3356" y="200551"/>
                  </a:lnTo>
                  <a:lnTo>
                    <a:pt x="4494" y="205716"/>
                  </a:lnTo>
                  <a:lnTo>
                    <a:pt x="5795" y="210842"/>
                  </a:lnTo>
                  <a:lnTo>
                    <a:pt x="7258" y="215925"/>
                  </a:lnTo>
                  <a:lnTo>
                    <a:pt x="8880" y="220959"/>
                  </a:lnTo>
                  <a:lnTo>
                    <a:pt x="10661" y="225939"/>
                  </a:lnTo>
                  <a:lnTo>
                    <a:pt x="12599" y="230861"/>
                  </a:lnTo>
                  <a:lnTo>
                    <a:pt x="14691" y="235718"/>
                  </a:lnTo>
                  <a:lnTo>
                    <a:pt x="16936" y="240507"/>
                  </a:lnTo>
                  <a:lnTo>
                    <a:pt x="19331" y="245223"/>
                  </a:lnTo>
                  <a:lnTo>
                    <a:pt x="21875" y="249860"/>
                  </a:lnTo>
                  <a:lnTo>
                    <a:pt x="24563" y="254415"/>
                  </a:lnTo>
                  <a:lnTo>
                    <a:pt x="27395" y="258882"/>
                  </a:lnTo>
                  <a:lnTo>
                    <a:pt x="30366" y="263257"/>
                  </a:lnTo>
                  <a:lnTo>
                    <a:pt x="33474" y="267536"/>
                  </a:lnTo>
                  <a:lnTo>
                    <a:pt x="36716" y="271715"/>
                  </a:lnTo>
                  <a:lnTo>
                    <a:pt x="40089" y="275789"/>
                  </a:lnTo>
                  <a:lnTo>
                    <a:pt x="43589" y="279755"/>
                  </a:lnTo>
                  <a:lnTo>
                    <a:pt x="47212" y="283607"/>
                  </a:lnTo>
                  <a:lnTo>
                    <a:pt x="50956" y="287344"/>
                  </a:lnTo>
                  <a:lnTo>
                    <a:pt x="54816" y="290959"/>
                  </a:lnTo>
                  <a:lnTo>
                    <a:pt x="58788" y="294451"/>
                  </a:lnTo>
                  <a:lnTo>
                    <a:pt x="62869" y="297816"/>
                  </a:lnTo>
                  <a:lnTo>
                    <a:pt x="67055" y="301050"/>
                  </a:lnTo>
                  <a:lnTo>
                    <a:pt x="71340" y="304149"/>
                  </a:lnTo>
                  <a:lnTo>
                    <a:pt x="75721" y="307112"/>
                  </a:lnTo>
                  <a:lnTo>
                    <a:pt x="80194" y="309934"/>
                  </a:lnTo>
                  <a:lnTo>
                    <a:pt x="84754" y="312614"/>
                  </a:lnTo>
                  <a:lnTo>
                    <a:pt x="89397" y="315148"/>
                  </a:lnTo>
                  <a:lnTo>
                    <a:pt x="94117" y="317534"/>
                  </a:lnTo>
                  <a:lnTo>
                    <a:pt x="98910" y="319769"/>
                  </a:lnTo>
                  <a:lnTo>
                    <a:pt x="103772" y="321852"/>
                  </a:lnTo>
                  <a:lnTo>
                    <a:pt x="108697" y="323779"/>
                  </a:lnTo>
                  <a:lnTo>
                    <a:pt x="113681" y="325550"/>
                  </a:lnTo>
                  <a:lnTo>
                    <a:pt x="118718" y="327163"/>
                  </a:lnTo>
                  <a:lnTo>
                    <a:pt x="123804" y="328615"/>
                  </a:lnTo>
                  <a:lnTo>
                    <a:pt x="128933" y="329906"/>
                  </a:lnTo>
                  <a:lnTo>
                    <a:pt x="134100" y="331034"/>
                  </a:lnTo>
                  <a:lnTo>
                    <a:pt x="139301" y="331997"/>
                  </a:lnTo>
                  <a:lnTo>
                    <a:pt x="144529" y="332796"/>
                  </a:lnTo>
                  <a:lnTo>
                    <a:pt x="149780" y="333429"/>
                  </a:lnTo>
                  <a:lnTo>
                    <a:pt x="155049" y="333895"/>
                  </a:lnTo>
                  <a:lnTo>
                    <a:pt x="160329" y="334195"/>
                  </a:lnTo>
                  <a:lnTo>
                    <a:pt x="165616" y="334327"/>
                  </a:lnTo>
                  <a:lnTo>
                    <a:pt x="170905" y="334292"/>
                  </a:lnTo>
                  <a:lnTo>
                    <a:pt x="176190" y="334090"/>
                  </a:lnTo>
                  <a:lnTo>
                    <a:pt x="181466" y="333721"/>
                  </a:lnTo>
                  <a:lnTo>
                    <a:pt x="186728" y="333185"/>
                  </a:lnTo>
                  <a:lnTo>
                    <a:pt x="191970" y="332482"/>
                  </a:lnTo>
                  <a:lnTo>
                    <a:pt x="197188" y="331615"/>
                  </a:lnTo>
                  <a:lnTo>
                    <a:pt x="202375" y="330582"/>
                  </a:lnTo>
                  <a:lnTo>
                    <a:pt x="207527" y="329386"/>
                  </a:lnTo>
                  <a:lnTo>
                    <a:pt x="212639" y="328028"/>
                  </a:lnTo>
                  <a:lnTo>
                    <a:pt x="217705" y="326509"/>
                  </a:lnTo>
                  <a:lnTo>
                    <a:pt x="222720" y="324830"/>
                  </a:lnTo>
                  <a:lnTo>
                    <a:pt x="227680" y="322993"/>
                  </a:lnTo>
                  <a:lnTo>
                    <a:pt x="232579" y="321001"/>
                  </a:lnTo>
                  <a:lnTo>
                    <a:pt x="237413" y="318854"/>
                  </a:lnTo>
                  <a:lnTo>
                    <a:pt x="242176" y="316556"/>
                  </a:lnTo>
                  <a:lnTo>
                    <a:pt x="246865" y="314108"/>
                  </a:lnTo>
                  <a:lnTo>
                    <a:pt x="251473" y="311512"/>
                  </a:lnTo>
                  <a:lnTo>
                    <a:pt x="255997" y="308773"/>
                  </a:lnTo>
                  <a:lnTo>
                    <a:pt x="260433" y="305891"/>
                  </a:lnTo>
                  <a:lnTo>
                    <a:pt x="264775" y="302871"/>
                  </a:lnTo>
                  <a:lnTo>
                    <a:pt x="269019" y="299715"/>
                  </a:lnTo>
                  <a:lnTo>
                    <a:pt x="273161" y="296426"/>
                  </a:lnTo>
                  <a:lnTo>
                    <a:pt x="277197" y="293008"/>
                  </a:lnTo>
                  <a:lnTo>
                    <a:pt x="281123" y="289464"/>
                  </a:lnTo>
                  <a:lnTo>
                    <a:pt x="284935" y="285798"/>
                  </a:lnTo>
                  <a:lnTo>
                    <a:pt x="288629" y="282012"/>
                  </a:lnTo>
                  <a:lnTo>
                    <a:pt x="292201" y="278112"/>
                  </a:lnTo>
                  <a:lnTo>
                    <a:pt x="295648" y="274101"/>
                  </a:lnTo>
                  <a:lnTo>
                    <a:pt x="298967" y="269982"/>
                  </a:lnTo>
                  <a:lnTo>
                    <a:pt x="302153" y="265761"/>
                  </a:lnTo>
                  <a:lnTo>
                    <a:pt x="305205" y="261441"/>
                  </a:lnTo>
                  <a:lnTo>
                    <a:pt x="308118" y="257027"/>
                  </a:lnTo>
                  <a:lnTo>
                    <a:pt x="310890" y="252523"/>
                  </a:lnTo>
                  <a:lnTo>
                    <a:pt x="313518" y="247933"/>
                  </a:lnTo>
                  <a:lnTo>
                    <a:pt x="316000" y="243262"/>
                  </a:lnTo>
                  <a:lnTo>
                    <a:pt x="318333" y="238516"/>
                  </a:lnTo>
                  <a:lnTo>
                    <a:pt x="320514" y="233697"/>
                  </a:lnTo>
                  <a:lnTo>
                    <a:pt x="322542" y="228813"/>
                  </a:lnTo>
                  <a:lnTo>
                    <a:pt x="324415" y="223866"/>
                  </a:lnTo>
                  <a:lnTo>
                    <a:pt x="326130" y="218863"/>
                  </a:lnTo>
                  <a:lnTo>
                    <a:pt x="327685" y="213808"/>
                  </a:lnTo>
                  <a:lnTo>
                    <a:pt x="329081" y="208706"/>
                  </a:lnTo>
                  <a:lnTo>
                    <a:pt x="330314" y="203563"/>
                  </a:lnTo>
                  <a:lnTo>
                    <a:pt x="331383" y="198383"/>
                  </a:lnTo>
                  <a:lnTo>
                    <a:pt x="332289" y="193172"/>
                  </a:lnTo>
                  <a:lnTo>
                    <a:pt x="333029" y="187936"/>
                  </a:lnTo>
                  <a:lnTo>
                    <a:pt x="333603" y="182678"/>
                  </a:lnTo>
                  <a:lnTo>
                    <a:pt x="334010" y="177404"/>
                  </a:lnTo>
                  <a:lnTo>
                    <a:pt x="334250" y="172121"/>
                  </a:lnTo>
                  <a:lnTo>
                    <a:pt x="334324" y="166832"/>
                  </a:lnTo>
                  <a:lnTo>
                    <a:pt x="334229" y="161544"/>
                  </a:lnTo>
                  <a:lnTo>
                    <a:pt x="333968" y="156262"/>
                  </a:lnTo>
                  <a:lnTo>
                    <a:pt x="333539" y="150990"/>
                  </a:lnTo>
                  <a:lnTo>
                    <a:pt x="332944" y="145735"/>
                  </a:lnTo>
                  <a:lnTo>
                    <a:pt x="332183" y="140501"/>
                  </a:lnTo>
                  <a:lnTo>
                    <a:pt x="331257" y="135294"/>
                  </a:lnTo>
                  <a:lnTo>
                    <a:pt x="330167" y="130118"/>
                  </a:lnTo>
                  <a:lnTo>
                    <a:pt x="328913" y="124980"/>
                  </a:lnTo>
                  <a:lnTo>
                    <a:pt x="327498" y="119884"/>
                  </a:lnTo>
                  <a:lnTo>
                    <a:pt x="325921" y="114835"/>
                  </a:lnTo>
                  <a:lnTo>
                    <a:pt x="324186" y="10983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2903"/>
              <a:ext cx="157030" cy="57328"/>
            </a:xfrm>
            <a:custGeom>
              <a:avLst/>
              <a:pathLst>
                <a:path w="157030" h="57328">
                  <a:moveTo>
                    <a:pt x="157030" y="0"/>
                  </a:moveTo>
                  <a:lnTo>
                    <a:pt x="0" y="573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7025"/>
              <a:ext cx="157030" cy="163206"/>
            </a:xfrm>
            <a:custGeom>
              <a:avLst/>
              <a:pathLst>
                <a:path w="157030" h="163206">
                  <a:moveTo>
                    <a:pt x="157030" y="105878"/>
                  </a:moveTo>
                  <a:lnTo>
                    <a:pt x="155026" y="100663"/>
                  </a:lnTo>
                  <a:lnTo>
                    <a:pt x="152850" y="95518"/>
                  </a:lnTo>
                  <a:lnTo>
                    <a:pt x="150503" y="90448"/>
                  </a:lnTo>
                  <a:lnTo>
                    <a:pt x="147987" y="85460"/>
                  </a:lnTo>
                  <a:lnTo>
                    <a:pt x="145307" y="80558"/>
                  </a:lnTo>
                  <a:lnTo>
                    <a:pt x="142464" y="75749"/>
                  </a:lnTo>
                  <a:lnTo>
                    <a:pt x="139462" y="71037"/>
                  </a:lnTo>
                  <a:lnTo>
                    <a:pt x="136304" y="66428"/>
                  </a:lnTo>
                  <a:lnTo>
                    <a:pt x="132994" y="61928"/>
                  </a:lnTo>
                  <a:lnTo>
                    <a:pt x="129536" y="57540"/>
                  </a:lnTo>
                  <a:lnTo>
                    <a:pt x="125933" y="53271"/>
                  </a:lnTo>
                  <a:lnTo>
                    <a:pt x="122189" y="49124"/>
                  </a:lnTo>
                  <a:lnTo>
                    <a:pt x="118309" y="45105"/>
                  </a:lnTo>
                  <a:lnTo>
                    <a:pt x="114296" y="41218"/>
                  </a:lnTo>
                  <a:lnTo>
                    <a:pt x="110156" y="37467"/>
                  </a:lnTo>
                  <a:lnTo>
                    <a:pt x="105893" y="33856"/>
                  </a:lnTo>
                  <a:lnTo>
                    <a:pt x="101512" y="30390"/>
                  </a:lnTo>
                  <a:lnTo>
                    <a:pt x="97017" y="27072"/>
                  </a:lnTo>
                  <a:lnTo>
                    <a:pt x="92414" y="23906"/>
                  </a:lnTo>
                  <a:lnTo>
                    <a:pt x="87708" y="20896"/>
                  </a:lnTo>
                  <a:lnTo>
                    <a:pt x="82903" y="18044"/>
                  </a:lnTo>
                  <a:lnTo>
                    <a:pt x="78006" y="15355"/>
                  </a:lnTo>
                  <a:lnTo>
                    <a:pt x="73022" y="12831"/>
                  </a:lnTo>
                  <a:lnTo>
                    <a:pt x="67957" y="10475"/>
                  </a:lnTo>
                  <a:lnTo>
                    <a:pt x="62815" y="8290"/>
                  </a:lnTo>
                  <a:lnTo>
                    <a:pt x="57604" y="6277"/>
                  </a:lnTo>
                  <a:lnTo>
                    <a:pt x="52328" y="4440"/>
                  </a:lnTo>
                  <a:lnTo>
                    <a:pt x="46993" y="2780"/>
                  </a:lnTo>
                  <a:lnTo>
                    <a:pt x="41607" y="1299"/>
                  </a:lnTo>
                  <a:lnTo>
                    <a:pt x="36173" y="0"/>
                  </a:lnTo>
                  <a:lnTo>
                    <a:pt x="0" y="163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36173" cy="167167"/>
            </a:xfrm>
            <a:custGeom>
              <a:avLst/>
              <a:pathLst>
                <a:path w="36173" h="167167">
                  <a:moveTo>
                    <a:pt x="36173" y="3960"/>
                  </a:moveTo>
                  <a:lnTo>
                    <a:pt x="29021" y="2538"/>
                  </a:lnTo>
                  <a:lnTo>
                    <a:pt x="21814" y="1429"/>
                  </a:lnTo>
                  <a:lnTo>
                    <a:pt x="14566" y="635"/>
                  </a:lnTo>
                  <a:lnTo>
                    <a:pt x="7290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358827" y="317039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5" y="1340"/>
                  </a:lnTo>
                  <a:lnTo>
                    <a:pt x="140783" y="2092"/>
                  </a:lnTo>
                  <a:lnTo>
                    <a:pt x="135567" y="3010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2" y="6749"/>
                  </a:lnTo>
                  <a:lnTo>
                    <a:pt x="115074" y="8319"/>
                  </a:lnTo>
                  <a:lnTo>
                    <a:pt x="110068" y="10048"/>
                  </a:lnTo>
                  <a:lnTo>
                    <a:pt x="105120" y="11935"/>
                  </a:lnTo>
                  <a:lnTo>
                    <a:pt x="100234" y="13978"/>
                  </a:lnTo>
                  <a:lnTo>
                    <a:pt x="95415" y="16174"/>
                  </a:lnTo>
                  <a:lnTo>
                    <a:pt x="90669" y="18522"/>
                  </a:lnTo>
                  <a:lnTo>
                    <a:pt x="85999" y="21020"/>
                  </a:lnTo>
                  <a:lnTo>
                    <a:pt x="81410" y="23664"/>
                  </a:lnTo>
                  <a:lnTo>
                    <a:pt x="76908" y="26451"/>
                  </a:lnTo>
                  <a:lnTo>
                    <a:pt x="72496" y="29381"/>
                  </a:lnTo>
                  <a:lnTo>
                    <a:pt x="68179" y="32448"/>
                  </a:lnTo>
                  <a:lnTo>
                    <a:pt x="63961" y="35651"/>
                  </a:lnTo>
                  <a:lnTo>
                    <a:pt x="59847" y="38985"/>
                  </a:lnTo>
                  <a:lnTo>
                    <a:pt x="55841" y="42449"/>
                  </a:lnTo>
                  <a:lnTo>
                    <a:pt x="51946" y="46037"/>
                  </a:lnTo>
                  <a:lnTo>
                    <a:pt x="48167" y="49747"/>
                  </a:lnTo>
                  <a:lnTo>
                    <a:pt x="44507" y="53575"/>
                  </a:lnTo>
                  <a:lnTo>
                    <a:pt x="40971" y="57517"/>
                  </a:lnTo>
                  <a:lnTo>
                    <a:pt x="37561" y="61569"/>
                  </a:lnTo>
                  <a:lnTo>
                    <a:pt x="34281" y="65726"/>
                  </a:lnTo>
                  <a:lnTo>
                    <a:pt x="31134" y="69986"/>
                  </a:lnTo>
                  <a:lnTo>
                    <a:pt x="28124" y="74343"/>
                  </a:lnTo>
                  <a:lnTo>
                    <a:pt x="25254" y="78794"/>
                  </a:lnTo>
                  <a:lnTo>
                    <a:pt x="22526" y="83333"/>
                  </a:lnTo>
                  <a:lnTo>
                    <a:pt x="19943" y="87956"/>
                  </a:lnTo>
                  <a:lnTo>
                    <a:pt x="17508" y="92659"/>
                  </a:lnTo>
                  <a:lnTo>
                    <a:pt x="15223" y="97436"/>
                  </a:lnTo>
                  <a:lnTo>
                    <a:pt x="13090" y="102283"/>
                  </a:lnTo>
                  <a:lnTo>
                    <a:pt x="11112" y="107196"/>
                  </a:lnTo>
                  <a:lnTo>
                    <a:pt x="9291" y="112169"/>
                  </a:lnTo>
                  <a:lnTo>
                    <a:pt x="7628" y="117197"/>
                  </a:lnTo>
                  <a:lnTo>
                    <a:pt x="6125" y="122275"/>
                  </a:lnTo>
                  <a:lnTo>
                    <a:pt x="4784" y="127398"/>
                  </a:lnTo>
                  <a:lnTo>
                    <a:pt x="3606" y="132561"/>
                  </a:lnTo>
                  <a:lnTo>
                    <a:pt x="2592" y="137759"/>
                  </a:lnTo>
                  <a:lnTo>
                    <a:pt x="1743" y="142986"/>
                  </a:lnTo>
                  <a:lnTo>
                    <a:pt x="1060" y="148238"/>
                  </a:lnTo>
                  <a:lnTo>
                    <a:pt x="544" y="153508"/>
                  </a:lnTo>
                  <a:lnTo>
                    <a:pt x="195" y="158792"/>
                  </a:lnTo>
                  <a:lnTo>
                    <a:pt x="13" y="164085"/>
                  </a:lnTo>
                  <a:lnTo>
                    <a:pt x="0" y="169381"/>
                  </a:lnTo>
                  <a:lnTo>
                    <a:pt x="154" y="174674"/>
                  </a:lnTo>
                  <a:lnTo>
                    <a:pt x="475" y="179960"/>
                  </a:lnTo>
                  <a:lnTo>
                    <a:pt x="964" y="185234"/>
                  </a:lnTo>
                  <a:lnTo>
                    <a:pt x="1620" y="190489"/>
                  </a:lnTo>
                  <a:lnTo>
                    <a:pt x="2441" y="195720"/>
                  </a:lnTo>
                  <a:lnTo>
                    <a:pt x="3429" y="200923"/>
                  </a:lnTo>
                  <a:lnTo>
                    <a:pt x="4580" y="206092"/>
                  </a:lnTo>
                  <a:lnTo>
                    <a:pt x="5894" y="211222"/>
                  </a:lnTo>
                  <a:lnTo>
                    <a:pt x="7371" y="216308"/>
                  </a:lnTo>
                  <a:lnTo>
                    <a:pt x="9008" y="221345"/>
                  </a:lnTo>
                  <a:lnTo>
                    <a:pt x="10803" y="226327"/>
                  </a:lnTo>
                  <a:lnTo>
                    <a:pt x="12755" y="231249"/>
                  </a:lnTo>
                  <a:lnTo>
                    <a:pt x="14863" y="236108"/>
                  </a:lnTo>
                  <a:lnTo>
                    <a:pt x="17123" y="240897"/>
                  </a:lnTo>
                  <a:lnTo>
                    <a:pt x="19534" y="245612"/>
                  </a:lnTo>
                  <a:lnTo>
                    <a:pt x="22093" y="250249"/>
                  </a:lnTo>
                  <a:lnTo>
                    <a:pt x="24797" y="254802"/>
                  </a:lnTo>
                  <a:lnTo>
                    <a:pt x="27644" y="259267"/>
                  </a:lnTo>
                  <a:lnTo>
                    <a:pt x="30632" y="263640"/>
                  </a:lnTo>
                  <a:lnTo>
                    <a:pt x="33756" y="267916"/>
                  </a:lnTo>
                  <a:lnTo>
                    <a:pt x="37014" y="272091"/>
                  </a:lnTo>
                  <a:lnTo>
                    <a:pt x="40403" y="276160"/>
                  </a:lnTo>
                  <a:lnTo>
                    <a:pt x="43919" y="280121"/>
                  </a:lnTo>
                  <a:lnTo>
                    <a:pt x="47559" y="283967"/>
                  </a:lnTo>
                  <a:lnTo>
                    <a:pt x="51318" y="287697"/>
                  </a:lnTo>
                  <a:lnTo>
                    <a:pt x="55194" y="291306"/>
                  </a:lnTo>
                  <a:lnTo>
                    <a:pt x="59183" y="294790"/>
                  </a:lnTo>
                  <a:lnTo>
                    <a:pt x="63279" y="298146"/>
                  </a:lnTo>
                  <a:lnTo>
                    <a:pt x="67480" y="301370"/>
                  </a:lnTo>
                  <a:lnTo>
                    <a:pt x="71781" y="304460"/>
                  </a:lnTo>
                  <a:lnTo>
                    <a:pt x="76178" y="307412"/>
                  </a:lnTo>
                  <a:lnTo>
                    <a:pt x="80666" y="310223"/>
                  </a:lnTo>
                  <a:lnTo>
                    <a:pt x="85241" y="312891"/>
                  </a:lnTo>
                  <a:lnTo>
                    <a:pt x="89898" y="315412"/>
                  </a:lnTo>
                  <a:lnTo>
                    <a:pt x="94632" y="317785"/>
                  </a:lnTo>
                  <a:lnTo>
                    <a:pt x="99440" y="320007"/>
                  </a:lnTo>
                  <a:lnTo>
                    <a:pt x="104315" y="322075"/>
                  </a:lnTo>
                  <a:lnTo>
                    <a:pt x="109253" y="323987"/>
                  </a:lnTo>
                  <a:lnTo>
                    <a:pt x="114250" y="325743"/>
                  </a:lnTo>
                  <a:lnTo>
                    <a:pt x="119299" y="327339"/>
                  </a:lnTo>
                  <a:lnTo>
                    <a:pt x="124397" y="328774"/>
                  </a:lnTo>
                  <a:lnTo>
                    <a:pt x="129537" y="330047"/>
                  </a:lnTo>
                  <a:lnTo>
                    <a:pt x="134715" y="331157"/>
                  </a:lnTo>
                  <a:lnTo>
                    <a:pt x="139926" y="332102"/>
                  </a:lnTo>
                  <a:lnTo>
                    <a:pt x="145164" y="332882"/>
                  </a:lnTo>
                  <a:lnTo>
                    <a:pt x="150424" y="333495"/>
                  </a:lnTo>
                  <a:lnTo>
                    <a:pt x="155701" y="333942"/>
                  </a:lnTo>
                  <a:lnTo>
                    <a:pt x="160990" y="334221"/>
                  </a:lnTo>
                  <a:lnTo>
                    <a:pt x="166284" y="334332"/>
                  </a:lnTo>
                  <a:lnTo>
                    <a:pt x="171580" y="334276"/>
                  </a:lnTo>
                  <a:lnTo>
                    <a:pt x="176871" y="334052"/>
                  </a:lnTo>
                  <a:lnTo>
                    <a:pt x="182152" y="333660"/>
                  </a:lnTo>
                  <a:lnTo>
                    <a:pt x="187418" y="333101"/>
                  </a:lnTo>
                  <a:lnTo>
                    <a:pt x="192664" y="332376"/>
                  </a:lnTo>
                  <a:lnTo>
                    <a:pt x="197884" y="331485"/>
                  </a:lnTo>
                  <a:lnTo>
                    <a:pt x="203074" y="330429"/>
                  </a:lnTo>
                  <a:lnTo>
                    <a:pt x="208227" y="329210"/>
                  </a:lnTo>
                  <a:lnTo>
                    <a:pt x="213339" y="327827"/>
                  </a:lnTo>
                  <a:lnTo>
                    <a:pt x="218405" y="326284"/>
                  </a:lnTo>
                  <a:lnTo>
                    <a:pt x="223420" y="324580"/>
                  </a:lnTo>
                  <a:lnTo>
                    <a:pt x="228377" y="322719"/>
                  </a:lnTo>
                  <a:lnTo>
                    <a:pt x="233274" y="320702"/>
                  </a:lnTo>
                  <a:lnTo>
                    <a:pt x="238104" y="318530"/>
                  </a:lnTo>
                  <a:lnTo>
                    <a:pt x="242863" y="316207"/>
                  </a:lnTo>
                  <a:lnTo>
                    <a:pt x="247546" y="313734"/>
                  </a:lnTo>
                  <a:lnTo>
                    <a:pt x="252148" y="311114"/>
                  </a:lnTo>
                  <a:lnTo>
                    <a:pt x="256665" y="308349"/>
                  </a:lnTo>
                  <a:lnTo>
                    <a:pt x="261092" y="305443"/>
                  </a:lnTo>
                  <a:lnTo>
                    <a:pt x="265425" y="302398"/>
                  </a:lnTo>
                  <a:lnTo>
                    <a:pt x="269659" y="299217"/>
                  </a:lnTo>
                  <a:lnTo>
                    <a:pt x="273790" y="295904"/>
                  </a:lnTo>
                  <a:lnTo>
                    <a:pt x="277815" y="292462"/>
                  </a:lnTo>
                  <a:lnTo>
                    <a:pt x="281728" y="288894"/>
                  </a:lnTo>
                  <a:lnTo>
                    <a:pt x="285526" y="285203"/>
                  </a:lnTo>
                  <a:lnTo>
                    <a:pt x="289206" y="281394"/>
                  </a:lnTo>
                  <a:lnTo>
                    <a:pt x="292763" y="277471"/>
                  </a:lnTo>
                  <a:lnTo>
                    <a:pt x="296194" y="273437"/>
                  </a:lnTo>
                  <a:lnTo>
                    <a:pt x="299495" y="269296"/>
                  </a:lnTo>
                  <a:lnTo>
                    <a:pt x="302664" y="265053"/>
                  </a:lnTo>
                  <a:lnTo>
                    <a:pt x="305696" y="260711"/>
                  </a:lnTo>
                  <a:lnTo>
                    <a:pt x="308590" y="256276"/>
                  </a:lnTo>
                  <a:lnTo>
                    <a:pt x="311341" y="251751"/>
                  </a:lnTo>
                  <a:lnTo>
                    <a:pt x="313948" y="247141"/>
                  </a:lnTo>
                  <a:lnTo>
                    <a:pt x="316408" y="242451"/>
                  </a:lnTo>
                  <a:lnTo>
                    <a:pt x="318718" y="237686"/>
                  </a:lnTo>
                  <a:lnTo>
                    <a:pt x="320875" y="232850"/>
                  </a:lnTo>
                  <a:lnTo>
                    <a:pt x="322879" y="227947"/>
                  </a:lnTo>
                  <a:lnTo>
                    <a:pt x="324726" y="222984"/>
                  </a:lnTo>
                  <a:lnTo>
                    <a:pt x="326415" y="217965"/>
                  </a:lnTo>
                  <a:lnTo>
                    <a:pt x="327944" y="212895"/>
                  </a:lnTo>
                  <a:lnTo>
                    <a:pt x="329312" y="207779"/>
                  </a:lnTo>
                  <a:lnTo>
                    <a:pt x="330517" y="202622"/>
                  </a:lnTo>
                  <a:lnTo>
                    <a:pt x="331558" y="197429"/>
                  </a:lnTo>
                  <a:lnTo>
                    <a:pt x="332434" y="192207"/>
                  </a:lnTo>
                  <a:lnTo>
                    <a:pt x="333144" y="186959"/>
                  </a:lnTo>
                  <a:lnTo>
                    <a:pt x="333688" y="181691"/>
                  </a:lnTo>
                  <a:lnTo>
                    <a:pt x="334064" y="176408"/>
                  </a:lnTo>
                  <a:lnTo>
                    <a:pt x="334273" y="171117"/>
                  </a:lnTo>
                  <a:lnTo>
                    <a:pt x="334314" y="165821"/>
                  </a:lnTo>
                  <a:lnTo>
                    <a:pt x="334188" y="160527"/>
                  </a:lnTo>
                  <a:lnTo>
                    <a:pt x="333894" y="155239"/>
                  </a:lnTo>
                  <a:lnTo>
                    <a:pt x="333432" y="149964"/>
                  </a:lnTo>
                  <a:lnTo>
                    <a:pt x="332804" y="144705"/>
                  </a:lnTo>
                  <a:lnTo>
                    <a:pt x="332009" y="139469"/>
                  </a:lnTo>
                  <a:lnTo>
                    <a:pt x="331049" y="134261"/>
                  </a:lnTo>
                  <a:lnTo>
                    <a:pt x="329925" y="129086"/>
                  </a:lnTo>
                  <a:lnTo>
                    <a:pt x="328637" y="123950"/>
                  </a:lnTo>
                  <a:lnTo>
                    <a:pt x="327187" y="118856"/>
                  </a:lnTo>
                  <a:lnTo>
                    <a:pt x="325576" y="113811"/>
                  </a:lnTo>
                  <a:lnTo>
                    <a:pt x="323807" y="108820"/>
                  </a:lnTo>
                  <a:lnTo>
                    <a:pt x="321880" y="103887"/>
                  </a:lnTo>
                  <a:lnTo>
                    <a:pt x="319798" y="99018"/>
                  </a:lnTo>
                  <a:lnTo>
                    <a:pt x="317563" y="94217"/>
                  </a:lnTo>
                  <a:lnTo>
                    <a:pt x="315176" y="89489"/>
                  </a:lnTo>
                  <a:lnTo>
                    <a:pt x="312642" y="84839"/>
                  </a:lnTo>
                  <a:lnTo>
                    <a:pt x="309961" y="80272"/>
                  </a:lnTo>
                  <a:lnTo>
                    <a:pt x="307137" y="75792"/>
                  </a:lnTo>
                  <a:lnTo>
                    <a:pt x="304172" y="71404"/>
                  </a:lnTo>
                  <a:lnTo>
                    <a:pt x="301070" y="67112"/>
                  </a:lnTo>
                  <a:lnTo>
                    <a:pt x="297834" y="62920"/>
                  </a:lnTo>
                  <a:lnTo>
                    <a:pt x="294466" y="58833"/>
                  </a:lnTo>
                  <a:lnTo>
                    <a:pt x="290970" y="54855"/>
                  </a:lnTo>
                  <a:lnTo>
                    <a:pt x="287351" y="50989"/>
                  </a:lnTo>
                  <a:lnTo>
                    <a:pt x="283611" y="47240"/>
                  </a:lnTo>
                  <a:lnTo>
                    <a:pt x="279753" y="43611"/>
                  </a:lnTo>
                  <a:lnTo>
                    <a:pt x="275783" y="40107"/>
                  </a:lnTo>
                  <a:lnTo>
                    <a:pt x="271704" y="36730"/>
                  </a:lnTo>
                  <a:lnTo>
                    <a:pt x="267520" y="33483"/>
                  </a:lnTo>
                  <a:lnTo>
                    <a:pt x="263235" y="30371"/>
                  </a:lnTo>
                  <a:lnTo>
                    <a:pt x="258854" y="27396"/>
                  </a:lnTo>
                  <a:lnTo>
                    <a:pt x="254380" y="24562"/>
                  </a:lnTo>
                  <a:lnTo>
                    <a:pt x="249819" y="21870"/>
                  </a:lnTo>
                  <a:lnTo>
                    <a:pt x="245176" y="19325"/>
                  </a:lnTo>
                  <a:lnTo>
                    <a:pt x="240454" y="16928"/>
                  </a:lnTo>
                  <a:lnTo>
                    <a:pt x="235658" y="14681"/>
                  </a:lnTo>
                  <a:lnTo>
                    <a:pt x="230793" y="12588"/>
                  </a:lnTo>
                  <a:lnTo>
                    <a:pt x="225865" y="10649"/>
                  </a:lnTo>
                  <a:lnTo>
                    <a:pt x="220878" y="8868"/>
                  </a:lnTo>
                  <a:lnTo>
                    <a:pt x="215837" y="724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7638"/>
              <a:ext cx="48684" cy="159921"/>
            </a:xfrm>
            <a:custGeom>
              <a:avLst/>
              <a:pathLst>
                <a:path w="48684" h="159921">
                  <a:moveTo>
                    <a:pt x="48684" y="0"/>
                  </a:moveTo>
                  <a:lnTo>
                    <a:pt x="0" y="1599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4102"/>
              <a:ext cx="48684" cy="163457"/>
            </a:xfrm>
            <a:custGeom>
              <a:avLst/>
              <a:pathLst>
                <a:path w="48684" h="163457">
                  <a:moveTo>
                    <a:pt x="48684" y="3535"/>
                  </a:moveTo>
                  <a:lnTo>
                    <a:pt x="35024" y="0"/>
                  </a:lnTo>
                  <a:lnTo>
                    <a:pt x="0" y="163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35024" cy="167167"/>
            </a:xfrm>
            <a:custGeom>
              <a:avLst/>
              <a:pathLst>
                <a:path w="35024" h="167167">
                  <a:moveTo>
                    <a:pt x="35024" y="3710"/>
                  </a:moveTo>
                  <a:lnTo>
                    <a:pt x="28094" y="2377"/>
                  </a:lnTo>
                  <a:lnTo>
                    <a:pt x="21114" y="1338"/>
                  </a:lnTo>
                  <a:lnTo>
                    <a:pt x="14097" y="595"/>
                  </a:lnTo>
                  <a:lnTo>
                    <a:pt x="7055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423592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360" y="4659281"/>
              <a:ext cx="167164" cy="194972"/>
            </a:xfrm>
            <a:custGeom>
              <a:avLst/>
              <a:pathLst>
                <a:path w="167164" h="194972">
                  <a:moveTo>
                    <a:pt x="167164" y="0"/>
                  </a:moveTo>
                  <a:lnTo>
                    <a:pt x="161785" y="86"/>
                  </a:lnTo>
                  <a:lnTo>
                    <a:pt x="156411" y="346"/>
                  </a:lnTo>
                  <a:lnTo>
                    <a:pt x="151049" y="778"/>
                  </a:lnTo>
                  <a:lnTo>
                    <a:pt x="145703" y="1383"/>
                  </a:lnTo>
                  <a:lnTo>
                    <a:pt x="140380" y="2159"/>
                  </a:lnTo>
                  <a:lnTo>
                    <a:pt x="135084" y="3106"/>
                  </a:lnTo>
                  <a:lnTo>
                    <a:pt x="129821" y="4224"/>
                  </a:lnTo>
                  <a:lnTo>
                    <a:pt x="124598" y="5510"/>
                  </a:lnTo>
                  <a:lnTo>
                    <a:pt x="119418" y="6963"/>
                  </a:lnTo>
                  <a:lnTo>
                    <a:pt x="114288" y="8582"/>
                  </a:lnTo>
                  <a:lnTo>
                    <a:pt x="109212" y="10366"/>
                  </a:lnTo>
                  <a:lnTo>
                    <a:pt x="104197" y="12312"/>
                  </a:lnTo>
                  <a:lnTo>
                    <a:pt x="99246" y="14418"/>
                  </a:lnTo>
                  <a:lnTo>
                    <a:pt x="94366" y="16683"/>
                  </a:lnTo>
                  <a:lnTo>
                    <a:pt x="89562" y="19103"/>
                  </a:lnTo>
                  <a:lnTo>
                    <a:pt x="84838" y="21677"/>
                  </a:lnTo>
                  <a:lnTo>
                    <a:pt x="80199" y="24401"/>
                  </a:lnTo>
                  <a:lnTo>
                    <a:pt x="75650" y="27274"/>
                  </a:lnTo>
                  <a:lnTo>
                    <a:pt x="71196" y="30291"/>
                  </a:lnTo>
                  <a:lnTo>
                    <a:pt x="66841" y="33450"/>
                  </a:lnTo>
                  <a:lnTo>
                    <a:pt x="62590" y="36747"/>
                  </a:lnTo>
                  <a:lnTo>
                    <a:pt x="58448" y="40180"/>
                  </a:lnTo>
                  <a:lnTo>
                    <a:pt x="54418" y="43744"/>
                  </a:lnTo>
                  <a:lnTo>
                    <a:pt x="50505" y="47435"/>
                  </a:lnTo>
                  <a:lnTo>
                    <a:pt x="46712" y="51251"/>
                  </a:lnTo>
                  <a:lnTo>
                    <a:pt x="43045" y="55187"/>
                  </a:lnTo>
                  <a:lnTo>
                    <a:pt x="39506" y="59239"/>
                  </a:lnTo>
                  <a:lnTo>
                    <a:pt x="36099" y="63403"/>
                  </a:lnTo>
                  <a:lnTo>
                    <a:pt x="32828" y="67674"/>
                  </a:lnTo>
                  <a:lnTo>
                    <a:pt x="29696" y="72048"/>
                  </a:lnTo>
                  <a:lnTo>
                    <a:pt x="26707" y="76521"/>
                  </a:lnTo>
                  <a:lnTo>
                    <a:pt x="23863" y="81087"/>
                  </a:lnTo>
                  <a:lnTo>
                    <a:pt x="21167" y="85743"/>
                  </a:lnTo>
                  <a:lnTo>
                    <a:pt x="18623" y="90483"/>
                  </a:lnTo>
                  <a:lnTo>
                    <a:pt x="16232" y="95302"/>
                  </a:lnTo>
                  <a:lnTo>
                    <a:pt x="13998" y="100196"/>
                  </a:lnTo>
                  <a:lnTo>
                    <a:pt x="11922" y="105159"/>
                  </a:lnTo>
                  <a:lnTo>
                    <a:pt x="10007" y="110187"/>
                  </a:lnTo>
                  <a:lnTo>
                    <a:pt x="8255" y="115273"/>
                  </a:lnTo>
                  <a:lnTo>
                    <a:pt x="6667" y="120413"/>
                  </a:lnTo>
                  <a:lnTo>
                    <a:pt x="5246" y="125602"/>
                  </a:lnTo>
                  <a:lnTo>
                    <a:pt x="3992" y="130834"/>
                  </a:lnTo>
                  <a:lnTo>
                    <a:pt x="2908" y="136103"/>
                  </a:lnTo>
                  <a:lnTo>
                    <a:pt x="1993" y="141405"/>
                  </a:lnTo>
                  <a:lnTo>
                    <a:pt x="1250" y="146733"/>
                  </a:lnTo>
                  <a:lnTo>
                    <a:pt x="678" y="152082"/>
                  </a:lnTo>
                  <a:lnTo>
                    <a:pt x="279" y="157447"/>
                  </a:lnTo>
                  <a:lnTo>
                    <a:pt x="53" y="162822"/>
                  </a:lnTo>
                  <a:lnTo>
                    <a:pt x="0" y="168202"/>
                  </a:lnTo>
                  <a:lnTo>
                    <a:pt x="119" y="173580"/>
                  </a:lnTo>
                  <a:lnTo>
                    <a:pt x="412" y="178952"/>
                  </a:lnTo>
                  <a:lnTo>
                    <a:pt x="878" y="184311"/>
                  </a:lnTo>
                  <a:lnTo>
                    <a:pt x="1516" y="189653"/>
                  </a:lnTo>
                  <a:lnTo>
                    <a:pt x="2325" y="194972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1686" y="4826449"/>
              <a:ext cx="164838" cy="27804"/>
            </a:xfrm>
            <a:custGeom>
              <a:avLst/>
              <a:pathLst>
                <a:path w="164838" h="27804">
                  <a:moveTo>
                    <a:pt x="0" y="27804"/>
                  </a:moveTo>
                  <a:lnTo>
                    <a:pt x="1648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1686" y="4826449"/>
              <a:ext cx="164838" cy="41037"/>
            </a:xfrm>
            <a:custGeom>
              <a:avLst/>
              <a:pathLst>
                <a:path w="164838" h="41037">
                  <a:moveTo>
                    <a:pt x="0" y="27804"/>
                  </a:moveTo>
                  <a:lnTo>
                    <a:pt x="2786" y="41037"/>
                  </a:lnTo>
                  <a:lnTo>
                    <a:pt x="16483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4472" y="4659281"/>
              <a:ext cx="329206" cy="334330"/>
            </a:xfrm>
            <a:custGeom>
              <a:avLst/>
              <a:pathLst>
                <a:path w="329206" h="334330">
                  <a:moveTo>
                    <a:pt x="0" y="208204"/>
                  </a:moveTo>
                  <a:lnTo>
                    <a:pt x="1380" y="213314"/>
                  </a:lnTo>
                  <a:lnTo>
                    <a:pt x="2921" y="218377"/>
                  </a:lnTo>
                  <a:lnTo>
                    <a:pt x="4622" y="223389"/>
                  </a:lnTo>
                  <a:lnTo>
                    <a:pt x="6481" y="228344"/>
                  </a:lnTo>
                  <a:lnTo>
                    <a:pt x="8495" y="233239"/>
                  </a:lnTo>
                  <a:lnTo>
                    <a:pt x="10664" y="238067"/>
                  </a:lnTo>
                  <a:lnTo>
                    <a:pt x="12984" y="242823"/>
                  </a:lnTo>
                  <a:lnTo>
                    <a:pt x="15454" y="247505"/>
                  </a:lnTo>
                  <a:lnTo>
                    <a:pt x="18071" y="252105"/>
                  </a:lnTo>
                  <a:lnTo>
                    <a:pt x="20832" y="256621"/>
                  </a:lnTo>
                  <a:lnTo>
                    <a:pt x="23735" y="261046"/>
                  </a:lnTo>
                  <a:lnTo>
                    <a:pt x="26776" y="265378"/>
                  </a:lnTo>
                  <a:lnTo>
                    <a:pt x="29953" y="269611"/>
                  </a:lnTo>
                  <a:lnTo>
                    <a:pt x="33262" y="273742"/>
                  </a:lnTo>
                  <a:lnTo>
                    <a:pt x="36700" y="277765"/>
                  </a:lnTo>
                  <a:lnTo>
                    <a:pt x="40264" y="281678"/>
                  </a:lnTo>
                  <a:lnTo>
                    <a:pt x="43950" y="285476"/>
                  </a:lnTo>
                  <a:lnTo>
                    <a:pt x="47755" y="289156"/>
                  </a:lnTo>
                  <a:lnTo>
                    <a:pt x="51674" y="292713"/>
                  </a:lnTo>
                  <a:lnTo>
                    <a:pt x="55704" y="296144"/>
                  </a:lnTo>
                  <a:lnTo>
                    <a:pt x="59840" y="299446"/>
                  </a:lnTo>
                  <a:lnTo>
                    <a:pt x="64079" y="302615"/>
                  </a:lnTo>
                  <a:lnTo>
                    <a:pt x="68416" y="305649"/>
                  </a:lnTo>
                  <a:lnTo>
                    <a:pt x="72847" y="308544"/>
                  </a:lnTo>
                  <a:lnTo>
                    <a:pt x="77367" y="311297"/>
                  </a:lnTo>
                  <a:lnTo>
                    <a:pt x="81972" y="313906"/>
                  </a:lnTo>
                  <a:lnTo>
                    <a:pt x="86657" y="316367"/>
                  </a:lnTo>
                  <a:lnTo>
                    <a:pt x="91418" y="318679"/>
                  </a:lnTo>
                  <a:lnTo>
                    <a:pt x="96250" y="320839"/>
                  </a:lnTo>
                  <a:lnTo>
                    <a:pt x="101148" y="322845"/>
                  </a:lnTo>
                  <a:lnTo>
                    <a:pt x="106107" y="324695"/>
                  </a:lnTo>
                  <a:lnTo>
                    <a:pt x="111122" y="326387"/>
                  </a:lnTo>
                  <a:lnTo>
                    <a:pt x="116188" y="327920"/>
                  </a:lnTo>
                  <a:lnTo>
                    <a:pt x="121300" y="329291"/>
                  </a:lnTo>
                  <a:lnTo>
                    <a:pt x="126452" y="330500"/>
                  </a:lnTo>
                  <a:lnTo>
                    <a:pt x="131641" y="331545"/>
                  </a:lnTo>
                  <a:lnTo>
                    <a:pt x="136860" y="332425"/>
                  </a:lnTo>
                  <a:lnTo>
                    <a:pt x="142104" y="333140"/>
                  </a:lnTo>
                  <a:lnTo>
                    <a:pt x="147368" y="333688"/>
                  </a:lnTo>
                  <a:lnTo>
                    <a:pt x="152647" y="334070"/>
                  </a:lnTo>
                  <a:lnTo>
                    <a:pt x="157935" y="334284"/>
                  </a:lnTo>
                  <a:lnTo>
                    <a:pt x="163228" y="334330"/>
                  </a:lnTo>
                  <a:lnTo>
                    <a:pt x="168519" y="334209"/>
                  </a:lnTo>
                  <a:lnTo>
                    <a:pt x="173804" y="333921"/>
                  </a:lnTo>
                  <a:lnTo>
                    <a:pt x="179077" y="333465"/>
                  </a:lnTo>
                  <a:lnTo>
                    <a:pt x="184333" y="332843"/>
                  </a:lnTo>
                  <a:lnTo>
                    <a:pt x="189567" y="332054"/>
                  </a:lnTo>
                  <a:lnTo>
                    <a:pt x="194773" y="331101"/>
                  </a:lnTo>
                  <a:lnTo>
                    <a:pt x="199946" y="329983"/>
                  </a:lnTo>
                  <a:lnTo>
                    <a:pt x="205081" y="328702"/>
                  </a:lnTo>
                  <a:lnTo>
                    <a:pt x="210173" y="327258"/>
                  </a:lnTo>
                  <a:lnTo>
                    <a:pt x="215217" y="325655"/>
                  </a:lnTo>
                  <a:lnTo>
                    <a:pt x="220208" y="323892"/>
                  </a:lnTo>
                  <a:lnTo>
                    <a:pt x="225140" y="321973"/>
                  </a:lnTo>
                  <a:lnTo>
                    <a:pt x="230009" y="319898"/>
                  </a:lnTo>
                  <a:lnTo>
                    <a:pt x="234810" y="317670"/>
                  </a:lnTo>
                  <a:lnTo>
                    <a:pt x="239538" y="315291"/>
                  </a:lnTo>
                  <a:lnTo>
                    <a:pt x="244188" y="312764"/>
                  </a:lnTo>
                  <a:lnTo>
                    <a:pt x="248756" y="310091"/>
                  </a:lnTo>
                  <a:lnTo>
                    <a:pt x="253237" y="307275"/>
                  </a:lnTo>
                  <a:lnTo>
                    <a:pt x="257627" y="304318"/>
                  </a:lnTo>
                  <a:lnTo>
                    <a:pt x="261921" y="301223"/>
                  </a:lnTo>
                  <a:lnTo>
                    <a:pt x="266115" y="297995"/>
                  </a:lnTo>
                  <a:lnTo>
                    <a:pt x="270204" y="294635"/>
                  </a:lnTo>
                  <a:lnTo>
                    <a:pt x="274185" y="291147"/>
                  </a:lnTo>
                  <a:lnTo>
                    <a:pt x="278054" y="287535"/>
                  </a:lnTo>
                  <a:lnTo>
                    <a:pt x="281806" y="283803"/>
                  </a:lnTo>
                  <a:lnTo>
                    <a:pt x="285438" y="279953"/>
                  </a:lnTo>
                  <a:lnTo>
                    <a:pt x="288947" y="275990"/>
                  </a:lnTo>
                  <a:lnTo>
                    <a:pt x="292328" y="271919"/>
                  </a:lnTo>
                  <a:lnTo>
                    <a:pt x="295579" y="267742"/>
                  </a:lnTo>
                  <a:lnTo>
                    <a:pt x="298696" y="263465"/>
                  </a:lnTo>
                  <a:lnTo>
                    <a:pt x="301676" y="259091"/>
                  </a:lnTo>
                  <a:lnTo>
                    <a:pt x="304516" y="254624"/>
                  </a:lnTo>
                  <a:lnTo>
                    <a:pt x="307213" y="250071"/>
                  </a:lnTo>
                  <a:lnTo>
                    <a:pt x="309765" y="245434"/>
                  </a:lnTo>
                  <a:lnTo>
                    <a:pt x="312169" y="240718"/>
                  </a:lnTo>
                  <a:lnTo>
                    <a:pt x="314422" y="235929"/>
                  </a:lnTo>
                  <a:lnTo>
                    <a:pt x="316522" y="231071"/>
                  </a:lnTo>
                  <a:lnTo>
                    <a:pt x="318468" y="226149"/>
                  </a:lnTo>
                  <a:lnTo>
                    <a:pt x="320257" y="221168"/>
                  </a:lnTo>
                  <a:lnTo>
                    <a:pt x="321887" y="216133"/>
                  </a:lnTo>
                  <a:lnTo>
                    <a:pt x="323357" y="211048"/>
                  </a:lnTo>
                  <a:lnTo>
                    <a:pt x="324665" y="205920"/>
                  </a:lnTo>
                  <a:lnTo>
                    <a:pt x="325811" y="200752"/>
                  </a:lnTo>
                  <a:lnTo>
                    <a:pt x="326792" y="195552"/>
                  </a:lnTo>
                  <a:lnTo>
                    <a:pt x="327608" y="190322"/>
                  </a:lnTo>
                  <a:lnTo>
                    <a:pt x="328258" y="185070"/>
                  </a:lnTo>
                  <a:lnTo>
                    <a:pt x="328741" y="179799"/>
                  </a:lnTo>
                  <a:lnTo>
                    <a:pt x="329057" y="174516"/>
                  </a:lnTo>
                  <a:lnTo>
                    <a:pt x="329206" y="169225"/>
                  </a:lnTo>
                  <a:lnTo>
                    <a:pt x="329188" y="163933"/>
                  </a:lnTo>
                  <a:lnTo>
                    <a:pt x="329002" y="158643"/>
                  </a:lnTo>
                  <a:lnTo>
                    <a:pt x="328648" y="153362"/>
                  </a:lnTo>
                  <a:lnTo>
                    <a:pt x="328128" y="148095"/>
                  </a:lnTo>
                  <a:lnTo>
                    <a:pt x="327441" y="142847"/>
                  </a:lnTo>
                  <a:lnTo>
                    <a:pt x="326588" y="137624"/>
                  </a:lnTo>
                  <a:lnTo>
                    <a:pt x="325570" y="132430"/>
                  </a:lnTo>
                  <a:lnTo>
                    <a:pt x="324389" y="127271"/>
                  </a:lnTo>
                  <a:lnTo>
                    <a:pt x="323044" y="122152"/>
                  </a:lnTo>
                  <a:lnTo>
                    <a:pt x="321538" y="117078"/>
                  </a:lnTo>
                  <a:lnTo>
                    <a:pt x="319873" y="112054"/>
                  </a:lnTo>
                  <a:lnTo>
                    <a:pt x="318049" y="107086"/>
                  </a:lnTo>
                  <a:lnTo>
                    <a:pt x="316069" y="102177"/>
                  </a:lnTo>
                  <a:lnTo>
                    <a:pt x="313934" y="97334"/>
                  </a:lnTo>
                  <a:lnTo>
                    <a:pt x="311648" y="92561"/>
                  </a:lnTo>
                  <a:lnTo>
                    <a:pt x="309211" y="87863"/>
                  </a:lnTo>
                  <a:lnTo>
                    <a:pt x="306626" y="83244"/>
                  </a:lnTo>
                  <a:lnTo>
                    <a:pt x="303897" y="78709"/>
                  </a:lnTo>
                  <a:lnTo>
                    <a:pt x="301026" y="74263"/>
                  </a:lnTo>
                  <a:lnTo>
                    <a:pt x="298015" y="69910"/>
                  </a:lnTo>
                  <a:lnTo>
                    <a:pt x="294868" y="65655"/>
                  </a:lnTo>
                  <a:lnTo>
                    <a:pt x="291588" y="61501"/>
                  </a:lnTo>
                  <a:lnTo>
                    <a:pt x="288178" y="57453"/>
                  </a:lnTo>
                  <a:lnTo>
                    <a:pt x="284642" y="53516"/>
                  </a:lnTo>
                  <a:lnTo>
                    <a:pt x="280982" y="49692"/>
                  </a:lnTo>
                  <a:lnTo>
                    <a:pt x="277204" y="45986"/>
                  </a:lnTo>
                  <a:lnTo>
                    <a:pt x="273310" y="42401"/>
                  </a:lnTo>
                  <a:lnTo>
                    <a:pt x="269304" y="38941"/>
                  </a:lnTo>
                  <a:lnTo>
                    <a:pt x="265191" y="35610"/>
                  </a:lnTo>
                  <a:lnTo>
                    <a:pt x="260975" y="32411"/>
                  </a:lnTo>
                  <a:lnTo>
                    <a:pt x="256660" y="29347"/>
                  </a:lnTo>
                  <a:lnTo>
                    <a:pt x="252249" y="26421"/>
                  </a:lnTo>
                  <a:lnTo>
                    <a:pt x="247748" y="23636"/>
                  </a:lnTo>
                  <a:lnTo>
                    <a:pt x="243162" y="20995"/>
                  </a:lnTo>
                  <a:lnTo>
                    <a:pt x="238494" y="18501"/>
                  </a:lnTo>
                  <a:lnTo>
                    <a:pt x="233749" y="16156"/>
                  </a:lnTo>
                  <a:lnTo>
                    <a:pt x="228933" y="13962"/>
                  </a:lnTo>
                  <a:lnTo>
                    <a:pt x="224049" y="11921"/>
                  </a:lnTo>
                  <a:lnTo>
                    <a:pt x="219103" y="10036"/>
                  </a:lnTo>
                  <a:lnTo>
                    <a:pt x="214101" y="8309"/>
                  </a:lnTo>
                  <a:lnTo>
                    <a:pt x="209046" y="6741"/>
                  </a:lnTo>
                  <a:lnTo>
                    <a:pt x="203943" y="5334"/>
                  </a:lnTo>
                  <a:lnTo>
                    <a:pt x="198799" y="4089"/>
                  </a:lnTo>
                  <a:lnTo>
                    <a:pt x="193618" y="3007"/>
                  </a:lnTo>
                  <a:lnTo>
                    <a:pt x="188406" y="2090"/>
                  </a:lnTo>
                  <a:lnTo>
                    <a:pt x="183167" y="1338"/>
                  </a:lnTo>
                  <a:lnTo>
                    <a:pt x="177906" y="753"/>
                  </a:lnTo>
                  <a:lnTo>
                    <a:pt x="172630" y="335"/>
                  </a:lnTo>
                  <a:lnTo>
                    <a:pt x="167344" y="83"/>
                  </a:lnTo>
                  <a:lnTo>
                    <a:pt x="162052" y="0"/>
                  </a:lnTo>
                  <a:lnTo>
                    <a:pt x="1620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5192" y="5018213"/>
              <a:ext cx="3528" cy="167167"/>
            </a:xfrm>
            <a:custGeom>
              <a:avLst/>
              <a:pathLst>
                <a:path w="3528" h="167167">
                  <a:moveTo>
                    <a:pt x="3528" y="0"/>
                  </a:moveTo>
                  <a:lnTo>
                    <a:pt x="0" y="37"/>
                  </a:lnTo>
                  <a:lnTo>
                    <a:pt x="352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5192" y="5018250"/>
              <a:ext cx="3528" cy="167130"/>
            </a:xfrm>
            <a:custGeom>
              <a:avLst/>
              <a:pathLst>
                <a:path w="3528" h="167130">
                  <a:moveTo>
                    <a:pt x="0" y="0"/>
                  </a:moveTo>
                  <a:lnTo>
                    <a:pt x="3528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321553" y="5018250"/>
              <a:ext cx="334329" cy="334284"/>
            </a:xfrm>
            <a:custGeom>
              <a:avLst/>
              <a:pathLst>
                <a:path w="334329" h="334284">
                  <a:moveTo>
                    <a:pt x="163639" y="0"/>
                  </a:moveTo>
                  <a:lnTo>
                    <a:pt x="158352" y="195"/>
                  </a:lnTo>
                  <a:lnTo>
                    <a:pt x="153075" y="557"/>
                  </a:lnTo>
                  <a:lnTo>
                    <a:pt x="147812" y="1086"/>
                  </a:lnTo>
                  <a:lnTo>
                    <a:pt x="142568" y="1782"/>
                  </a:lnTo>
                  <a:lnTo>
                    <a:pt x="137349" y="2643"/>
                  </a:lnTo>
                  <a:lnTo>
                    <a:pt x="132160" y="3669"/>
                  </a:lnTo>
                  <a:lnTo>
                    <a:pt x="127006" y="4858"/>
                  </a:lnTo>
                  <a:lnTo>
                    <a:pt x="121892" y="6210"/>
                  </a:lnTo>
                  <a:lnTo>
                    <a:pt x="116823" y="7723"/>
                  </a:lnTo>
                  <a:lnTo>
                    <a:pt x="111805" y="9396"/>
                  </a:lnTo>
                  <a:lnTo>
                    <a:pt x="106842" y="11226"/>
                  </a:lnTo>
                  <a:lnTo>
                    <a:pt x="101939" y="13213"/>
                  </a:lnTo>
                  <a:lnTo>
                    <a:pt x="97102" y="15354"/>
                  </a:lnTo>
                  <a:lnTo>
                    <a:pt x="92335" y="17647"/>
                  </a:lnTo>
                  <a:lnTo>
                    <a:pt x="87643" y="20089"/>
                  </a:lnTo>
                  <a:lnTo>
                    <a:pt x="83031" y="22679"/>
                  </a:lnTo>
                  <a:lnTo>
                    <a:pt x="78503" y="25413"/>
                  </a:lnTo>
                  <a:lnTo>
                    <a:pt x="74063" y="28289"/>
                  </a:lnTo>
                  <a:lnTo>
                    <a:pt x="69717" y="31304"/>
                  </a:lnTo>
                  <a:lnTo>
                    <a:pt x="65469" y="34456"/>
                  </a:lnTo>
                  <a:lnTo>
                    <a:pt x="61322" y="37740"/>
                  </a:lnTo>
                  <a:lnTo>
                    <a:pt x="57281" y="41153"/>
                  </a:lnTo>
                  <a:lnTo>
                    <a:pt x="53350" y="44693"/>
                  </a:lnTo>
                  <a:lnTo>
                    <a:pt x="49533" y="48355"/>
                  </a:lnTo>
                  <a:lnTo>
                    <a:pt x="45834" y="52137"/>
                  </a:lnTo>
                  <a:lnTo>
                    <a:pt x="42257" y="56033"/>
                  </a:lnTo>
                  <a:lnTo>
                    <a:pt x="38804" y="60041"/>
                  </a:lnTo>
                  <a:lnTo>
                    <a:pt x="35481" y="64156"/>
                  </a:lnTo>
                  <a:lnTo>
                    <a:pt x="32288" y="68374"/>
                  </a:lnTo>
                  <a:lnTo>
                    <a:pt x="29231" y="72690"/>
                  </a:lnTo>
                  <a:lnTo>
                    <a:pt x="26313" y="77102"/>
                  </a:lnTo>
                  <a:lnTo>
                    <a:pt x="23535" y="81603"/>
                  </a:lnTo>
                  <a:lnTo>
                    <a:pt x="20901" y="86191"/>
                  </a:lnTo>
                  <a:lnTo>
                    <a:pt x="18413" y="90859"/>
                  </a:lnTo>
                  <a:lnTo>
                    <a:pt x="16074" y="95603"/>
                  </a:lnTo>
                  <a:lnTo>
                    <a:pt x="13887" y="100420"/>
                  </a:lnTo>
                  <a:lnTo>
                    <a:pt x="11853" y="105303"/>
                  </a:lnTo>
                  <a:lnTo>
                    <a:pt x="9975" y="110248"/>
                  </a:lnTo>
                  <a:lnTo>
                    <a:pt x="8254" y="115250"/>
                  </a:lnTo>
                  <a:lnTo>
                    <a:pt x="6692" y="120303"/>
                  </a:lnTo>
                  <a:lnTo>
                    <a:pt x="5291" y="125404"/>
                  </a:lnTo>
                  <a:lnTo>
                    <a:pt x="4051" y="130547"/>
                  </a:lnTo>
                  <a:lnTo>
                    <a:pt x="2976" y="135726"/>
                  </a:lnTo>
                  <a:lnTo>
                    <a:pt x="2064" y="140936"/>
                  </a:lnTo>
                  <a:lnTo>
                    <a:pt x="1318" y="146173"/>
                  </a:lnTo>
                  <a:lnTo>
                    <a:pt x="738" y="151431"/>
                  </a:lnTo>
                  <a:lnTo>
                    <a:pt x="325" y="156704"/>
                  </a:lnTo>
                  <a:lnTo>
                    <a:pt x="79" y="161988"/>
                  </a:lnTo>
                  <a:lnTo>
                    <a:pt x="0" y="167277"/>
                  </a:lnTo>
                  <a:lnTo>
                    <a:pt x="88" y="172566"/>
                  </a:lnTo>
                  <a:lnTo>
                    <a:pt x="344" y="177850"/>
                  </a:lnTo>
                  <a:lnTo>
                    <a:pt x="766" y="183123"/>
                  </a:lnTo>
                  <a:lnTo>
                    <a:pt x="1356" y="188379"/>
                  </a:lnTo>
                  <a:lnTo>
                    <a:pt x="2111" y="193615"/>
                  </a:lnTo>
                  <a:lnTo>
                    <a:pt x="3031" y="198824"/>
                  </a:lnTo>
                  <a:lnTo>
                    <a:pt x="4116" y="204001"/>
                  </a:lnTo>
                  <a:lnTo>
                    <a:pt x="5365" y="209141"/>
                  </a:lnTo>
                  <a:lnTo>
                    <a:pt x="6775" y="214240"/>
                  </a:lnTo>
                  <a:lnTo>
                    <a:pt x="8346" y="219291"/>
                  </a:lnTo>
                  <a:lnTo>
                    <a:pt x="10075" y="224290"/>
                  </a:lnTo>
                  <a:lnTo>
                    <a:pt x="11963" y="229231"/>
                  </a:lnTo>
                  <a:lnTo>
                    <a:pt x="14005" y="234111"/>
                  </a:lnTo>
                  <a:lnTo>
                    <a:pt x="16201" y="238923"/>
                  </a:lnTo>
                  <a:lnTo>
                    <a:pt x="18548" y="243663"/>
                  </a:lnTo>
                  <a:lnTo>
                    <a:pt x="21044" y="248327"/>
                  </a:lnTo>
                  <a:lnTo>
                    <a:pt x="23686" y="252910"/>
                  </a:lnTo>
                  <a:lnTo>
                    <a:pt x="26472" y="257406"/>
                  </a:lnTo>
                  <a:lnTo>
                    <a:pt x="29399" y="261813"/>
                  </a:lnTo>
                  <a:lnTo>
                    <a:pt x="32463" y="266124"/>
                  </a:lnTo>
                  <a:lnTo>
                    <a:pt x="35663" y="270336"/>
                  </a:lnTo>
                  <a:lnTo>
                    <a:pt x="38994" y="274445"/>
                  </a:lnTo>
                  <a:lnTo>
                    <a:pt x="42454" y="278447"/>
                  </a:lnTo>
                  <a:lnTo>
                    <a:pt x="46038" y="282337"/>
                  </a:lnTo>
                  <a:lnTo>
                    <a:pt x="49744" y="286112"/>
                  </a:lnTo>
                  <a:lnTo>
                    <a:pt x="53567" y="289767"/>
                  </a:lnTo>
                  <a:lnTo>
                    <a:pt x="57504" y="293300"/>
                  </a:lnTo>
                  <a:lnTo>
                    <a:pt x="61551" y="296707"/>
                  </a:lnTo>
                  <a:lnTo>
                    <a:pt x="65703" y="299983"/>
                  </a:lnTo>
                  <a:lnTo>
                    <a:pt x="69957" y="303127"/>
                  </a:lnTo>
                  <a:lnTo>
                    <a:pt x="74309" y="306135"/>
                  </a:lnTo>
                  <a:lnTo>
                    <a:pt x="78753" y="309003"/>
                  </a:lnTo>
                  <a:lnTo>
                    <a:pt x="83286" y="311729"/>
                  </a:lnTo>
                  <a:lnTo>
                    <a:pt x="87903" y="314311"/>
                  </a:lnTo>
                  <a:lnTo>
                    <a:pt x="92600" y="316745"/>
                  </a:lnTo>
                  <a:lnTo>
                    <a:pt x="97371" y="319029"/>
                  </a:lnTo>
                  <a:lnTo>
                    <a:pt x="102212" y="321161"/>
                  </a:lnTo>
                  <a:lnTo>
                    <a:pt x="107118" y="323139"/>
                  </a:lnTo>
                  <a:lnTo>
                    <a:pt x="112084" y="324961"/>
                  </a:lnTo>
                  <a:lnTo>
                    <a:pt x="117105" y="326625"/>
                  </a:lnTo>
                  <a:lnTo>
                    <a:pt x="122176" y="328129"/>
                  </a:lnTo>
                  <a:lnTo>
                    <a:pt x="127293" y="329472"/>
                  </a:lnTo>
                  <a:lnTo>
                    <a:pt x="132449" y="330652"/>
                  </a:lnTo>
                  <a:lnTo>
                    <a:pt x="137640" y="331669"/>
                  </a:lnTo>
                  <a:lnTo>
                    <a:pt x="142861" y="332521"/>
                  </a:lnTo>
                  <a:lnTo>
                    <a:pt x="148106" y="333207"/>
                  </a:lnTo>
                  <a:lnTo>
                    <a:pt x="153370" y="333727"/>
                  </a:lnTo>
                  <a:lnTo>
                    <a:pt x="158648" y="334080"/>
                  </a:lnTo>
                  <a:lnTo>
                    <a:pt x="163934" y="334266"/>
                  </a:lnTo>
                  <a:lnTo>
                    <a:pt x="169224" y="334284"/>
                  </a:lnTo>
                  <a:lnTo>
                    <a:pt x="174511" y="334136"/>
                  </a:lnTo>
                  <a:lnTo>
                    <a:pt x="179792" y="333820"/>
                  </a:lnTo>
                  <a:lnTo>
                    <a:pt x="185059" y="333337"/>
                  </a:lnTo>
                  <a:lnTo>
                    <a:pt x="190309" y="332688"/>
                  </a:lnTo>
                  <a:lnTo>
                    <a:pt x="195535" y="331872"/>
                  </a:lnTo>
                  <a:lnTo>
                    <a:pt x="200733" y="330892"/>
                  </a:lnTo>
                  <a:lnTo>
                    <a:pt x="205898" y="329748"/>
                  </a:lnTo>
                  <a:lnTo>
                    <a:pt x="211024" y="328442"/>
                  </a:lnTo>
                  <a:lnTo>
                    <a:pt x="216105" y="326973"/>
                  </a:lnTo>
                  <a:lnTo>
                    <a:pt x="221138" y="325345"/>
                  </a:lnTo>
                  <a:lnTo>
                    <a:pt x="226117" y="323558"/>
                  </a:lnTo>
                  <a:lnTo>
                    <a:pt x="231037" y="321615"/>
                  </a:lnTo>
                  <a:lnTo>
                    <a:pt x="235892" y="319517"/>
                  </a:lnTo>
                  <a:lnTo>
                    <a:pt x="240679" y="317266"/>
                  </a:lnTo>
                  <a:lnTo>
                    <a:pt x="245393" y="314865"/>
                  </a:lnTo>
                  <a:lnTo>
                    <a:pt x="250028" y="312316"/>
                  </a:lnTo>
                  <a:lnTo>
                    <a:pt x="254580" y="309622"/>
                  </a:lnTo>
                  <a:lnTo>
                    <a:pt x="259044" y="306785"/>
                  </a:lnTo>
                  <a:lnTo>
                    <a:pt x="263417" y="303808"/>
                  </a:lnTo>
                  <a:lnTo>
                    <a:pt x="267693" y="300694"/>
                  </a:lnTo>
                  <a:lnTo>
                    <a:pt x="271869" y="297447"/>
                  </a:lnTo>
                  <a:lnTo>
                    <a:pt x="275939" y="294069"/>
                  </a:lnTo>
                  <a:lnTo>
                    <a:pt x="279901" y="290564"/>
                  </a:lnTo>
                  <a:lnTo>
                    <a:pt x="283750" y="286935"/>
                  </a:lnTo>
                  <a:lnTo>
                    <a:pt x="287482" y="283186"/>
                  </a:lnTo>
                  <a:lnTo>
                    <a:pt x="291094" y="279322"/>
                  </a:lnTo>
                  <a:lnTo>
                    <a:pt x="294581" y="275345"/>
                  </a:lnTo>
                  <a:lnTo>
                    <a:pt x="297942" y="271259"/>
                  </a:lnTo>
                  <a:lnTo>
                    <a:pt x="301171" y="267069"/>
                  </a:lnTo>
                  <a:lnTo>
                    <a:pt x="304266" y="262780"/>
                  </a:lnTo>
                  <a:lnTo>
                    <a:pt x="307223" y="258394"/>
                  </a:lnTo>
                  <a:lnTo>
                    <a:pt x="310041" y="253917"/>
                  </a:lnTo>
                  <a:lnTo>
                    <a:pt x="312715" y="249353"/>
                  </a:lnTo>
                  <a:lnTo>
                    <a:pt x="315244" y="244707"/>
                  </a:lnTo>
                  <a:lnTo>
                    <a:pt x="317624" y="239983"/>
                  </a:lnTo>
                  <a:lnTo>
                    <a:pt x="319854" y="235187"/>
                  </a:lnTo>
                  <a:lnTo>
                    <a:pt x="321930" y="230322"/>
                  </a:lnTo>
                  <a:lnTo>
                    <a:pt x="323852" y="225393"/>
                  </a:lnTo>
                  <a:lnTo>
                    <a:pt x="325617" y="220407"/>
                  </a:lnTo>
                  <a:lnTo>
                    <a:pt x="327223" y="215367"/>
                  </a:lnTo>
                  <a:lnTo>
                    <a:pt x="328670" y="210279"/>
                  </a:lnTo>
                  <a:lnTo>
                    <a:pt x="329954" y="205147"/>
                  </a:lnTo>
                  <a:lnTo>
                    <a:pt x="331075" y="199978"/>
                  </a:lnTo>
                  <a:lnTo>
                    <a:pt x="332032" y="194776"/>
                  </a:lnTo>
                  <a:lnTo>
                    <a:pt x="332825" y="189546"/>
                  </a:lnTo>
                  <a:lnTo>
                    <a:pt x="333451" y="184293"/>
                  </a:lnTo>
                  <a:lnTo>
                    <a:pt x="333911" y="179023"/>
                  </a:lnTo>
                  <a:lnTo>
                    <a:pt x="334203" y="173742"/>
                  </a:lnTo>
                  <a:lnTo>
                    <a:pt x="334329" y="168454"/>
                  </a:lnTo>
                  <a:lnTo>
                    <a:pt x="334287" y="163164"/>
                  </a:lnTo>
                  <a:lnTo>
                    <a:pt x="334078" y="157879"/>
                  </a:lnTo>
                  <a:lnTo>
                    <a:pt x="333702" y="152602"/>
                  </a:lnTo>
                  <a:lnTo>
                    <a:pt x="333159" y="147341"/>
                  </a:lnTo>
                  <a:lnTo>
                    <a:pt x="332450" y="142099"/>
                  </a:lnTo>
                  <a:lnTo>
                    <a:pt x="331575" y="136882"/>
                  </a:lnTo>
                  <a:lnTo>
                    <a:pt x="330536" y="131695"/>
                  </a:lnTo>
                  <a:lnTo>
                    <a:pt x="329333" y="126544"/>
                  </a:lnTo>
                  <a:lnTo>
                    <a:pt x="327967" y="121434"/>
                  </a:lnTo>
                  <a:lnTo>
                    <a:pt x="326441" y="116369"/>
                  </a:lnTo>
                  <a:lnTo>
                    <a:pt x="324755" y="111355"/>
                  </a:lnTo>
                  <a:lnTo>
                    <a:pt x="322912" y="106397"/>
                  </a:lnTo>
                  <a:lnTo>
                    <a:pt x="320912" y="101500"/>
                  </a:lnTo>
                  <a:lnTo>
                    <a:pt x="318759" y="96668"/>
                  </a:lnTo>
                  <a:lnTo>
                    <a:pt x="316454" y="91907"/>
                  </a:lnTo>
                  <a:lnTo>
                    <a:pt x="313999" y="87222"/>
                  </a:lnTo>
                  <a:lnTo>
                    <a:pt x="311397" y="82616"/>
                  </a:lnTo>
                  <a:lnTo>
                    <a:pt x="308651" y="78095"/>
                  </a:lnTo>
                  <a:lnTo>
                    <a:pt x="305763" y="73663"/>
                  </a:lnTo>
                  <a:lnTo>
                    <a:pt x="302737" y="69325"/>
                  </a:lnTo>
                  <a:lnTo>
                    <a:pt x="299574" y="65085"/>
                  </a:lnTo>
                  <a:lnTo>
                    <a:pt x="296280" y="60947"/>
                  </a:lnTo>
                  <a:lnTo>
                    <a:pt x="292855" y="56915"/>
                  </a:lnTo>
                  <a:lnTo>
                    <a:pt x="289305" y="52993"/>
                  </a:lnTo>
                  <a:lnTo>
                    <a:pt x="285633" y="49186"/>
                  </a:lnTo>
                  <a:lnTo>
                    <a:pt x="281842" y="45497"/>
                  </a:lnTo>
                  <a:lnTo>
                    <a:pt x="277936" y="41930"/>
                  </a:lnTo>
                  <a:lnTo>
                    <a:pt x="273920" y="38488"/>
                  </a:lnTo>
                  <a:lnTo>
                    <a:pt x="269796" y="35174"/>
                  </a:lnTo>
                  <a:lnTo>
                    <a:pt x="265570" y="31993"/>
                  </a:lnTo>
                  <a:lnTo>
                    <a:pt x="261245" y="28948"/>
                  </a:lnTo>
                  <a:lnTo>
                    <a:pt x="256826" y="26040"/>
                  </a:lnTo>
                  <a:lnTo>
                    <a:pt x="252317" y="23274"/>
                  </a:lnTo>
                  <a:lnTo>
                    <a:pt x="247723" y="20652"/>
                  </a:lnTo>
                  <a:lnTo>
                    <a:pt x="243048" y="18177"/>
                  </a:lnTo>
                  <a:lnTo>
                    <a:pt x="238298" y="15851"/>
                  </a:lnTo>
                  <a:lnTo>
                    <a:pt x="233476" y="13676"/>
                  </a:lnTo>
                  <a:lnTo>
                    <a:pt x="228587" y="11655"/>
                  </a:lnTo>
                  <a:lnTo>
                    <a:pt x="223637" y="9789"/>
                  </a:lnTo>
                  <a:lnTo>
                    <a:pt x="218631" y="8081"/>
                  </a:lnTo>
                  <a:lnTo>
                    <a:pt x="213573" y="6533"/>
                  </a:lnTo>
                  <a:lnTo>
                    <a:pt x="208469" y="5145"/>
                  </a:lnTo>
                  <a:lnTo>
                    <a:pt x="203323" y="3919"/>
                  </a:lnTo>
                  <a:lnTo>
                    <a:pt x="198141" y="2857"/>
                  </a:lnTo>
                  <a:lnTo>
                    <a:pt x="192928" y="1959"/>
                  </a:lnTo>
                  <a:lnTo>
                    <a:pt x="187689" y="1227"/>
                  </a:lnTo>
                  <a:lnTo>
                    <a:pt x="182430" y="661"/>
                  </a:lnTo>
                  <a:lnTo>
                    <a:pt x="177156" y="261"/>
                  </a:lnTo>
                  <a:lnTo>
                    <a:pt x="171871" y="28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4704" cy="167167"/>
            </a:xfrm>
            <a:custGeom>
              <a:avLst/>
              <a:pathLst>
                <a:path w="4704" h="167167">
                  <a:moveTo>
                    <a:pt x="4704" y="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7355" y="5269756"/>
              <a:ext cx="167146" cy="191486"/>
            </a:xfrm>
            <a:custGeom>
              <a:avLst/>
              <a:pathLst>
                <a:path w="167146" h="191486">
                  <a:moveTo>
                    <a:pt x="167146" y="0"/>
                  </a:moveTo>
                  <a:lnTo>
                    <a:pt x="161732" y="87"/>
                  </a:lnTo>
                  <a:lnTo>
                    <a:pt x="156323" y="350"/>
                  </a:lnTo>
                  <a:lnTo>
                    <a:pt x="150926" y="788"/>
                  </a:lnTo>
                  <a:lnTo>
                    <a:pt x="145546" y="1401"/>
                  </a:lnTo>
                  <a:lnTo>
                    <a:pt x="140189" y="2187"/>
                  </a:lnTo>
                  <a:lnTo>
                    <a:pt x="134860" y="3147"/>
                  </a:lnTo>
                  <a:lnTo>
                    <a:pt x="129565" y="4278"/>
                  </a:lnTo>
                  <a:lnTo>
                    <a:pt x="124309" y="5581"/>
                  </a:lnTo>
                  <a:lnTo>
                    <a:pt x="119099" y="7053"/>
                  </a:lnTo>
                  <a:lnTo>
                    <a:pt x="113938" y="8693"/>
                  </a:lnTo>
                  <a:lnTo>
                    <a:pt x="108834" y="10500"/>
                  </a:lnTo>
                  <a:lnTo>
                    <a:pt x="103790" y="12470"/>
                  </a:lnTo>
                  <a:lnTo>
                    <a:pt x="98813" y="14603"/>
                  </a:lnTo>
                  <a:lnTo>
                    <a:pt x="93908" y="16896"/>
                  </a:lnTo>
                  <a:lnTo>
                    <a:pt x="89080" y="19347"/>
                  </a:lnTo>
                  <a:lnTo>
                    <a:pt x="84333" y="21953"/>
                  </a:lnTo>
                  <a:lnTo>
                    <a:pt x="79674" y="24711"/>
                  </a:lnTo>
                  <a:lnTo>
                    <a:pt x="75106" y="27619"/>
                  </a:lnTo>
                  <a:lnTo>
                    <a:pt x="70635" y="30673"/>
                  </a:lnTo>
                  <a:lnTo>
                    <a:pt x="66265" y="33870"/>
                  </a:lnTo>
                  <a:lnTo>
                    <a:pt x="62001" y="37207"/>
                  </a:lnTo>
                  <a:lnTo>
                    <a:pt x="57847" y="40681"/>
                  </a:lnTo>
                  <a:lnTo>
                    <a:pt x="53808" y="44287"/>
                  </a:lnTo>
                  <a:lnTo>
                    <a:pt x="49888" y="48022"/>
                  </a:lnTo>
                  <a:lnTo>
                    <a:pt x="46090" y="51882"/>
                  </a:lnTo>
                  <a:lnTo>
                    <a:pt x="42420" y="55863"/>
                  </a:lnTo>
                  <a:lnTo>
                    <a:pt x="38881" y="59961"/>
                  </a:lnTo>
                  <a:lnTo>
                    <a:pt x="35476" y="64171"/>
                  </a:lnTo>
                  <a:lnTo>
                    <a:pt x="32210" y="68490"/>
                  </a:lnTo>
                  <a:lnTo>
                    <a:pt x="29085" y="72912"/>
                  </a:lnTo>
                  <a:lnTo>
                    <a:pt x="26104" y="77432"/>
                  </a:lnTo>
                  <a:lnTo>
                    <a:pt x="23272" y="82047"/>
                  </a:lnTo>
                  <a:lnTo>
                    <a:pt x="20591" y="86751"/>
                  </a:lnTo>
                  <a:lnTo>
                    <a:pt x="18063" y="91540"/>
                  </a:lnTo>
                  <a:lnTo>
                    <a:pt x="15692" y="96408"/>
                  </a:lnTo>
                  <a:lnTo>
                    <a:pt x="13480" y="101350"/>
                  </a:lnTo>
                  <a:lnTo>
                    <a:pt x="11429" y="106361"/>
                  </a:lnTo>
                  <a:lnTo>
                    <a:pt x="9541" y="111437"/>
                  </a:lnTo>
                  <a:lnTo>
                    <a:pt x="7819" y="116570"/>
                  </a:lnTo>
                  <a:lnTo>
                    <a:pt x="6264" y="121757"/>
                  </a:lnTo>
                  <a:lnTo>
                    <a:pt x="4878" y="126991"/>
                  </a:lnTo>
                  <a:lnTo>
                    <a:pt x="3662" y="132267"/>
                  </a:lnTo>
                  <a:lnTo>
                    <a:pt x="2617" y="137580"/>
                  </a:lnTo>
                  <a:lnTo>
                    <a:pt x="1745" y="142924"/>
                  </a:lnTo>
                  <a:lnTo>
                    <a:pt x="1047" y="148294"/>
                  </a:lnTo>
                  <a:lnTo>
                    <a:pt x="523" y="153683"/>
                  </a:lnTo>
                  <a:lnTo>
                    <a:pt x="174" y="159087"/>
                  </a:lnTo>
                  <a:lnTo>
                    <a:pt x="0" y="164498"/>
                  </a:lnTo>
                  <a:lnTo>
                    <a:pt x="1" y="169913"/>
                  </a:lnTo>
                  <a:lnTo>
                    <a:pt x="177" y="175325"/>
                  </a:lnTo>
                  <a:lnTo>
                    <a:pt x="529" y="180728"/>
                  </a:lnTo>
                  <a:lnTo>
                    <a:pt x="1056" y="186117"/>
                  </a:lnTo>
                  <a:lnTo>
                    <a:pt x="1757" y="191486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9112" y="5269756"/>
              <a:ext cx="332538" cy="334334"/>
            </a:xfrm>
            <a:custGeom>
              <a:avLst/>
              <a:pathLst>
                <a:path w="332538" h="334334">
                  <a:moveTo>
                    <a:pt x="0" y="191486"/>
                  </a:moveTo>
                  <a:lnTo>
                    <a:pt x="854" y="196718"/>
                  </a:lnTo>
                  <a:lnTo>
                    <a:pt x="1873" y="201920"/>
                  </a:lnTo>
                  <a:lnTo>
                    <a:pt x="3057" y="207087"/>
                  </a:lnTo>
                  <a:lnTo>
                    <a:pt x="4405" y="212213"/>
                  </a:lnTo>
                  <a:lnTo>
                    <a:pt x="5914" y="217295"/>
                  </a:lnTo>
                  <a:lnTo>
                    <a:pt x="7583" y="222326"/>
                  </a:lnTo>
                  <a:lnTo>
                    <a:pt x="9412" y="227302"/>
                  </a:lnTo>
                  <a:lnTo>
                    <a:pt x="11397" y="232217"/>
                  </a:lnTo>
                  <a:lnTo>
                    <a:pt x="13537" y="237066"/>
                  </a:lnTo>
                  <a:lnTo>
                    <a:pt x="15829" y="241846"/>
                  </a:lnTo>
                  <a:lnTo>
                    <a:pt x="18272" y="246550"/>
                  </a:lnTo>
                  <a:lnTo>
                    <a:pt x="20863" y="251175"/>
                  </a:lnTo>
                  <a:lnTo>
                    <a:pt x="23599" y="255715"/>
                  </a:lnTo>
                  <a:lnTo>
                    <a:pt x="26478" y="260166"/>
                  </a:lnTo>
                  <a:lnTo>
                    <a:pt x="29496" y="264523"/>
                  </a:lnTo>
                  <a:lnTo>
                    <a:pt x="32651" y="268783"/>
                  </a:lnTo>
                  <a:lnTo>
                    <a:pt x="35940" y="272940"/>
                  </a:lnTo>
                  <a:lnTo>
                    <a:pt x="39359" y="276991"/>
                  </a:lnTo>
                  <a:lnTo>
                    <a:pt x="42904" y="280932"/>
                  </a:lnTo>
                  <a:lnTo>
                    <a:pt x="46573" y="284758"/>
                  </a:lnTo>
                  <a:lnTo>
                    <a:pt x="50361" y="288466"/>
                  </a:lnTo>
                  <a:lnTo>
                    <a:pt x="54264" y="292052"/>
                  </a:lnTo>
                  <a:lnTo>
                    <a:pt x="58280" y="295513"/>
                  </a:lnTo>
                  <a:lnTo>
                    <a:pt x="62403" y="298844"/>
                  </a:lnTo>
                  <a:lnTo>
                    <a:pt x="66630" y="302043"/>
                  </a:lnTo>
                  <a:lnTo>
                    <a:pt x="70956" y="305107"/>
                  </a:lnTo>
                  <a:lnTo>
                    <a:pt x="75377" y="308032"/>
                  </a:lnTo>
                  <a:lnTo>
                    <a:pt x="79888" y="310815"/>
                  </a:lnTo>
                  <a:lnTo>
                    <a:pt x="84486" y="313453"/>
                  </a:lnTo>
                  <a:lnTo>
                    <a:pt x="89164" y="315945"/>
                  </a:lnTo>
                  <a:lnTo>
                    <a:pt x="93920" y="318287"/>
                  </a:lnTo>
                  <a:lnTo>
                    <a:pt x="98747" y="320477"/>
                  </a:lnTo>
                  <a:lnTo>
                    <a:pt x="103641" y="322513"/>
                  </a:lnTo>
                  <a:lnTo>
                    <a:pt x="108598" y="324392"/>
                  </a:lnTo>
                  <a:lnTo>
                    <a:pt x="113611" y="326114"/>
                  </a:lnTo>
                  <a:lnTo>
                    <a:pt x="118677" y="327675"/>
                  </a:lnTo>
                  <a:lnTo>
                    <a:pt x="123789" y="329076"/>
                  </a:lnTo>
                  <a:lnTo>
                    <a:pt x="128944" y="330313"/>
                  </a:lnTo>
                  <a:lnTo>
                    <a:pt x="134135" y="331387"/>
                  </a:lnTo>
                  <a:lnTo>
                    <a:pt x="139357" y="332295"/>
                  </a:lnTo>
                  <a:lnTo>
                    <a:pt x="144606" y="333037"/>
                  </a:lnTo>
                  <a:lnTo>
                    <a:pt x="149875" y="333613"/>
                  </a:lnTo>
                  <a:lnTo>
                    <a:pt x="155160" y="334021"/>
                  </a:lnTo>
                  <a:lnTo>
                    <a:pt x="160456" y="334262"/>
                  </a:lnTo>
                  <a:lnTo>
                    <a:pt x="165756" y="334334"/>
                  </a:lnTo>
                  <a:lnTo>
                    <a:pt x="171056" y="334238"/>
                  </a:lnTo>
                  <a:lnTo>
                    <a:pt x="176350" y="333975"/>
                  </a:lnTo>
                  <a:lnTo>
                    <a:pt x="181634" y="333543"/>
                  </a:lnTo>
                  <a:lnTo>
                    <a:pt x="186900" y="332944"/>
                  </a:lnTo>
                  <a:lnTo>
                    <a:pt x="192146" y="332179"/>
                  </a:lnTo>
                  <a:lnTo>
                    <a:pt x="197364" y="331248"/>
                  </a:lnTo>
                  <a:lnTo>
                    <a:pt x="202550" y="330151"/>
                  </a:lnTo>
                  <a:lnTo>
                    <a:pt x="207699" y="328891"/>
                  </a:lnTo>
                  <a:lnTo>
                    <a:pt x="212806" y="327468"/>
                  </a:lnTo>
                  <a:lnTo>
                    <a:pt x="217864" y="325884"/>
                  </a:lnTo>
                  <a:lnTo>
                    <a:pt x="222870" y="324141"/>
                  </a:lnTo>
                  <a:lnTo>
                    <a:pt x="227818" y="322239"/>
                  </a:lnTo>
                  <a:lnTo>
                    <a:pt x="232703" y="320182"/>
                  </a:lnTo>
                  <a:lnTo>
                    <a:pt x="237521" y="317971"/>
                  </a:lnTo>
                  <a:lnTo>
                    <a:pt x="242266" y="315608"/>
                  </a:lnTo>
                  <a:lnTo>
                    <a:pt x="246934" y="313096"/>
                  </a:lnTo>
                  <a:lnTo>
                    <a:pt x="251520" y="310437"/>
                  </a:lnTo>
                  <a:lnTo>
                    <a:pt x="256019" y="307634"/>
                  </a:lnTo>
                  <a:lnTo>
                    <a:pt x="260427" y="304690"/>
                  </a:lnTo>
                  <a:lnTo>
                    <a:pt x="264739" y="301608"/>
                  </a:lnTo>
                  <a:lnTo>
                    <a:pt x="268952" y="298390"/>
                  </a:lnTo>
                  <a:lnTo>
                    <a:pt x="273060" y="295041"/>
                  </a:lnTo>
                  <a:lnTo>
                    <a:pt x="277061" y="291563"/>
                  </a:lnTo>
                  <a:lnTo>
                    <a:pt x="280949" y="287959"/>
                  </a:lnTo>
                  <a:lnTo>
                    <a:pt x="284720" y="284235"/>
                  </a:lnTo>
                  <a:lnTo>
                    <a:pt x="288372" y="280392"/>
                  </a:lnTo>
                  <a:lnTo>
                    <a:pt x="291900" y="276436"/>
                  </a:lnTo>
                  <a:lnTo>
                    <a:pt x="295301" y="272370"/>
                  </a:lnTo>
                  <a:lnTo>
                    <a:pt x="298571" y="268198"/>
                  </a:lnTo>
                  <a:lnTo>
                    <a:pt x="301708" y="263925"/>
                  </a:lnTo>
                  <a:lnTo>
                    <a:pt x="304707" y="259554"/>
                  </a:lnTo>
                  <a:lnTo>
                    <a:pt x="307566" y="255090"/>
                  </a:lnTo>
                  <a:lnTo>
                    <a:pt x="310282" y="250538"/>
                  </a:lnTo>
                  <a:lnTo>
                    <a:pt x="312853" y="245902"/>
                  </a:lnTo>
                  <a:lnTo>
                    <a:pt x="315275" y="241187"/>
                  </a:lnTo>
                  <a:lnTo>
                    <a:pt x="317546" y="236398"/>
                  </a:lnTo>
                  <a:lnTo>
                    <a:pt x="319665" y="231539"/>
                  </a:lnTo>
                  <a:lnTo>
                    <a:pt x="321628" y="226615"/>
                  </a:lnTo>
                  <a:lnTo>
                    <a:pt x="323435" y="221631"/>
                  </a:lnTo>
                  <a:lnTo>
                    <a:pt x="325082" y="216593"/>
                  </a:lnTo>
                  <a:lnTo>
                    <a:pt x="326569" y="211505"/>
                  </a:lnTo>
                  <a:lnTo>
                    <a:pt x="327894" y="206372"/>
                  </a:lnTo>
                  <a:lnTo>
                    <a:pt x="329055" y="201200"/>
                  </a:lnTo>
                  <a:lnTo>
                    <a:pt x="330052" y="195994"/>
                  </a:lnTo>
                  <a:lnTo>
                    <a:pt x="330883" y="190759"/>
                  </a:lnTo>
                  <a:lnTo>
                    <a:pt x="331548" y="185500"/>
                  </a:lnTo>
                  <a:lnTo>
                    <a:pt x="332045" y="180222"/>
                  </a:lnTo>
                  <a:lnTo>
                    <a:pt x="332375" y="174932"/>
                  </a:lnTo>
                  <a:lnTo>
                    <a:pt x="332538" y="169634"/>
                  </a:lnTo>
                  <a:lnTo>
                    <a:pt x="332532" y="164333"/>
                  </a:lnTo>
                  <a:lnTo>
                    <a:pt x="332358" y="159035"/>
                  </a:lnTo>
                  <a:lnTo>
                    <a:pt x="332016" y="153745"/>
                  </a:lnTo>
                  <a:lnTo>
                    <a:pt x="331507" y="148469"/>
                  </a:lnTo>
                  <a:lnTo>
                    <a:pt x="330831" y="143211"/>
                  </a:lnTo>
                  <a:lnTo>
                    <a:pt x="329988" y="137978"/>
                  </a:lnTo>
                  <a:lnTo>
                    <a:pt x="328980" y="132774"/>
                  </a:lnTo>
                  <a:lnTo>
                    <a:pt x="327807" y="127604"/>
                  </a:lnTo>
                  <a:lnTo>
                    <a:pt x="326471" y="122474"/>
                  </a:lnTo>
                  <a:lnTo>
                    <a:pt x="324973" y="117390"/>
                  </a:lnTo>
                  <a:lnTo>
                    <a:pt x="323314" y="112355"/>
                  </a:lnTo>
                  <a:lnTo>
                    <a:pt x="321497" y="107375"/>
                  </a:lnTo>
                  <a:lnTo>
                    <a:pt x="319523" y="102456"/>
                  </a:lnTo>
                  <a:lnTo>
                    <a:pt x="317394" y="97602"/>
                  </a:lnTo>
                  <a:lnTo>
                    <a:pt x="315112" y="92817"/>
                  </a:lnTo>
                  <a:lnTo>
                    <a:pt x="312679" y="88107"/>
                  </a:lnTo>
                  <a:lnTo>
                    <a:pt x="310098" y="83477"/>
                  </a:lnTo>
                  <a:lnTo>
                    <a:pt x="307372" y="78931"/>
                  </a:lnTo>
                  <a:lnTo>
                    <a:pt x="304503" y="74474"/>
                  </a:lnTo>
                  <a:lnTo>
                    <a:pt x="301494" y="70110"/>
                  </a:lnTo>
                  <a:lnTo>
                    <a:pt x="298349" y="65843"/>
                  </a:lnTo>
                  <a:lnTo>
                    <a:pt x="295069" y="61678"/>
                  </a:lnTo>
                  <a:lnTo>
                    <a:pt x="291660" y="57620"/>
                  </a:lnTo>
                  <a:lnTo>
                    <a:pt x="288123" y="53671"/>
                  </a:lnTo>
                  <a:lnTo>
                    <a:pt x="284463" y="49837"/>
                  </a:lnTo>
                  <a:lnTo>
                    <a:pt x="280683" y="46121"/>
                  </a:lnTo>
                  <a:lnTo>
                    <a:pt x="276787" y="42526"/>
                  </a:lnTo>
                  <a:lnTo>
                    <a:pt x="272779" y="39057"/>
                  </a:lnTo>
                  <a:lnTo>
                    <a:pt x="268663" y="35716"/>
                  </a:lnTo>
                  <a:lnTo>
                    <a:pt x="264444" y="32508"/>
                  </a:lnTo>
                  <a:lnTo>
                    <a:pt x="260124" y="29435"/>
                  </a:lnTo>
                  <a:lnTo>
                    <a:pt x="255710" y="26501"/>
                  </a:lnTo>
                  <a:lnTo>
                    <a:pt x="251204" y="23708"/>
                  </a:lnTo>
                  <a:lnTo>
                    <a:pt x="246613" y="21059"/>
                  </a:lnTo>
                  <a:lnTo>
                    <a:pt x="241940" y="18557"/>
                  </a:lnTo>
                  <a:lnTo>
                    <a:pt x="237189" y="16205"/>
                  </a:lnTo>
                  <a:lnTo>
                    <a:pt x="232367" y="14004"/>
                  </a:lnTo>
                  <a:lnTo>
                    <a:pt x="227477" y="11957"/>
                  </a:lnTo>
                  <a:lnTo>
                    <a:pt x="222525" y="10067"/>
                  </a:lnTo>
                  <a:lnTo>
                    <a:pt x="217515" y="8334"/>
                  </a:lnTo>
                  <a:lnTo>
                    <a:pt x="212453" y="6762"/>
                  </a:lnTo>
                  <a:lnTo>
                    <a:pt x="207344" y="5350"/>
                  </a:lnTo>
                  <a:lnTo>
                    <a:pt x="202192" y="4101"/>
                  </a:lnTo>
                  <a:lnTo>
                    <a:pt x="197003" y="3016"/>
                  </a:lnTo>
                  <a:lnTo>
                    <a:pt x="191783" y="2096"/>
                  </a:lnTo>
                  <a:lnTo>
                    <a:pt x="186536" y="1343"/>
                  </a:lnTo>
                  <a:lnTo>
                    <a:pt x="181268" y="755"/>
                  </a:lnTo>
                  <a:lnTo>
                    <a:pt x="175983" y="336"/>
                  </a:lnTo>
                  <a:lnTo>
                    <a:pt x="170689" y="84"/>
                  </a:lnTo>
                  <a:lnTo>
                    <a:pt x="165388" y="0"/>
                  </a:lnTo>
                  <a:lnTo>
                    <a:pt x="1653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7541" y="5399291"/>
              <a:ext cx="28674" cy="167167"/>
            </a:xfrm>
            <a:custGeom>
              <a:avLst/>
              <a:pathLst>
                <a:path w="28674" h="167167">
                  <a:moveTo>
                    <a:pt x="28674" y="0"/>
                  </a:moveTo>
                  <a:lnTo>
                    <a:pt x="21472" y="155"/>
                  </a:lnTo>
                  <a:lnTo>
                    <a:pt x="14283" y="620"/>
                  </a:lnTo>
                  <a:lnTo>
                    <a:pt x="7121" y="1395"/>
                  </a:lnTo>
                  <a:lnTo>
                    <a:pt x="0" y="2477"/>
                  </a:lnTo>
                  <a:lnTo>
                    <a:pt x="286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319053" y="5400862"/>
              <a:ext cx="334319" cy="332763"/>
            </a:xfrm>
            <a:custGeom>
              <a:avLst/>
              <a:pathLst>
                <a:path w="334319" h="332763">
                  <a:moveTo>
                    <a:pt x="138488" y="906"/>
                  </a:moveTo>
                  <a:lnTo>
                    <a:pt x="133298" y="1895"/>
                  </a:lnTo>
                  <a:lnTo>
                    <a:pt x="128141" y="3046"/>
                  </a:lnTo>
                  <a:lnTo>
                    <a:pt x="123024" y="4361"/>
                  </a:lnTo>
                  <a:lnTo>
                    <a:pt x="117951" y="5836"/>
                  </a:lnTo>
                  <a:lnTo>
                    <a:pt x="112927" y="7471"/>
                  </a:lnTo>
                  <a:lnTo>
                    <a:pt x="107957" y="9264"/>
                  </a:lnTo>
                  <a:lnTo>
                    <a:pt x="103046" y="11213"/>
                  </a:lnTo>
                  <a:lnTo>
                    <a:pt x="98200" y="13316"/>
                  </a:lnTo>
                  <a:lnTo>
                    <a:pt x="93422" y="15571"/>
                  </a:lnTo>
                  <a:lnTo>
                    <a:pt x="88718" y="17977"/>
                  </a:lnTo>
                  <a:lnTo>
                    <a:pt x="84092" y="20529"/>
                  </a:lnTo>
                  <a:lnTo>
                    <a:pt x="79549" y="23227"/>
                  </a:lnTo>
                  <a:lnTo>
                    <a:pt x="75094" y="26067"/>
                  </a:lnTo>
                  <a:lnTo>
                    <a:pt x="70731" y="29046"/>
                  </a:lnTo>
                  <a:lnTo>
                    <a:pt x="66464" y="32161"/>
                  </a:lnTo>
                  <a:lnTo>
                    <a:pt x="62297" y="35410"/>
                  </a:lnTo>
                  <a:lnTo>
                    <a:pt x="58236" y="38789"/>
                  </a:lnTo>
                  <a:lnTo>
                    <a:pt x="54283" y="42294"/>
                  </a:lnTo>
                  <a:lnTo>
                    <a:pt x="50443" y="45923"/>
                  </a:lnTo>
                  <a:lnTo>
                    <a:pt x="46719" y="49671"/>
                  </a:lnTo>
                  <a:lnTo>
                    <a:pt x="43116" y="53535"/>
                  </a:lnTo>
                  <a:lnTo>
                    <a:pt x="39637" y="57511"/>
                  </a:lnTo>
                  <a:lnTo>
                    <a:pt x="36285" y="61595"/>
                  </a:lnTo>
                  <a:lnTo>
                    <a:pt x="33064" y="65783"/>
                  </a:lnTo>
                  <a:lnTo>
                    <a:pt x="29977" y="70070"/>
                  </a:lnTo>
                  <a:lnTo>
                    <a:pt x="27026" y="74453"/>
                  </a:lnTo>
                  <a:lnTo>
                    <a:pt x="24216" y="78927"/>
                  </a:lnTo>
                  <a:lnTo>
                    <a:pt x="21549" y="83488"/>
                  </a:lnTo>
                  <a:lnTo>
                    <a:pt x="19027" y="88130"/>
                  </a:lnTo>
                  <a:lnTo>
                    <a:pt x="16653" y="92850"/>
                  </a:lnTo>
                  <a:lnTo>
                    <a:pt x="14429" y="97643"/>
                  </a:lnTo>
                  <a:lnTo>
                    <a:pt x="12358" y="102503"/>
                  </a:lnTo>
                  <a:lnTo>
                    <a:pt x="10441" y="107427"/>
                  </a:lnTo>
                  <a:lnTo>
                    <a:pt x="8682" y="112408"/>
                  </a:lnTo>
                  <a:lnTo>
                    <a:pt x="7080" y="117443"/>
                  </a:lnTo>
                  <a:lnTo>
                    <a:pt x="5638" y="122526"/>
                  </a:lnTo>
                  <a:lnTo>
                    <a:pt x="4358" y="127652"/>
                  </a:lnTo>
                  <a:lnTo>
                    <a:pt x="3240" y="132816"/>
                  </a:lnTo>
                  <a:lnTo>
                    <a:pt x="2286" y="138012"/>
                  </a:lnTo>
                  <a:lnTo>
                    <a:pt x="1497" y="143236"/>
                  </a:lnTo>
                  <a:lnTo>
                    <a:pt x="873" y="148482"/>
                  </a:lnTo>
                  <a:lnTo>
                    <a:pt x="415" y="153746"/>
                  </a:lnTo>
                  <a:lnTo>
                    <a:pt x="124" y="159021"/>
                  </a:lnTo>
                  <a:lnTo>
                    <a:pt x="0" y="164303"/>
                  </a:lnTo>
                  <a:lnTo>
                    <a:pt x="42" y="169586"/>
                  </a:lnTo>
                  <a:lnTo>
                    <a:pt x="252" y="174865"/>
                  </a:lnTo>
                  <a:lnTo>
                    <a:pt x="628" y="180135"/>
                  </a:lnTo>
                  <a:lnTo>
                    <a:pt x="1171" y="185391"/>
                  </a:lnTo>
                  <a:lnTo>
                    <a:pt x="1879" y="190626"/>
                  </a:lnTo>
                  <a:lnTo>
                    <a:pt x="2753" y="195837"/>
                  </a:lnTo>
                  <a:lnTo>
                    <a:pt x="3790" y="201017"/>
                  </a:lnTo>
                  <a:lnTo>
                    <a:pt x="4991" y="206162"/>
                  </a:lnTo>
                  <a:lnTo>
                    <a:pt x="6354" y="211267"/>
                  </a:lnTo>
                  <a:lnTo>
                    <a:pt x="7878" y="216326"/>
                  </a:lnTo>
                  <a:lnTo>
                    <a:pt x="9560" y="221334"/>
                  </a:lnTo>
                  <a:lnTo>
                    <a:pt x="11401" y="226287"/>
                  </a:lnTo>
                  <a:lnTo>
                    <a:pt x="13396" y="231178"/>
                  </a:lnTo>
                  <a:lnTo>
                    <a:pt x="15546" y="236005"/>
                  </a:lnTo>
                  <a:lnTo>
                    <a:pt x="17846" y="240761"/>
                  </a:lnTo>
                  <a:lnTo>
                    <a:pt x="20296" y="245442"/>
                  </a:lnTo>
                  <a:lnTo>
                    <a:pt x="22893" y="250043"/>
                  </a:lnTo>
                  <a:lnTo>
                    <a:pt x="25633" y="254560"/>
                  </a:lnTo>
                  <a:lnTo>
                    <a:pt x="28515" y="258988"/>
                  </a:lnTo>
                  <a:lnTo>
                    <a:pt x="31536" y="263323"/>
                  </a:lnTo>
                  <a:lnTo>
                    <a:pt x="34692" y="267560"/>
                  </a:lnTo>
                  <a:lnTo>
                    <a:pt x="37980" y="271695"/>
                  </a:lnTo>
                  <a:lnTo>
                    <a:pt x="41398" y="275725"/>
                  </a:lnTo>
                  <a:lnTo>
                    <a:pt x="44941" y="279644"/>
                  </a:lnTo>
                  <a:lnTo>
                    <a:pt x="48606" y="283449"/>
                  </a:lnTo>
                  <a:lnTo>
                    <a:pt x="52389" y="287137"/>
                  </a:lnTo>
                  <a:lnTo>
                    <a:pt x="56287" y="290703"/>
                  </a:lnTo>
                  <a:lnTo>
                    <a:pt x="60296" y="294144"/>
                  </a:lnTo>
                  <a:lnTo>
                    <a:pt x="64412" y="297457"/>
                  </a:lnTo>
                  <a:lnTo>
                    <a:pt x="68630" y="300638"/>
                  </a:lnTo>
                  <a:lnTo>
                    <a:pt x="72947" y="303685"/>
                  </a:lnTo>
                  <a:lnTo>
                    <a:pt x="77358" y="306593"/>
                  </a:lnTo>
                  <a:lnTo>
                    <a:pt x="81858" y="309360"/>
                  </a:lnTo>
                  <a:lnTo>
                    <a:pt x="86444" y="311984"/>
                  </a:lnTo>
                  <a:lnTo>
                    <a:pt x="91110" y="314462"/>
                  </a:lnTo>
                  <a:lnTo>
                    <a:pt x="95853" y="316791"/>
                  </a:lnTo>
                  <a:lnTo>
                    <a:pt x="100666" y="318969"/>
                  </a:lnTo>
                  <a:lnTo>
                    <a:pt x="105546" y="320994"/>
                  </a:lnTo>
                  <a:lnTo>
                    <a:pt x="110488" y="322863"/>
                  </a:lnTo>
                  <a:lnTo>
                    <a:pt x="115486" y="324576"/>
                  </a:lnTo>
                  <a:lnTo>
                    <a:pt x="120535" y="326129"/>
                  </a:lnTo>
                  <a:lnTo>
                    <a:pt x="125632" y="327522"/>
                  </a:lnTo>
                  <a:lnTo>
                    <a:pt x="130770" y="328754"/>
                  </a:lnTo>
                  <a:lnTo>
                    <a:pt x="135944" y="329823"/>
                  </a:lnTo>
                  <a:lnTo>
                    <a:pt x="141149" y="330727"/>
                  </a:lnTo>
                  <a:lnTo>
                    <a:pt x="146380" y="331467"/>
                  </a:lnTo>
                  <a:lnTo>
                    <a:pt x="151632" y="332041"/>
                  </a:lnTo>
                  <a:lnTo>
                    <a:pt x="156900" y="332448"/>
                  </a:lnTo>
                  <a:lnTo>
                    <a:pt x="162178" y="332689"/>
                  </a:lnTo>
                  <a:lnTo>
                    <a:pt x="167461" y="332763"/>
                  </a:lnTo>
                  <a:lnTo>
                    <a:pt x="172743" y="332670"/>
                  </a:lnTo>
                  <a:lnTo>
                    <a:pt x="178020" y="332410"/>
                  </a:lnTo>
                  <a:lnTo>
                    <a:pt x="183286" y="331984"/>
                  </a:lnTo>
                  <a:lnTo>
                    <a:pt x="188536" y="331391"/>
                  </a:lnTo>
                  <a:lnTo>
                    <a:pt x="193765" y="330633"/>
                  </a:lnTo>
                  <a:lnTo>
                    <a:pt x="198967" y="329710"/>
                  </a:lnTo>
                  <a:lnTo>
                    <a:pt x="204137" y="328623"/>
                  </a:lnTo>
                  <a:lnTo>
                    <a:pt x="209271" y="327373"/>
                  </a:lnTo>
                  <a:lnTo>
                    <a:pt x="214362" y="325962"/>
                  </a:lnTo>
                  <a:lnTo>
                    <a:pt x="219406" y="324390"/>
                  </a:lnTo>
                  <a:lnTo>
                    <a:pt x="224398" y="322660"/>
                  </a:lnTo>
                  <a:lnTo>
                    <a:pt x="229333" y="320772"/>
                  </a:lnTo>
                  <a:lnTo>
                    <a:pt x="234205" y="318730"/>
                  </a:lnTo>
                  <a:lnTo>
                    <a:pt x="239011" y="316535"/>
                  </a:lnTo>
                  <a:lnTo>
                    <a:pt x="243745" y="314189"/>
                  </a:lnTo>
                  <a:lnTo>
                    <a:pt x="248403" y="311695"/>
                  </a:lnTo>
                  <a:lnTo>
                    <a:pt x="252979" y="309055"/>
                  </a:lnTo>
                  <a:lnTo>
                    <a:pt x="257470" y="306271"/>
                  </a:lnTo>
                  <a:lnTo>
                    <a:pt x="261870" y="303347"/>
                  </a:lnTo>
                  <a:lnTo>
                    <a:pt x="266176" y="300285"/>
                  </a:lnTo>
                  <a:lnTo>
                    <a:pt x="270383" y="297089"/>
                  </a:lnTo>
                  <a:lnTo>
                    <a:pt x="274486" y="293762"/>
                  </a:lnTo>
                  <a:lnTo>
                    <a:pt x="278483" y="290306"/>
                  </a:lnTo>
                  <a:lnTo>
                    <a:pt x="282368" y="286726"/>
                  </a:lnTo>
                  <a:lnTo>
                    <a:pt x="286139" y="283025"/>
                  </a:lnTo>
                  <a:lnTo>
                    <a:pt x="289790" y="279206"/>
                  </a:lnTo>
                  <a:lnTo>
                    <a:pt x="293319" y="275274"/>
                  </a:lnTo>
                  <a:lnTo>
                    <a:pt x="296722" y="271233"/>
                  </a:lnTo>
                  <a:lnTo>
                    <a:pt x="299995" y="267086"/>
                  </a:lnTo>
                  <a:lnTo>
                    <a:pt x="303136" y="262838"/>
                  </a:lnTo>
                  <a:lnTo>
                    <a:pt x="306141" y="258492"/>
                  </a:lnTo>
                  <a:lnTo>
                    <a:pt x="309008" y="254054"/>
                  </a:lnTo>
                  <a:lnTo>
                    <a:pt x="311732" y="249527"/>
                  </a:lnTo>
                  <a:lnTo>
                    <a:pt x="314312" y="244917"/>
                  </a:lnTo>
                  <a:lnTo>
                    <a:pt x="316745" y="240227"/>
                  </a:lnTo>
                  <a:lnTo>
                    <a:pt x="319029" y="235463"/>
                  </a:lnTo>
                  <a:lnTo>
                    <a:pt x="321161" y="230629"/>
                  </a:lnTo>
                  <a:lnTo>
                    <a:pt x="323139" y="225730"/>
                  </a:lnTo>
                  <a:lnTo>
                    <a:pt x="324962" y="220770"/>
                  </a:lnTo>
                  <a:lnTo>
                    <a:pt x="326626" y="215756"/>
                  </a:lnTo>
                  <a:lnTo>
                    <a:pt x="328132" y="210692"/>
                  </a:lnTo>
                  <a:lnTo>
                    <a:pt x="329477" y="205583"/>
                  </a:lnTo>
                  <a:lnTo>
                    <a:pt x="330659" y="200433"/>
                  </a:lnTo>
                  <a:lnTo>
                    <a:pt x="331678" y="195249"/>
                  </a:lnTo>
                  <a:lnTo>
                    <a:pt x="332533" y="190036"/>
                  </a:lnTo>
                  <a:lnTo>
                    <a:pt x="333223" y="184797"/>
                  </a:lnTo>
                  <a:lnTo>
                    <a:pt x="333747" y="179540"/>
                  </a:lnTo>
                  <a:lnTo>
                    <a:pt x="334104" y="174269"/>
                  </a:lnTo>
                  <a:lnTo>
                    <a:pt x="334295" y="168989"/>
                  </a:lnTo>
                  <a:lnTo>
                    <a:pt x="334319" y="163706"/>
                  </a:lnTo>
                  <a:lnTo>
                    <a:pt x="334175" y="158424"/>
                  </a:lnTo>
                  <a:lnTo>
                    <a:pt x="333865" y="153150"/>
                  </a:lnTo>
                  <a:lnTo>
                    <a:pt x="333389" y="147888"/>
                  </a:lnTo>
                  <a:lnTo>
                    <a:pt x="332746" y="142644"/>
                  </a:lnTo>
                  <a:lnTo>
                    <a:pt x="331938" y="137423"/>
                  </a:lnTo>
                  <a:lnTo>
                    <a:pt x="330966" y="132230"/>
                  </a:lnTo>
                  <a:lnTo>
                    <a:pt x="329829" y="127070"/>
                  </a:lnTo>
                  <a:lnTo>
                    <a:pt x="328531" y="121949"/>
                  </a:lnTo>
                  <a:lnTo>
                    <a:pt x="327071" y="116871"/>
                  </a:lnTo>
                  <a:lnTo>
                    <a:pt x="325451" y="111842"/>
                  </a:lnTo>
                  <a:lnTo>
                    <a:pt x="323674" y="106867"/>
                  </a:lnTo>
                  <a:lnTo>
                    <a:pt x="321739" y="101951"/>
                  </a:lnTo>
                  <a:lnTo>
                    <a:pt x="319651" y="97098"/>
                  </a:lnTo>
                  <a:lnTo>
                    <a:pt x="317410" y="92313"/>
                  </a:lnTo>
                  <a:lnTo>
                    <a:pt x="315019" y="87602"/>
                  </a:lnTo>
                  <a:lnTo>
                    <a:pt x="312481" y="82968"/>
                  </a:lnTo>
                  <a:lnTo>
                    <a:pt x="309797" y="78417"/>
                  </a:lnTo>
                  <a:lnTo>
                    <a:pt x="306971" y="73953"/>
                  </a:lnTo>
                  <a:lnTo>
                    <a:pt x="304005" y="69581"/>
                  </a:lnTo>
                  <a:lnTo>
                    <a:pt x="300903" y="65304"/>
                  </a:lnTo>
                  <a:lnTo>
                    <a:pt x="297666" y="61128"/>
                  </a:lnTo>
                  <a:lnTo>
                    <a:pt x="294300" y="57056"/>
                  </a:lnTo>
                  <a:lnTo>
                    <a:pt x="290806" y="53093"/>
                  </a:lnTo>
                  <a:lnTo>
                    <a:pt x="287189" y="49242"/>
                  </a:lnTo>
                  <a:lnTo>
                    <a:pt x="283453" y="45507"/>
                  </a:lnTo>
                  <a:lnTo>
                    <a:pt x="279600" y="41892"/>
                  </a:lnTo>
                  <a:lnTo>
                    <a:pt x="275634" y="38400"/>
                  </a:lnTo>
                  <a:lnTo>
                    <a:pt x="271561" y="35036"/>
                  </a:lnTo>
                  <a:lnTo>
                    <a:pt x="267383" y="31802"/>
                  </a:lnTo>
                  <a:lnTo>
                    <a:pt x="263105" y="28702"/>
                  </a:lnTo>
                  <a:lnTo>
                    <a:pt x="258731" y="25738"/>
                  </a:lnTo>
                  <a:lnTo>
                    <a:pt x="254265" y="22915"/>
                  </a:lnTo>
                  <a:lnTo>
                    <a:pt x="249713" y="20233"/>
                  </a:lnTo>
                  <a:lnTo>
                    <a:pt x="245078" y="17697"/>
                  </a:lnTo>
                  <a:lnTo>
                    <a:pt x="240365" y="15309"/>
                  </a:lnTo>
                  <a:lnTo>
                    <a:pt x="235579" y="13071"/>
                  </a:lnTo>
                  <a:lnTo>
                    <a:pt x="230725" y="10985"/>
                  </a:lnTo>
                  <a:lnTo>
                    <a:pt x="225808" y="9053"/>
                  </a:lnTo>
                  <a:lnTo>
                    <a:pt x="220832" y="7278"/>
                  </a:lnTo>
                  <a:lnTo>
                    <a:pt x="215802" y="5661"/>
                  </a:lnTo>
                  <a:lnTo>
                    <a:pt x="210723" y="4204"/>
                  </a:lnTo>
                  <a:lnTo>
                    <a:pt x="205601" y="2908"/>
                  </a:lnTo>
                  <a:lnTo>
                    <a:pt x="200441" y="1775"/>
                  </a:lnTo>
                  <a:lnTo>
                    <a:pt x="195248" y="805"/>
                  </a:lnTo>
                  <a:lnTo>
                    <a:pt x="190026" y="0"/>
                  </a:lnTo>
                  <a:lnTo>
                    <a:pt x="167162" y="1655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22863" cy="167167"/>
            </a:xfrm>
            <a:custGeom>
              <a:avLst/>
              <a:pathLst>
                <a:path w="22863" h="167167">
                  <a:moveTo>
                    <a:pt x="22863" y="1570"/>
                  </a:moveTo>
                  <a:lnTo>
                    <a:pt x="15269" y="698"/>
                  </a:lnTo>
                  <a:lnTo>
                    <a:pt x="7642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56378" y="5399291"/>
              <a:ext cx="167165" cy="282532"/>
            </a:xfrm>
            <a:custGeom>
              <a:avLst/>
              <a:pathLst>
                <a:path w="167165" h="282532">
                  <a:moveTo>
                    <a:pt x="167165" y="0"/>
                  </a:moveTo>
                  <a:lnTo>
                    <a:pt x="161824" y="85"/>
                  </a:lnTo>
                  <a:lnTo>
                    <a:pt x="156490" y="341"/>
                  </a:lnTo>
                  <a:lnTo>
                    <a:pt x="151166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9" y="5431"/>
                  </a:lnTo>
                  <a:lnTo>
                    <a:pt x="119753" y="6864"/>
                  </a:lnTo>
                  <a:lnTo>
                    <a:pt x="114657" y="8460"/>
                  </a:lnTo>
                  <a:lnTo>
                    <a:pt x="109613" y="10219"/>
                  </a:lnTo>
                  <a:lnTo>
                    <a:pt x="104629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9" y="18834"/>
                  </a:lnTo>
                  <a:lnTo>
                    <a:pt x="85379" y="21372"/>
                  </a:lnTo>
                  <a:lnTo>
                    <a:pt x="80763" y="24059"/>
                  </a:lnTo>
                  <a:lnTo>
                    <a:pt x="76236" y="26893"/>
                  </a:lnTo>
                  <a:lnTo>
                    <a:pt x="71801" y="29869"/>
                  </a:lnTo>
                  <a:lnTo>
                    <a:pt x="67464" y="32986"/>
                  </a:lnTo>
                  <a:lnTo>
                    <a:pt x="63228" y="36239"/>
                  </a:lnTo>
                  <a:lnTo>
                    <a:pt x="59098" y="39626"/>
                  </a:lnTo>
                  <a:lnTo>
                    <a:pt x="55079" y="43144"/>
                  </a:lnTo>
                  <a:lnTo>
                    <a:pt x="51174" y="46788"/>
                  </a:lnTo>
                  <a:lnTo>
                    <a:pt x="47388" y="50554"/>
                  </a:lnTo>
                  <a:lnTo>
                    <a:pt x="43724" y="54440"/>
                  </a:lnTo>
                  <a:lnTo>
                    <a:pt x="40186" y="58441"/>
                  </a:lnTo>
                  <a:lnTo>
                    <a:pt x="36777" y="62553"/>
                  </a:lnTo>
                  <a:lnTo>
                    <a:pt x="33502" y="66772"/>
                  </a:lnTo>
                  <a:lnTo>
                    <a:pt x="30363" y="71093"/>
                  </a:lnTo>
                  <a:lnTo>
                    <a:pt x="27363" y="75513"/>
                  </a:lnTo>
                  <a:lnTo>
                    <a:pt x="24507" y="80025"/>
                  </a:lnTo>
                  <a:lnTo>
                    <a:pt x="21796" y="84627"/>
                  </a:lnTo>
                  <a:lnTo>
                    <a:pt x="19233" y="89313"/>
                  </a:lnTo>
                  <a:lnTo>
                    <a:pt x="16821" y="94079"/>
                  </a:lnTo>
                  <a:lnTo>
                    <a:pt x="14563" y="98919"/>
                  </a:lnTo>
                  <a:lnTo>
                    <a:pt x="12461" y="103829"/>
                  </a:lnTo>
                  <a:lnTo>
                    <a:pt x="10517" y="108803"/>
                  </a:lnTo>
                  <a:lnTo>
                    <a:pt x="8732" y="113837"/>
                  </a:lnTo>
                  <a:lnTo>
                    <a:pt x="7109" y="118926"/>
                  </a:lnTo>
                  <a:lnTo>
                    <a:pt x="5650" y="124064"/>
                  </a:lnTo>
                  <a:lnTo>
                    <a:pt x="4355" y="129245"/>
                  </a:lnTo>
                  <a:lnTo>
                    <a:pt x="3227" y="134466"/>
                  </a:lnTo>
                  <a:lnTo>
                    <a:pt x="2266" y="139720"/>
                  </a:lnTo>
                  <a:lnTo>
                    <a:pt x="1473" y="145001"/>
                  </a:lnTo>
                  <a:lnTo>
                    <a:pt x="850" y="150306"/>
                  </a:lnTo>
                  <a:lnTo>
                    <a:pt x="396" y="155628"/>
                  </a:lnTo>
                  <a:lnTo>
                    <a:pt x="112" y="160961"/>
                  </a:lnTo>
                  <a:lnTo>
                    <a:pt x="0" y="166301"/>
                  </a:lnTo>
                  <a:lnTo>
                    <a:pt x="57" y="171642"/>
                  </a:lnTo>
                  <a:lnTo>
                    <a:pt x="285" y="176978"/>
                  </a:lnTo>
                  <a:lnTo>
                    <a:pt x="684" y="182304"/>
                  </a:lnTo>
                  <a:lnTo>
                    <a:pt x="1253" y="187614"/>
                  </a:lnTo>
                  <a:lnTo>
                    <a:pt x="1990" y="192904"/>
                  </a:lnTo>
                  <a:lnTo>
                    <a:pt x="2897" y="198168"/>
                  </a:lnTo>
                  <a:lnTo>
                    <a:pt x="3971" y="203400"/>
                  </a:lnTo>
                  <a:lnTo>
                    <a:pt x="5212" y="208594"/>
                  </a:lnTo>
                  <a:lnTo>
                    <a:pt x="6618" y="213747"/>
                  </a:lnTo>
                  <a:lnTo>
                    <a:pt x="8188" y="218852"/>
                  </a:lnTo>
                  <a:lnTo>
                    <a:pt x="9920" y="223904"/>
                  </a:lnTo>
                  <a:lnTo>
                    <a:pt x="11813" y="228899"/>
                  </a:lnTo>
                  <a:lnTo>
                    <a:pt x="13864" y="233830"/>
                  </a:lnTo>
                  <a:lnTo>
                    <a:pt x="16072" y="238693"/>
                  </a:lnTo>
                  <a:lnTo>
                    <a:pt x="18434" y="243484"/>
                  </a:lnTo>
                  <a:lnTo>
                    <a:pt x="20948" y="248196"/>
                  </a:lnTo>
                  <a:lnTo>
                    <a:pt x="23611" y="252826"/>
                  </a:lnTo>
                  <a:lnTo>
                    <a:pt x="26421" y="257368"/>
                  </a:lnTo>
                  <a:lnTo>
                    <a:pt x="29375" y="261818"/>
                  </a:lnTo>
                  <a:lnTo>
                    <a:pt x="32469" y="266172"/>
                  </a:lnTo>
                  <a:lnTo>
                    <a:pt x="35700" y="270424"/>
                  </a:lnTo>
                  <a:lnTo>
                    <a:pt x="39066" y="274571"/>
                  </a:lnTo>
                  <a:lnTo>
                    <a:pt x="42562" y="278608"/>
                  </a:lnTo>
                  <a:lnTo>
                    <a:pt x="46186" y="28253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02565" y="5566459"/>
              <a:ext cx="120978" cy="115365"/>
            </a:xfrm>
            <a:custGeom>
              <a:avLst/>
              <a:pathLst>
                <a:path w="120978" h="115365">
                  <a:moveTo>
                    <a:pt x="0" y="115365"/>
                  </a:moveTo>
                  <a:lnTo>
                    <a:pt x="120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02565" y="5566459"/>
              <a:ext cx="120978" cy="115365"/>
            </a:xfrm>
            <a:custGeom>
              <a:avLst/>
              <a:pathLst>
                <a:path w="120978" h="115365">
                  <a:moveTo>
                    <a:pt x="0" y="115365"/>
                  </a:moveTo>
                  <a:lnTo>
                    <a:pt x="120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02565" y="5566459"/>
              <a:ext cx="120978" cy="115365"/>
            </a:xfrm>
            <a:custGeom>
              <a:avLst/>
              <a:pathLst>
                <a:path w="120978" h="115365">
                  <a:moveTo>
                    <a:pt x="0" y="115365"/>
                  </a:moveTo>
                  <a:lnTo>
                    <a:pt x="120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02565" y="5566459"/>
              <a:ext cx="120978" cy="115365"/>
            </a:xfrm>
            <a:custGeom>
              <a:avLst/>
              <a:pathLst>
                <a:path w="120978" h="115365">
                  <a:moveTo>
                    <a:pt x="0" y="115365"/>
                  </a:moveTo>
                  <a:lnTo>
                    <a:pt x="1209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02565" y="5566459"/>
              <a:ext cx="120978" cy="115365"/>
            </a:xfrm>
            <a:custGeom>
              <a:avLst/>
              <a:pathLst>
                <a:path w="120978" h="115365">
                  <a:moveTo>
                    <a:pt x="0" y="115365"/>
                  </a:moveTo>
                  <a:lnTo>
                    <a:pt x="1209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02565" y="5566459"/>
              <a:ext cx="120978" cy="155462"/>
            </a:xfrm>
            <a:custGeom>
              <a:avLst/>
              <a:pathLst>
                <a:path w="120978" h="155462">
                  <a:moveTo>
                    <a:pt x="0" y="115365"/>
                  </a:moveTo>
                  <a:lnTo>
                    <a:pt x="4237" y="119651"/>
                  </a:lnTo>
                  <a:lnTo>
                    <a:pt x="8627" y="123782"/>
                  </a:lnTo>
                  <a:lnTo>
                    <a:pt x="13162" y="127752"/>
                  </a:lnTo>
                  <a:lnTo>
                    <a:pt x="17838" y="131556"/>
                  </a:lnTo>
                  <a:lnTo>
                    <a:pt x="22648" y="135189"/>
                  </a:lnTo>
                  <a:lnTo>
                    <a:pt x="27586" y="138646"/>
                  </a:lnTo>
                  <a:lnTo>
                    <a:pt x="32645" y="141923"/>
                  </a:lnTo>
                  <a:lnTo>
                    <a:pt x="37819" y="145015"/>
                  </a:lnTo>
                  <a:lnTo>
                    <a:pt x="43101" y="147919"/>
                  </a:lnTo>
                  <a:lnTo>
                    <a:pt x="48485" y="150630"/>
                  </a:lnTo>
                  <a:lnTo>
                    <a:pt x="53962" y="153146"/>
                  </a:lnTo>
                  <a:lnTo>
                    <a:pt x="59527" y="155462"/>
                  </a:lnTo>
                  <a:lnTo>
                    <a:pt x="120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62093" y="5399291"/>
              <a:ext cx="228617" cy="334330"/>
            </a:xfrm>
            <a:custGeom>
              <a:avLst/>
              <a:pathLst>
                <a:path w="228617" h="334330">
                  <a:moveTo>
                    <a:pt x="0" y="322630"/>
                  </a:moveTo>
                  <a:lnTo>
                    <a:pt x="5002" y="324515"/>
                  </a:lnTo>
                  <a:lnTo>
                    <a:pt x="10062" y="326240"/>
                  </a:lnTo>
                  <a:lnTo>
                    <a:pt x="15175" y="327802"/>
                  </a:lnTo>
                  <a:lnTo>
                    <a:pt x="20336" y="329199"/>
                  </a:lnTo>
                  <a:lnTo>
                    <a:pt x="25538" y="330431"/>
                  </a:lnTo>
                  <a:lnTo>
                    <a:pt x="30777" y="331496"/>
                  </a:lnTo>
                  <a:lnTo>
                    <a:pt x="36047" y="332393"/>
                  </a:lnTo>
                  <a:lnTo>
                    <a:pt x="41344" y="333121"/>
                  </a:lnTo>
                  <a:lnTo>
                    <a:pt x="46660" y="333679"/>
                  </a:lnTo>
                  <a:lnTo>
                    <a:pt x="51992" y="334067"/>
                  </a:lnTo>
                  <a:lnTo>
                    <a:pt x="57334" y="334284"/>
                  </a:lnTo>
                  <a:lnTo>
                    <a:pt x="62680" y="334330"/>
                  </a:lnTo>
                  <a:lnTo>
                    <a:pt x="68025" y="334205"/>
                  </a:lnTo>
                  <a:lnTo>
                    <a:pt x="73363" y="333909"/>
                  </a:lnTo>
                  <a:lnTo>
                    <a:pt x="78688" y="333443"/>
                  </a:lnTo>
                  <a:lnTo>
                    <a:pt x="83997" y="332807"/>
                  </a:lnTo>
                  <a:lnTo>
                    <a:pt x="89282" y="332001"/>
                  </a:lnTo>
                  <a:lnTo>
                    <a:pt x="94538" y="331027"/>
                  </a:lnTo>
                  <a:lnTo>
                    <a:pt x="99761" y="329885"/>
                  </a:lnTo>
                  <a:lnTo>
                    <a:pt x="104945" y="328577"/>
                  </a:lnTo>
                  <a:lnTo>
                    <a:pt x="110084" y="327104"/>
                  </a:lnTo>
                  <a:lnTo>
                    <a:pt x="115173" y="325467"/>
                  </a:lnTo>
                  <a:lnTo>
                    <a:pt x="120207" y="323668"/>
                  </a:lnTo>
                  <a:lnTo>
                    <a:pt x="125182" y="321709"/>
                  </a:lnTo>
                  <a:lnTo>
                    <a:pt x="130091" y="319592"/>
                  </a:lnTo>
                  <a:lnTo>
                    <a:pt x="134930" y="317319"/>
                  </a:lnTo>
                  <a:lnTo>
                    <a:pt x="139694" y="314893"/>
                  </a:lnTo>
                  <a:lnTo>
                    <a:pt x="144377" y="312315"/>
                  </a:lnTo>
                  <a:lnTo>
                    <a:pt x="148976" y="309589"/>
                  </a:lnTo>
                  <a:lnTo>
                    <a:pt x="153486" y="306718"/>
                  </a:lnTo>
                  <a:lnTo>
                    <a:pt x="157901" y="303704"/>
                  </a:lnTo>
                  <a:lnTo>
                    <a:pt x="162218" y="300550"/>
                  </a:lnTo>
                  <a:lnTo>
                    <a:pt x="166431" y="297259"/>
                  </a:lnTo>
                  <a:lnTo>
                    <a:pt x="170537" y="293836"/>
                  </a:lnTo>
                  <a:lnTo>
                    <a:pt x="174532" y="290283"/>
                  </a:lnTo>
                  <a:lnTo>
                    <a:pt x="178411" y="286604"/>
                  </a:lnTo>
                  <a:lnTo>
                    <a:pt x="182170" y="282803"/>
                  </a:lnTo>
                  <a:lnTo>
                    <a:pt x="185806" y="278883"/>
                  </a:lnTo>
                  <a:lnTo>
                    <a:pt x="189315" y="274850"/>
                  </a:lnTo>
                  <a:lnTo>
                    <a:pt x="192693" y="270706"/>
                  </a:lnTo>
                  <a:lnTo>
                    <a:pt x="195937" y="266456"/>
                  </a:lnTo>
                  <a:lnTo>
                    <a:pt x="199043" y="262105"/>
                  </a:lnTo>
                  <a:lnTo>
                    <a:pt x="202008" y="257657"/>
                  </a:lnTo>
                  <a:lnTo>
                    <a:pt x="204830" y="253116"/>
                  </a:lnTo>
                  <a:lnTo>
                    <a:pt x="207505" y="248487"/>
                  </a:lnTo>
                  <a:lnTo>
                    <a:pt x="210031" y="243775"/>
                  </a:lnTo>
                  <a:lnTo>
                    <a:pt x="212404" y="238985"/>
                  </a:lnTo>
                  <a:lnTo>
                    <a:pt x="214624" y="234121"/>
                  </a:lnTo>
                  <a:lnTo>
                    <a:pt x="216686" y="229189"/>
                  </a:lnTo>
                  <a:lnTo>
                    <a:pt x="218590" y="224194"/>
                  </a:lnTo>
                  <a:lnTo>
                    <a:pt x="220333" y="219140"/>
                  </a:lnTo>
                  <a:lnTo>
                    <a:pt x="221914" y="214033"/>
                  </a:lnTo>
                  <a:lnTo>
                    <a:pt x="223331" y="208878"/>
                  </a:lnTo>
                  <a:lnTo>
                    <a:pt x="224582" y="203680"/>
                  </a:lnTo>
                  <a:lnTo>
                    <a:pt x="225666" y="198445"/>
                  </a:lnTo>
                  <a:lnTo>
                    <a:pt x="226582" y="193178"/>
                  </a:lnTo>
                  <a:lnTo>
                    <a:pt x="227329" y="187884"/>
                  </a:lnTo>
                  <a:lnTo>
                    <a:pt x="227907" y="182569"/>
                  </a:lnTo>
                  <a:lnTo>
                    <a:pt x="228314" y="177239"/>
                  </a:lnTo>
                  <a:lnTo>
                    <a:pt x="228551" y="171898"/>
                  </a:lnTo>
                  <a:lnTo>
                    <a:pt x="228617" y="166552"/>
                  </a:lnTo>
                  <a:lnTo>
                    <a:pt x="228512" y="161207"/>
                  </a:lnTo>
                  <a:lnTo>
                    <a:pt x="228236" y="155868"/>
                  </a:lnTo>
                  <a:lnTo>
                    <a:pt x="227789" y="150541"/>
                  </a:lnTo>
                  <a:lnTo>
                    <a:pt x="227172" y="145230"/>
                  </a:lnTo>
                  <a:lnTo>
                    <a:pt x="226386" y="139942"/>
                  </a:lnTo>
                  <a:lnTo>
                    <a:pt x="225431" y="134682"/>
                  </a:lnTo>
                  <a:lnTo>
                    <a:pt x="224309" y="129455"/>
                  </a:lnTo>
                  <a:lnTo>
                    <a:pt x="223019" y="124267"/>
                  </a:lnTo>
                  <a:lnTo>
                    <a:pt x="221565" y="119122"/>
                  </a:lnTo>
                  <a:lnTo>
                    <a:pt x="219947" y="114027"/>
                  </a:lnTo>
                  <a:lnTo>
                    <a:pt x="218166" y="108986"/>
                  </a:lnTo>
                  <a:lnTo>
                    <a:pt x="216226" y="104004"/>
                  </a:lnTo>
                  <a:lnTo>
                    <a:pt x="214127" y="99088"/>
                  </a:lnTo>
                  <a:lnTo>
                    <a:pt x="211872" y="94240"/>
                  </a:lnTo>
                  <a:lnTo>
                    <a:pt x="209463" y="89468"/>
                  </a:lnTo>
                  <a:lnTo>
                    <a:pt x="206903" y="84774"/>
                  </a:lnTo>
                  <a:lnTo>
                    <a:pt x="204194" y="80165"/>
                  </a:lnTo>
                  <a:lnTo>
                    <a:pt x="201339" y="75646"/>
                  </a:lnTo>
                  <a:lnTo>
                    <a:pt x="198341" y="71219"/>
                  </a:lnTo>
                  <a:lnTo>
                    <a:pt x="195203" y="66891"/>
                  </a:lnTo>
                  <a:lnTo>
                    <a:pt x="191928" y="62665"/>
                  </a:lnTo>
                  <a:lnTo>
                    <a:pt x="188520" y="58547"/>
                  </a:lnTo>
                  <a:lnTo>
                    <a:pt x="184981" y="54539"/>
                  </a:lnTo>
                  <a:lnTo>
                    <a:pt x="181317" y="50646"/>
                  </a:lnTo>
                  <a:lnTo>
                    <a:pt x="177529" y="46873"/>
                  </a:lnTo>
                  <a:lnTo>
                    <a:pt x="173623" y="43223"/>
                  </a:lnTo>
                  <a:lnTo>
                    <a:pt x="169603" y="39699"/>
                  </a:lnTo>
                  <a:lnTo>
                    <a:pt x="165471" y="36306"/>
                  </a:lnTo>
                  <a:lnTo>
                    <a:pt x="161234" y="33047"/>
                  </a:lnTo>
                  <a:lnTo>
                    <a:pt x="156894" y="29925"/>
                  </a:lnTo>
                  <a:lnTo>
                    <a:pt x="152457" y="26943"/>
                  </a:lnTo>
                  <a:lnTo>
                    <a:pt x="147926" y="24104"/>
                  </a:lnTo>
                  <a:lnTo>
                    <a:pt x="143307" y="21412"/>
                  </a:lnTo>
                  <a:lnTo>
                    <a:pt x="138605" y="18869"/>
                  </a:lnTo>
                  <a:lnTo>
                    <a:pt x="133823" y="16478"/>
                  </a:lnTo>
                  <a:lnTo>
                    <a:pt x="128968" y="14241"/>
                  </a:lnTo>
                  <a:lnTo>
                    <a:pt x="124043" y="12160"/>
                  </a:lnTo>
                  <a:lnTo>
                    <a:pt x="119055" y="10238"/>
                  </a:lnTo>
                  <a:lnTo>
                    <a:pt x="114007" y="8476"/>
                  </a:lnTo>
                  <a:lnTo>
                    <a:pt x="108906" y="6877"/>
                  </a:lnTo>
                  <a:lnTo>
                    <a:pt x="103756" y="5441"/>
                  </a:lnTo>
                  <a:lnTo>
                    <a:pt x="98563" y="4171"/>
                  </a:lnTo>
                  <a:lnTo>
                    <a:pt x="93332" y="3068"/>
                  </a:lnTo>
                  <a:lnTo>
                    <a:pt x="88068" y="2132"/>
                  </a:lnTo>
                  <a:lnTo>
                    <a:pt x="82778" y="1366"/>
                  </a:lnTo>
                  <a:lnTo>
                    <a:pt x="77465" y="768"/>
                  </a:lnTo>
                  <a:lnTo>
                    <a:pt x="72136" y="341"/>
                  </a:lnTo>
                  <a:lnTo>
                    <a:pt x="66796" y="85"/>
                  </a:lnTo>
                  <a:lnTo>
                    <a:pt x="61450" y="0"/>
                  </a:lnTo>
                  <a:lnTo>
                    <a:pt x="614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78279" y="5269756"/>
              <a:ext cx="166978" cy="167167"/>
            </a:xfrm>
            <a:custGeom>
              <a:avLst/>
              <a:pathLst>
                <a:path w="166978" h="167167">
                  <a:moveTo>
                    <a:pt x="166978" y="0"/>
                  </a:moveTo>
                  <a:lnTo>
                    <a:pt x="161561" y="87"/>
                  </a:lnTo>
                  <a:lnTo>
                    <a:pt x="156150" y="351"/>
                  </a:lnTo>
                  <a:lnTo>
                    <a:pt x="150750" y="789"/>
                  </a:lnTo>
                  <a:lnTo>
                    <a:pt x="145367" y="1402"/>
                  </a:lnTo>
                  <a:lnTo>
                    <a:pt x="140007" y="2190"/>
                  </a:lnTo>
                  <a:lnTo>
                    <a:pt x="134675" y="3150"/>
                  </a:lnTo>
                  <a:lnTo>
                    <a:pt x="129377" y="4283"/>
                  </a:lnTo>
                  <a:lnTo>
                    <a:pt x="124118" y="5587"/>
                  </a:lnTo>
                  <a:lnTo>
                    <a:pt x="118905" y="7061"/>
                  </a:lnTo>
                  <a:lnTo>
                    <a:pt x="113742" y="8703"/>
                  </a:lnTo>
                  <a:lnTo>
                    <a:pt x="108635" y="10511"/>
                  </a:lnTo>
                  <a:lnTo>
                    <a:pt x="103589" y="12484"/>
                  </a:lnTo>
                  <a:lnTo>
                    <a:pt x="98610" y="14620"/>
                  </a:lnTo>
                  <a:lnTo>
                    <a:pt x="93702" y="16915"/>
                  </a:lnTo>
                  <a:lnTo>
                    <a:pt x="88872" y="19369"/>
                  </a:lnTo>
                  <a:lnTo>
                    <a:pt x="84124" y="21977"/>
                  </a:lnTo>
                  <a:lnTo>
                    <a:pt x="79462" y="24738"/>
                  </a:lnTo>
                  <a:lnTo>
                    <a:pt x="74893" y="27649"/>
                  </a:lnTo>
                  <a:lnTo>
                    <a:pt x="70420" y="30707"/>
                  </a:lnTo>
                  <a:lnTo>
                    <a:pt x="66049" y="33907"/>
                  </a:lnTo>
                  <a:lnTo>
                    <a:pt x="61784" y="37248"/>
                  </a:lnTo>
                  <a:lnTo>
                    <a:pt x="57629" y="40725"/>
                  </a:lnTo>
                  <a:lnTo>
                    <a:pt x="53589" y="44335"/>
                  </a:lnTo>
                  <a:lnTo>
                    <a:pt x="49668" y="48074"/>
                  </a:lnTo>
                  <a:lnTo>
                    <a:pt x="45870" y="51938"/>
                  </a:lnTo>
                  <a:lnTo>
                    <a:pt x="42200" y="55923"/>
                  </a:lnTo>
                  <a:lnTo>
                    <a:pt x="38661" y="60025"/>
                  </a:lnTo>
                  <a:lnTo>
                    <a:pt x="35256" y="64239"/>
                  </a:lnTo>
                  <a:lnTo>
                    <a:pt x="31990" y="68561"/>
                  </a:lnTo>
                  <a:lnTo>
                    <a:pt x="28865" y="72988"/>
                  </a:lnTo>
                  <a:lnTo>
                    <a:pt x="25886" y="77513"/>
                  </a:lnTo>
                  <a:lnTo>
                    <a:pt x="23055" y="82132"/>
                  </a:lnTo>
                  <a:lnTo>
                    <a:pt x="20375" y="86840"/>
                  </a:lnTo>
                  <a:lnTo>
                    <a:pt x="17849" y="91633"/>
                  </a:lnTo>
                  <a:lnTo>
                    <a:pt x="15480" y="96505"/>
                  </a:lnTo>
                  <a:lnTo>
                    <a:pt x="13269" y="101452"/>
                  </a:lnTo>
                  <a:lnTo>
                    <a:pt x="11221" y="106467"/>
                  </a:lnTo>
                  <a:lnTo>
                    <a:pt x="9335" y="111546"/>
                  </a:lnTo>
                  <a:lnTo>
                    <a:pt x="7616" y="116684"/>
                  </a:lnTo>
                  <a:lnTo>
                    <a:pt x="6064" y="121875"/>
                  </a:lnTo>
                  <a:lnTo>
                    <a:pt x="4680" y="127113"/>
                  </a:lnTo>
                  <a:lnTo>
                    <a:pt x="3468" y="132393"/>
                  </a:lnTo>
                  <a:lnTo>
                    <a:pt x="2427" y="137710"/>
                  </a:lnTo>
                  <a:lnTo>
                    <a:pt x="1559" y="143058"/>
                  </a:lnTo>
                  <a:lnTo>
                    <a:pt x="864" y="148431"/>
                  </a:lnTo>
                  <a:lnTo>
                    <a:pt x="344" y="153824"/>
                  </a:lnTo>
                  <a:lnTo>
                    <a:pt x="0" y="159231"/>
                  </a:lnTo>
                  <a:lnTo>
                    <a:pt x="1669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279" y="5428987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279" y="5428987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279" y="5428987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279" y="5428987"/>
              <a:ext cx="166978" cy="7936"/>
            </a:xfrm>
            <a:custGeom>
              <a:avLst/>
              <a:pathLst>
                <a:path w="166978" h="7936">
                  <a:moveTo>
                    <a:pt x="0" y="0"/>
                  </a:moveTo>
                  <a:lnTo>
                    <a:pt x="166978" y="79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102" y="5428987"/>
              <a:ext cx="167155" cy="47260"/>
            </a:xfrm>
            <a:custGeom>
              <a:avLst/>
              <a:pathLst>
                <a:path w="167155" h="47260">
                  <a:moveTo>
                    <a:pt x="176" y="0"/>
                  </a:moveTo>
                  <a:lnTo>
                    <a:pt x="0" y="5951"/>
                  </a:lnTo>
                  <a:lnTo>
                    <a:pt x="35" y="11905"/>
                  </a:lnTo>
                  <a:lnTo>
                    <a:pt x="282" y="17854"/>
                  </a:lnTo>
                  <a:lnTo>
                    <a:pt x="741" y="23791"/>
                  </a:lnTo>
                  <a:lnTo>
                    <a:pt x="1411" y="29707"/>
                  </a:lnTo>
                  <a:lnTo>
                    <a:pt x="2292" y="35596"/>
                  </a:lnTo>
                  <a:lnTo>
                    <a:pt x="3382" y="41449"/>
                  </a:lnTo>
                  <a:lnTo>
                    <a:pt x="4679" y="47260"/>
                  </a:lnTo>
                  <a:lnTo>
                    <a:pt x="167155" y="79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82782" y="5269756"/>
              <a:ext cx="329623" cy="334334"/>
            </a:xfrm>
            <a:custGeom>
              <a:avLst/>
              <a:pathLst>
                <a:path w="329623" h="334334">
                  <a:moveTo>
                    <a:pt x="0" y="206492"/>
                  </a:moveTo>
                  <a:lnTo>
                    <a:pt x="1329" y="211627"/>
                  </a:lnTo>
                  <a:lnTo>
                    <a:pt x="2821" y="216718"/>
                  </a:lnTo>
                  <a:lnTo>
                    <a:pt x="4474" y="221760"/>
                  </a:lnTo>
                  <a:lnTo>
                    <a:pt x="6286" y="226746"/>
                  </a:lnTo>
                  <a:lnTo>
                    <a:pt x="8255" y="231672"/>
                  </a:lnTo>
                  <a:lnTo>
                    <a:pt x="10379" y="236533"/>
                  </a:lnTo>
                  <a:lnTo>
                    <a:pt x="12657" y="241325"/>
                  </a:lnTo>
                  <a:lnTo>
                    <a:pt x="15086" y="246041"/>
                  </a:lnTo>
                  <a:lnTo>
                    <a:pt x="17663" y="250678"/>
                  </a:lnTo>
                  <a:lnTo>
                    <a:pt x="20386" y="255232"/>
                  </a:lnTo>
                  <a:lnTo>
                    <a:pt x="23252" y="259696"/>
                  </a:lnTo>
                  <a:lnTo>
                    <a:pt x="26258" y="264067"/>
                  </a:lnTo>
                  <a:lnTo>
                    <a:pt x="29401" y="268341"/>
                  </a:lnTo>
                  <a:lnTo>
                    <a:pt x="32679" y="272513"/>
                  </a:lnTo>
                  <a:lnTo>
                    <a:pt x="36087" y="276578"/>
                  </a:lnTo>
                  <a:lnTo>
                    <a:pt x="39622" y="280534"/>
                  </a:lnTo>
                  <a:lnTo>
                    <a:pt x="43282" y="284375"/>
                  </a:lnTo>
                  <a:lnTo>
                    <a:pt x="47061" y="288098"/>
                  </a:lnTo>
                  <a:lnTo>
                    <a:pt x="50956" y="291699"/>
                  </a:lnTo>
                  <a:lnTo>
                    <a:pt x="54964" y="295175"/>
                  </a:lnTo>
                  <a:lnTo>
                    <a:pt x="59080" y="298523"/>
                  </a:lnTo>
                  <a:lnTo>
                    <a:pt x="63300" y="301737"/>
                  </a:lnTo>
                  <a:lnTo>
                    <a:pt x="67620" y="304817"/>
                  </a:lnTo>
                  <a:lnTo>
                    <a:pt x="72036" y="307757"/>
                  </a:lnTo>
                  <a:lnTo>
                    <a:pt x="76543" y="310556"/>
                  </a:lnTo>
                  <a:lnTo>
                    <a:pt x="81136" y="313211"/>
                  </a:lnTo>
                  <a:lnTo>
                    <a:pt x="85811" y="315718"/>
                  </a:lnTo>
                  <a:lnTo>
                    <a:pt x="90564" y="318076"/>
                  </a:lnTo>
                  <a:lnTo>
                    <a:pt x="95388" y="320282"/>
                  </a:lnTo>
                  <a:lnTo>
                    <a:pt x="100281" y="322334"/>
                  </a:lnTo>
                  <a:lnTo>
                    <a:pt x="105236" y="324229"/>
                  </a:lnTo>
                  <a:lnTo>
                    <a:pt x="110248" y="325966"/>
                  </a:lnTo>
                  <a:lnTo>
                    <a:pt x="115314" y="327544"/>
                  </a:lnTo>
                  <a:lnTo>
                    <a:pt x="120427" y="328959"/>
                  </a:lnTo>
                  <a:lnTo>
                    <a:pt x="125582" y="330212"/>
                  </a:lnTo>
                  <a:lnTo>
                    <a:pt x="130774" y="331301"/>
                  </a:lnTo>
                  <a:lnTo>
                    <a:pt x="135998" y="332224"/>
                  </a:lnTo>
                  <a:lnTo>
                    <a:pt x="141249" y="332981"/>
                  </a:lnTo>
                  <a:lnTo>
                    <a:pt x="146521" y="333571"/>
                  </a:lnTo>
                  <a:lnTo>
                    <a:pt x="151810" y="333994"/>
                  </a:lnTo>
                  <a:lnTo>
                    <a:pt x="157109" y="334248"/>
                  </a:lnTo>
                  <a:lnTo>
                    <a:pt x="162413" y="334334"/>
                  </a:lnTo>
                  <a:lnTo>
                    <a:pt x="167718" y="334252"/>
                  </a:lnTo>
                  <a:lnTo>
                    <a:pt x="173017" y="334002"/>
                  </a:lnTo>
                  <a:lnTo>
                    <a:pt x="178306" y="333583"/>
                  </a:lnTo>
                  <a:lnTo>
                    <a:pt x="183578" y="332997"/>
                  </a:lnTo>
                  <a:lnTo>
                    <a:pt x="188830" y="332244"/>
                  </a:lnTo>
                  <a:lnTo>
                    <a:pt x="194055" y="331325"/>
                  </a:lnTo>
                  <a:lnTo>
                    <a:pt x="199248" y="330240"/>
                  </a:lnTo>
                  <a:lnTo>
                    <a:pt x="204404" y="328991"/>
                  </a:lnTo>
                  <a:lnTo>
                    <a:pt x="209518" y="327579"/>
                  </a:lnTo>
                  <a:lnTo>
                    <a:pt x="214584" y="326005"/>
                  </a:lnTo>
                  <a:lnTo>
                    <a:pt x="219598" y="324272"/>
                  </a:lnTo>
                  <a:lnTo>
                    <a:pt x="224555" y="322380"/>
                  </a:lnTo>
                  <a:lnTo>
                    <a:pt x="229448" y="320332"/>
                  </a:lnTo>
                  <a:lnTo>
                    <a:pt x="234275" y="318130"/>
                  </a:lnTo>
                  <a:lnTo>
                    <a:pt x="239029" y="315776"/>
                  </a:lnTo>
                  <a:lnTo>
                    <a:pt x="243706" y="313272"/>
                  </a:lnTo>
                  <a:lnTo>
                    <a:pt x="248301" y="310620"/>
                  </a:lnTo>
                  <a:lnTo>
                    <a:pt x="252810" y="307825"/>
                  </a:lnTo>
                  <a:lnTo>
                    <a:pt x="257228" y="304888"/>
                  </a:lnTo>
                  <a:lnTo>
                    <a:pt x="261550" y="301812"/>
                  </a:lnTo>
                  <a:lnTo>
                    <a:pt x="265773" y="298600"/>
                  </a:lnTo>
                  <a:lnTo>
                    <a:pt x="269892" y="295256"/>
                  </a:lnTo>
                  <a:lnTo>
                    <a:pt x="273902" y="291783"/>
                  </a:lnTo>
                  <a:lnTo>
                    <a:pt x="277800" y="288184"/>
                  </a:lnTo>
                  <a:lnTo>
                    <a:pt x="281582" y="284464"/>
                  </a:lnTo>
                  <a:lnTo>
                    <a:pt x="285244" y="280626"/>
                  </a:lnTo>
                  <a:lnTo>
                    <a:pt x="288783" y="276673"/>
                  </a:lnTo>
                  <a:lnTo>
                    <a:pt x="292194" y="272610"/>
                  </a:lnTo>
                  <a:lnTo>
                    <a:pt x="295474" y="268440"/>
                  </a:lnTo>
                  <a:lnTo>
                    <a:pt x="298621" y="264169"/>
                  </a:lnTo>
                  <a:lnTo>
                    <a:pt x="301631" y="259800"/>
                  </a:lnTo>
                  <a:lnTo>
                    <a:pt x="304500" y="255338"/>
                  </a:lnTo>
                  <a:lnTo>
                    <a:pt x="307226" y="250787"/>
                  </a:lnTo>
                  <a:lnTo>
                    <a:pt x="309807" y="246151"/>
                  </a:lnTo>
                  <a:lnTo>
                    <a:pt x="312239" y="241437"/>
                  </a:lnTo>
                  <a:lnTo>
                    <a:pt x="314520" y="236647"/>
                  </a:lnTo>
                  <a:lnTo>
                    <a:pt x="316648" y="231787"/>
                  </a:lnTo>
                  <a:lnTo>
                    <a:pt x="318621" y="226863"/>
                  </a:lnTo>
                  <a:lnTo>
                    <a:pt x="320437" y="221878"/>
                  </a:lnTo>
                  <a:lnTo>
                    <a:pt x="322093" y="216838"/>
                  </a:lnTo>
                  <a:lnTo>
                    <a:pt x="323589" y="211748"/>
                  </a:lnTo>
                  <a:lnTo>
                    <a:pt x="324922" y="206613"/>
                  </a:lnTo>
                  <a:lnTo>
                    <a:pt x="326092" y="201439"/>
                  </a:lnTo>
                  <a:lnTo>
                    <a:pt x="327097" y="196229"/>
                  </a:lnTo>
                  <a:lnTo>
                    <a:pt x="327937" y="190991"/>
                  </a:lnTo>
                  <a:lnTo>
                    <a:pt x="328609" y="185729"/>
                  </a:lnTo>
                  <a:lnTo>
                    <a:pt x="329115" y="180448"/>
                  </a:lnTo>
                  <a:lnTo>
                    <a:pt x="329452" y="175153"/>
                  </a:lnTo>
                  <a:lnTo>
                    <a:pt x="329622" y="169851"/>
                  </a:lnTo>
                  <a:lnTo>
                    <a:pt x="329623" y="164546"/>
                  </a:lnTo>
                  <a:lnTo>
                    <a:pt x="329455" y="159243"/>
                  </a:lnTo>
                  <a:lnTo>
                    <a:pt x="329120" y="153949"/>
                  </a:lnTo>
                  <a:lnTo>
                    <a:pt x="328616" y="148667"/>
                  </a:lnTo>
                  <a:lnTo>
                    <a:pt x="327946" y="143405"/>
                  </a:lnTo>
                  <a:lnTo>
                    <a:pt x="327108" y="138166"/>
                  </a:lnTo>
                  <a:lnTo>
                    <a:pt x="326105" y="132957"/>
                  </a:lnTo>
                  <a:lnTo>
                    <a:pt x="324937" y="127782"/>
                  </a:lnTo>
                  <a:lnTo>
                    <a:pt x="323606" y="122646"/>
                  </a:lnTo>
                  <a:lnTo>
                    <a:pt x="322112" y="117556"/>
                  </a:lnTo>
                  <a:lnTo>
                    <a:pt x="320457" y="112515"/>
                  </a:lnTo>
                  <a:lnTo>
                    <a:pt x="318643" y="107530"/>
                  </a:lnTo>
                  <a:lnTo>
                    <a:pt x="316672" y="102604"/>
                  </a:lnTo>
                  <a:lnTo>
                    <a:pt x="314546" y="97744"/>
                  </a:lnTo>
                  <a:lnTo>
                    <a:pt x="312267" y="92953"/>
                  </a:lnTo>
                  <a:lnTo>
                    <a:pt x="309836" y="88238"/>
                  </a:lnTo>
                  <a:lnTo>
                    <a:pt x="307257" y="83601"/>
                  </a:lnTo>
                  <a:lnTo>
                    <a:pt x="304533" y="79049"/>
                  </a:lnTo>
                  <a:lnTo>
                    <a:pt x="301665" y="74586"/>
                  </a:lnTo>
                  <a:lnTo>
                    <a:pt x="298657" y="70216"/>
                  </a:lnTo>
                  <a:lnTo>
                    <a:pt x="295512" y="65943"/>
                  </a:lnTo>
                  <a:lnTo>
                    <a:pt x="292233" y="61773"/>
                  </a:lnTo>
                  <a:lnTo>
                    <a:pt x="288824" y="57708"/>
                  </a:lnTo>
                  <a:lnTo>
                    <a:pt x="285287" y="53754"/>
                  </a:lnTo>
                  <a:lnTo>
                    <a:pt x="281626" y="49914"/>
                  </a:lnTo>
                  <a:lnTo>
                    <a:pt x="277845" y="46193"/>
                  </a:lnTo>
                  <a:lnTo>
                    <a:pt x="273949" y="42593"/>
                  </a:lnTo>
                  <a:lnTo>
                    <a:pt x="269940" y="39118"/>
                  </a:lnTo>
                  <a:lnTo>
                    <a:pt x="265822" y="35773"/>
                  </a:lnTo>
                  <a:lnTo>
                    <a:pt x="261601" y="32559"/>
                  </a:lnTo>
                  <a:lnTo>
                    <a:pt x="257280" y="29482"/>
                  </a:lnTo>
                  <a:lnTo>
                    <a:pt x="252863" y="26543"/>
                  </a:lnTo>
                  <a:lnTo>
                    <a:pt x="248355" y="23746"/>
                  </a:lnTo>
                  <a:lnTo>
                    <a:pt x="243761" y="21093"/>
                  </a:lnTo>
                  <a:lnTo>
                    <a:pt x="239085" y="18587"/>
                  </a:lnTo>
                  <a:lnTo>
                    <a:pt x="234331" y="16231"/>
                  </a:lnTo>
                  <a:lnTo>
                    <a:pt x="229506" y="14027"/>
                  </a:lnTo>
                  <a:lnTo>
                    <a:pt x="224613" y="11977"/>
                  </a:lnTo>
                  <a:lnTo>
                    <a:pt x="219657" y="10083"/>
                  </a:lnTo>
                  <a:lnTo>
                    <a:pt x="214644" y="8348"/>
                  </a:lnTo>
                  <a:lnTo>
                    <a:pt x="209578" y="6773"/>
                  </a:lnTo>
                  <a:lnTo>
                    <a:pt x="204464" y="5359"/>
                  </a:lnTo>
                  <a:lnTo>
                    <a:pt x="199309" y="4108"/>
                  </a:lnTo>
                  <a:lnTo>
                    <a:pt x="194116" y="3021"/>
                  </a:lnTo>
                  <a:lnTo>
                    <a:pt x="188892" y="2100"/>
                  </a:lnTo>
                  <a:lnTo>
                    <a:pt x="183640" y="1345"/>
                  </a:lnTo>
                  <a:lnTo>
                    <a:pt x="178368" y="757"/>
                  </a:lnTo>
                  <a:lnTo>
                    <a:pt x="173079" y="336"/>
                  </a:lnTo>
                  <a:lnTo>
                    <a:pt x="167780" y="84"/>
                  </a:lnTo>
                  <a:lnTo>
                    <a:pt x="162476" y="0"/>
                  </a:lnTo>
                  <a:lnTo>
                    <a:pt x="1624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92249" y="5018213"/>
              <a:ext cx="128789" cy="167167"/>
            </a:xfrm>
            <a:custGeom>
              <a:avLst/>
              <a:pathLst>
                <a:path w="128789" h="167167">
                  <a:moveTo>
                    <a:pt x="128789" y="0"/>
                  </a:moveTo>
                  <a:lnTo>
                    <a:pt x="123136" y="95"/>
                  </a:lnTo>
                  <a:lnTo>
                    <a:pt x="117488" y="382"/>
                  </a:lnTo>
                  <a:lnTo>
                    <a:pt x="111854" y="860"/>
                  </a:lnTo>
                  <a:lnTo>
                    <a:pt x="106239" y="1527"/>
                  </a:lnTo>
                  <a:lnTo>
                    <a:pt x="100650" y="2385"/>
                  </a:lnTo>
                  <a:lnTo>
                    <a:pt x="95093" y="3431"/>
                  </a:lnTo>
                  <a:lnTo>
                    <a:pt x="89575" y="4664"/>
                  </a:lnTo>
                  <a:lnTo>
                    <a:pt x="84101" y="6083"/>
                  </a:lnTo>
                  <a:lnTo>
                    <a:pt x="78679" y="7687"/>
                  </a:lnTo>
                  <a:lnTo>
                    <a:pt x="73314" y="9473"/>
                  </a:lnTo>
                  <a:lnTo>
                    <a:pt x="68012" y="11439"/>
                  </a:lnTo>
                  <a:lnTo>
                    <a:pt x="62780" y="13584"/>
                  </a:lnTo>
                  <a:lnTo>
                    <a:pt x="57623" y="15904"/>
                  </a:lnTo>
                  <a:lnTo>
                    <a:pt x="52548" y="18398"/>
                  </a:lnTo>
                  <a:lnTo>
                    <a:pt x="47560" y="21061"/>
                  </a:lnTo>
                  <a:lnTo>
                    <a:pt x="42666" y="23892"/>
                  </a:lnTo>
                  <a:lnTo>
                    <a:pt x="37869" y="26887"/>
                  </a:lnTo>
                  <a:lnTo>
                    <a:pt x="33177" y="30042"/>
                  </a:lnTo>
                  <a:lnTo>
                    <a:pt x="28594" y="33354"/>
                  </a:lnTo>
                  <a:lnTo>
                    <a:pt x="24126" y="36819"/>
                  </a:lnTo>
                  <a:lnTo>
                    <a:pt x="19777" y="40434"/>
                  </a:lnTo>
                  <a:lnTo>
                    <a:pt x="15553" y="44193"/>
                  </a:lnTo>
                  <a:lnTo>
                    <a:pt x="11459" y="48093"/>
                  </a:lnTo>
                  <a:lnTo>
                    <a:pt x="7499" y="52130"/>
                  </a:lnTo>
                  <a:lnTo>
                    <a:pt x="3678" y="56297"/>
                  </a:lnTo>
                  <a:lnTo>
                    <a:pt x="0" y="60592"/>
                  </a:lnTo>
                  <a:lnTo>
                    <a:pt x="1287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92249" y="5078806"/>
              <a:ext cx="128789" cy="106574"/>
            </a:xfrm>
            <a:custGeom>
              <a:avLst/>
              <a:pathLst>
                <a:path w="128789" h="106574">
                  <a:moveTo>
                    <a:pt x="0" y="0"/>
                  </a:moveTo>
                  <a:lnTo>
                    <a:pt x="128789" y="106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92249" y="5078806"/>
              <a:ext cx="128789" cy="106574"/>
            </a:xfrm>
            <a:custGeom>
              <a:avLst/>
              <a:pathLst>
                <a:path w="128789" h="106574">
                  <a:moveTo>
                    <a:pt x="0" y="0"/>
                  </a:moveTo>
                  <a:lnTo>
                    <a:pt x="128789" y="1065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92249" y="5078806"/>
              <a:ext cx="128789" cy="106574"/>
            </a:xfrm>
            <a:custGeom>
              <a:avLst/>
              <a:pathLst>
                <a:path w="128789" h="106574">
                  <a:moveTo>
                    <a:pt x="0" y="0"/>
                  </a:moveTo>
                  <a:lnTo>
                    <a:pt x="128789" y="1065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78267" y="5078806"/>
              <a:ext cx="142771" cy="106574"/>
            </a:xfrm>
            <a:custGeom>
              <a:avLst/>
              <a:pathLst>
                <a:path w="142771" h="106574">
                  <a:moveTo>
                    <a:pt x="13981" y="0"/>
                  </a:moveTo>
                  <a:lnTo>
                    <a:pt x="9008" y="6312"/>
                  </a:lnTo>
                  <a:lnTo>
                    <a:pt x="4344" y="12857"/>
                  </a:lnTo>
                  <a:lnTo>
                    <a:pt x="0" y="19618"/>
                  </a:lnTo>
                  <a:lnTo>
                    <a:pt x="142771" y="1065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3877" y="5018213"/>
              <a:ext cx="334313" cy="334332"/>
            </a:xfrm>
            <a:custGeom>
              <a:avLst/>
              <a:pathLst>
                <a:path w="334313" h="334332">
                  <a:moveTo>
                    <a:pt x="24390" y="80211"/>
                  </a:moveTo>
                  <a:lnTo>
                    <a:pt x="21707" y="84777"/>
                  </a:lnTo>
                  <a:lnTo>
                    <a:pt x="19170" y="89427"/>
                  </a:lnTo>
                  <a:lnTo>
                    <a:pt x="16781" y="94154"/>
                  </a:lnTo>
                  <a:lnTo>
                    <a:pt x="14544" y="98954"/>
                  </a:lnTo>
                  <a:lnTo>
                    <a:pt x="12460" y="103823"/>
                  </a:lnTo>
                  <a:lnTo>
                    <a:pt x="10531" y="108755"/>
                  </a:lnTo>
                  <a:lnTo>
                    <a:pt x="8759" y="113746"/>
                  </a:lnTo>
                  <a:lnTo>
                    <a:pt x="7146" y="118791"/>
                  </a:lnTo>
                  <a:lnTo>
                    <a:pt x="5694" y="123884"/>
                  </a:lnTo>
                  <a:lnTo>
                    <a:pt x="4404" y="129021"/>
                  </a:lnTo>
                  <a:lnTo>
                    <a:pt x="3277" y="134196"/>
                  </a:lnTo>
                  <a:lnTo>
                    <a:pt x="2315" y="139404"/>
                  </a:lnTo>
                  <a:lnTo>
                    <a:pt x="1518" y="144640"/>
                  </a:lnTo>
                  <a:lnTo>
                    <a:pt x="888" y="149898"/>
                  </a:lnTo>
                  <a:lnTo>
                    <a:pt x="424" y="155174"/>
                  </a:lnTo>
                  <a:lnTo>
                    <a:pt x="128" y="160462"/>
                  </a:lnTo>
                  <a:lnTo>
                    <a:pt x="0" y="165757"/>
                  </a:lnTo>
                  <a:lnTo>
                    <a:pt x="39" y="171053"/>
                  </a:lnTo>
                  <a:lnTo>
                    <a:pt x="246" y="176345"/>
                  </a:lnTo>
                  <a:lnTo>
                    <a:pt x="620" y="181628"/>
                  </a:lnTo>
                  <a:lnTo>
                    <a:pt x="1162" y="186897"/>
                  </a:lnTo>
                  <a:lnTo>
                    <a:pt x="1870" y="192145"/>
                  </a:lnTo>
                  <a:lnTo>
                    <a:pt x="2744" y="197369"/>
                  </a:lnTo>
                  <a:lnTo>
                    <a:pt x="3784" y="202562"/>
                  </a:lnTo>
                  <a:lnTo>
                    <a:pt x="4987" y="207720"/>
                  </a:lnTo>
                  <a:lnTo>
                    <a:pt x="6353" y="212837"/>
                  </a:lnTo>
                  <a:lnTo>
                    <a:pt x="7880" y="217908"/>
                  </a:lnTo>
                  <a:lnTo>
                    <a:pt x="9568" y="222928"/>
                  </a:lnTo>
                  <a:lnTo>
                    <a:pt x="11413" y="227892"/>
                  </a:lnTo>
                  <a:lnTo>
                    <a:pt x="13415" y="232796"/>
                  </a:lnTo>
                  <a:lnTo>
                    <a:pt x="15571" y="237633"/>
                  </a:lnTo>
                  <a:lnTo>
                    <a:pt x="17880" y="242400"/>
                  </a:lnTo>
                  <a:lnTo>
                    <a:pt x="20338" y="247091"/>
                  </a:lnTo>
                  <a:lnTo>
                    <a:pt x="22943" y="251702"/>
                  </a:lnTo>
                  <a:lnTo>
                    <a:pt x="25693" y="256228"/>
                  </a:lnTo>
                  <a:lnTo>
                    <a:pt x="28586" y="260665"/>
                  </a:lnTo>
                  <a:lnTo>
                    <a:pt x="31617" y="265008"/>
                  </a:lnTo>
                  <a:lnTo>
                    <a:pt x="34785" y="269252"/>
                  </a:lnTo>
                  <a:lnTo>
                    <a:pt x="38085" y="273395"/>
                  </a:lnTo>
                  <a:lnTo>
                    <a:pt x="41515" y="277430"/>
                  </a:lnTo>
                  <a:lnTo>
                    <a:pt x="45071" y="281355"/>
                  </a:lnTo>
                  <a:lnTo>
                    <a:pt x="48749" y="285165"/>
                  </a:lnTo>
                  <a:lnTo>
                    <a:pt x="52547" y="288857"/>
                  </a:lnTo>
                  <a:lnTo>
                    <a:pt x="56459" y="292427"/>
                  </a:lnTo>
                  <a:lnTo>
                    <a:pt x="60483" y="295871"/>
                  </a:lnTo>
                  <a:lnTo>
                    <a:pt x="64613" y="299186"/>
                  </a:lnTo>
                  <a:lnTo>
                    <a:pt x="68847" y="302368"/>
                  </a:lnTo>
                  <a:lnTo>
                    <a:pt x="73179" y="305414"/>
                  </a:lnTo>
                  <a:lnTo>
                    <a:pt x="77606" y="308322"/>
                  </a:lnTo>
                  <a:lnTo>
                    <a:pt x="82122" y="311088"/>
                  </a:lnTo>
                  <a:lnTo>
                    <a:pt x="86724" y="313710"/>
                  </a:lnTo>
                  <a:lnTo>
                    <a:pt x="91407" y="316184"/>
                  </a:lnTo>
                  <a:lnTo>
                    <a:pt x="96165" y="318509"/>
                  </a:lnTo>
                  <a:lnTo>
                    <a:pt x="100995" y="320682"/>
                  </a:lnTo>
                  <a:lnTo>
                    <a:pt x="105891" y="322701"/>
                  </a:lnTo>
                  <a:lnTo>
                    <a:pt x="110849" y="324564"/>
                  </a:lnTo>
                  <a:lnTo>
                    <a:pt x="115863" y="326269"/>
                  </a:lnTo>
                  <a:lnTo>
                    <a:pt x="120929" y="327814"/>
                  </a:lnTo>
                  <a:lnTo>
                    <a:pt x="126041" y="329198"/>
                  </a:lnTo>
                  <a:lnTo>
                    <a:pt x="131195" y="330419"/>
                  </a:lnTo>
                  <a:lnTo>
                    <a:pt x="136384" y="331477"/>
                  </a:lnTo>
                  <a:lnTo>
                    <a:pt x="141605" y="332369"/>
                  </a:lnTo>
                  <a:lnTo>
                    <a:pt x="146851" y="333096"/>
                  </a:lnTo>
                  <a:lnTo>
                    <a:pt x="152118" y="333656"/>
                  </a:lnTo>
                  <a:lnTo>
                    <a:pt x="157399" y="334049"/>
                  </a:lnTo>
                  <a:lnTo>
                    <a:pt x="162691" y="334275"/>
                  </a:lnTo>
                  <a:lnTo>
                    <a:pt x="167986" y="334332"/>
                  </a:lnTo>
                  <a:lnTo>
                    <a:pt x="173282" y="334222"/>
                  </a:lnTo>
                  <a:lnTo>
                    <a:pt x="178570" y="333945"/>
                  </a:lnTo>
                  <a:lnTo>
                    <a:pt x="183848" y="333499"/>
                  </a:lnTo>
                  <a:lnTo>
                    <a:pt x="189109" y="332887"/>
                  </a:lnTo>
                  <a:lnTo>
                    <a:pt x="194347" y="332109"/>
                  </a:lnTo>
                  <a:lnTo>
                    <a:pt x="199559" y="331165"/>
                  </a:lnTo>
                  <a:lnTo>
                    <a:pt x="204738" y="330056"/>
                  </a:lnTo>
                  <a:lnTo>
                    <a:pt x="209879" y="328784"/>
                  </a:lnTo>
                  <a:lnTo>
                    <a:pt x="214977" y="327350"/>
                  </a:lnTo>
                  <a:lnTo>
                    <a:pt x="220027" y="325755"/>
                  </a:lnTo>
                  <a:lnTo>
                    <a:pt x="225025" y="324000"/>
                  </a:lnTo>
                  <a:lnTo>
                    <a:pt x="229964" y="322089"/>
                  </a:lnTo>
                  <a:lnTo>
                    <a:pt x="234840" y="320022"/>
                  </a:lnTo>
                  <a:lnTo>
                    <a:pt x="239648" y="317801"/>
                  </a:lnTo>
                  <a:lnTo>
                    <a:pt x="244383" y="315429"/>
                  </a:lnTo>
                  <a:lnTo>
                    <a:pt x="249041" y="312908"/>
                  </a:lnTo>
                  <a:lnTo>
                    <a:pt x="253617" y="310241"/>
                  </a:lnTo>
                  <a:lnTo>
                    <a:pt x="258106" y="307431"/>
                  </a:lnTo>
                  <a:lnTo>
                    <a:pt x="262504" y="304480"/>
                  </a:lnTo>
                  <a:lnTo>
                    <a:pt x="266806" y="301390"/>
                  </a:lnTo>
                  <a:lnTo>
                    <a:pt x="271007" y="298166"/>
                  </a:lnTo>
                  <a:lnTo>
                    <a:pt x="275105" y="294811"/>
                  </a:lnTo>
                  <a:lnTo>
                    <a:pt x="279095" y="291327"/>
                  </a:lnTo>
                  <a:lnTo>
                    <a:pt x="282972" y="287719"/>
                  </a:lnTo>
                  <a:lnTo>
                    <a:pt x="286732" y="283990"/>
                  </a:lnTo>
                  <a:lnTo>
                    <a:pt x="290373" y="280144"/>
                  </a:lnTo>
                  <a:lnTo>
                    <a:pt x="293890" y="276184"/>
                  </a:lnTo>
                  <a:lnTo>
                    <a:pt x="297280" y="272115"/>
                  </a:lnTo>
                  <a:lnTo>
                    <a:pt x="300539" y="267940"/>
                  </a:lnTo>
                  <a:lnTo>
                    <a:pt x="303664" y="263664"/>
                  </a:lnTo>
                  <a:lnTo>
                    <a:pt x="306653" y="259292"/>
                  </a:lnTo>
                  <a:lnTo>
                    <a:pt x="309501" y="254827"/>
                  </a:lnTo>
                  <a:lnTo>
                    <a:pt x="312207" y="250274"/>
                  </a:lnTo>
                  <a:lnTo>
                    <a:pt x="314766" y="245637"/>
                  </a:lnTo>
                  <a:lnTo>
                    <a:pt x="317178" y="240922"/>
                  </a:lnTo>
                  <a:lnTo>
                    <a:pt x="319439" y="236133"/>
                  </a:lnTo>
                  <a:lnTo>
                    <a:pt x="321548" y="231274"/>
                  </a:lnTo>
                  <a:lnTo>
                    <a:pt x="323501" y="226351"/>
                  </a:lnTo>
                  <a:lnTo>
                    <a:pt x="325297" y="221369"/>
                  </a:lnTo>
                  <a:lnTo>
                    <a:pt x="326935" y="216332"/>
                  </a:lnTo>
                  <a:lnTo>
                    <a:pt x="328412" y="211246"/>
                  </a:lnTo>
                  <a:lnTo>
                    <a:pt x="329728" y="206116"/>
                  </a:lnTo>
                  <a:lnTo>
                    <a:pt x="330880" y="200947"/>
                  </a:lnTo>
                  <a:lnTo>
                    <a:pt x="331868" y="195744"/>
                  </a:lnTo>
                  <a:lnTo>
                    <a:pt x="332690" y="190512"/>
                  </a:lnTo>
                  <a:lnTo>
                    <a:pt x="333347" y="185256"/>
                  </a:lnTo>
                  <a:lnTo>
                    <a:pt x="333836" y="179983"/>
                  </a:lnTo>
                  <a:lnTo>
                    <a:pt x="334159" y="174696"/>
                  </a:lnTo>
                  <a:lnTo>
                    <a:pt x="334313" y="169402"/>
                  </a:lnTo>
                  <a:lnTo>
                    <a:pt x="334300" y="164106"/>
                  </a:lnTo>
                  <a:lnTo>
                    <a:pt x="334120" y="158813"/>
                  </a:lnTo>
                  <a:lnTo>
                    <a:pt x="333771" y="153528"/>
                  </a:lnTo>
                  <a:lnTo>
                    <a:pt x="333255" y="148257"/>
                  </a:lnTo>
                  <a:lnTo>
                    <a:pt x="332573" y="143005"/>
                  </a:lnTo>
                  <a:lnTo>
                    <a:pt x="331725" y="137777"/>
                  </a:lnTo>
                  <a:lnTo>
                    <a:pt x="330711" y="132579"/>
                  </a:lnTo>
                  <a:lnTo>
                    <a:pt x="329533" y="127415"/>
                  </a:lnTo>
                  <a:lnTo>
                    <a:pt x="328193" y="122292"/>
                  </a:lnTo>
                  <a:lnTo>
                    <a:pt x="326690" y="117213"/>
                  </a:lnTo>
                  <a:lnTo>
                    <a:pt x="325028" y="112185"/>
                  </a:lnTo>
                  <a:lnTo>
                    <a:pt x="323207" y="107211"/>
                  </a:lnTo>
                  <a:lnTo>
                    <a:pt x="321229" y="102298"/>
                  </a:lnTo>
                  <a:lnTo>
                    <a:pt x="319097" y="97450"/>
                  </a:lnTo>
                  <a:lnTo>
                    <a:pt x="316812" y="92672"/>
                  </a:lnTo>
                  <a:lnTo>
                    <a:pt x="314377" y="87969"/>
                  </a:lnTo>
                  <a:lnTo>
                    <a:pt x="311794" y="83345"/>
                  </a:lnTo>
                  <a:lnTo>
                    <a:pt x="309067" y="78805"/>
                  </a:lnTo>
                  <a:lnTo>
                    <a:pt x="306196" y="74354"/>
                  </a:lnTo>
                  <a:lnTo>
                    <a:pt x="303186" y="69997"/>
                  </a:lnTo>
                  <a:lnTo>
                    <a:pt x="300040" y="65736"/>
                  </a:lnTo>
                  <a:lnTo>
                    <a:pt x="296760" y="61578"/>
                  </a:lnTo>
                  <a:lnTo>
                    <a:pt x="293350" y="57526"/>
                  </a:lnTo>
                  <a:lnTo>
                    <a:pt x="289814" y="53583"/>
                  </a:lnTo>
                  <a:lnTo>
                    <a:pt x="286154" y="49755"/>
                  </a:lnTo>
                  <a:lnTo>
                    <a:pt x="282375" y="46044"/>
                  </a:lnTo>
                  <a:lnTo>
                    <a:pt x="278480" y="42455"/>
                  </a:lnTo>
                  <a:lnTo>
                    <a:pt x="274474" y="38991"/>
                  </a:lnTo>
                  <a:lnTo>
                    <a:pt x="270359" y="35656"/>
                  </a:lnTo>
                  <a:lnTo>
                    <a:pt x="266142" y="32453"/>
                  </a:lnTo>
                  <a:lnTo>
                    <a:pt x="261824" y="29385"/>
                  </a:lnTo>
                  <a:lnTo>
                    <a:pt x="257412" y="26456"/>
                  </a:lnTo>
                  <a:lnTo>
                    <a:pt x="252909" y="23667"/>
                  </a:lnTo>
                  <a:lnTo>
                    <a:pt x="248321" y="21023"/>
                  </a:lnTo>
                  <a:lnTo>
                    <a:pt x="243650" y="18525"/>
                  </a:lnTo>
                  <a:lnTo>
                    <a:pt x="238903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49" y="10050"/>
                  </a:lnTo>
                  <a:lnTo>
                    <a:pt x="219244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9" y="3011"/>
                  </a:lnTo>
                  <a:lnTo>
                    <a:pt x="193533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256078" y="4659281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2" y="338"/>
                  </a:lnTo>
                  <a:lnTo>
                    <a:pt x="151219" y="761"/>
                  </a:lnTo>
                  <a:lnTo>
                    <a:pt x="145931" y="1352"/>
                  </a:lnTo>
                  <a:lnTo>
                    <a:pt x="140665" y="2112"/>
                  </a:lnTo>
                  <a:lnTo>
                    <a:pt x="135426" y="3039"/>
                  </a:lnTo>
                  <a:lnTo>
                    <a:pt x="130219" y="4131"/>
                  </a:lnTo>
                  <a:lnTo>
                    <a:pt x="125049" y="5389"/>
                  </a:lnTo>
                  <a:lnTo>
                    <a:pt x="119922" y="6811"/>
                  </a:lnTo>
                  <a:lnTo>
                    <a:pt x="114843" y="8396"/>
                  </a:lnTo>
                  <a:lnTo>
                    <a:pt x="109817" y="10141"/>
                  </a:lnTo>
                  <a:lnTo>
                    <a:pt x="104849" y="12045"/>
                  </a:lnTo>
                  <a:lnTo>
                    <a:pt x="99944" y="14107"/>
                  </a:lnTo>
                  <a:lnTo>
                    <a:pt x="95107" y="16323"/>
                  </a:lnTo>
                  <a:lnTo>
                    <a:pt x="90344" y="18692"/>
                  </a:lnTo>
                  <a:lnTo>
                    <a:pt x="85658" y="21212"/>
                  </a:lnTo>
                  <a:lnTo>
                    <a:pt x="81054" y="23879"/>
                  </a:lnTo>
                  <a:lnTo>
                    <a:pt x="76538" y="26692"/>
                  </a:lnTo>
                  <a:lnTo>
                    <a:pt x="72113" y="29647"/>
                  </a:lnTo>
                  <a:lnTo>
                    <a:pt x="67785" y="32741"/>
                  </a:lnTo>
                  <a:lnTo>
                    <a:pt x="63558" y="35972"/>
                  </a:lnTo>
                  <a:lnTo>
                    <a:pt x="59435" y="39335"/>
                  </a:lnTo>
                  <a:lnTo>
                    <a:pt x="55422" y="42828"/>
                  </a:lnTo>
                  <a:lnTo>
                    <a:pt x="51521" y="46446"/>
                  </a:lnTo>
                  <a:lnTo>
                    <a:pt x="47738" y="50187"/>
                  </a:lnTo>
                  <a:lnTo>
                    <a:pt x="44076" y="54047"/>
                  </a:lnTo>
                  <a:lnTo>
                    <a:pt x="40538" y="58021"/>
                  </a:lnTo>
                  <a:lnTo>
                    <a:pt x="37129" y="62106"/>
                  </a:lnTo>
                  <a:lnTo>
                    <a:pt x="33852" y="66297"/>
                  </a:lnTo>
                  <a:lnTo>
                    <a:pt x="30709" y="70590"/>
                  </a:lnTo>
                  <a:lnTo>
                    <a:pt x="27705" y="74981"/>
                  </a:lnTo>
                  <a:lnTo>
                    <a:pt x="24842" y="79466"/>
                  </a:lnTo>
                  <a:lnTo>
                    <a:pt x="22123" y="84039"/>
                  </a:lnTo>
                  <a:lnTo>
                    <a:pt x="19551" y="88697"/>
                  </a:lnTo>
                  <a:lnTo>
                    <a:pt x="17129" y="93434"/>
                  </a:lnTo>
                  <a:lnTo>
                    <a:pt x="14858" y="98245"/>
                  </a:lnTo>
                  <a:lnTo>
                    <a:pt x="12742" y="103127"/>
                  </a:lnTo>
                  <a:lnTo>
                    <a:pt x="10782" y="108073"/>
                  </a:lnTo>
                  <a:lnTo>
                    <a:pt x="8981" y="113079"/>
                  </a:lnTo>
                  <a:lnTo>
                    <a:pt x="7340" y="118141"/>
                  </a:lnTo>
                  <a:lnTo>
                    <a:pt x="5861" y="123251"/>
                  </a:lnTo>
                  <a:lnTo>
                    <a:pt x="4545" y="128406"/>
                  </a:lnTo>
                  <a:lnTo>
                    <a:pt x="3394" y="133601"/>
                  </a:lnTo>
                  <a:lnTo>
                    <a:pt x="2408" y="138829"/>
                  </a:lnTo>
                  <a:lnTo>
                    <a:pt x="1590" y="144087"/>
                  </a:lnTo>
                  <a:lnTo>
                    <a:pt x="939" y="149367"/>
                  </a:lnTo>
                  <a:lnTo>
                    <a:pt x="457" y="154666"/>
                  </a:lnTo>
                  <a:lnTo>
                    <a:pt x="144" y="159977"/>
                  </a:lnTo>
                  <a:lnTo>
                    <a:pt x="0" y="165295"/>
                  </a:lnTo>
                  <a:lnTo>
                    <a:pt x="25" y="170616"/>
                  </a:lnTo>
                  <a:lnTo>
                    <a:pt x="219" y="175933"/>
                  </a:lnTo>
                  <a:lnTo>
                    <a:pt x="583" y="181241"/>
                  </a:lnTo>
                  <a:lnTo>
                    <a:pt x="1115" y="186535"/>
                  </a:lnTo>
                  <a:lnTo>
                    <a:pt x="1815" y="191809"/>
                  </a:lnTo>
                  <a:lnTo>
                    <a:pt x="2683" y="197058"/>
                  </a:lnTo>
                  <a:lnTo>
                    <a:pt x="3718" y="202277"/>
                  </a:lnTo>
                  <a:lnTo>
                    <a:pt x="4918" y="207460"/>
                  </a:lnTo>
                  <a:lnTo>
                    <a:pt x="6282" y="212603"/>
                  </a:lnTo>
                  <a:lnTo>
                    <a:pt x="7810" y="217699"/>
                  </a:lnTo>
                  <a:lnTo>
                    <a:pt x="9498" y="222745"/>
                  </a:lnTo>
                  <a:lnTo>
                    <a:pt x="11347" y="227734"/>
                  </a:lnTo>
                  <a:lnTo>
                    <a:pt x="13353" y="232661"/>
                  </a:lnTo>
                  <a:lnTo>
                    <a:pt x="15515" y="237523"/>
                  </a:lnTo>
                  <a:lnTo>
                    <a:pt x="17831" y="242313"/>
                  </a:lnTo>
                  <a:lnTo>
                    <a:pt x="20298" y="247027"/>
                  </a:lnTo>
                  <a:lnTo>
                    <a:pt x="22914" y="251660"/>
                  </a:lnTo>
                  <a:lnTo>
                    <a:pt x="25676" y="256207"/>
                  </a:lnTo>
                  <a:lnTo>
                    <a:pt x="28581" y="260665"/>
                  </a:lnTo>
                  <a:lnTo>
                    <a:pt x="31627" y="265027"/>
                  </a:lnTo>
                  <a:lnTo>
                    <a:pt x="34809" y="269291"/>
                  </a:lnTo>
                  <a:lnTo>
                    <a:pt x="38126" y="273451"/>
                  </a:lnTo>
                  <a:lnTo>
                    <a:pt x="41574" y="277503"/>
                  </a:lnTo>
                  <a:lnTo>
                    <a:pt x="45149" y="281443"/>
                  </a:lnTo>
                  <a:lnTo>
                    <a:pt x="48847" y="285268"/>
                  </a:lnTo>
                  <a:lnTo>
                    <a:pt x="52666" y="288973"/>
                  </a:lnTo>
                  <a:lnTo>
                    <a:pt x="56600" y="292555"/>
                  </a:lnTo>
                  <a:lnTo>
                    <a:pt x="60646" y="296010"/>
                  </a:lnTo>
                  <a:lnTo>
                    <a:pt x="64800" y="299334"/>
                  </a:lnTo>
                  <a:lnTo>
                    <a:pt x="69058" y="302524"/>
                  </a:lnTo>
                  <a:lnTo>
                    <a:pt x="73415" y="305578"/>
                  </a:lnTo>
                  <a:lnTo>
                    <a:pt x="77867" y="308491"/>
                  </a:lnTo>
                  <a:lnTo>
                    <a:pt x="82410" y="311261"/>
                  </a:lnTo>
                  <a:lnTo>
                    <a:pt x="87038" y="313885"/>
                  </a:lnTo>
                  <a:lnTo>
                    <a:pt x="91748" y="316360"/>
                  </a:lnTo>
                  <a:lnTo>
                    <a:pt x="96534" y="318684"/>
                  </a:lnTo>
                  <a:lnTo>
                    <a:pt x="101392" y="320855"/>
                  </a:lnTo>
                  <a:lnTo>
                    <a:pt x="106316" y="322870"/>
                  </a:lnTo>
                  <a:lnTo>
                    <a:pt x="111302" y="324727"/>
                  </a:lnTo>
                  <a:lnTo>
                    <a:pt x="116344" y="326425"/>
                  </a:lnTo>
                  <a:lnTo>
                    <a:pt x="121438" y="327961"/>
                  </a:lnTo>
                  <a:lnTo>
                    <a:pt x="126578" y="329335"/>
                  </a:lnTo>
                  <a:lnTo>
                    <a:pt x="131759" y="330544"/>
                  </a:lnTo>
                  <a:lnTo>
                    <a:pt x="136976" y="331587"/>
                  </a:lnTo>
                  <a:lnTo>
                    <a:pt x="142224" y="332465"/>
                  </a:lnTo>
                  <a:lnTo>
                    <a:pt x="147497" y="333174"/>
                  </a:lnTo>
                  <a:lnTo>
                    <a:pt x="152790" y="333716"/>
                  </a:lnTo>
                  <a:lnTo>
                    <a:pt x="158097" y="334089"/>
                  </a:lnTo>
                  <a:lnTo>
                    <a:pt x="163414" y="334292"/>
                  </a:lnTo>
                  <a:lnTo>
                    <a:pt x="168734" y="334327"/>
                  </a:lnTo>
                  <a:lnTo>
                    <a:pt x="174053" y="334192"/>
                  </a:lnTo>
                  <a:lnTo>
                    <a:pt x="179365" y="333888"/>
                  </a:lnTo>
                  <a:lnTo>
                    <a:pt x="184664" y="333415"/>
                  </a:lnTo>
                  <a:lnTo>
                    <a:pt x="189946" y="332774"/>
                  </a:lnTo>
                  <a:lnTo>
                    <a:pt x="195204" y="331965"/>
                  </a:lnTo>
                  <a:lnTo>
                    <a:pt x="200434" y="330989"/>
                  </a:lnTo>
                  <a:lnTo>
                    <a:pt x="205631" y="329847"/>
                  </a:lnTo>
                  <a:lnTo>
                    <a:pt x="210788" y="328540"/>
                  </a:lnTo>
                  <a:lnTo>
                    <a:pt x="215902" y="327070"/>
                  </a:lnTo>
                  <a:lnTo>
                    <a:pt x="220966" y="325437"/>
                  </a:lnTo>
                  <a:lnTo>
                    <a:pt x="225975" y="323645"/>
                  </a:lnTo>
                  <a:lnTo>
                    <a:pt x="230925" y="321694"/>
                  </a:lnTo>
                  <a:lnTo>
                    <a:pt x="235810" y="319586"/>
                  </a:lnTo>
                  <a:lnTo>
                    <a:pt x="240626" y="317324"/>
                  </a:lnTo>
                  <a:lnTo>
                    <a:pt x="245367" y="314910"/>
                  </a:lnTo>
                  <a:lnTo>
                    <a:pt x="250029" y="312346"/>
                  </a:lnTo>
                  <a:lnTo>
                    <a:pt x="254607" y="309636"/>
                  </a:lnTo>
                  <a:lnTo>
                    <a:pt x="259097" y="306780"/>
                  </a:lnTo>
                  <a:lnTo>
                    <a:pt x="263493" y="303784"/>
                  </a:lnTo>
                  <a:lnTo>
                    <a:pt x="267792" y="300649"/>
                  </a:lnTo>
                  <a:lnTo>
                    <a:pt x="271989" y="297379"/>
                  </a:lnTo>
                  <a:lnTo>
                    <a:pt x="276079" y="293977"/>
                  </a:lnTo>
                  <a:lnTo>
                    <a:pt x="280060" y="290446"/>
                  </a:lnTo>
                  <a:lnTo>
                    <a:pt x="283926" y="286791"/>
                  </a:lnTo>
                  <a:lnTo>
                    <a:pt x="287673" y="283014"/>
                  </a:lnTo>
                  <a:lnTo>
                    <a:pt x="291299" y="279120"/>
                  </a:lnTo>
                  <a:lnTo>
                    <a:pt x="294799" y="275113"/>
                  </a:lnTo>
                  <a:lnTo>
                    <a:pt x="298169" y="270996"/>
                  </a:lnTo>
                  <a:lnTo>
                    <a:pt x="301407" y="266775"/>
                  </a:lnTo>
                  <a:lnTo>
                    <a:pt x="304509" y="262452"/>
                  </a:lnTo>
                  <a:lnTo>
                    <a:pt x="307472" y="258033"/>
                  </a:lnTo>
                  <a:lnTo>
                    <a:pt x="310292" y="253521"/>
                  </a:lnTo>
                  <a:lnTo>
                    <a:pt x="312968" y="248923"/>
                  </a:lnTo>
                  <a:lnTo>
                    <a:pt x="315496" y="244241"/>
                  </a:lnTo>
                  <a:lnTo>
                    <a:pt x="317873" y="239481"/>
                  </a:lnTo>
                  <a:lnTo>
                    <a:pt x="320098" y="234648"/>
                  </a:lnTo>
                  <a:lnTo>
                    <a:pt x="322168" y="229747"/>
                  </a:lnTo>
                  <a:lnTo>
                    <a:pt x="324081" y="224782"/>
                  </a:lnTo>
                  <a:lnTo>
                    <a:pt x="325835" y="219759"/>
                  </a:lnTo>
                  <a:lnTo>
                    <a:pt x="327429" y="214683"/>
                  </a:lnTo>
                  <a:lnTo>
                    <a:pt x="328860" y="209559"/>
                  </a:lnTo>
                  <a:lnTo>
                    <a:pt x="330127" y="204391"/>
                  </a:lnTo>
                  <a:lnTo>
                    <a:pt x="331229" y="199186"/>
                  </a:lnTo>
                  <a:lnTo>
                    <a:pt x="332165" y="193949"/>
                  </a:lnTo>
                  <a:lnTo>
                    <a:pt x="332933" y="188684"/>
                  </a:lnTo>
                  <a:lnTo>
                    <a:pt x="333534" y="183397"/>
                  </a:lnTo>
                  <a:lnTo>
                    <a:pt x="333966" y="178095"/>
                  </a:lnTo>
                  <a:lnTo>
                    <a:pt x="334230" y="172781"/>
                  </a:lnTo>
                  <a:lnTo>
                    <a:pt x="334324" y="16746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7167" cy="294"/>
            </a:xfrm>
            <a:custGeom>
              <a:avLst/>
              <a:pathLst>
                <a:path w="167167" h="294">
                  <a:moveTo>
                    <a:pt x="167167" y="2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7167" cy="294"/>
            </a:xfrm>
            <a:custGeom>
              <a:avLst/>
              <a:pathLst>
                <a:path w="167167" h="294">
                  <a:moveTo>
                    <a:pt x="167167" y="29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756082"/>
              <a:ext cx="167167" cy="70660"/>
            </a:xfrm>
            <a:custGeom>
              <a:avLst/>
              <a:pathLst>
                <a:path w="167167" h="70660">
                  <a:moveTo>
                    <a:pt x="167167" y="70660"/>
                  </a:moveTo>
                  <a:lnTo>
                    <a:pt x="167067" y="64584"/>
                  </a:lnTo>
                  <a:lnTo>
                    <a:pt x="166746" y="58516"/>
                  </a:lnTo>
                  <a:lnTo>
                    <a:pt x="166206" y="52463"/>
                  </a:lnTo>
                  <a:lnTo>
                    <a:pt x="165445" y="46435"/>
                  </a:lnTo>
                  <a:lnTo>
                    <a:pt x="164466" y="40437"/>
                  </a:lnTo>
                  <a:lnTo>
                    <a:pt x="163270" y="34480"/>
                  </a:lnTo>
                  <a:lnTo>
                    <a:pt x="161857" y="28569"/>
                  </a:lnTo>
                  <a:lnTo>
                    <a:pt x="160231" y="22714"/>
                  </a:lnTo>
                  <a:lnTo>
                    <a:pt x="158394" y="16922"/>
                  </a:lnTo>
                  <a:lnTo>
                    <a:pt x="156347" y="11201"/>
                  </a:lnTo>
                  <a:lnTo>
                    <a:pt x="154093" y="5557"/>
                  </a:lnTo>
                  <a:lnTo>
                    <a:pt x="151636" y="0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151636" cy="167167"/>
            </a:xfrm>
            <a:custGeom>
              <a:avLst/>
              <a:pathLst>
                <a:path w="151636" h="167167">
                  <a:moveTo>
                    <a:pt x="151636" y="96800"/>
                  </a:moveTo>
                  <a:lnTo>
                    <a:pt x="149272" y="91915"/>
                  </a:lnTo>
                  <a:lnTo>
                    <a:pt x="146750" y="87109"/>
                  </a:lnTo>
                  <a:lnTo>
                    <a:pt x="144074" y="82388"/>
                  </a:lnTo>
                  <a:lnTo>
                    <a:pt x="141246" y="77756"/>
                  </a:lnTo>
                  <a:lnTo>
                    <a:pt x="138269" y="73218"/>
                  </a:lnTo>
                  <a:lnTo>
                    <a:pt x="135147" y="68779"/>
                  </a:lnTo>
                  <a:lnTo>
                    <a:pt x="131882" y="64444"/>
                  </a:lnTo>
                  <a:lnTo>
                    <a:pt x="128478" y="60217"/>
                  </a:lnTo>
                  <a:lnTo>
                    <a:pt x="124939" y="56103"/>
                  </a:lnTo>
                  <a:lnTo>
                    <a:pt x="121268" y="52106"/>
                  </a:lnTo>
                  <a:lnTo>
                    <a:pt x="117469" y="48230"/>
                  </a:lnTo>
                  <a:lnTo>
                    <a:pt x="113546" y="44480"/>
                  </a:lnTo>
                  <a:lnTo>
                    <a:pt x="109504" y="40859"/>
                  </a:lnTo>
                  <a:lnTo>
                    <a:pt x="105346" y="37371"/>
                  </a:lnTo>
                  <a:lnTo>
                    <a:pt x="101077" y="34020"/>
                  </a:lnTo>
                  <a:lnTo>
                    <a:pt x="96702" y="30809"/>
                  </a:lnTo>
                  <a:lnTo>
                    <a:pt x="92225" y="27741"/>
                  </a:lnTo>
                  <a:lnTo>
                    <a:pt x="87650" y="24821"/>
                  </a:lnTo>
                  <a:lnTo>
                    <a:pt x="82983" y="22051"/>
                  </a:lnTo>
                  <a:lnTo>
                    <a:pt x="78229" y="19434"/>
                  </a:lnTo>
                  <a:lnTo>
                    <a:pt x="73392" y="16972"/>
                  </a:lnTo>
                  <a:lnTo>
                    <a:pt x="68478" y="14669"/>
                  </a:lnTo>
                  <a:lnTo>
                    <a:pt x="63492" y="12527"/>
                  </a:lnTo>
                  <a:lnTo>
                    <a:pt x="58439" y="10547"/>
                  </a:lnTo>
                  <a:lnTo>
                    <a:pt x="53324" y="8733"/>
                  </a:lnTo>
                  <a:lnTo>
                    <a:pt x="48153" y="7085"/>
                  </a:lnTo>
                  <a:lnTo>
                    <a:pt x="42931" y="5606"/>
                  </a:lnTo>
                  <a:lnTo>
                    <a:pt x="37664" y="4298"/>
                  </a:lnTo>
                  <a:lnTo>
                    <a:pt x="32358" y="3161"/>
                  </a:lnTo>
                  <a:lnTo>
                    <a:pt x="27017" y="2197"/>
                  </a:lnTo>
                  <a:lnTo>
                    <a:pt x="21648" y="1407"/>
                  </a:lnTo>
                  <a:lnTo>
                    <a:pt x="16256" y="792"/>
                  </a:lnTo>
                  <a:lnTo>
                    <a:pt x="10846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61307" y="4213821"/>
              <a:ext cx="167164" cy="268211"/>
            </a:xfrm>
            <a:custGeom>
              <a:avLst/>
              <a:pathLst>
                <a:path w="167164" h="268211">
                  <a:moveTo>
                    <a:pt x="167164" y="0"/>
                  </a:moveTo>
                  <a:lnTo>
                    <a:pt x="161787" y="86"/>
                  </a:lnTo>
                  <a:lnTo>
                    <a:pt x="156415" y="345"/>
                  </a:lnTo>
                  <a:lnTo>
                    <a:pt x="151055" y="778"/>
                  </a:lnTo>
                  <a:lnTo>
                    <a:pt x="145711" y="1382"/>
                  </a:lnTo>
                  <a:lnTo>
                    <a:pt x="140390" y="2158"/>
                  </a:lnTo>
                  <a:lnTo>
                    <a:pt x="135096" y="3104"/>
                  </a:lnTo>
                  <a:lnTo>
                    <a:pt x="129835" y="4221"/>
                  </a:lnTo>
                  <a:lnTo>
                    <a:pt x="124613" y="5506"/>
                  </a:lnTo>
                  <a:lnTo>
                    <a:pt x="119435" y="6958"/>
                  </a:lnTo>
                  <a:lnTo>
                    <a:pt x="114306" y="8576"/>
                  </a:lnTo>
                  <a:lnTo>
                    <a:pt x="109232" y="10359"/>
                  </a:lnTo>
                  <a:lnTo>
                    <a:pt x="104218" y="12303"/>
                  </a:lnTo>
                  <a:lnTo>
                    <a:pt x="99269" y="14408"/>
                  </a:lnTo>
                  <a:lnTo>
                    <a:pt x="94391" y="16671"/>
                  </a:lnTo>
                  <a:lnTo>
                    <a:pt x="89587" y="19090"/>
                  </a:lnTo>
                  <a:lnTo>
                    <a:pt x="84864" y="21662"/>
                  </a:lnTo>
                  <a:lnTo>
                    <a:pt x="80227" y="24385"/>
                  </a:lnTo>
                  <a:lnTo>
                    <a:pt x="75679" y="27255"/>
                  </a:lnTo>
                  <a:lnTo>
                    <a:pt x="71226" y="30270"/>
                  </a:lnTo>
                  <a:lnTo>
                    <a:pt x="66872" y="33427"/>
                  </a:lnTo>
                  <a:lnTo>
                    <a:pt x="62622" y="36722"/>
                  </a:lnTo>
                  <a:lnTo>
                    <a:pt x="58480" y="40152"/>
                  </a:lnTo>
                  <a:lnTo>
                    <a:pt x="54451" y="43714"/>
                  </a:lnTo>
                  <a:lnTo>
                    <a:pt x="50538" y="47404"/>
                  </a:lnTo>
                  <a:lnTo>
                    <a:pt x="46746" y="51217"/>
                  </a:lnTo>
                  <a:lnTo>
                    <a:pt x="43078" y="55151"/>
                  </a:lnTo>
                  <a:lnTo>
                    <a:pt x="39540" y="59200"/>
                  </a:lnTo>
                  <a:lnTo>
                    <a:pt x="36133" y="63361"/>
                  </a:lnTo>
                  <a:lnTo>
                    <a:pt x="32861" y="67630"/>
                  </a:lnTo>
                  <a:lnTo>
                    <a:pt x="29729" y="72001"/>
                  </a:lnTo>
                  <a:lnTo>
                    <a:pt x="26739" y="76471"/>
                  </a:lnTo>
                  <a:lnTo>
                    <a:pt x="23894" y="81035"/>
                  </a:lnTo>
                  <a:lnTo>
                    <a:pt x="21198" y="85688"/>
                  </a:lnTo>
                  <a:lnTo>
                    <a:pt x="18653" y="90426"/>
                  </a:lnTo>
                  <a:lnTo>
                    <a:pt x="16261" y="95242"/>
                  </a:lnTo>
                  <a:lnTo>
                    <a:pt x="14025" y="100134"/>
                  </a:lnTo>
                  <a:lnTo>
                    <a:pt x="11949" y="105094"/>
                  </a:lnTo>
                  <a:lnTo>
                    <a:pt x="10032" y="110119"/>
                  </a:lnTo>
                  <a:lnTo>
                    <a:pt x="8278" y="115203"/>
                  </a:lnTo>
                  <a:lnTo>
                    <a:pt x="6689" y="120341"/>
                  </a:lnTo>
                  <a:lnTo>
                    <a:pt x="5266" y="125527"/>
                  </a:lnTo>
                  <a:lnTo>
                    <a:pt x="4010" y="130756"/>
                  </a:lnTo>
                  <a:lnTo>
                    <a:pt x="2924" y="136023"/>
                  </a:lnTo>
                  <a:lnTo>
                    <a:pt x="2007" y="141322"/>
                  </a:lnTo>
                  <a:lnTo>
                    <a:pt x="1261" y="146648"/>
                  </a:lnTo>
                  <a:lnTo>
                    <a:pt x="687" y="151995"/>
                  </a:lnTo>
                  <a:lnTo>
                    <a:pt x="285" y="157358"/>
                  </a:lnTo>
                  <a:lnTo>
                    <a:pt x="56" y="162731"/>
                  </a:lnTo>
                  <a:lnTo>
                    <a:pt x="0" y="168109"/>
                  </a:lnTo>
                  <a:lnTo>
                    <a:pt x="116" y="173485"/>
                  </a:lnTo>
                  <a:lnTo>
                    <a:pt x="406" y="178855"/>
                  </a:lnTo>
                  <a:lnTo>
                    <a:pt x="868" y="184213"/>
                  </a:lnTo>
                  <a:lnTo>
                    <a:pt x="1503" y="189554"/>
                  </a:lnTo>
                  <a:lnTo>
                    <a:pt x="2308" y="194871"/>
                  </a:lnTo>
                  <a:lnTo>
                    <a:pt x="3285" y="200159"/>
                  </a:lnTo>
                  <a:lnTo>
                    <a:pt x="4431" y="205414"/>
                  </a:lnTo>
                  <a:lnTo>
                    <a:pt x="5745" y="210629"/>
                  </a:lnTo>
                  <a:lnTo>
                    <a:pt x="7227" y="215798"/>
                  </a:lnTo>
                  <a:lnTo>
                    <a:pt x="8874" y="220918"/>
                  </a:lnTo>
                  <a:lnTo>
                    <a:pt x="10685" y="225982"/>
                  </a:lnTo>
                  <a:lnTo>
                    <a:pt x="12658" y="230985"/>
                  </a:lnTo>
                  <a:lnTo>
                    <a:pt x="14791" y="235921"/>
                  </a:lnTo>
                  <a:lnTo>
                    <a:pt x="17081" y="240787"/>
                  </a:lnTo>
                  <a:lnTo>
                    <a:pt x="19527" y="245577"/>
                  </a:lnTo>
                  <a:lnTo>
                    <a:pt x="22125" y="250285"/>
                  </a:lnTo>
                  <a:lnTo>
                    <a:pt x="24874" y="254908"/>
                  </a:lnTo>
                  <a:lnTo>
                    <a:pt x="27770" y="259439"/>
                  </a:lnTo>
                  <a:lnTo>
                    <a:pt x="30810" y="263875"/>
                  </a:lnTo>
                  <a:lnTo>
                    <a:pt x="33991" y="26821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95299" y="4380988"/>
              <a:ext cx="133172" cy="101044"/>
            </a:xfrm>
            <a:custGeom>
              <a:avLst/>
              <a:pathLst>
                <a:path w="133172" h="101044">
                  <a:moveTo>
                    <a:pt x="0" y="101044"/>
                  </a:moveTo>
                  <a:lnTo>
                    <a:pt x="1331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95299" y="4380988"/>
              <a:ext cx="133172" cy="130827"/>
            </a:xfrm>
            <a:custGeom>
              <a:avLst/>
              <a:pathLst>
                <a:path w="133172" h="130827">
                  <a:moveTo>
                    <a:pt x="0" y="101044"/>
                  </a:moveTo>
                  <a:lnTo>
                    <a:pt x="4320" y="106499"/>
                  </a:lnTo>
                  <a:lnTo>
                    <a:pt x="8864" y="111769"/>
                  </a:lnTo>
                  <a:lnTo>
                    <a:pt x="13623" y="116846"/>
                  </a:lnTo>
                  <a:lnTo>
                    <a:pt x="18590" y="121720"/>
                  </a:lnTo>
                  <a:lnTo>
                    <a:pt x="23755" y="126383"/>
                  </a:lnTo>
                  <a:lnTo>
                    <a:pt x="29109" y="130827"/>
                  </a:lnTo>
                  <a:lnTo>
                    <a:pt x="13317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624409" y="4213821"/>
              <a:ext cx="271214" cy="334333"/>
            </a:xfrm>
            <a:custGeom>
              <a:avLst/>
              <a:pathLst>
                <a:path w="271214" h="334333">
                  <a:moveTo>
                    <a:pt x="0" y="297995"/>
                  </a:moveTo>
                  <a:lnTo>
                    <a:pt x="4209" y="301235"/>
                  </a:lnTo>
                  <a:lnTo>
                    <a:pt x="8519" y="304340"/>
                  </a:lnTo>
                  <a:lnTo>
                    <a:pt x="12926" y="307307"/>
                  </a:lnTo>
                  <a:lnTo>
                    <a:pt x="17425" y="310132"/>
                  </a:lnTo>
                  <a:lnTo>
                    <a:pt x="22011" y="312812"/>
                  </a:lnTo>
                  <a:lnTo>
                    <a:pt x="26680" y="315346"/>
                  </a:lnTo>
                  <a:lnTo>
                    <a:pt x="31428" y="317730"/>
                  </a:lnTo>
                  <a:lnTo>
                    <a:pt x="36248" y="319962"/>
                  </a:lnTo>
                  <a:lnTo>
                    <a:pt x="41138" y="322039"/>
                  </a:lnTo>
                  <a:lnTo>
                    <a:pt x="46090" y="323960"/>
                  </a:lnTo>
                  <a:lnTo>
                    <a:pt x="51102" y="325723"/>
                  </a:lnTo>
                  <a:lnTo>
                    <a:pt x="56166" y="327326"/>
                  </a:lnTo>
                  <a:lnTo>
                    <a:pt x="61279" y="328767"/>
                  </a:lnTo>
                  <a:lnTo>
                    <a:pt x="66436" y="330045"/>
                  </a:lnTo>
                  <a:lnTo>
                    <a:pt x="71630" y="331158"/>
                  </a:lnTo>
                  <a:lnTo>
                    <a:pt x="76857" y="332106"/>
                  </a:lnTo>
                  <a:lnTo>
                    <a:pt x="82111" y="332887"/>
                  </a:lnTo>
                  <a:lnTo>
                    <a:pt x="87388" y="333501"/>
                  </a:lnTo>
                  <a:lnTo>
                    <a:pt x="92682" y="333947"/>
                  </a:lnTo>
                  <a:lnTo>
                    <a:pt x="97987" y="334224"/>
                  </a:lnTo>
                  <a:lnTo>
                    <a:pt x="103298" y="334333"/>
                  </a:lnTo>
                  <a:lnTo>
                    <a:pt x="108610" y="334273"/>
                  </a:lnTo>
                  <a:lnTo>
                    <a:pt x="113917" y="334044"/>
                  </a:lnTo>
                  <a:lnTo>
                    <a:pt x="119215" y="333646"/>
                  </a:lnTo>
                  <a:lnTo>
                    <a:pt x="124497" y="333081"/>
                  </a:lnTo>
                  <a:lnTo>
                    <a:pt x="129758" y="332348"/>
                  </a:lnTo>
                  <a:lnTo>
                    <a:pt x="134994" y="331448"/>
                  </a:lnTo>
                  <a:lnTo>
                    <a:pt x="140198" y="330382"/>
                  </a:lnTo>
                  <a:lnTo>
                    <a:pt x="145366" y="329152"/>
                  </a:lnTo>
                  <a:lnTo>
                    <a:pt x="150492" y="327757"/>
                  </a:lnTo>
                  <a:lnTo>
                    <a:pt x="155571" y="326201"/>
                  </a:lnTo>
                  <a:lnTo>
                    <a:pt x="160598" y="324484"/>
                  </a:lnTo>
                  <a:lnTo>
                    <a:pt x="165568" y="322608"/>
                  </a:lnTo>
                  <a:lnTo>
                    <a:pt x="170476" y="320576"/>
                  </a:lnTo>
                  <a:lnTo>
                    <a:pt x="175317" y="318388"/>
                  </a:lnTo>
                  <a:lnTo>
                    <a:pt x="180086" y="316047"/>
                  </a:lnTo>
                  <a:lnTo>
                    <a:pt x="184778" y="313557"/>
                  </a:lnTo>
                  <a:lnTo>
                    <a:pt x="189389" y="310918"/>
                  </a:lnTo>
                  <a:lnTo>
                    <a:pt x="193913" y="308134"/>
                  </a:lnTo>
                  <a:lnTo>
                    <a:pt x="198347" y="305208"/>
                  </a:lnTo>
                  <a:lnTo>
                    <a:pt x="202685" y="302143"/>
                  </a:lnTo>
                  <a:lnTo>
                    <a:pt x="206924" y="298941"/>
                  </a:lnTo>
                  <a:lnTo>
                    <a:pt x="211059" y="295606"/>
                  </a:lnTo>
                  <a:lnTo>
                    <a:pt x="215086" y="292141"/>
                  </a:lnTo>
                  <a:lnTo>
                    <a:pt x="219001" y="288551"/>
                  </a:lnTo>
                  <a:lnTo>
                    <a:pt x="222800" y="284837"/>
                  </a:lnTo>
                  <a:lnTo>
                    <a:pt x="226479" y="281005"/>
                  </a:lnTo>
                  <a:lnTo>
                    <a:pt x="230034" y="277058"/>
                  </a:lnTo>
                  <a:lnTo>
                    <a:pt x="233462" y="273000"/>
                  </a:lnTo>
                  <a:lnTo>
                    <a:pt x="236760" y="268835"/>
                  </a:lnTo>
                  <a:lnTo>
                    <a:pt x="239923" y="264567"/>
                  </a:lnTo>
                  <a:lnTo>
                    <a:pt x="242949" y="260201"/>
                  </a:lnTo>
                  <a:lnTo>
                    <a:pt x="245835" y="255741"/>
                  </a:lnTo>
                  <a:lnTo>
                    <a:pt x="248578" y="251192"/>
                  </a:lnTo>
                  <a:lnTo>
                    <a:pt x="251175" y="246557"/>
                  </a:lnTo>
                  <a:lnTo>
                    <a:pt x="253623" y="241843"/>
                  </a:lnTo>
                  <a:lnTo>
                    <a:pt x="255921" y="237053"/>
                  </a:lnTo>
                  <a:lnTo>
                    <a:pt x="258064" y="232193"/>
                  </a:lnTo>
                  <a:lnTo>
                    <a:pt x="260053" y="227267"/>
                  </a:lnTo>
                  <a:lnTo>
                    <a:pt x="261884" y="222280"/>
                  </a:lnTo>
                  <a:lnTo>
                    <a:pt x="263555" y="217237"/>
                  </a:lnTo>
                  <a:lnTo>
                    <a:pt x="265065" y="212144"/>
                  </a:lnTo>
                  <a:lnTo>
                    <a:pt x="266413" y="207006"/>
                  </a:lnTo>
                  <a:lnTo>
                    <a:pt x="267597" y="201827"/>
                  </a:lnTo>
                  <a:lnTo>
                    <a:pt x="268616" y="196613"/>
                  </a:lnTo>
                  <a:lnTo>
                    <a:pt x="269468" y="191370"/>
                  </a:lnTo>
                  <a:lnTo>
                    <a:pt x="270154" y="186102"/>
                  </a:lnTo>
                  <a:lnTo>
                    <a:pt x="270672" y="180815"/>
                  </a:lnTo>
                  <a:lnTo>
                    <a:pt x="271021" y="175514"/>
                  </a:lnTo>
                  <a:lnTo>
                    <a:pt x="271202" y="170205"/>
                  </a:lnTo>
                  <a:lnTo>
                    <a:pt x="271214" y="164893"/>
                  </a:lnTo>
                  <a:lnTo>
                    <a:pt x="271058" y="159583"/>
                  </a:lnTo>
                  <a:lnTo>
                    <a:pt x="270732" y="154281"/>
                  </a:lnTo>
                  <a:lnTo>
                    <a:pt x="270239" y="148991"/>
                  </a:lnTo>
                  <a:lnTo>
                    <a:pt x="269577" y="143721"/>
                  </a:lnTo>
                  <a:lnTo>
                    <a:pt x="268749" y="138473"/>
                  </a:lnTo>
                  <a:lnTo>
                    <a:pt x="267754" y="133255"/>
                  </a:lnTo>
                  <a:lnTo>
                    <a:pt x="266594" y="128071"/>
                  </a:lnTo>
                  <a:lnTo>
                    <a:pt x="265270" y="122926"/>
                  </a:lnTo>
                  <a:lnTo>
                    <a:pt x="263782" y="117827"/>
                  </a:lnTo>
                  <a:lnTo>
                    <a:pt x="262134" y="112777"/>
                  </a:lnTo>
                  <a:lnTo>
                    <a:pt x="260326" y="107781"/>
                  </a:lnTo>
                  <a:lnTo>
                    <a:pt x="258360" y="102846"/>
                  </a:lnTo>
                  <a:lnTo>
                    <a:pt x="256239" y="97976"/>
                  </a:lnTo>
                  <a:lnTo>
                    <a:pt x="253963" y="93176"/>
                  </a:lnTo>
                  <a:lnTo>
                    <a:pt x="251537" y="88450"/>
                  </a:lnTo>
                  <a:lnTo>
                    <a:pt x="248961" y="83804"/>
                  </a:lnTo>
                  <a:lnTo>
                    <a:pt x="246239" y="79242"/>
                  </a:lnTo>
                  <a:lnTo>
                    <a:pt x="243373" y="74769"/>
                  </a:lnTo>
                  <a:lnTo>
                    <a:pt x="240367" y="70389"/>
                  </a:lnTo>
                  <a:lnTo>
                    <a:pt x="237223" y="66107"/>
                  </a:lnTo>
                  <a:lnTo>
                    <a:pt x="233945" y="61927"/>
                  </a:lnTo>
                  <a:lnTo>
                    <a:pt x="230536" y="57853"/>
                  </a:lnTo>
                  <a:lnTo>
                    <a:pt x="226998" y="53890"/>
                  </a:lnTo>
                  <a:lnTo>
                    <a:pt x="223337" y="50041"/>
                  </a:lnTo>
                  <a:lnTo>
                    <a:pt x="219555" y="46310"/>
                  </a:lnTo>
                  <a:lnTo>
                    <a:pt x="215657" y="42701"/>
                  </a:lnTo>
                  <a:lnTo>
                    <a:pt x="211646" y="39219"/>
                  </a:lnTo>
                  <a:lnTo>
                    <a:pt x="207526" y="35865"/>
                  </a:lnTo>
                  <a:lnTo>
                    <a:pt x="203302" y="32644"/>
                  </a:lnTo>
                  <a:lnTo>
                    <a:pt x="198977" y="29558"/>
                  </a:lnTo>
                  <a:lnTo>
                    <a:pt x="194557" y="26612"/>
                  </a:lnTo>
                  <a:lnTo>
                    <a:pt x="190045" y="23808"/>
                  </a:lnTo>
                  <a:lnTo>
                    <a:pt x="185447" y="21148"/>
                  </a:lnTo>
                  <a:lnTo>
                    <a:pt x="180766" y="18636"/>
                  </a:lnTo>
                  <a:lnTo>
                    <a:pt x="176008" y="16274"/>
                  </a:lnTo>
                  <a:lnTo>
                    <a:pt x="171177" y="14064"/>
                  </a:lnTo>
                  <a:lnTo>
                    <a:pt x="166278" y="12009"/>
                  </a:lnTo>
                  <a:lnTo>
                    <a:pt x="161317" y="10110"/>
                  </a:lnTo>
                  <a:lnTo>
                    <a:pt x="156298" y="8370"/>
                  </a:lnTo>
                  <a:lnTo>
                    <a:pt x="151226" y="6791"/>
                  </a:lnTo>
                  <a:lnTo>
                    <a:pt x="146106" y="5373"/>
                  </a:lnTo>
                  <a:lnTo>
                    <a:pt x="140944" y="4119"/>
                  </a:lnTo>
                  <a:lnTo>
                    <a:pt x="135745" y="3029"/>
                  </a:lnTo>
                  <a:lnTo>
                    <a:pt x="130513" y="2105"/>
                  </a:lnTo>
                  <a:lnTo>
                    <a:pt x="125255" y="1348"/>
                  </a:lnTo>
                  <a:lnTo>
                    <a:pt x="119976" y="759"/>
                  </a:lnTo>
                  <a:lnTo>
                    <a:pt x="114680" y="337"/>
                  </a:lnTo>
                  <a:lnTo>
                    <a:pt x="109374" y="84"/>
                  </a:lnTo>
                  <a:lnTo>
                    <a:pt x="104062" y="0"/>
                  </a:lnTo>
                  <a:lnTo>
                    <a:pt x="1040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51857" y="3707720"/>
              <a:ext cx="210182" cy="334331"/>
            </a:xfrm>
            <a:custGeom>
              <a:avLst/>
              <a:pathLst>
                <a:path w="210182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3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69" y="6797"/>
                  </a:lnTo>
                  <a:lnTo>
                    <a:pt x="114895" y="8378"/>
                  </a:lnTo>
                  <a:lnTo>
                    <a:pt x="109874" y="10119"/>
                  </a:lnTo>
                  <a:lnTo>
                    <a:pt x="104911" y="12019"/>
                  </a:lnTo>
                  <a:lnTo>
                    <a:pt x="100010" y="14076"/>
                  </a:lnTo>
                  <a:lnTo>
                    <a:pt x="95178" y="16288"/>
                  </a:lnTo>
                  <a:lnTo>
                    <a:pt x="90418" y="18652"/>
                  </a:lnTo>
                  <a:lnTo>
                    <a:pt x="85736" y="21166"/>
                  </a:lnTo>
                  <a:lnTo>
                    <a:pt x="81136" y="23828"/>
                  </a:lnTo>
                  <a:lnTo>
                    <a:pt x="76623" y="26635"/>
                  </a:lnTo>
                  <a:lnTo>
                    <a:pt x="72201" y="29584"/>
                  </a:lnTo>
                  <a:lnTo>
                    <a:pt x="67875" y="32672"/>
                  </a:lnTo>
                  <a:lnTo>
                    <a:pt x="63650" y="35896"/>
                  </a:lnTo>
                  <a:lnTo>
                    <a:pt x="59530" y="39252"/>
                  </a:lnTo>
                  <a:lnTo>
                    <a:pt x="55518" y="42738"/>
                  </a:lnTo>
                  <a:lnTo>
                    <a:pt x="51619" y="46350"/>
                  </a:lnTo>
                  <a:lnTo>
                    <a:pt x="47837" y="50083"/>
                  </a:lnTo>
                  <a:lnTo>
                    <a:pt x="44175" y="53935"/>
                  </a:lnTo>
                  <a:lnTo>
                    <a:pt x="40638" y="57902"/>
                  </a:lnTo>
                  <a:lnTo>
                    <a:pt x="37228" y="61979"/>
                  </a:lnTo>
                  <a:lnTo>
                    <a:pt x="33950" y="66162"/>
                  </a:lnTo>
                  <a:lnTo>
                    <a:pt x="30807" y="70447"/>
                  </a:lnTo>
                  <a:lnTo>
                    <a:pt x="27801" y="74830"/>
                  </a:lnTo>
                  <a:lnTo>
                    <a:pt x="24936" y="79307"/>
                  </a:lnTo>
                  <a:lnTo>
                    <a:pt x="22215" y="83872"/>
                  </a:lnTo>
                  <a:lnTo>
                    <a:pt x="19641" y="88522"/>
                  </a:lnTo>
                  <a:lnTo>
                    <a:pt x="17215" y="93250"/>
                  </a:lnTo>
                  <a:lnTo>
                    <a:pt x="14941" y="98054"/>
                  </a:lnTo>
                  <a:lnTo>
                    <a:pt x="12821" y="102928"/>
                  </a:lnTo>
                  <a:lnTo>
                    <a:pt x="10857" y="107866"/>
                  </a:lnTo>
                  <a:lnTo>
                    <a:pt x="9051" y="112864"/>
                  </a:lnTo>
                  <a:lnTo>
                    <a:pt x="7405" y="117918"/>
                  </a:lnTo>
                  <a:lnTo>
                    <a:pt x="5920" y="123021"/>
                  </a:lnTo>
                  <a:lnTo>
                    <a:pt x="4598" y="128168"/>
                  </a:lnTo>
                  <a:lnTo>
                    <a:pt x="3441" y="133355"/>
                  </a:lnTo>
                  <a:lnTo>
                    <a:pt x="2449" y="138577"/>
                  </a:lnTo>
                  <a:lnTo>
                    <a:pt x="1623" y="143827"/>
                  </a:lnTo>
                  <a:lnTo>
                    <a:pt x="965" y="149100"/>
                  </a:lnTo>
                  <a:lnTo>
                    <a:pt x="474" y="154392"/>
                  </a:lnTo>
                  <a:lnTo>
                    <a:pt x="153" y="159697"/>
                  </a:lnTo>
                  <a:lnTo>
                    <a:pt x="0" y="165010"/>
                  </a:lnTo>
                  <a:lnTo>
                    <a:pt x="15" y="170324"/>
                  </a:lnTo>
                  <a:lnTo>
                    <a:pt x="200" y="175636"/>
                  </a:lnTo>
                  <a:lnTo>
                    <a:pt x="554" y="180939"/>
                  </a:lnTo>
                  <a:lnTo>
                    <a:pt x="1076" y="186228"/>
                  </a:lnTo>
                  <a:lnTo>
                    <a:pt x="1766" y="191497"/>
                  </a:lnTo>
                  <a:lnTo>
                    <a:pt x="2623" y="196742"/>
                  </a:lnTo>
                  <a:lnTo>
                    <a:pt x="3646" y="201958"/>
                  </a:lnTo>
                  <a:lnTo>
                    <a:pt x="4835" y="207138"/>
                  </a:lnTo>
                  <a:lnTo>
                    <a:pt x="6187" y="212277"/>
                  </a:lnTo>
                  <a:lnTo>
                    <a:pt x="7702" y="217371"/>
                  </a:lnTo>
                  <a:lnTo>
                    <a:pt x="9379" y="222415"/>
                  </a:lnTo>
                  <a:lnTo>
                    <a:pt x="11215" y="227402"/>
                  </a:lnTo>
                  <a:lnTo>
                    <a:pt x="13209" y="232329"/>
                  </a:lnTo>
                  <a:lnTo>
                    <a:pt x="15358" y="237189"/>
                  </a:lnTo>
                  <a:lnTo>
                    <a:pt x="17660" y="241979"/>
                  </a:lnTo>
                  <a:lnTo>
                    <a:pt x="20114" y="246694"/>
                  </a:lnTo>
                  <a:lnTo>
                    <a:pt x="22716" y="251328"/>
                  </a:lnTo>
                  <a:lnTo>
                    <a:pt x="25465" y="255876"/>
                  </a:lnTo>
                  <a:lnTo>
                    <a:pt x="28356" y="260336"/>
                  </a:lnTo>
                  <a:lnTo>
                    <a:pt x="31388" y="264701"/>
                  </a:lnTo>
                  <a:lnTo>
                    <a:pt x="34557" y="268967"/>
                  </a:lnTo>
                  <a:lnTo>
                    <a:pt x="37860" y="273131"/>
                  </a:lnTo>
                  <a:lnTo>
                    <a:pt x="41294" y="277187"/>
                  </a:lnTo>
                  <a:lnTo>
                    <a:pt x="44855" y="281132"/>
                  </a:lnTo>
                  <a:lnTo>
                    <a:pt x="48539" y="284962"/>
                  </a:lnTo>
                  <a:lnTo>
                    <a:pt x="52344" y="288673"/>
                  </a:lnTo>
                  <a:lnTo>
                    <a:pt x="56264" y="292262"/>
                  </a:lnTo>
                  <a:lnTo>
                    <a:pt x="60297" y="295723"/>
                  </a:lnTo>
                  <a:lnTo>
                    <a:pt x="64438" y="299055"/>
                  </a:lnTo>
                  <a:lnTo>
                    <a:pt x="68682" y="302254"/>
                  </a:lnTo>
                  <a:lnTo>
                    <a:pt x="73026" y="305316"/>
                  </a:lnTo>
                  <a:lnTo>
                    <a:pt x="77465" y="308238"/>
                  </a:lnTo>
                  <a:lnTo>
                    <a:pt x="81995" y="311018"/>
                  </a:lnTo>
                  <a:lnTo>
                    <a:pt x="86611" y="313652"/>
                  </a:lnTo>
                  <a:lnTo>
                    <a:pt x="91308" y="316138"/>
                  </a:lnTo>
                  <a:lnTo>
                    <a:pt x="96082" y="318474"/>
                  </a:lnTo>
                  <a:lnTo>
                    <a:pt x="100927" y="320657"/>
                  </a:lnTo>
                  <a:lnTo>
                    <a:pt x="105840" y="322684"/>
                  </a:lnTo>
                  <a:lnTo>
                    <a:pt x="110815" y="324555"/>
                  </a:lnTo>
                  <a:lnTo>
                    <a:pt x="115846" y="326266"/>
                  </a:lnTo>
                  <a:lnTo>
                    <a:pt x="120930" y="327817"/>
                  </a:lnTo>
                  <a:lnTo>
                    <a:pt x="126060" y="329205"/>
                  </a:lnTo>
                  <a:lnTo>
                    <a:pt x="131232" y="330429"/>
                  </a:lnTo>
                  <a:lnTo>
                    <a:pt x="136440" y="331489"/>
                  </a:lnTo>
                  <a:lnTo>
                    <a:pt x="141679" y="332382"/>
                  </a:lnTo>
                  <a:lnTo>
                    <a:pt x="146943" y="333108"/>
                  </a:lnTo>
                  <a:lnTo>
                    <a:pt x="152229" y="333667"/>
                  </a:lnTo>
                  <a:lnTo>
                    <a:pt x="157529" y="334057"/>
                  </a:lnTo>
                  <a:lnTo>
                    <a:pt x="162839" y="334279"/>
                  </a:lnTo>
                  <a:lnTo>
                    <a:pt x="168153" y="334331"/>
                  </a:lnTo>
                  <a:lnTo>
                    <a:pt x="173467" y="334215"/>
                  </a:lnTo>
                  <a:lnTo>
                    <a:pt x="178774" y="333930"/>
                  </a:lnTo>
                  <a:lnTo>
                    <a:pt x="184069" y="333476"/>
                  </a:lnTo>
                  <a:lnTo>
                    <a:pt x="189347" y="332855"/>
                  </a:lnTo>
                  <a:lnTo>
                    <a:pt x="194603" y="332065"/>
                  </a:lnTo>
                  <a:lnTo>
                    <a:pt x="199831" y="331109"/>
                  </a:lnTo>
                  <a:lnTo>
                    <a:pt x="205026" y="329988"/>
                  </a:lnTo>
                  <a:lnTo>
                    <a:pt x="210182" y="3287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37"/>
              <a:ext cx="167165" cy="328685"/>
            </a:xfrm>
            <a:custGeom>
              <a:avLst/>
              <a:pathLst>
                <a:path w="167165" h="328685">
                  <a:moveTo>
                    <a:pt x="43029" y="328685"/>
                  </a:moveTo>
                  <a:lnTo>
                    <a:pt x="48152" y="327232"/>
                  </a:lnTo>
                  <a:lnTo>
                    <a:pt x="53227" y="325617"/>
                  </a:lnTo>
                  <a:lnTo>
                    <a:pt x="58247" y="323842"/>
                  </a:lnTo>
                  <a:lnTo>
                    <a:pt x="63209" y="321907"/>
                  </a:lnTo>
                  <a:lnTo>
                    <a:pt x="68106" y="319815"/>
                  </a:lnTo>
                  <a:lnTo>
                    <a:pt x="72934" y="317568"/>
                  </a:lnTo>
                  <a:lnTo>
                    <a:pt x="77688" y="315169"/>
                  </a:lnTo>
                  <a:lnTo>
                    <a:pt x="82364" y="312619"/>
                  </a:lnTo>
                  <a:lnTo>
                    <a:pt x="86955" y="309922"/>
                  </a:lnTo>
                  <a:lnTo>
                    <a:pt x="91459" y="307079"/>
                  </a:lnTo>
                  <a:lnTo>
                    <a:pt x="95869" y="304095"/>
                  </a:lnTo>
                  <a:lnTo>
                    <a:pt x="100183" y="300972"/>
                  </a:lnTo>
                  <a:lnTo>
                    <a:pt x="104394" y="297713"/>
                  </a:lnTo>
                  <a:lnTo>
                    <a:pt x="108500" y="294322"/>
                  </a:lnTo>
                  <a:lnTo>
                    <a:pt x="112496" y="290801"/>
                  </a:lnTo>
                  <a:lnTo>
                    <a:pt x="116377" y="287155"/>
                  </a:lnTo>
                  <a:lnTo>
                    <a:pt x="120141" y="283387"/>
                  </a:lnTo>
                  <a:lnTo>
                    <a:pt x="123782" y="279502"/>
                  </a:lnTo>
                  <a:lnTo>
                    <a:pt x="127298" y="275502"/>
                  </a:lnTo>
                  <a:lnTo>
                    <a:pt x="130685" y="271392"/>
                  </a:lnTo>
                  <a:lnTo>
                    <a:pt x="133939" y="267177"/>
                  </a:lnTo>
                  <a:lnTo>
                    <a:pt x="137057" y="262860"/>
                  </a:lnTo>
                  <a:lnTo>
                    <a:pt x="140036" y="258446"/>
                  </a:lnTo>
                  <a:lnTo>
                    <a:pt x="142873" y="253939"/>
                  </a:lnTo>
                  <a:lnTo>
                    <a:pt x="145565" y="249344"/>
                  </a:lnTo>
                  <a:lnTo>
                    <a:pt x="148109" y="244666"/>
                  </a:lnTo>
                  <a:lnTo>
                    <a:pt x="150503" y="239909"/>
                  </a:lnTo>
                  <a:lnTo>
                    <a:pt x="152744" y="235078"/>
                  </a:lnTo>
                  <a:lnTo>
                    <a:pt x="154830" y="230178"/>
                  </a:lnTo>
                  <a:lnTo>
                    <a:pt x="156759" y="225214"/>
                  </a:lnTo>
                  <a:lnTo>
                    <a:pt x="158529" y="220192"/>
                  </a:lnTo>
                  <a:lnTo>
                    <a:pt x="160138" y="215115"/>
                  </a:lnTo>
                  <a:lnTo>
                    <a:pt x="161584" y="209990"/>
                  </a:lnTo>
                  <a:lnTo>
                    <a:pt x="162867" y="204822"/>
                  </a:lnTo>
                  <a:lnTo>
                    <a:pt x="163984" y="199615"/>
                  </a:lnTo>
                  <a:lnTo>
                    <a:pt x="164935" y="194375"/>
                  </a:lnTo>
                  <a:lnTo>
                    <a:pt x="165719" y="189108"/>
                  </a:lnTo>
                  <a:lnTo>
                    <a:pt x="166334" y="183818"/>
                  </a:lnTo>
                  <a:lnTo>
                    <a:pt x="166780" y="178512"/>
                  </a:lnTo>
                  <a:lnTo>
                    <a:pt x="167058" y="173193"/>
                  </a:lnTo>
                  <a:lnTo>
                    <a:pt x="167165" y="167869"/>
                  </a:lnTo>
                  <a:lnTo>
                    <a:pt x="167103" y="162544"/>
                  </a:lnTo>
                  <a:lnTo>
                    <a:pt x="166872" y="157224"/>
                  </a:lnTo>
                  <a:lnTo>
                    <a:pt x="166471" y="151914"/>
                  </a:lnTo>
                  <a:lnTo>
                    <a:pt x="165901" y="146619"/>
                  </a:lnTo>
                  <a:lnTo>
                    <a:pt x="165163" y="141345"/>
                  </a:lnTo>
                  <a:lnTo>
                    <a:pt x="164257" y="136097"/>
                  </a:lnTo>
                  <a:lnTo>
                    <a:pt x="163185" y="130881"/>
                  </a:lnTo>
                  <a:lnTo>
                    <a:pt x="161947" y="125702"/>
                  </a:lnTo>
                  <a:lnTo>
                    <a:pt x="160544" y="120564"/>
                  </a:lnTo>
                  <a:lnTo>
                    <a:pt x="158979" y="115474"/>
                  </a:lnTo>
                  <a:lnTo>
                    <a:pt x="157252" y="110437"/>
                  </a:lnTo>
                  <a:lnTo>
                    <a:pt x="155366" y="105456"/>
                  </a:lnTo>
                  <a:lnTo>
                    <a:pt x="153322" y="100539"/>
                  </a:lnTo>
                  <a:lnTo>
                    <a:pt x="151123" y="95689"/>
                  </a:lnTo>
                  <a:lnTo>
                    <a:pt x="148770" y="90912"/>
                  </a:lnTo>
                  <a:lnTo>
                    <a:pt x="146266" y="86212"/>
                  </a:lnTo>
                  <a:lnTo>
                    <a:pt x="143614" y="81594"/>
                  </a:lnTo>
                  <a:lnTo>
                    <a:pt x="140816" y="77063"/>
                  </a:lnTo>
                  <a:lnTo>
                    <a:pt x="137875" y="72623"/>
                  </a:lnTo>
                  <a:lnTo>
                    <a:pt x="134794" y="68280"/>
                  </a:lnTo>
                  <a:lnTo>
                    <a:pt x="131576" y="64036"/>
                  </a:lnTo>
                  <a:lnTo>
                    <a:pt x="128225" y="59898"/>
                  </a:lnTo>
                  <a:lnTo>
                    <a:pt x="124744" y="55868"/>
                  </a:lnTo>
                  <a:lnTo>
                    <a:pt x="121136" y="51951"/>
                  </a:lnTo>
                  <a:lnTo>
                    <a:pt x="117405" y="48151"/>
                  </a:lnTo>
                  <a:lnTo>
                    <a:pt x="113555" y="44472"/>
                  </a:lnTo>
                  <a:lnTo>
                    <a:pt x="109590" y="40917"/>
                  </a:lnTo>
                  <a:lnTo>
                    <a:pt x="105513" y="37490"/>
                  </a:lnTo>
                  <a:lnTo>
                    <a:pt x="101330" y="34195"/>
                  </a:lnTo>
                  <a:lnTo>
                    <a:pt x="97044" y="31035"/>
                  </a:lnTo>
                  <a:lnTo>
                    <a:pt x="92659" y="28013"/>
                  </a:lnTo>
                  <a:lnTo>
                    <a:pt x="88180" y="25132"/>
                  </a:lnTo>
                  <a:lnTo>
                    <a:pt x="83612" y="22395"/>
                  </a:lnTo>
                  <a:lnTo>
                    <a:pt x="78958" y="19806"/>
                  </a:lnTo>
                  <a:lnTo>
                    <a:pt x="74225" y="17365"/>
                  </a:lnTo>
                  <a:lnTo>
                    <a:pt x="69416" y="15077"/>
                  </a:lnTo>
                  <a:lnTo>
                    <a:pt x="64537" y="12943"/>
                  </a:lnTo>
                  <a:lnTo>
                    <a:pt x="59593" y="10966"/>
                  </a:lnTo>
                  <a:lnTo>
                    <a:pt x="54588" y="9147"/>
                  </a:lnTo>
                  <a:lnTo>
                    <a:pt x="49527" y="7488"/>
                  </a:lnTo>
                  <a:lnTo>
                    <a:pt x="44416" y="5992"/>
                  </a:lnTo>
                  <a:lnTo>
                    <a:pt x="39261" y="4659"/>
                  </a:lnTo>
                  <a:lnTo>
                    <a:pt x="34065" y="3491"/>
                  </a:lnTo>
                  <a:lnTo>
                    <a:pt x="28835" y="2489"/>
                  </a:lnTo>
                  <a:lnTo>
                    <a:pt x="23575" y="1654"/>
                  </a:lnTo>
                  <a:lnTo>
                    <a:pt x="18292" y="987"/>
                  </a:lnTo>
                  <a:lnTo>
                    <a:pt x="12990" y="488"/>
                  </a:lnTo>
                  <a:lnTo>
                    <a:pt x="7675" y="159"/>
                  </a:lnTo>
                  <a:lnTo>
                    <a:pt x="2352" y="0"/>
                  </a:lnTo>
                  <a:lnTo>
                    <a:pt x="0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tx80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2025-06-05T18:34:18Z</dcterms:modified>
  <cp:category/>
</cp:coreProperties>
</file>