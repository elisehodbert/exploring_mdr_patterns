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337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52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66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64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7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21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174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38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20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49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17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41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93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5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37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0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8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1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6982118" y="3170392"/>
              <a:ext cx="1660" cy="167167"/>
            </a:xfrm>
            <a:custGeom>
              <a:avLst/>
              <a:pathLst>
                <a:path w="1660" h="167167">
                  <a:moveTo>
                    <a:pt x="1660" y="0"/>
                  </a:moveTo>
                  <a:lnTo>
                    <a:pt x="0" y="8"/>
                  </a:lnTo>
                  <a:lnTo>
                    <a:pt x="16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18" y="3170400"/>
              <a:ext cx="1660" cy="167159"/>
            </a:xfrm>
            <a:custGeom>
              <a:avLst/>
              <a:pathLst>
                <a:path w="1660" h="167159">
                  <a:moveTo>
                    <a:pt x="0" y="0"/>
                  </a:moveTo>
                  <a:lnTo>
                    <a:pt x="1660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816614" y="3170400"/>
              <a:ext cx="334329" cy="334317"/>
            </a:xfrm>
            <a:custGeom>
              <a:avLst/>
              <a:pathLst>
                <a:path w="334329" h="334317">
                  <a:moveTo>
                    <a:pt x="165504" y="0"/>
                  </a:moveTo>
                  <a:lnTo>
                    <a:pt x="160200" y="136"/>
                  </a:lnTo>
                  <a:lnTo>
                    <a:pt x="154904" y="441"/>
                  </a:lnTo>
                  <a:lnTo>
                    <a:pt x="149620" y="914"/>
                  </a:lnTo>
                  <a:lnTo>
                    <a:pt x="144354" y="1555"/>
                  </a:lnTo>
                  <a:lnTo>
                    <a:pt x="139111" y="2362"/>
                  </a:lnTo>
                  <a:lnTo>
                    <a:pt x="133896" y="3335"/>
                  </a:lnTo>
                  <a:lnTo>
                    <a:pt x="128715" y="4473"/>
                  </a:lnTo>
                  <a:lnTo>
                    <a:pt x="123572" y="5775"/>
                  </a:lnTo>
                  <a:lnTo>
                    <a:pt x="118473" y="7239"/>
                  </a:lnTo>
                  <a:lnTo>
                    <a:pt x="113423" y="8865"/>
                  </a:lnTo>
                  <a:lnTo>
                    <a:pt x="108428" y="10650"/>
                  </a:lnTo>
                  <a:lnTo>
                    <a:pt x="103491" y="12592"/>
                  </a:lnTo>
                  <a:lnTo>
                    <a:pt x="98619" y="14691"/>
                  </a:lnTo>
                  <a:lnTo>
                    <a:pt x="93816" y="16942"/>
                  </a:lnTo>
                  <a:lnTo>
                    <a:pt x="89086" y="19345"/>
                  </a:lnTo>
                  <a:lnTo>
                    <a:pt x="84435" y="21897"/>
                  </a:lnTo>
                  <a:lnTo>
                    <a:pt x="79868" y="24595"/>
                  </a:lnTo>
                  <a:lnTo>
                    <a:pt x="75388" y="27437"/>
                  </a:lnTo>
                  <a:lnTo>
                    <a:pt x="71001" y="30420"/>
                  </a:lnTo>
                  <a:lnTo>
                    <a:pt x="66710" y="33540"/>
                  </a:lnTo>
                  <a:lnTo>
                    <a:pt x="62521" y="36794"/>
                  </a:lnTo>
                  <a:lnTo>
                    <a:pt x="58437" y="40180"/>
                  </a:lnTo>
                  <a:lnTo>
                    <a:pt x="54463" y="43694"/>
                  </a:lnTo>
                  <a:lnTo>
                    <a:pt x="50602" y="47333"/>
                  </a:lnTo>
                  <a:lnTo>
                    <a:pt x="46859" y="51091"/>
                  </a:lnTo>
                  <a:lnTo>
                    <a:pt x="43237" y="54967"/>
                  </a:lnTo>
                  <a:lnTo>
                    <a:pt x="39739" y="58956"/>
                  </a:lnTo>
                  <a:lnTo>
                    <a:pt x="36370" y="63054"/>
                  </a:lnTo>
                  <a:lnTo>
                    <a:pt x="33133" y="67256"/>
                  </a:lnTo>
                  <a:lnTo>
                    <a:pt x="30030" y="71559"/>
                  </a:lnTo>
                  <a:lnTo>
                    <a:pt x="27066" y="75959"/>
                  </a:lnTo>
                  <a:lnTo>
                    <a:pt x="24243" y="80450"/>
                  </a:lnTo>
                  <a:lnTo>
                    <a:pt x="21563" y="85029"/>
                  </a:lnTo>
                  <a:lnTo>
                    <a:pt x="19030" y="89690"/>
                  </a:lnTo>
                  <a:lnTo>
                    <a:pt x="16647" y="94429"/>
                  </a:lnTo>
                  <a:lnTo>
                    <a:pt x="14415" y="99242"/>
                  </a:lnTo>
                  <a:lnTo>
                    <a:pt x="12337" y="104123"/>
                  </a:lnTo>
                  <a:lnTo>
                    <a:pt x="10415" y="109067"/>
                  </a:lnTo>
                  <a:lnTo>
                    <a:pt x="8650" y="114070"/>
                  </a:lnTo>
                  <a:lnTo>
                    <a:pt x="7046" y="119127"/>
                  </a:lnTo>
                  <a:lnTo>
                    <a:pt x="5602" y="124232"/>
                  </a:lnTo>
                  <a:lnTo>
                    <a:pt x="4322" y="129380"/>
                  </a:lnTo>
                  <a:lnTo>
                    <a:pt x="3205" y="134566"/>
                  </a:lnTo>
                  <a:lnTo>
                    <a:pt x="2253" y="139785"/>
                  </a:lnTo>
                  <a:lnTo>
                    <a:pt x="1468" y="145031"/>
                  </a:lnTo>
                  <a:lnTo>
                    <a:pt x="849" y="150300"/>
                  </a:lnTo>
                  <a:lnTo>
                    <a:pt x="398" y="155586"/>
                  </a:lnTo>
                  <a:lnTo>
                    <a:pt x="115" y="160883"/>
                  </a:lnTo>
                  <a:lnTo>
                    <a:pt x="0" y="166187"/>
                  </a:lnTo>
                  <a:lnTo>
                    <a:pt x="53" y="171491"/>
                  </a:lnTo>
                  <a:lnTo>
                    <a:pt x="274" y="176792"/>
                  </a:lnTo>
                  <a:lnTo>
                    <a:pt x="664" y="182082"/>
                  </a:lnTo>
                  <a:lnTo>
                    <a:pt x="1222" y="187358"/>
                  </a:lnTo>
                  <a:lnTo>
                    <a:pt x="1946" y="192613"/>
                  </a:lnTo>
                  <a:lnTo>
                    <a:pt x="2837" y="197843"/>
                  </a:lnTo>
                  <a:lnTo>
                    <a:pt x="3893" y="203042"/>
                  </a:lnTo>
                  <a:lnTo>
                    <a:pt x="5114" y="208204"/>
                  </a:lnTo>
                  <a:lnTo>
                    <a:pt x="6498" y="213325"/>
                  </a:lnTo>
                  <a:lnTo>
                    <a:pt x="8044" y="218400"/>
                  </a:lnTo>
                  <a:lnTo>
                    <a:pt x="9750" y="223423"/>
                  </a:lnTo>
                  <a:lnTo>
                    <a:pt x="11614" y="228390"/>
                  </a:lnTo>
                  <a:lnTo>
                    <a:pt x="13636" y="233295"/>
                  </a:lnTo>
                  <a:lnTo>
                    <a:pt x="15811" y="238133"/>
                  </a:lnTo>
                  <a:lnTo>
                    <a:pt x="18140" y="242899"/>
                  </a:lnTo>
                  <a:lnTo>
                    <a:pt x="20618" y="247590"/>
                  </a:lnTo>
                  <a:lnTo>
                    <a:pt x="23244" y="252199"/>
                  </a:lnTo>
                  <a:lnTo>
                    <a:pt x="26015" y="256723"/>
                  </a:lnTo>
                  <a:lnTo>
                    <a:pt x="28928" y="261157"/>
                  </a:lnTo>
                  <a:lnTo>
                    <a:pt x="31980" y="265496"/>
                  </a:lnTo>
                  <a:lnTo>
                    <a:pt x="35168" y="269736"/>
                  </a:lnTo>
                  <a:lnTo>
                    <a:pt x="38490" y="273872"/>
                  </a:lnTo>
                  <a:lnTo>
                    <a:pt x="41940" y="277902"/>
                  </a:lnTo>
                  <a:lnTo>
                    <a:pt x="45517" y="281819"/>
                  </a:lnTo>
                  <a:lnTo>
                    <a:pt x="49217" y="285621"/>
                  </a:lnTo>
                  <a:lnTo>
                    <a:pt x="53035" y="289304"/>
                  </a:lnTo>
                  <a:lnTo>
                    <a:pt x="56968" y="292864"/>
                  </a:lnTo>
                  <a:lnTo>
                    <a:pt x="61012" y="296297"/>
                  </a:lnTo>
                  <a:lnTo>
                    <a:pt x="65163" y="299600"/>
                  </a:lnTo>
                  <a:lnTo>
                    <a:pt x="69417" y="302770"/>
                  </a:lnTo>
                  <a:lnTo>
                    <a:pt x="73770" y="305804"/>
                  </a:lnTo>
                  <a:lnTo>
                    <a:pt x="78216" y="308697"/>
                  </a:lnTo>
                  <a:lnTo>
                    <a:pt x="82752" y="311448"/>
                  </a:lnTo>
                  <a:lnTo>
                    <a:pt x="87373" y="314054"/>
                  </a:lnTo>
                  <a:lnTo>
                    <a:pt x="92074" y="316512"/>
                  </a:lnTo>
                  <a:lnTo>
                    <a:pt x="96851" y="318819"/>
                  </a:lnTo>
                  <a:lnTo>
                    <a:pt x="101698" y="320974"/>
                  </a:lnTo>
                  <a:lnTo>
                    <a:pt x="106612" y="322974"/>
                  </a:lnTo>
                  <a:lnTo>
                    <a:pt x="111586" y="324817"/>
                  </a:lnTo>
                  <a:lnTo>
                    <a:pt x="116617" y="326501"/>
                  </a:lnTo>
                  <a:lnTo>
                    <a:pt x="121698" y="328025"/>
                  </a:lnTo>
                  <a:lnTo>
                    <a:pt x="126826" y="329386"/>
                  </a:lnTo>
                  <a:lnTo>
                    <a:pt x="131993" y="330584"/>
                  </a:lnTo>
                  <a:lnTo>
                    <a:pt x="137197" y="331618"/>
                  </a:lnTo>
                  <a:lnTo>
                    <a:pt x="142430" y="332486"/>
                  </a:lnTo>
                  <a:lnTo>
                    <a:pt x="147689" y="333188"/>
                  </a:lnTo>
                  <a:lnTo>
                    <a:pt x="152966" y="333722"/>
                  </a:lnTo>
                  <a:lnTo>
                    <a:pt x="158259" y="334089"/>
                  </a:lnTo>
                  <a:lnTo>
                    <a:pt x="163560" y="334287"/>
                  </a:lnTo>
                  <a:lnTo>
                    <a:pt x="168865" y="334317"/>
                  </a:lnTo>
                  <a:lnTo>
                    <a:pt x="174168" y="334179"/>
                  </a:lnTo>
                  <a:lnTo>
                    <a:pt x="179464" y="333873"/>
                  </a:lnTo>
                  <a:lnTo>
                    <a:pt x="184748" y="333399"/>
                  </a:lnTo>
                  <a:lnTo>
                    <a:pt x="190014" y="332757"/>
                  </a:lnTo>
                  <a:lnTo>
                    <a:pt x="195257" y="331949"/>
                  </a:lnTo>
                  <a:lnTo>
                    <a:pt x="200472" y="330974"/>
                  </a:lnTo>
                  <a:lnTo>
                    <a:pt x="205653" y="329835"/>
                  </a:lnTo>
                  <a:lnTo>
                    <a:pt x="210795" y="328532"/>
                  </a:lnTo>
                  <a:lnTo>
                    <a:pt x="215894" y="327066"/>
                  </a:lnTo>
                  <a:lnTo>
                    <a:pt x="220943" y="325439"/>
                  </a:lnTo>
                  <a:lnTo>
                    <a:pt x="225938" y="323653"/>
                  </a:lnTo>
                  <a:lnTo>
                    <a:pt x="230874" y="321710"/>
                  </a:lnTo>
                  <a:lnTo>
                    <a:pt x="235746" y="319610"/>
                  </a:lnTo>
                  <a:lnTo>
                    <a:pt x="240549" y="317357"/>
                  </a:lnTo>
                  <a:lnTo>
                    <a:pt x="245278" y="314953"/>
                  </a:lnTo>
                  <a:lnTo>
                    <a:pt x="249928" y="312400"/>
                  </a:lnTo>
                  <a:lnTo>
                    <a:pt x="254495" y="309701"/>
                  </a:lnTo>
                  <a:lnTo>
                    <a:pt x="258974" y="306858"/>
                  </a:lnTo>
                  <a:lnTo>
                    <a:pt x="263360" y="303875"/>
                  </a:lnTo>
                  <a:lnTo>
                    <a:pt x="267650" y="300753"/>
                  </a:lnTo>
                  <a:lnTo>
                    <a:pt x="271838" y="297498"/>
                  </a:lnTo>
                  <a:lnTo>
                    <a:pt x="275921" y="294111"/>
                  </a:lnTo>
                  <a:lnTo>
                    <a:pt x="279895" y="290596"/>
                  </a:lnTo>
                  <a:lnTo>
                    <a:pt x="283755" y="286957"/>
                  </a:lnTo>
                  <a:lnTo>
                    <a:pt x="287497" y="283197"/>
                  </a:lnTo>
                  <a:lnTo>
                    <a:pt x="291119" y="279320"/>
                  </a:lnTo>
                  <a:lnTo>
                    <a:pt x="294615" y="275331"/>
                  </a:lnTo>
                  <a:lnTo>
                    <a:pt x="297983" y="271232"/>
                  </a:lnTo>
                  <a:lnTo>
                    <a:pt x="301220" y="267029"/>
                  </a:lnTo>
                  <a:lnTo>
                    <a:pt x="304321" y="262725"/>
                  </a:lnTo>
                  <a:lnTo>
                    <a:pt x="307284" y="258325"/>
                  </a:lnTo>
                  <a:lnTo>
                    <a:pt x="310107" y="253833"/>
                  </a:lnTo>
                  <a:lnTo>
                    <a:pt x="312785" y="249254"/>
                  </a:lnTo>
                  <a:lnTo>
                    <a:pt x="315316" y="244592"/>
                  </a:lnTo>
                  <a:lnTo>
                    <a:pt x="317699" y="239852"/>
                  </a:lnTo>
                  <a:lnTo>
                    <a:pt x="319930" y="235039"/>
                  </a:lnTo>
                  <a:lnTo>
                    <a:pt x="322006" y="230157"/>
                  </a:lnTo>
                  <a:lnTo>
                    <a:pt x="323927" y="225212"/>
                  </a:lnTo>
                  <a:lnTo>
                    <a:pt x="325691" y="220209"/>
                  </a:lnTo>
                  <a:lnTo>
                    <a:pt x="327294" y="215152"/>
                  </a:lnTo>
                  <a:lnTo>
                    <a:pt x="328736" y="210047"/>
                  </a:lnTo>
                  <a:lnTo>
                    <a:pt x="330016" y="204898"/>
                  </a:lnTo>
                  <a:lnTo>
                    <a:pt x="331131" y="199712"/>
                  </a:lnTo>
                  <a:lnTo>
                    <a:pt x="332082" y="194493"/>
                  </a:lnTo>
                  <a:lnTo>
                    <a:pt x="332866" y="189246"/>
                  </a:lnTo>
                  <a:lnTo>
                    <a:pt x="333483" y="183977"/>
                  </a:lnTo>
                  <a:lnTo>
                    <a:pt x="333933" y="178692"/>
                  </a:lnTo>
                  <a:lnTo>
                    <a:pt x="334215" y="173394"/>
                  </a:lnTo>
                  <a:lnTo>
                    <a:pt x="334329" y="168090"/>
                  </a:lnTo>
                  <a:lnTo>
                    <a:pt x="334274" y="162786"/>
                  </a:lnTo>
                  <a:lnTo>
                    <a:pt x="334051" y="157485"/>
                  </a:lnTo>
                  <a:lnTo>
                    <a:pt x="333660" y="152195"/>
                  </a:lnTo>
                  <a:lnTo>
                    <a:pt x="333102" y="146919"/>
                  </a:lnTo>
                  <a:lnTo>
                    <a:pt x="332376" y="141664"/>
                  </a:lnTo>
                  <a:lnTo>
                    <a:pt x="331484" y="136435"/>
                  </a:lnTo>
                  <a:lnTo>
                    <a:pt x="330426" y="131237"/>
                  </a:lnTo>
                  <a:lnTo>
                    <a:pt x="329204" y="126074"/>
                  </a:lnTo>
                  <a:lnTo>
                    <a:pt x="327819" y="120953"/>
                  </a:lnTo>
                  <a:lnTo>
                    <a:pt x="326272" y="115879"/>
                  </a:lnTo>
                  <a:lnTo>
                    <a:pt x="324565" y="110856"/>
                  </a:lnTo>
                  <a:lnTo>
                    <a:pt x="322699" y="105890"/>
                  </a:lnTo>
                  <a:lnTo>
                    <a:pt x="320677" y="100986"/>
                  </a:lnTo>
                  <a:lnTo>
                    <a:pt x="318500" y="96148"/>
                  </a:lnTo>
                  <a:lnTo>
                    <a:pt x="316170" y="91382"/>
                  </a:lnTo>
                  <a:lnTo>
                    <a:pt x="313691" y="86692"/>
                  </a:lnTo>
                  <a:lnTo>
                    <a:pt x="311064" y="82083"/>
                  </a:lnTo>
                  <a:lnTo>
                    <a:pt x="308292" y="77560"/>
                  </a:lnTo>
                  <a:lnTo>
                    <a:pt x="305378" y="73127"/>
                  </a:lnTo>
                  <a:lnTo>
                    <a:pt x="302325" y="68789"/>
                  </a:lnTo>
                  <a:lnTo>
                    <a:pt x="299135" y="64550"/>
                  </a:lnTo>
                  <a:lnTo>
                    <a:pt x="295813" y="60414"/>
                  </a:lnTo>
                  <a:lnTo>
                    <a:pt x="292361" y="56386"/>
                  </a:lnTo>
                  <a:lnTo>
                    <a:pt x="288783" y="52469"/>
                  </a:lnTo>
                  <a:lnTo>
                    <a:pt x="285083" y="48668"/>
                  </a:lnTo>
                  <a:lnTo>
                    <a:pt x="281264" y="44986"/>
                  </a:lnTo>
                  <a:lnTo>
                    <a:pt x="277330" y="41427"/>
                  </a:lnTo>
                  <a:lnTo>
                    <a:pt x="273285" y="37995"/>
                  </a:lnTo>
                  <a:lnTo>
                    <a:pt x="269133" y="34692"/>
                  </a:lnTo>
                  <a:lnTo>
                    <a:pt x="264878" y="31524"/>
                  </a:lnTo>
                  <a:lnTo>
                    <a:pt x="260525" y="28491"/>
                  </a:lnTo>
                  <a:lnTo>
                    <a:pt x="256078" y="25599"/>
                  </a:lnTo>
                  <a:lnTo>
                    <a:pt x="251542" y="22849"/>
                  </a:lnTo>
                  <a:lnTo>
                    <a:pt x="246920" y="20244"/>
                  </a:lnTo>
                  <a:lnTo>
                    <a:pt x="242218" y="17787"/>
                  </a:lnTo>
                  <a:lnTo>
                    <a:pt x="237441" y="15481"/>
                  </a:lnTo>
                  <a:lnTo>
                    <a:pt x="232593" y="13328"/>
                  </a:lnTo>
                  <a:lnTo>
                    <a:pt x="227679" y="11329"/>
                  </a:lnTo>
                  <a:lnTo>
                    <a:pt x="222704" y="9487"/>
                  </a:lnTo>
                  <a:lnTo>
                    <a:pt x="217673" y="7804"/>
                  </a:lnTo>
                  <a:lnTo>
                    <a:pt x="212591" y="6282"/>
                  </a:lnTo>
                  <a:lnTo>
                    <a:pt x="207464" y="4921"/>
                  </a:lnTo>
                  <a:lnTo>
                    <a:pt x="202295" y="3724"/>
                  </a:lnTo>
                  <a:lnTo>
                    <a:pt x="197092" y="2692"/>
                  </a:lnTo>
                  <a:lnTo>
                    <a:pt x="191858" y="1825"/>
                  </a:lnTo>
                  <a:lnTo>
                    <a:pt x="186600" y="1125"/>
                  </a:lnTo>
                  <a:lnTo>
                    <a:pt x="181322" y="592"/>
                  </a:lnTo>
                  <a:lnTo>
                    <a:pt x="176029" y="226"/>
                  </a:lnTo>
                  <a:lnTo>
                    <a:pt x="167164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3779" y="3170392"/>
              <a:ext cx="8865" cy="167167"/>
            </a:xfrm>
            <a:custGeom>
              <a:avLst/>
              <a:pathLst>
                <a:path w="8865" h="167167">
                  <a:moveTo>
                    <a:pt x="8865" y="23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91556" y="2633064"/>
              <a:ext cx="27454" cy="167167"/>
            </a:xfrm>
            <a:custGeom>
              <a:avLst/>
              <a:pathLst>
                <a:path w="27454" h="167167">
                  <a:moveTo>
                    <a:pt x="27454" y="0"/>
                  </a:moveTo>
                  <a:lnTo>
                    <a:pt x="20561" y="142"/>
                  </a:lnTo>
                  <a:lnTo>
                    <a:pt x="13680" y="568"/>
                  </a:lnTo>
                  <a:lnTo>
                    <a:pt x="6822" y="1278"/>
                  </a:lnTo>
                  <a:lnTo>
                    <a:pt x="0" y="2269"/>
                  </a:lnTo>
                  <a:lnTo>
                    <a:pt x="274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751860" y="2635334"/>
              <a:ext cx="334313" cy="332063"/>
            </a:xfrm>
            <a:custGeom>
              <a:avLst/>
              <a:pathLst>
                <a:path w="334313" h="332063">
                  <a:moveTo>
                    <a:pt x="139695" y="0"/>
                  </a:moveTo>
                  <a:lnTo>
                    <a:pt x="134494" y="950"/>
                  </a:lnTo>
                  <a:lnTo>
                    <a:pt x="129326" y="2065"/>
                  </a:lnTo>
                  <a:lnTo>
                    <a:pt x="124195" y="3343"/>
                  </a:lnTo>
                  <a:lnTo>
                    <a:pt x="119108" y="4782"/>
                  </a:lnTo>
                  <a:lnTo>
                    <a:pt x="114068" y="6381"/>
                  </a:lnTo>
                  <a:lnTo>
                    <a:pt x="109082" y="8139"/>
                  </a:lnTo>
                  <a:lnTo>
                    <a:pt x="104154" y="10054"/>
                  </a:lnTo>
                  <a:lnTo>
                    <a:pt x="99289" y="12123"/>
                  </a:lnTo>
                  <a:lnTo>
                    <a:pt x="94491" y="14346"/>
                  </a:lnTo>
                  <a:lnTo>
                    <a:pt x="89766" y="16719"/>
                  </a:lnTo>
                  <a:lnTo>
                    <a:pt x="85119" y="19240"/>
                  </a:lnTo>
                  <a:lnTo>
                    <a:pt x="80554" y="21907"/>
                  </a:lnTo>
                  <a:lnTo>
                    <a:pt x="76075" y="24717"/>
                  </a:lnTo>
                  <a:lnTo>
                    <a:pt x="71688" y="27668"/>
                  </a:lnTo>
                  <a:lnTo>
                    <a:pt x="67396" y="30755"/>
                  </a:lnTo>
                  <a:lnTo>
                    <a:pt x="63204" y="33977"/>
                  </a:lnTo>
                  <a:lnTo>
                    <a:pt x="59115" y="37330"/>
                  </a:lnTo>
                  <a:lnTo>
                    <a:pt x="55135" y="40810"/>
                  </a:lnTo>
                  <a:lnTo>
                    <a:pt x="51267" y="44414"/>
                  </a:lnTo>
                  <a:lnTo>
                    <a:pt x="47515" y="48139"/>
                  </a:lnTo>
                  <a:lnTo>
                    <a:pt x="43882" y="51981"/>
                  </a:lnTo>
                  <a:lnTo>
                    <a:pt x="40373" y="55936"/>
                  </a:lnTo>
                  <a:lnTo>
                    <a:pt x="36991" y="60000"/>
                  </a:lnTo>
                  <a:lnTo>
                    <a:pt x="33739" y="64168"/>
                  </a:lnTo>
                  <a:lnTo>
                    <a:pt x="30620" y="68438"/>
                  </a:lnTo>
                  <a:lnTo>
                    <a:pt x="27638" y="72804"/>
                  </a:lnTo>
                  <a:lnTo>
                    <a:pt x="24795" y="77262"/>
                  </a:lnTo>
                  <a:lnTo>
                    <a:pt x="22095" y="81807"/>
                  </a:lnTo>
                  <a:lnTo>
                    <a:pt x="19540" y="86436"/>
                  </a:lnTo>
                  <a:lnTo>
                    <a:pt x="17132" y="91143"/>
                  </a:lnTo>
                  <a:lnTo>
                    <a:pt x="14875" y="95925"/>
                  </a:lnTo>
                  <a:lnTo>
                    <a:pt x="12770" y="100775"/>
                  </a:lnTo>
                  <a:lnTo>
                    <a:pt x="10819" y="105689"/>
                  </a:lnTo>
                  <a:lnTo>
                    <a:pt x="9025" y="110662"/>
                  </a:lnTo>
                  <a:lnTo>
                    <a:pt x="7389" y="115690"/>
                  </a:lnTo>
                  <a:lnTo>
                    <a:pt x="5913" y="120767"/>
                  </a:lnTo>
                  <a:lnTo>
                    <a:pt x="4598" y="125888"/>
                  </a:lnTo>
                  <a:lnTo>
                    <a:pt x="3446" y="131048"/>
                  </a:lnTo>
                  <a:lnTo>
                    <a:pt x="2457" y="136242"/>
                  </a:lnTo>
                  <a:lnTo>
                    <a:pt x="1633" y="141465"/>
                  </a:lnTo>
                  <a:lnTo>
                    <a:pt x="975" y="146711"/>
                  </a:lnTo>
                  <a:lnTo>
                    <a:pt x="483" y="151975"/>
                  </a:lnTo>
                  <a:lnTo>
                    <a:pt x="158" y="157252"/>
                  </a:lnTo>
                  <a:lnTo>
                    <a:pt x="0" y="162537"/>
                  </a:lnTo>
                  <a:lnTo>
                    <a:pt x="8" y="167824"/>
                  </a:lnTo>
                  <a:lnTo>
                    <a:pt x="185" y="173108"/>
                  </a:lnTo>
                  <a:lnTo>
                    <a:pt x="528" y="178384"/>
                  </a:lnTo>
                  <a:lnTo>
                    <a:pt x="1038" y="183647"/>
                  </a:lnTo>
                  <a:lnTo>
                    <a:pt x="1714" y="188891"/>
                  </a:lnTo>
                  <a:lnTo>
                    <a:pt x="2555" y="194110"/>
                  </a:lnTo>
                  <a:lnTo>
                    <a:pt x="3561" y="199301"/>
                  </a:lnTo>
                  <a:lnTo>
                    <a:pt x="4731" y="204457"/>
                  </a:lnTo>
                  <a:lnTo>
                    <a:pt x="6064" y="209574"/>
                  </a:lnTo>
                  <a:lnTo>
                    <a:pt x="7557" y="214646"/>
                  </a:lnTo>
                  <a:lnTo>
                    <a:pt x="9210" y="219668"/>
                  </a:lnTo>
                  <a:lnTo>
                    <a:pt x="11021" y="224635"/>
                  </a:lnTo>
                  <a:lnTo>
                    <a:pt x="12988" y="229543"/>
                  </a:lnTo>
                  <a:lnTo>
                    <a:pt x="15110" y="234386"/>
                  </a:lnTo>
                  <a:lnTo>
                    <a:pt x="17383" y="239159"/>
                  </a:lnTo>
                  <a:lnTo>
                    <a:pt x="19807" y="243858"/>
                  </a:lnTo>
                  <a:lnTo>
                    <a:pt x="22378" y="248478"/>
                  </a:lnTo>
                  <a:lnTo>
                    <a:pt x="25093" y="253015"/>
                  </a:lnTo>
                  <a:lnTo>
                    <a:pt x="27951" y="257463"/>
                  </a:lnTo>
                  <a:lnTo>
                    <a:pt x="30948" y="261819"/>
                  </a:lnTo>
                  <a:lnTo>
                    <a:pt x="34081" y="266078"/>
                  </a:lnTo>
                  <a:lnTo>
                    <a:pt x="37347" y="270235"/>
                  </a:lnTo>
                  <a:lnTo>
                    <a:pt x="40743" y="274287"/>
                  </a:lnTo>
                  <a:lnTo>
                    <a:pt x="44266" y="278230"/>
                  </a:lnTo>
                  <a:lnTo>
                    <a:pt x="47912" y="282060"/>
                  </a:lnTo>
                  <a:lnTo>
                    <a:pt x="51676" y="285772"/>
                  </a:lnTo>
                  <a:lnTo>
                    <a:pt x="55557" y="289363"/>
                  </a:lnTo>
                  <a:lnTo>
                    <a:pt x="59549" y="292830"/>
                  </a:lnTo>
                  <a:lnTo>
                    <a:pt x="63648" y="296169"/>
                  </a:lnTo>
                  <a:lnTo>
                    <a:pt x="67851" y="299376"/>
                  </a:lnTo>
                  <a:lnTo>
                    <a:pt x="72154" y="302449"/>
                  </a:lnTo>
                  <a:lnTo>
                    <a:pt x="76551" y="305385"/>
                  </a:lnTo>
                  <a:lnTo>
                    <a:pt x="81039" y="308179"/>
                  </a:lnTo>
                  <a:lnTo>
                    <a:pt x="85614" y="310831"/>
                  </a:lnTo>
                  <a:lnTo>
                    <a:pt x="90269" y="313337"/>
                  </a:lnTo>
                  <a:lnTo>
                    <a:pt x="95002" y="315694"/>
                  </a:lnTo>
                  <a:lnTo>
                    <a:pt x="99807" y="317900"/>
                  </a:lnTo>
                  <a:lnTo>
                    <a:pt x="104679" y="319953"/>
                  </a:lnTo>
                  <a:lnTo>
                    <a:pt x="109614" y="321851"/>
                  </a:lnTo>
                  <a:lnTo>
                    <a:pt x="114606" y="323592"/>
                  </a:lnTo>
                  <a:lnTo>
                    <a:pt x="119651" y="325174"/>
                  </a:lnTo>
                  <a:lnTo>
                    <a:pt x="124744" y="326596"/>
                  </a:lnTo>
                  <a:lnTo>
                    <a:pt x="129878" y="327856"/>
                  </a:lnTo>
                  <a:lnTo>
                    <a:pt x="135051" y="328954"/>
                  </a:lnTo>
                  <a:lnTo>
                    <a:pt x="140255" y="329887"/>
                  </a:lnTo>
                  <a:lnTo>
                    <a:pt x="145486" y="330655"/>
                  </a:lnTo>
                  <a:lnTo>
                    <a:pt x="150739" y="331257"/>
                  </a:lnTo>
                  <a:lnTo>
                    <a:pt x="156008" y="331693"/>
                  </a:lnTo>
                  <a:lnTo>
                    <a:pt x="161288" y="331962"/>
                  </a:lnTo>
                  <a:lnTo>
                    <a:pt x="166574" y="332063"/>
                  </a:lnTo>
                  <a:lnTo>
                    <a:pt x="171861" y="331998"/>
                  </a:lnTo>
                  <a:lnTo>
                    <a:pt x="177143" y="331765"/>
                  </a:lnTo>
                  <a:lnTo>
                    <a:pt x="182415" y="331366"/>
                  </a:lnTo>
                  <a:lnTo>
                    <a:pt x="187672" y="330800"/>
                  </a:lnTo>
                  <a:lnTo>
                    <a:pt x="192908" y="330068"/>
                  </a:lnTo>
                  <a:lnTo>
                    <a:pt x="198119" y="329171"/>
                  </a:lnTo>
                  <a:lnTo>
                    <a:pt x="203298" y="328109"/>
                  </a:lnTo>
                  <a:lnTo>
                    <a:pt x="208442" y="326885"/>
                  </a:lnTo>
                  <a:lnTo>
                    <a:pt x="213544" y="325498"/>
                  </a:lnTo>
                  <a:lnTo>
                    <a:pt x="218600" y="323950"/>
                  </a:lnTo>
                  <a:lnTo>
                    <a:pt x="223604" y="322244"/>
                  </a:lnTo>
                  <a:lnTo>
                    <a:pt x="228551" y="320380"/>
                  </a:lnTo>
                  <a:lnTo>
                    <a:pt x="233438" y="318360"/>
                  </a:lnTo>
                  <a:lnTo>
                    <a:pt x="238258" y="316187"/>
                  </a:lnTo>
                  <a:lnTo>
                    <a:pt x="243007" y="313863"/>
                  </a:lnTo>
                  <a:lnTo>
                    <a:pt x="247680" y="311389"/>
                  </a:lnTo>
                  <a:lnTo>
                    <a:pt x="252272" y="308769"/>
                  </a:lnTo>
                  <a:lnTo>
                    <a:pt x="256779" y="306005"/>
                  </a:lnTo>
                  <a:lnTo>
                    <a:pt x="261197" y="303100"/>
                  </a:lnTo>
                  <a:lnTo>
                    <a:pt x="265520" y="300057"/>
                  </a:lnTo>
                  <a:lnTo>
                    <a:pt x="269745" y="296879"/>
                  </a:lnTo>
                  <a:lnTo>
                    <a:pt x="273868" y="293568"/>
                  </a:lnTo>
                  <a:lnTo>
                    <a:pt x="277884" y="290129"/>
                  </a:lnTo>
                  <a:lnTo>
                    <a:pt x="281789" y="286565"/>
                  </a:lnTo>
                  <a:lnTo>
                    <a:pt x="285579" y="282878"/>
                  </a:lnTo>
                  <a:lnTo>
                    <a:pt x="289251" y="279074"/>
                  </a:lnTo>
                  <a:lnTo>
                    <a:pt x="292800" y="275156"/>
                  </a:lnTo>
                  <a:lnTo>
                    <a:pt x="296224" y="271127"/>
                  </a:lnTo>
                  <a:lnTo>
                    <a:pt x="299519" y="266992"/>
                  </a:lnTo>
                  <a:lnTo>
                    <a:pt x="302682" y="262755"/>
                  </a:lnTo>
                  <a:lnTo>
                    <a:pt x="305709" y="258420"/>
                  </a:lnTo>
                  <a:lnTo>
                    <a:pt x="308597" y="253991"/>
                  </a:lnTo>
                  <a:lnTo>
                    <a:pt x="311344" y="249474"/>
                  </a:lnTo>
                  <a:lnTo>
                    <a:pt x="313946" y="244871"/>
                  </a:lnTo>
                  <a:lnTo>
                    <a:pt x="316402" y="240189"/>
                  </a:lnTo>
                  <a:lnTo>
                    <a:pt x="318708" y="235431"/>
                  </a:lnTo>
                  <a:lnTo>
                    <a:pt x="320863" y="230603"/>
                  </a:lnTo>
                  <a:lnTo>
                    <a:pt x="322864" y="225709"/>
                  </a:lnTo>
                  <a:lnTo>
                    <a:pt x="324709" y="220755"/>
                  </a:lnTo>
                  <a:lnTo>
                    <a:pt x="326397" y="215744"/>
                  </a:lnTo>
                  <a:lnTo>
                    <a:pt x="327925" y="210682"/>
                  </a:lnTo>
                  <a:lnTo>
                    <a:pt x="329293" y="205575"/>
                  </a:lnTo>
                  <a:lnTo>
                    <a:pt x="330498" y="200427"/>
                  </a:lnTo>
                  <a:lnTo>
                    <a:pt x="331540" y="195244"/>
                  </a:lnTo>
                  <a:lnTo>
                    <a:pt x="332418" y="190030"/>
                  </a:lnTo>
                  <a:lnTo>
                    <a:pt x="333130" y="184791"/>
                  </a:lnTo>
                  <a:lnTo>
                    <a:pt x="333676" y="179532"/>
                  </a:lnTo>
                  <a:lnTo>
                    <a:pt x="334055" y="174258"/>
                  </a:lnTo>
                  <a:lnTo>
                    <a:pt x="334268" y="168975"/>
                  </a:lnTo>
                  <a:lnTo>
                    <a:pt x="334313" y="163689"/>
                  </a:lnTo>
                  <a:lnTo>
                    <a:pt x="334192" y="158403"/>
                  </a:lnTo>
                  <a:lnTo>
                    <a:pt x="333903" y="153123"/>
                  </a:lnTo>
                  <a:lnTo>
                    <a:pt x="333447" y="147856"/>
                  </a:lnTo>
                  <a:lnTo>
                    <a:pt x="332825" y="142605"/>
                  </a:lnTo>
                  <a:lnTo>
                    <a:pt x="332037" y="137377"/>
                  </a:lnTo>
                  <a:lnTo>
                    <a:pt x="331084" y="132177"/>
                  </a:lnTo>
                  <a:lnTo>
                    <a:pt x="329967" y="127009"/>
                  </a:lnTo>
                  <a:lnTo>
                    <a:pt x="328688" y="121879"/>
                  </a:lnTo>
                  <a:lnTo>
                    <a:pt x="327247" y="116792"/>
                  </a:lnTo>
                  <a:lnTo>
                    <a:pt x="325645" y="111753"/>
                  </a:lnTo>
                  <a:lnTo>
                    <a:pt x="323885" y="106767"/>
                  </a:lnTo>
                  <a:lnTo>
                    <a:pt x="321969" y="101840"/>
                  </a:lnTo>
                  <a:lnTo>
                    <a:pt x="319897" y="96975"/>
                  </a:lnTo>
                  <a:lnTo>
                    <a:pt x="317673" y="92179"/>
                  </a:lnTo>
                  <a:lnTo>
                    <a:pt x="315298" y="87455"/>
                  </a:lnTo>
                  <a:lnTo>
                    <a:pt x="312775" y="82809"/>
                  </a:lnTo>
                  <a:lnTo>
                    <a:pt x="310106" y="78244"/>
                  </a:lnTo>
                  <a:lnTo>
                    <a:pt x="307294" y="73767"/>
                  </a:lnTo>
                  <a:lnTo>
                    <a:pt x="304342" y="69381"/>
                  </a:lnTo>
                  <a:lnTo>
                    <a:pt x="301253" y="65090"/>
                  </a:lnTo>
                  <a:lnTo>
                    <a:pt x="298029" y="60899"/>
                  </a:lnTo>
                  <a:lnTo>
                    <a:pt x="294675" y="56812"/>
                  </a:lnTo>
                  <a:lnTo>
                    <a:pt x="291193" y="52833"/>
                  </a:lnTo>
                  <a:lnTo>
                    <a:pt x="287587" y="48966"/>
                  </a:lnTo>
                  <a:lnTo>
                    <a:pt x="283861" y="45216"/>
                  </a:lnTo>
                  <a:lnTo>
                    <a:pt x="280018" y="41585"/>
                  </a:lnTo>
                  <a:lnTo>
                    <a:pt x="276062" y="38077"/>
                  </a:lnTo>
                  <a:lnTo>
                    <a:pt x="271996" y="34696"/>
                  </a:lnTo>
                  <a:lnTo>
                    <a:pt x="267827" y="31446"/>
                  </a:lnTo>
                  <a:lnTo>
                    <a:pt x="263556" y="28329"/>
                  </a:lnTo>
                  <a:lnTo>
                    <a:pt x="259189" y="25348"/>
                  </a:lnTo>
                  <a:lnTo>
                    <a:pt x="254730" y="22507"/>
                  </a:lnTo>
                  <a:lnTo>
                    <a:pt x="250183" y="19809"/>
                  </a:lnTo>
                  <a:lnTo>
                    <a:pt x="245553" y="17256"/>
                  </a:lnTo>
                  <a:lnTo>
                    <a:pt x="167150" y="1648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19011" y="2633064"/>
              <a:ext cx="78402" cy="167167"/>
            </a:xfrm>
            <a:custGeom>
              <a:avLst/>
              <a:pathLst>
                <a:path w="78402" h="167167">
                  <a:moveTo>
                    <a:pt x="78402" y="19526"/>
                  </a:moveTo>
                  <a:lnTo>
                    <a:pt x="73208" y="16882"/>
                  </a:lnTo>
                  <a:lnTo>
                    <a:pt x="67924" y="14421"/>
                  </a:lnTo>
                  <a:lnTo>
                    <a:pt x="62558" y="12146"/>
                  </a:lnTo>
                  <a:lnTo>
                    <a:pt x="57115" y="10060"/>
                  </a:lnTo>
                  <a:lnTo>
                    <a:pt x="51603" y="8164"/>
                  </a:lnTo>
                  <a:lnTo>
                    <a:pt x="46029" y="6461"/>
                  </a:lnTo>
                  <a:lnTo>
                    <a:pt x="40398" y="4954"/>
                  </a:lnTo>
                  <a:lnTo>
                    <a:pt x="34719" y="3645"/>
                  </a:lnTo>
                  <a:lnTo>
                    <a:pt x="28997" y="2534"/>
                  </a:lnTo>
                  <a:lnTo>
                    <a:pt x="23240" y="1623"/>
                  </a:lnTo>
                  <a:lnTo>
                    <a:pt x="17455" y="913"/>
                  </a:lnTo>
                  <a:lnTo>
                    <a:pt x="11648" y="406"/>
                  </a:lnTo>
                  <a:lnTo>
                    <a:pt x="5827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2965" y="2126963"/>
              <a:ext cx="5506" cy="167167"/>
            </a:xfrm>
            <a:custGeom>
              <a:avLst/>
              <a:pathLst>
                <a:path w="5506" h="167167">
                  <a:moveTo>
                    <a:pt x="5506" y="0"/>
                  </a:moveTo>
                  <a:lnTo>
                    <a:pt x="0" y="90"/>
                  </a:lnTo>
                  <a:lnTo>
                    <a:pt x="55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965" y="2127054"/>
              <a:ext cx="5506" cy="167076"/>
            </a:xfrm>
            <a:custGeom>
              <a:avLst/>
              <a:pathLst>
                <a:path w="5506" h="167076">
                  <a:moveTo>
                    <a:pt x="0" y="0"/>
                  </a:moveTo>
                  <a:lnTo>
                    <a:pt x="5506" y="1670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561324" y="2127054"/>
              <a:ext cx="326608" cy="334243"/>
            </a:xfrm>
            <a:custGeom>
              <a:avLst/>
              <a:pathLst>
                <a:path w="326608" h="334243">
                  <a:moveTo>
                    <a:pt x="161640" y="0"/>
                  </a:moveTo>
                  <a:lnTo>
                    <a:pt x="156347" y="258"/>
                  </a:lnTo>
                  <a:lnTo>
                    <a:pt x="151066" y="684"/>
                  </a:lnTo>
                  <a:lnTo>
                    <a:pt x="145800" y="1277"/>
                  </a:lnTo>
                  <a:lnTo>
                    <a:pt x="140556" y="2037"/>
                  </a:lnTo>
                  <a:lnTo>
                    <a:pt x="135338" y="2963"/>
                  </a:lnTo>
                  <a:lnTo>
                    <a:pt x="130153" y="4054"/>
                  </a:lnTo>
                  <a:lnTo>
                    <a:pt x="125004" y="5308"/>
                  </a:lnTo>
                  <a:lnTo>
                    <a:pt x="119898" y="6725"/>
                  </a:lnTo>
                  <a:lnTo>
                    <a:pt x="114840" y="8303"/>
                  </a:lnTo>
                  <a:lnTo>
                    <a:pt x="109834" y="10041"/>
                  </a:lnTo>
                  <a:lnTo>
                    <a:pt x="104885" y="11936"/>
                  </a:lnTo>
                  <a:lnTo>
                    <a:pt x="99999" y="13987"/>
                  </a:lnTo>
                  <a:lnTo>
                    <a:pt x="95181" y="16193"/>
                  </a:lnTo>
                  <a:lnTo>
                    <a:pt x="90435" y="18549"/>
                  </a:lnTo>
                  <a:lnTo>
                    <a:pt x="85766" y="21055"/>
                  </a:lnTo>
                  <a:lnTo>
                    <a:pt x="81179" y="23708"/>
                  </a:lnTo>
                  <a:lnTo>
                    <a:pt x="76678" y="26505"/>
                  </a:lnTo>
                  <a:lnTo>
                    <a:pt x="72268" y="29443"/>
                  </a:lnTo>
                  <a:lnTo>
                    <a:pt x="67953" y="32519"/>
                  </a:lnTo>
                  <a:lnTo>
                    <a:pt x="63739" y="35731"/>
                  </a:lnTo>
                  <a:lnTo>
                    <a:pt x="59628" y="39074"/>
                  </a:lnTo>
                  <a:lnTo>
                    <a:pt x="55625" y="42546"/>
                  </a:lnTo>
                  <a:lnTo>
                    <a:pt x="51734" y="46144"/>
                  </a:lnTo>
                  <a:lnTo>
                    <a:pt x="47959" y="49862"/>
                  </a:lnTo>
                  <a:lnTo>
                    <a:pt x="44303" y="53699"/>
                  </a:lnTo>
                  <a:lnTo>
                    <a:pt x="40772" y="57649"/>
                  </a:lnTo>
                  <a:lnTo>
                    <a:pt x="37367" y="61710"/>
                  </a:lnTo>
                  <a:lnTo>
                    <a:pt x="34093" y="65876"/>
                  </a:lnTo>
                  <a:lnTo>
                    <a:pt x="30952" y="70144"/>
                  </a:lnTo>
                  <a:lnTo>
                    <a:pt x="27948" y="74509"/>
                  </a:lnTo>
                  <a:lnTo>
                    <a:pt x="25084" y="78968"/>
                  </a:lnTo>
                  <a:lnTo>
                    <a:pt x="22363" y="83515"/>
                  </a:lnTo>
                  <a:lnTo>
                    <a:pt x="19787" y="88145"/>
                  </a:lnTo>
                  <a:lnTo>
                    <a:pt x="17360" y="92856"/>
                  </a:lnTo>
                  <a:lnTo>
                    <a:pt x="15082" y="97640"/>
                  </a:lnTo>
                  <a:lnTo>
                    <a:pt x="12958" y="102495"/>
                  </a:lnTo>
                  <a:lnTo>
                    <a:pt x="10989" y="107414"/>
                  </a:lnTo>
                  <a:lnTo>
                    <a:pt x="9176" y="112394"/>
                  </a:lnTo>
                  <a:lnTo>
                    <a:pt x="7522" y="117428"/>
                  </a:lnTo>
                  <a:lnTo>
                    <a:pt x="6029" y="122512"/>
                  </a:lnTo>
                  <a:lnTo>
                    <a:pt x="4697" y="127641"/>
                  </a:lnTo>
                  <a:lnTo>
                    <a:pt x="3529" y="132810"/>
                  </a:lnTo>
                  <a:lnTo>
                    <a:pt x="2525" y="138013"/>
                  </a:lnTo>
                  <a:lnTo>
                    <a:pt x="1687" y="143245"/>
                  </a:lnTo>
                  <a:lnTo>
                    <a:pt x="1015" y="148501"/>
                  </a:lnTo>
                  <a:lnTo>
                    <a:pt x="509" y="153776"/>
                  </a:lnTo>
                  <a:lnTo>
                    <a:pt x="172" y="159064"/>
                  </a:lnTo>
                  <a:lnTo>
                    <a:pt x="2" y="164361"/>
                  </a:lnTo>
                  <a:lnTo>
                    <a:pt x="0" y="169660"/>
                  </a:lnTo>
                  <a:lnTo>
                    <a:pt x="165" y="174956"/>
                  </a:lnTo>
                  <a:lnTo>
                    <a:pt x="499" y="180245"/>
                  </a:lnTo>
                  <a:lnTo>
                    <a:pt x="1000" y="185520"/>
                  </a:lnTo>
                  <a:lnTo>
                    <a:pt x="1668" y="190777"/>
                  </a:lnTo>
                  <a:lnTo>
                    <a:pt x="2502" y="196009"/>
                  </a:lnTo>
                  <a:lnTo>
                    <a:pt x="3502" y="201213"/>
                  </a:lnTo>
                  <a:lnTo>
                    <a:pt x="4666" y="206383"/>
                  </a:lnTo>
                  <a:lnTo>
                    <a:pt x="5994" y="211513"/>
                  </a:lnTo>
                  <a:lnTo>
                    <a:pt x="7483" y="216598"/>
                  </a:lnTo>
                  <a:lnTo>
                    <a:pt x="9133" y="221634"/>
                  </a:lnTo>
                  <a:lnTo>
                    <a:pt x="10942" y="226615"/>
                  </a:lnTo>
                  <a:lnTo>
                    <a:pt x="12907" y="231536"/>
                  </a:lnTo>
                  <a:lnTo>
                    <a:pt x="15028" y="236392"/>
                  </a:lnTo>
                  <a:lnTo>
                    <a:pt x="17301" y="241178"/>
                  </a:lnTo>
                  <a:lnTo>
                    <a:pt x="19725" y="245891"/>
                  </a:lnTo>
                  <a:lnTo>
                    <a:pt x="22297" y="250523"/>
                  </a:lnTo>
                  <a:lnTo>
                    <a:pt x="25015" y="255072"/>
                  </a:lnTo>
                  <a:lnTo>
                    <a:pt x="27875" y="259533"/>
                  </a:lnTo>
                  <a:lnTo>
                    <a:pt x="30875" y="263901"/>
                  </a:lnTo>
                  <a:lnTo>
                    <a:pt x="34013" y="268171"/>
                  </a:lnTo>
                  <a:lnTo>
                    <a:pt x="37284" y="272340"/>
                  </a:lnTo>
                  <a:lnTo>
                    <a:pt x="40685" y="276403"/>
                  </a:lnTo>
                  <a:lnTo>
                    <a:pt x="44214" y="280357"/>
                  </a:lnTo>
                  <a:lnTo>
                    <a:pt x="47866" y="284196"/>
                  </a:lnTo>
                  <a:lnTo>
                    <a:pt x="51638" y="287918"/>
                  </a:lnTo>
                  <a:lnTo>
                    <a:pt x="55526" y="291518"/>
                  </a:lnTo>
                  <a:lnTo>
                    <a:pt x="59526" y="294993"/>
                  </a:lnTo>
                  <a:lnTo>
                    <a:pt x="63635" y="298340"/>
                  </a:lnTo>
                  <a:lnTo>
                    <a:pt x="67847" y="301555"/>
                  </a:lnTo>
                  <a:lnTo>
                    <a:pt x="72159" y="304635"/>
                  </a:lnTo>
                  <a:lnTo>
                    <a:pt x="76567" y="307576"/>
                  </a:lnTo>
                  <a:lnTo>
                    <a:pt x="81066" y="310376"/>
                  </a:lnTo>
                  <a:lnTo>
                    <a:pt x="85651" y="313033"/>
                  </a:lnTo>
                  <a:lnTo>
                    <a:pt x="90318" y="315542"/>
                  </a:lnTo>
                  <a:lnTo>
                    <a:pt x="95062" y="317903"/>
                  </a:lnTo>
                  <a:lnTo>
                    <a:pt x="99878" y="320112"/>
                  </a:lnTo>
                  <a:lnTo>
                    <a:pt x="104763" y="322167"/>
                  </a:lnTo>
                  <a:lnTo>
                    <a:pt x="109710" y="324066"/>
                  </a:lnTo>
                  <a:lnTo>
                    <a:pt x="114714" y="325808"/>
                  </a:lnTo>
                  <a:lnTo>
                    <a:pt x="119772" y="327390"/>
                  </a:lnTo>
                  <a:lnTo>
                    <a:pt x="124876" y="328811"/>
                  </a:lnTo>
                  <a:lnTo>
                    <a:pt x="130024" y="330070"/>
                  </a:lnTo>
                  <a:lnTo>
                    <a:pt x="135209" y="331164"/>
                  </a:lnTo>
                  <a:lnTo>
                    <a:pt x="140425" y="332094"/>
                  </a:lnTo>
                  <a:lnTo>
                    <a:pt x="145669" y="332858"/>
                  </a:lnTo>
                  <a:lnTo>
                    <a:pt x="150934" y="333456"/>
                  </a:lnTo>
                  <a:lnTo>
                    <a:pt x="156216" y="333886"/>
                  </a:lnTo>
                  <a:lnTo>
                    <a:pt x="161508" y="334149"/>
                  </a:lnTo>
                  <a:lnTo>
                    <a:pt x="166806" y="334243"/>
                  </a:lnTo>
                  <a:lnTo>
                    <a:pt x="172105" y="334170"/>
                  </a:lnTo>
                  <a:lnTo>
                    <a:pt x="177398" y="333929"/>
                  </a:lnTo>
                  <a:lnTo>
                    <a:pt x="182681" y="333520"/>
                  </a:lnTo>
                  <a:lnTo>
                    <a:pt x="187949" y="332944"/>
                  </a:lnTo>
                  <a:lnTo>
                    <a:pt x="193196" y="332202"/>
                  </a:lnTo>
                  <a:lnTo>
                    <a:pt x="198416" y="331293"/>
                  </a:lnTo>
                  <a:lnTo>
                    <a:pt x="203605" y="330220"/>
                  </a:lnTo>
                  <a:lnTo>
                    <a:pt x="208758" y="328982"/>
                  </a:lnTo>
                  <a:lnTo>
                    <a:pt x="213869" y="327582"/>
                  </a:lnTo>
                  <a:lnTo>
                    <a:pt x="218932" y="326020"/>
                  </a:lnTo>
                  <a:lnTo>
                    <a:pt x="223944" y="324299"/>
                  </a:lnTo>
                  <a:lnTo>
                    <a:pt x="228899" y="322420"/>
                  </a:lnTo>
                  <a:lnTo>
                    <a:pt x="233791" y="320385"/>
                  </a:lnTo>
                  <a:lnTo>
                    <a:pt x="238617" y="318195"/>
                  </a:lnTo>
                  <a:lnTo>
                    <a:pt x="243370" y="315854"/>
                  </a:lnTo>
                  <a:lnTo>
                    <a:pt x="248048" y="313364"/>
                  </a:lnTo>
                  <a:lnTo>
                    <a:pt x="252644" y="310726"/>
                  </a:lnTo>
                  <a:lnTo>
                    <a:pt x="257154" y="307944"/>
                  </a:lnTo>
                  <a:lnTo>
                    <a:pt x="261573" y="305021"/>
                  </a:lnTo>
                  <a:lnTo>
                    <a:pt x="265898" y="301959"/>
                  </a:lnTo>
                  <a:lnTo>
                    <a:pt x="270123" y="298761"/>
                  </a:lnTo>
                  <a:lnTo>
                    <a:pt x="274245" y="295431"/>
                  </a:lnTo>
                  <a:lnTo>
                    <a:pt x="278260" y="291972"/>
                  </a:lnTo>
                  <a:lnTo>
                    <a:pt x="282162" y="288388"/>
                  </a:lnTo>
                  <a:lnTo>
                    <a:pt x="285949" y="284681"/>
                  </a:lnTo>
                  <a:lnTo>
                    <a:pt x="289617" y="280857"/>
                  </a:lnTo>
                  <a:lnTo>
                    <a:pt x="293162" y="276918"/>
                  </a:lnTo>
                  <a:lnTo>
                    <a:pt x="296580" y="272869"/>
                  </a:lnTo>
                  <a:lnTo>
                    <a:pt x="299868" y="268713"/>
                  </a:lnTo>
                  <a:lnTo>
                    <a:pt x="303023" y="264456"/>
                  </a:lnTo>
                  <a:lnTo>
                    <a:pt x="306041" y="260100"/>
                  </a:lnTo>
                  <a:lnTo>
                    <a:pt x="308919" y="255651"/>
                  </a:lnTo>
                  <a:lnTo>
                    <a:pt x="311656" y="251113"/>
                  </a:lnTo>
                  <a:lnTo>
                    <a:pt x="314247" y="246491"/>
                  </a:lnTo>
                  <a:lnTo>
                    <a:pt x="316690" y="241789"/>
                  </a:lnTo>
                  <a:lnTo>
                    <a:pt x="318983" y="237011"/>
                  </a:lnTo>
                  <a:lnTo>
                    <a:pt x="321123" y="232164"/>
                  </a:lnTo>
                  <a:lnTo>
                    <a:pt x="323108" y="227251"/>
                  </a:lnTo>
                  <a:lnTo>
                    <a:pt x="324937" y="222278"/>
                  </a:lnTo>
                  <a:lnTo>
                    <a:pt x="326608" y="217249"/>
                  </a:lnTo>
                  <a:lnTo>
                    <a:pt x="167147" y="1670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8472" y="2126963"/>
              <a:ext cx="167151" cy="217339"/>
            </a:xfrm>
            <a:custGeom>
              <a:avLst/>
              <a:pathLst>
                <a:path w="167151" h="217339">
                  <a:moveTo>
                    <a:pt x="159460" y="217339"/>
                  </a:moveTo>
                  <a:lnTo>
                    <a:pt x="160999" y="212157"/>
                  </a:lnTo>
                  <a:lnTo>
                    <a:pt x="162369" y="206928"/>
                  </a:lnTo>
                  <a:lnTo>
                    <a:pt x="163570" y="201658"/>
                  </a:lnTo>
                  <a:lnTo>
                    <a:pt x="164600" y="196351"/>
                  </a:lnTo>
                  <a:lnTo>
                    <a:pt x="165457" y="191014"/>
                  </a:lnTo>
                  <a:lnTo>
                    <a:pt x="166142" y="185651"/>
                  </a:lnTo>
                  <a:lnTo>
                    <a:pt x="166653" y="180270"/>
                  </a:lnTo>
                  <a:lnTo>
                    <a:pt x="166989" y="174875"/>
                  </a:lnTo>
                  <a:lnTo>
                    <a:pt x="167151" y="169471"/>
                  </a:lnTo>
                  <a:lnTo>
                    <a:pt x="167138" y="164066"/>
                  </a:lnTo>
                  <a:lnTo>
                    <a:pt x="166951" y="158663"/>
                  </a:lnTo>
                  <a:lnTo>
                    <a:pt x="166588" y="153270"/>
                  </a:lnTo>
                  <a:lnTo>
                    <a:pt x="166052" y="147891"/>
                  </a:lnTo>
                  <a:lnTo>
                    <a:pt x="165342" y="142532"/>
                  </a:lnTo>
                  <a:lnTo>
                    <a:pt x="164459" y="137199"/>
                  </a:lnTo>
                  <a:lnTo>
                    <a:pt x="163404" y="131897"/>
                  </a:lnTo>
                  <a:lnTo>
                    <a:pt x="162178" y="126632"/>
                  </a:lnTo>
                  <a:lnTo>
                    <a:pt x="160783" y="121410"/>
                  </a:lnTo>
                  <a:lnTo>
                    <a:pt x="159219" y="116235"/>
                  </a:lnTo>
                  <a:lnTo>
                    <a:pt x="157489" y="111114"/>
                  </a:lnTo>
                  <a:lnTo>
                    <a:pt x="155594" y="106051"/>
                  </a:lnTo>
                  <a:lnTo>
                    <a:pt x="153537" y="101052"/>
                  </a:lnTo>
                  <a:lnTo>
                    <a:pt x="151319" y="96122"/>
                  </a:lnTo>
                  <a:lnTo>
                    <a:pt x="148943" y="91267"/>
                  </a:lnTo>
                  <a:lnTo>
                    <a:pt x="146411" y="86491"/>
                  </a:lnTo>
                  <a:lnTo>
                    <a:pt x="143726" y="81799"/>
                  </a:lnTo>
                  <a:lnTo>
                    <a:pt x="140891" y="77197"/>
                  </a:lnTo>
                  <a:lnTo>
                    <a:pt x="137908" y="72688"/>
                  </a:lnTo>
                  <a:lnTo>
                    <a:pt x="134781" y="68279"/>
                  </a:lnTo>
                  <a:lnTo>
                    <a:pt x="131513" y="63973"/>
                  </a:lnTo>
                  <a:lnTo>
                    <a:pt x="128108" y="59774"/>
                  </a:lnTo>
                  <a:lnTo>
                    <a:pt x="124569" y="55688"/>
                  </a:lnTo>
                  <a:lnTo>
                    <a:pt x="120899" y="51719"/>
                  </a:lnTo>
                  <a:lnTo>
                    <a:pt x="117103" y="47870"/>
                  </a:lnTo>
                  <a:lnTo>
                    <a:pt x="113185" y="44146"/>
                  </a:lnTo>
                  <a:lnTo>
                    <a:pt x="109148" y="40551"/>
                  </a:lnTo>
                  <a:lnTo>
                    <a:pt x="104997" y="37088"/>
                  </a:lnTo>
                  <a:lnTo>
                    <a:pt x="100736" y="33761"/>
                  </a:lnTo>
                  <a:lnTo>
                    <a:pt x="96370" y="30574"/>
                  </a:lnTo>
                  <a:lnTo>
                    <a:pt x="91904" y="27530"/>
                  </a:lnTo>
                  <a:lnTo>
                    <a:pt x="87341" y="24631"/>
                  </a:lnTo>
                  <a:lnTo>
                    <a:pt x="82686" y="21882"/>
                  </a:lnTo>
                  <a:lnTo>
                    <a:pt x="77946" y="19284"/>
                  </a:lnTo>
                  <a:lnTo>
                    <a:pt x="73123" y="16841"/>
                  </a:lnTo>
                  <a:lnTo>
                    <a:pt x="68225" y="14555"/>
                  </a:lnTo>
                  <a:lnTo>
                    <a:pt x="63255" y="12429"/>
                  </a:lnTo>
                  <a:lnTo>
                    <a:pt x="58219" y="10465"/>
                  </a:lnTo>
                  <a:lnTo>
                    <a:pt x="53121" y="8665"/>
                  </a:lnTo>
                  <a:lnTo>
                    <a:pt x="47969" y="7030"/>
                  </a:lnTo>
                  <a:lnTo>
                    <a:pt x="42766" y="5563"/>
                  </a:lnTo>
                  <a:lnTo>
                    <a:pt x="37519" y="4264"/>
                  </a:lnTo>
                  <a:lnTo>
                    <a:pt x="32232" y="3136"/>
                  </a:lnTo>
                  <a:lnTo>
                    <a:pt x="26912" y="2180"/>
                  </a:lnTo>
                  <a:lnTo>
                    <a:pt x="21563" y="1396"/>
                  </a:lnTo>
                  <a:lnTo>
                    <a:pt x="16192" y="786"/>
                  </a:lnTo>
                  <a:lnTo>
                    <a:pt x="10804" y="349"/>
                  </a:lnTo>
                  <a:lnTo>
                    <a:pt x="540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11095" y="1681503"/>
              <a:ext cx="12139" cy="167167"/>
            </a:xfrm>
            <a:custGeom>
              <a:avLst/>
              <a:pathLst>
                <a:path w="12139" h="167167">
                  <a:moveTo>
                    <a:pt x="12139" y="0"/>
                  </a:moveTo>
                  <a:lnTo>
                    <a:pt x="0" y="441"/>
                  </a:lnTo>
                  <a:lnTo>
                    <a:pt x="1213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095" y="1681944"/>
              <a:ext cx="12139" cy="166726"/>
            </a:xfrm>
            <a:custGeom>
              <a:avLst/>
              <a:pathLst>
                <a:path w="12139" h="166726">
                  <a:moveTo>
                    <a:pt x="0" y="0"/>
                  </a:moveTo>
                  <a:lnTo>
                    <a:pt x="12139" y="1667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256076" y="1681944"/>
              <a:ext cx="334309" cy="333893"/>
            </a:xfrm>
            <a:custGeom>
              <a:avLst/>
              <a:pathLst>
                <a:path w="334309" h="333893">
                  <a:moveTo>
                    <a:pt x="155019" y="0"/>
                  </a:moveTo>
                  <a:lnTo>
                    <a:pt x="149748" y="467"/>
                  </a:lnTo>
                  <a:lnTo>
                    <a:pt x="144494" y="1102"/>
                  </a:lnTo>
                  <a:lnTo>
                    <a:pt x="139262" y="1902"/>
                  </a:lnTo>
                  <a:lnTo>
                    <a:pt x="134059" y="2868"/>
                  </a:lnTo>
                  <a:lnTo>
                    <a:pt x="128889" y="3998"/>
                  </a:lnTo>
                  <a:lnTo>
                    <a:pt x="123757" y="5291"/>
                  </a:lnTo>
                  <a:lnTo>
                    <a:pt x="118669" y="6745"/>
                  </a:lnTo>
                  <a:lnTo>
                    <a:pt x="113629" y="8360"/>
                  </a:lnTo>
                  <a:lnTo>
                    <a:pt x="108643" y="10134"/>
                  </a:lnTo>
                  <a:lnTo>
                    <a:pt x="103715" y="12065"/>
                  </a:lnTo>
                  <a:lnTo>
                    <a:pt x="98851" y="14151"/>
                  </a:lnTo>
                  <a:lnTo>
                    <a:pt x="94056" y="16389"/>
                  </a:lnTo>
                  <a:lnTo>
                    <a:pt x="89334" y="18779"/>
                  </a:lnTo>
                  <a:lnTo>
                    <a:pt x="84690" y="21316"/>
                  </a:lnTo>
                  <a:lnTo>
                    <a:pt x="80128" y="24000"/>
                  </a:lnTo>
                  <a:lnTo>
                    <a:pt x="75654" y="26826"/>
                  </a:lnTo>
                  <a:lnTo>
                    <a:pt x="71271" y="29793"/>
                  </a:lnTo>
                  <a:lnTo>
                    <a:pt x="66985" y="32897"/>
                  </a:lnTo>
                  <a:lnTo>
                    <a:pt x="62799" y="36135"/>
                  </a:lnTo>
                  <a:lnTo>
                    <a:pt x="58717" y="39503"/>
                  </a:lnTo>
                  <a:lnTo>
                    <a:pt x="54745" y="43000"/>
                  </a:lnTo>
                  <a:lnTo>
                    <a:pt x="50884" y="46620"/>
                  </a:lnTo>
                  <a:lnTo>
                    <a:pt x="47141" y="50361"/>
                  </a:lnTo>
                  <a:lnTo>
                    <a:pt x="43518" y="54218"/>
                  </a:lnTo>
                  <a:lnTo>
                    <a:pt x="40018" y="58188"/>
                  </a:lnTo>
                  <a:lnTo>
                    <a:pt x="36646" y="62267"/>
                  </a:lnTo>
                  <a:lnTo>
                    <a:pt x="33405" y="66451"/>
                  </a:lnTo>
                  <a:lnTo>
                    <a:pt x="30298" y="70735"/>
                  </a:lnTo>
                  <a:lnTo>
                    <a:pt x="27328" y="75115"/>
                  </a:lnTo>
                  <a:lnTo>
                    <a:pt x="24498" y="79588"/>
                  </a:lnTo>
                  <a:lnTo>
                    <a:pt x="21811" y="84147"/>
                  </a:lnTo>
                  <a:lnTo>
                    <a:pt x="19270" y="88789"/>
                  </a:lnTo>
                  <a:lnTo>
                    <a:pt x="16877" y="93510"/>
                  </a:lnTo>
                  <a:lnTo>
                    <a:pt x="14635" y="98303"/>
                  </a:lnTo>
                  <a:lnTo>
                    <a:pt x="12546" y="103166"/>
                  </a:lnTo>
                  <a:lnTo>
                    <a:pt x="10611" y="108092"/>
                  </a:lnTo>
                  <a:lnTo>
                    <a:pt x="8834" y="113076"/>
                  </a:lnTo>
                  <a:lnTo>
                    <a:pt x="7215" y="118115"/>
                  </a:lnTo>
                  <a:lnTo>
                    <a:pt x="5756" y="123202"/>
                  </a:lnTo>
                  <a:lnTo>
                    <a:pt x="4459" y="128333"/>
                  </a:lnTo>
                  <a:lnTo>
                    <a:pt x="3326" y="133502"/>
                  </a:lnTo>
                  <a:lnTo>
                    <a:pt x="2356" y="138705"/>
                  </a:lnTo>
                  <a:lnTo>
                    <a:pt x="1552" y="143936"/>
                  </a:lnTo>
                  <a:lnTo>
                    <a:pt x="913" y="149189"/>
                  </a:lnTo>
                  <a:lnTo>
                    <a:pt x="441" y="154460"/>
                  </a:lnTo>
                  <a:lnTo>
                    <a:pt x="137" y="159744"/>
                  </a:lnTo>
                  <a:lnTo>
                    <a:pt x="0" y="165034"/>
                  </a:lnTo>
                  <a:lnTo>
                    <a:pt x="30" y="170327"/>
                  </a:lnTo>
                  <a:lnTo>
                    <a:pt x="227" y="175615"/>
                  </a:lnTo>
                  <a:lnTo>
                    <a:pt x="593" y="180895"/>
                  </a:lnTo>
                  <a:lnTo>
                    <a:pt x="1124" y="186160"/>
                  </a:lnTo>
                  <a:lnTo>
                    <a:pt x="1823" y="191406"/>
                  </a:lnTo>
                  <a:lnTo>
                    <a:pt x="2687" y="196627"/>
                  </a:lnTo>
                  <a:lnTo>
                    <a:pt x="3716" y="201818"/>
                  </a:lnTo>
                  <a:lnTo>
                    <a:pt x="4909" y="206975"/>
                  </a:lnTo>
                  <a:lnTo>
                    <a:pt x="6264" y="212090"/>
                  </a:lnTo>
                  <a:lnTo>
                    <a:pt x="7781" y="217161"/>
                  </a:lnTo>
                  <a:lnTo>
                    <a:pt x="9457" y="222180"/>
                  </a:lnTo>
                  <a:lnTo>
                    <a:pt x="11291" y="227144"/>
                  </a:lnTo>
                  <a:lnTo>
                    <a:pt x="13282" y="232048"/>
                  </a:lnTo>
                  <a:lnTo>
                    <a:pt x="15427" y="236886"/>
                  </a:lnTo>
                  <a:lnTo>
                    <a:pt x="17724" y="241654"/>
                  </a:lnTo>
                  <a:lnTo>
                    <a:pt x="20170" y="246347"/>
                  </a:lnTo>
                  <a:lnTo>
                    <a:pt x="22764" y="250959"/>
                  </a:lnTo>
                  <a:lnTo>
                    <a:pt x="25503" y="255488"/>
                  </a:lnTo>
                  <a:lnTo>
                    <a:pt x="28384" y="259927"/>
                  </a:lnTo>
                  <a:lnTo>
                    <a:pt x="31404" y="264274"/>
                  </a:lnTo>
                  <a:lnTo>
                    <a:pt x="34559" y="268522"/>
                  </a:lnTo>
                  <a:lnTo>
                    <a:pt x="37848" y="272668"/>
                  </a:lnTo>
                  <a:lnTo>
                    <a:pt x="41267" y="276708"/>
                  </a:lnTo>
                  <a:lnTo>
                    <a:pt x="44811" y="280638"/>
                  </a:lnTo>
                  <a:lnTo>
                    <a:pt x="48478" y="284454"/>
                  </a:lnTo>
                  <a:lnTo>
                    <a:pt x="52264" y="288152"/>
                  </a:lnTo>
                  <a:lnTo>
                    <a:pt x="56165" y="291728"/>
                  </a:lnTo>
                  <a:lnTo>
                    <a:pt x="60178" y="295178"/>
                  </a:lnTo>
                  <a:lnTo>
                    <a:pt x="64298" y="298501"/>
                  </a:lnTo>
                  <a:lnTo>
                    <a:pt x="68520" y="301690"/>
                  </a:lnTo>
                  <a:lnTo>
                    <a:pt x="72842" y="304745"/>
                  </a:lnTo>
                  <a:lnTo>
                    <a:pt x="77258" y="307661"/>
                  </a:lnTo>
                  <a:lnTo>
                    <a:pt x="81765" y="310437"/>
                  </a:lnTo>
                  <a:lnTo>
                    <a:pt x="86356" y="313068"/>
                  </a:lnTo>
                  <a:lnTo>
                    <a:pt x="91029" y="315552"/>
                  </a:lnTo>
                  <a:lnTo>
                    <a:pt x="95778" y="317887"/>
                  </a:lnTo>
                  <a:lnTo>
                    <a:pt x="100599" y="320071"/>
                  </a:lnTo>
                  <a:lnTo>
                    <a:pt x="105486" y="322101"/>
                  </a:lnTo>
                  <a:lnTo>
                    <a:pt x="110436" y="323975"/>
                  </a:lnTo>
                  <a:lnTo>
                    <a:pt x="115442" y="325692"/>
                  </a:lnTo>
                  <a:lnTo>
                    <a:pt x="120500" y="327249"/>
                  </a:lnTo>
                  <a:lnTo>
                    <a:pt x="125604" y="328646"/>
                  </a:lnTo>
                  <a:lnTo>
                    <a:pt x="130750" y="329880"/>
                  </a:lnTo>
                  <a:lnTo>
                    <a:pt x="135933" y="330951"/>
                  </a:lnTo>
                  <a:lnTo>
                    <a:pt x="141147" y="331857"/>
                  </a:lnTo>
                  <a:lnTo>
                    <a:pt x="146388" y="332598"/>
                  </a:lnTo>
                  <a:lnTo>
                    <a:pt x="151648" y="333172"/>
                  </a:lnTo>
                  <a:lnTo>
                    <a:pt x="156925" y="333580"/>
                  </a:lnTo>
                  <a:lnTo>
                    <a:pt x="162212" y="333820"/>
                  </a:lnTo>
                  <a:lnTo>
                    <a:pt x="167503" y="333893"/>
                  </a:lnTo>
                  <a:lnTo>
                    <a:pt x="172795" y="333798"/>
                  </a:lnTo>
                  <a:lnTo>
                    <a:pt x="178081" y="333536"/>
                  </a:lnTo>
                  <a:lnTo>
                    <a:pt x="183355" y="333107"/>
                  </a:lnTo>
                  <a:lnTo>
                    <a:pt x="188614" y="332510"/>
                  </a:lnTo>
                  <a:lnTo>
                    <a:pt x="193851" y="331748"/>
                  </a:lnTo>
                  <a:lnTo>
                    <a:pt x="199061" y="330821"/>
                  </a:lnTo>
                  <a:lnTo>
                    <a:pt x="204240" y="329728"/>
                  </a:lnTo>
                  <a:lnTo>
                    <a:pt x="209381" y="328473"/>
                  </a:lnTo>
                  <a:lnTo>
                    <a:pt x="214480" y="327055"/>
                  </a:lnTo>
                  <a:lnTo>
                    <a:pt x="219531" y="325477"/>
                  </a:lnTo>
                  <a:lnTo>
                    <a:pt x="224530" y="323740"/>
                  </a:lnTo>
                  <a:lnTo>
                    <a:pt x="229471" y="321845"/>
                  </a:lnTo>
                  <a:lnTo>
                    <a:pt x="234350" y="319795"/>
                  </a:lnTo>
                  <a:lnTo>
                    <a:pt x="239162" y="317591"/>
                  </a:lnTo>
                  <a:lnTo>
                    <a:pt x="243901" y="315236"/>
                  </a:lnTo>
                  <a:lnTo>
                    <a:pt x="248564" y="312733"/>
                  </a:lnTo>
                  <a:lnTo>
                    <a:pt x="253145" y="310083"/>
                  </a:lnTo>
                  <a:lnTo>
                    <a:pt x="257640" y="307289"/>
                  </a:lnTo>
                  <a:lnTo>
                    <a:pt x="262044" y="304355"/>
                  </a:lnTo>
                  <a:lnTo>
                    <a:pt x="266353" y="301282"/>
                  </a:lnTo>
                  <a:lnTo>
                    <a:pt x="270562" y="298075"/>
                  </a:lnTo>
                  <a:lnTo>
                    <a:pt x="274668" y="294736"/>
                  </a:lnTo>
                  <a:lnTo>
                    <a:pt x="278666" y="291268"/>
                  </a:lnTo>
                  <a:lnTo>
                    <a:pt x="282553" y="287676"/>
                  </a:lnTo>
                  <a:lnTo>
                    <a:pt x="286324" y="283963"/>
                  </a:lnTo>
                  <a:lnTo>
                    <a:pt x="289975" y="280132"/>
                  </a:lnTo>
                  <a:lnTo>
                    <a:pt x="293503" y="276188"/>
                  </a:lnTo>
                  <a:lnTo>
                    <a:pt x="296905" y="272133"/>
                  </a:lnTo>
                  <a:lnTo>
                    <a:pt x="300176" y="267974"/>
                  </a:lnTo>
                  <a:lnTo>
                    <a:pt x="303315" y="263712"/>
                  </a:lnTo>
                  <a:lnTo>
                    <a:pt x="306317" y="259354"/>
                  </a:lnTo>
                  <a:lnTo>
                    <a:pt x="309179" y="254902"/>
                  </a:lnTo>
                  <a:lnTo>
                    <a:pt x="311899" y="250363"/>
                  </a:lnTo>
                  <a:lnTo>
                    <a:pt x="314474" y="245739"/>
                  </a:lnTo>
                  <a:lnTo>
                    <a:pt x="316901" y="241036"/>
                  </a:lnTo>
                  <a:lnTo>
                    <a:pt x="319178" y="236259"/>
                  </a:lnTo>
                  <a:lnTo>
                    <a:pt x="321303" y="231412"/>
                  </a:lnTo>
                  <a:lnTo>
                    <a:pt x="323274" y="226500"/>
                  </a:lnTo>
                  <a:lnTo>
                    <a:pt x="325087" y="221529"/>
                  </a:lnTo>
                  <a:lnTo>
                    <a:pt x="326743" y="216502"/>
                  </a:lnTo>
                  <a:lnTo>
                    <a:pt x="328239" y="211426"/>
                  </a:lnTo>
                  <a:lnTo>
                    <a:pt x="329573" y="206304"/>
                  </a:lnTo>
                  <a:lnTo>
                    <a:pt x="330744" y="201143"/>
                  </a:lnTo>
                  <a:lnTo>
                    <a:pt x="331752" y="195948"/>
                  </a:lnTo>
                  <a:lnTo>
                    <a:pt x="332594" y="190723"/>
                  </a:lnTo>
                  <a:lnTo>
                    <a:pt x="333271" y="185474"/>
                  </a:lnTo>
                  <a:lnTo>
                    <a:pt x="333781" y="180207"/>
                  </a:lnTo>
                  <a:lnTo>
                    <a:pt x="334125" y="174926"/>
                  </a:lnTo>
                  <a:lnTo>
                    <a:pt x="334300" y="169636"/>
                  </a:lnTo>
                  <a:lnTo>
                    <a:pt x="334309" y="164344"/>
                  </a:lnTo>
                  <a:lnTo>
                    <a:pt x="334150" y="159054"/>
                  </a:lnTo>
                  <a:lnTo>
                    <a:pt x="333823" y="153772"/>
                  </a:lnTo>
                  <a:lnTo>
                    <a:pt x="333330" y="148503"/>
                  </a:lnTo>
                  <a:lnTo>
                    <a:pt x="332670" y="143252"/>
                  </a:lnTo>
                  <a:lnTo>
                    <a:pt x="331844" y="138025"/>
                  </a:lnTo>
                  <a:lnTo>
                    <a:pt x="330853" y="132826"/>
                  </a:lnTo>
                  <a:lnTo>
                    <a:pt x="329697" y="127662"/>
                  </a:lnTo>
                  <a:lnTo>
                    <a:pt x="328379" y="122536"/>
                  </a:lnTo>
                  <a:lnTo>
                    <a:pt x="326900" y="117455"/>
                  </a:lnTo>
                  <a:lnTo>
                    <a:pt x="325260" y="112423"/>
                  </a:lnTo>
                  <a:lnTo>
                    <a:pt x="323462" y="107446"/>
                  </a:lnTo>
                  <a:lnTo>
                    <a:pt x="321507" y="102528"/>
                  </a:lnTo>
                  <a:lnTo>
                    <a:pt x="319398" y="97674"/>
                  </a:lnTo>
                  <a:lnTo>
                    <a:pt x="317136" y="92890"/>
                  </a:lnTo>
                  <a:lnTo>
                    <a:pt x="314723" y="88179"/>
                  </a:lnTo>
                  <a:lnTo>
                    <a:pt x="312163" y="83548"/>
                  </a:lnTo>
                  <a:lnTo>
                    <a:pt x="309458" y="78999"/>
                  </a:lnTo>
                  <a:lnTo>
                    <a:pt x="306609" y="74539"/>
                  </a:lnTo>
                  <a:lnTo>
                    <a:pt x="303621" y="70171"/>
                  </a:lnTo>
                  <a:lnTo>
                    <a:pt x="300497" y="65900"/>
                  </a:lnTo>
                  <a:lnTo>
                    <a:pt x="297238" y="61729"/>
                  </a:lnTo>
                  <a:lnTo>
                    <a:pt x="293849" y="57664"/>
                  </a:lnTo>
                  <a:lnTo>
                    <a:pt x="290334" y="53709"/>
                  </a:lnTo>
                  <a:lnTo>
                    <a:pt x="286694" y="49866"/>
                  </a:lnTo>
                  <a:lnTo>
                    <a:pt x="282935" y="46141"/>
                  </a:lnTo>
                  <a:lnTo>
                    <a:pt x="279060" y="42537"/>
                  </a:lnTo>
                  <a:lnTo>
                    <a:pt x="275073" y="39057"/>
                  </a:lnTo>
                  <a:lnTo>
                    <a:pt x="270978" y="35705"/>
                  </a:lnTo>
                  <a:lnTo>
                    <a:pt x="266778" y="32484"/>
                  </a:lnTo>
                  <a:lnTo>
                    <a:pt x="262479" y="29398"/>
                  </a:lnTo>
                  <a:lnTo>
                    <a:pt x="258084" y="26449"/>
                  </a:lnTo>
                  <a:lnTo>
                    <a:pt x="253599" y="23642"/>
                  </a:lnTo>
                  <a:lnTo>
                    <a:pt x="249026" y="20977"/>
                  </a:lnTo>
                  <a:lnTo>
                    <a:pt x="244371" y="18459"/>
                  </a:lnTo>
                  <a:lnTo>
                    <a:pt x="239639" y="16089"/>
                  </a:lnTo>
                  <a:lnTo>
                    <a:pt x="234835" y="13870"/>
                  </a:lnTo>
                  <a:lnTo>
                    <a:pt x="229962" y="11804"/>
                  </a:lnTo>
                  <a:lnTo>
                    <a:pt x="225027" y="9894"/>
                  </a:lnTo>
                  <a:lnTo>
                    <a:pt x="220034" y="8141"/>
                  </a:lnTo>
                  <a:lnTo>
                    <a:pt x="214987" y="6546"/>
                  </a:lnTo>
                  <a:lnTo>
                    <a:pt x="209893" y="5113"/>
                  </a:lnTo>
                  <a:lnTo>
                    <a:pt x="204756" y="3841"/>
                  </a:lnTo>
                  <a:lnTo>
                    <a:pt x="199581" y="2733"/>
                  </a:lnTo>
                  <a:lnTo>
                    <a:pt x="194374" y="1788"/>
                  </a:lnTo>
                  <a:lnTo>
                    <a:pt x="167158" y="1667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23235" y="1681503"/>
              <a:ext cx="27215" cy="167167"/>
            </a:xfrm>
            <a:custGeom>
              <a:avLst/>
              <a:pathLst>
                <a:path w="27215" h="167167">
                  <a:moveTo>
                    <a:pt x="27215" y="2230"/>
                  </a:moveTo>
                  <a:lnTo>
                    <a:pt x="20451" y="1255"/>
                  </a:lnTo>
                  <a:lnTo>
                    <a:pt x="13653" y="558"/>
                  </a:lnTo>
                  <a:lnTo>
                    <a:pt x="6832" y="13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5853871" y="1322571"/>
              <a:ext cx="167167" cy="317780"/>
            </a:xfrm>
            <a:custGeom>
              <a:avLst/>
              <a:pathLst>
                <a:path w="167167" h="317780">
                  <a:moveTo>
                    <a:pt x="167167" y="0"/>
                  </a:moveTo>
                  <a:lnTo>
                    <a:pt x="161809" y="85"/>
                  </a:lnTo>
                  <a:lnTo>
                    <a:pt x="156456" y="343"/>
                  </a:lnTo>
                  <a:lnTo>
                    <a:pt x="151115" y="772"/>
                  </a:lnTo>
                  <a:lnTo>
                    <a:pt x="145790" y="1372"/>
                  </a:lnTo>
                  <a:lnTo>
                    <a:pt x="140487" y="2142"/>
                  </a:lnTo>
                  <a:lnTo>
                    <a:pt x="135211" y="3082"/>
                  </a:lnTo>
                  <a:lnTo>
                    <a:pt x="129969" y="4191"/>
                  </a:lnTo>
                  <a:lnTo>
                    <a:pt x="124764" y="5467"/>
                  </a:lnTo>
                  <a:lnTo>
                    <a:pt x="119603" y="6909"/>
                  </a:lnTo>
                  <a:lnTo>
                    <a:pt x="114491" y="8516"/>
                  </a:lnTo>
                  <a:lnTo>
                    <a:pt x="109433" y="10286"/>
                  </a:lnTo>
                  <a:lnTo>
                    <a:pt x="104435" y="12217"/>
                  </a:lnTo>
                  <a:lnTo>
                    <a:pt x="99500" y="14307"/>
                  </a:lnTo>
                  <a:lnTo>
                    <a:pt x="94636" y="16554"/>
                  </a:lnTo>
                  <a:lnTo>
                    <a:pt x="89846" y="18956"/>
                  </a:lnTo>
                  <a:lnTo>
                    <a:pt x="85135" y="21511"/>
                  </a:lnTo>
                  <a:lnTo>
                    <a:pt x="80509" y="24215"/>
                  </a:lnTo>
                  <a:lnTo>
                    <a:pt x="75971" y="27066"/>
                  </a:lnTo>
                  <a:lnTo>
                    <a:pt x="71528" y="30061"/>
                  </a:lnTo>
                  <a:lnTo>
                    <a:pt x="67182" y="33197"/>
                  </a:lnTo>
                  <a:lnTo>
                    <a:pt x="62940" y="36470"/>
                  </a:lnTo>
                  <a:lnTo>
                    <a:pt x="58804" y="39878"/>
                  </a:lnTo>
                  <a:lnTo>
                    <a:pt x="54780" y="43417"/>
                  </a:lnTo>
                  <a:lnTo>
                    <a:pt x="50871" y="47082"/>
                  </a:lnTo>
                  <a:lnTo>
                    <a:pt x="47082" y="50871"/>
                  </a:lnTo>
                  <a:lnTo>
                    <a:pt x="43417" y="54780"/>
                  </a:lnTo>
                  <a:lnTo>
                    <a:pt x="39878" y="58804"/>
                  </a:lnTo>
                  <a:lnTo>
                    <a:pt x="36470" y="62940"/>
                  </a:lnTo>
                  <a:lnTo>
                    <a:pt x="33197" y="67182"/>
                  </a:lnTo>
                  <a:lnTo>
                    <a:pt x="30061" y="71528"/>
                  </a:lnTo>
                  <a:lnTo>
                    <a:pt x="27066" y="75971"/>
                  </a:lnTo>
                  <a:lnTo>
                    <a:pt x="24215" y="80509"/>
                  </a:lnTo>
                  <a:lnTo>
                    <a:pt x="21511" y="85135"/>
                  </a:lnTo>
                  <a:lnTo>
                    <a:pt x="18956" y="89846"/>
                  </a:lnTo>
                  <a:lnTo>
                    <a:pt x="16554" y="94636"/>
                  </a:lnTo>
                  <a:lnTo>
                    <a:pt x="14307" y="99500"/>
                  </a:lnTo>
                  <a:lnTo>
                    <a:pt x="12217" y="104435"/>
                  </a:lnTo>
                  <a:lnTo>
                    <a:pt x="10286" y="109433"/>
                  </a:lnTo>
                  <a:lnTo>
                    <a:pt x="8516" y="114491"/>
                  </a:lnTo>
                  <a:lnTo>
                    <a:pt x="6909" y="119603"/>
                  </a:lnTo>
                  <a:lnTo>
                    <a:pt x="5467" y="124764"/>
                  </a:lnTo>
                  <a:lnTo>
                    <a:pt x="4191" y="129969"/>
                  </a:lnTo>
                  <a:lnTo>
                    <a:pt x="3082" y="135211"/>
                  </a:lnTo>
                  <a:lnTo>
                    <a:pt x="2142" y="140487"/>
                  </a:lnTo>
                  <a:lnTo>
                    <a:pt x="1372" y="145790"/>
                  </a:lnTo>
                  <a:lnTo>
                    <a:pt x="772" y="151115"/>
                  </a:lnTo>
                  <a:lnTo>
                    <a:pt x="343" y="156456"/>
                  </a:lnTo>
                  <a:lnTo>
                    <a:pt x="85" y="161809"/>
                  </a:lnTo>
                  <a:lnTo>
                    <a:pt x="0" y="167167"/>
                  </a:lnTo>
                  <a:lnTo>
                    <a:pt x="85" y="172525"/>
                  </a:lnTo>
                  <a:lnTo>
                    <a:pt x="343" y="177877"/>
                  </a:lnTo>
                  <a:lnTo>
                    <a:pt x="772" y="183219"/>
                  </a:lnTo>
                  <a:lnTo>
                    <a:pt x="1372" y="188544"/>
                  </a:lnTo>
                  <a:lnTo>
                    <a:pt x="2142" y="193847"/>
                  </a:lnTo>
                  <a:lnTo>
                    <a:pt x="3082" y="199122"/>
                  </a:lnTo>
                  <a:lnTo>
                    <a:pt x="4191" y="204365"/>
                  </a:lnTo>
                  <a:lnTo>
                    <a:pt x="5467" y="209570"/>
                  </a:lnTo>
                  <a:lnTo>
                    <a:pt x="6909" y="214731"/>
                  </a:lnTo>
                  <a:lnTo>
                    <a:pt x="8516" y="219843"/>
                  </a:lnTo>
                  <a:lnTo>
                    <a:pt x="10286" y="224901"/>
                  </a:lnTo>
                  <a:lnTo>
                    <a:pt x="12217" y="229899"/>
                  </a:lnTo>
                  <a:lnTo>
                    <a:pt x="14307" y="234834"/>
                  </a:lnTo>
                  <a:lnTo>
                    <a:pt x="16554" y="239698"/>
                  </a:lnTo>
                  <a:lnTo>
                    <a:pt x="18956" y="244488"/>
                  </a:lnTo>
                  <a:lnTo>
                    <a:pt x="21511" y="249199"/>
                  </a:lnTo>
                  <a:lnTo>
                    <a:pt x="24215" y="253825"/>
                  </a:lnTo>
                  <a:lnTo>
                    <a:pt x="27066" y="258363"/>
                  </a:lnTo>
                  <a:lnTo>
                    <a:pt x="30061" y="262806"/>
                  </a:lnTo>
                  <a:lnTo>
                    <a:pt x="33197" y="267152"/>
                  </a:lnTo>
                  <a:lnTo>
                    <a:pt x="36470" y="271394"/>
                  </a:lnTo>
                  <a:lnTo>
                    <a:pt x="39878" y="275530"/>
                  </a:lnTo>
                  <a:lnTo>
                    <a:pt x="43417" y="279554"/>
                  </a:lnTo>
                  <a:lnTo>
                    <a:pt x="47082" y="283462"/>
                  </a:lnTo>
                  <a:lnTo>
                    <a:pt x="50871" y="287252"/>
                  </a:lnTo>
                  <a:lnTo>
                    <a:pt x="54780" y="290917"/>
                  </a:lnTo>
                  <a:lnTo>
                    <a:pt x="58804" y="294456"/>
                  </a:lnTo>
                  <a:lnTo>
                    <a:pt x="62940" y="297864"/>
                  </a:lnTo>
                  <a:lnTo>
                    <a:pt x="67182" y="301137"/>
                  </a:lnTo>
                  <a:lnTo>
                    <a:pt x="71528" y="304273"/>
                  </a:lnTo>
                  <a:lnTo>
                    <a:pt x="75971" y="307268"/>
                  </a:lnTo>
                  <a:lnTo>
                    <a:pt x="80509" y="310119"/>
                  </a:lnTo>
                  <a:lnTo>
                    <a:pt x="85135" y="312823"/>
                  </a:lnTo>
                  <a:lnTo>
                    <a:pt x="89846" y="315377"/>
                  </a:lnTo>
                  <a:lnTo>
                    <a:pt x="94636" y="31778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8507" y="1489739"/>
              <a:ext cx="72531" cy="150612"/>
            </a:xfrm>
            <a:custGeom>
              <a:avLst/>
              <a:pathLst>
                <a:path w="72531" h="150612">
                  <a:moveTo>
                    <a:pt x="0" y="150612"/>
                  </a:moveTo>
                  <a:lnTo>
                    <a:pt x="7253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8507" y="1325045"/>
              <a:ext cx="239694" cy="331860"/>
            </a:xfrm>
            <a:custGeom>
              <a:avLst/>
              <a:pathLst>
                <a:path w="239694" h="331860">
                  <a:moveTo>
                    <a:pt x="0" y="315306"/>
                  </a:moveTo>
                  <a:lnTo>
                    <a:pt x="4847" y="317546"/>
                  </a:lnTo>
                  <a:lnTo>
                    <a:pt x="9764" y="319629"/>
                  </a:lnTo>
                  <a:lnTo>
                    <a:pt x="14744" y="321555"/>
                  </a:lnTo>
                  <a:lnTo>
                    <a:pt x="19784" y="323321"/>
                  </a:lnTo>
                  <a:lnTo>
                    <a:pt x="24877" y="324925"/>
                  </a:lnTo>
                  <a:lnTo>
                    <a:pt x="30019" y="326365"/>
                  </a:lnTo>
                  <a:lnTo>
                    <a:pt x="35205" y="327640"/>
                  </a:lnTo>
                  <a:lnTo>
                    <a:pt x="40428" y="328749"/>
                  </a:lnTo>
                  <a:lnTo>
                    <a:pt x="45685" y="329691"/>
                  </a:lnTo>
                  <a:lnTo>
                    <a:pt x="50968" y="330464"/>
                  </a:lnTo>
                  <a:lnTo>
                    <a:pt x="56274" y="331068"/>
                  </a:lnTo>
                  <a:lnTo>
                    <a:pt x="61596" y="331503"/>
                  </a:lnTo>
                  <a:lnTo>
                    <a:pt x="66930" y="331767"/>
                  </a:lnTo>
                  <a:lnTo>
                    <a:pt x="72269" y="331860"/>
                  </a:lnTo>
                  <a:lnTo>
                    <a:pt x="77608" y="331783"/>
                  </a:lnTo>
                  <a:lnTo>
                    <a:pt x="82943" y="331536"/>
                  </a:lnTo>
                  <a:lnTo>
                    <a:pt x="88266" y="331118"/>
                  </a:lnTo>
                  <a:lnTo>
                    <a:pt x="93574" y="330531"/>
                  </a:lnTo>
                  <a:lnTo>
                    <a:pt x="98860" y="329774"/>
                  </a:lnTo>
                  <a:lnTo>
                    <a:pt x="104119" y="328849"/>
                  </a:lnTo>
                  <a:lnTo>
                    <a:pt x="109346" y="327756"/>
                  </a:lnTo>
                  <a:lnTo>
                    <a:pt x="114536" y="326497"/>
                  </a:lnTo>
                  <a:lnTo>
                    <a:pt x="119682" y="325073"/>
                  </a:lnTo>
                  <a:lnTo>
                    <a:pt x="124781" y="323485"/>
                  </a:lnTo>
                  <a:lnTo>
                    <a:pt x="129826" y="321735"/>
                  </a:lnTo>
                  <a:lnTo>
                    <a:pt x="134812" y="319825"/>
                  </a:lnTo>
                  <a:lnTo>
                    <a:pt x="139735" y="317757"/>
                  </a:lnTo>
                  <a:lnTo>
                    <a:pt x="144590" y="315532"/>
                  </a:lnTo>
                  <a:lnTo>
                    <a:pt x="149371" y="313154"/>
                  </a:lnTo>
                  <a:lnTo>
                    <a:pt x="154074" y="310624"/>
                  </a:lnTo>
                  <a:lnTo>
                    <a:pt x="158693" y="307945"/>
                  </a:lnTo>
                  <a:lnTo>
                    <a:pt x="163224" y="305120"/>
                  </a:lnTo>
                  <a:lnTo>
                    <a:pt x="167663" y="302151"/>
                  </a:lnTo>
                  <a:lnTo>
                    <a:pt x="172005" y="299043"/>
                  </a:lnTo>
                  <a:lnTo>
                    <a:pt x="176246" y="295797"/>
                  </a:lnTo>
                  <a:lnTo>
                    <a:pt x="180380" y="292417"/>
                  </a:lnTo>
                  <a:lnTo>
                    <a:pt x="184405" y="288907"/>
                  </a:lnTo>
                  <a:lnTo>
                    <a:pt x="188315" y="285271"/>
                  </a:lnTo>
                  <a:lnTo>
                    <a:pt x="192107" y="281511"/>
                  </a:lnTo>
                  <a:lnTo>
                    <a:pt x="195777" y="277632"/>
                  </a:lnTo>
                  <a:lnTo>
                    <a:pt x="199322" y="273638"/>
                  </a:lnTo>
                  <a:lnTo>
                    <a:pt x="202737" y="269533"/>
                  </a:lnTo>
                  <a:lnTo>
                    <a:pt x="206019" y="265321"/>
                  </a:lnTo>
                  <a:lnTo>
                    <a:pt x="209165" y="261006"/>
                  </a:lnTo>
                  <a:lnTo>
                    <a:pt x="212171" y="256593"/>
                  </a:lnTo>
                  <a:lnTo>
                    <a:pt x="215035" y="252086"/>
                  </a:lnTo>
                  <a:lnTo>
                    <a:pt x="217754" y="247490"/>
                  </a:lnTo>
                  <a:lnTo>
                    <a:pt x="220324" y="242809"/>
                  </a:lnTo>
                  <a:lnTo>
                    <a:pt x="222744" y="238049"/>
                  </a:lnTo>
                  <a:lnTo>
                    <a:pt x="225010" y="233213"/>
                  </a:lnTo>
                  <a:lnTo>
                    <a:pt x="227121" y="228308"/>
                  </a:lnTo>
                  <a:lnTo>
                    <a:pt x="229074" y="223338"/>
                  </a:lnTo>
                  <a:lnTo>
                    <a:pt x="230867" y="218308"/>
                  </a:lnTo>
                  <a:lnTo>
                    <a:pt x="232499" y="213224"/>
                  </a:lnTo>
                  <a:lnTo>
                    <a:pt x="233967" y="208090"/>
                  </a:lnTo>
                  <a:lnTo>
                    <a:pt x="235271" y="202911"/>
                  </a:lnTo>
                  <a:lnTo>
                    <a:pt x="236408" y="197694"/>
                  </a:lnTo>
                  <a:lnTo>
                    <a:pt x="237379" y="192443"/>
                  </a:lnTo>
                  <a:lnTo>
                    <a:pt x="238181" y="187163"/>
                  </a:lnTo>
                  <a:lnTo>
                    <a:pt x="238814" y="181861"/>
                  </a:lnTo>
                  <a:lnTo>
                    <a:pt x="239278" y="176541"/>
                  </a:lnTo>
                  <a:lnTo>
                    <a:pt x="239571" y="171209"/>
                  </a:lnTo>
                  <a:lnTo>
                    <a:pt x="239694" y="165871"/>
                  </a:lnTo>
                  <a:lnTo>
                    <a:pt x="239646" y="160531"/>
                  </a:lnTo>
                  <a:lnTo>
                    <a:pt x="239428" y="155196"/>
                  </a:lnTo>
                  <a:lnTo>
                    <a:pt x="239040" y="149870"/>
                  </a:lnTo>
                  <a:lnTo>
                    <a:pt x="238481" y="144559"/>
                  </a:lnTo>
                  <a:lnTo>
                    <a:pt x="237754" y="139269"/>
                  </a:lnTo>
                  <a:lnTo>
                    <a:pt x="236857" y="134005"/>
                  </a:lnTo>
                  <a:lnTo>
                    <a:pt x="235793" y="128772"/>
                  </a:lnTo>
                  <a:lnTo>
                    <a:pt x="234563" y="123576"/>
                  </a:lnTo>
                  <a:lnTo>
                    <a:pt x="233167" y="118421"/>
                  </a:lnTo>
                  <a:lnTo>
                    <a:pt x="231607" y="113314"/>
                  </a:lnTo>
                  <a:lnTo>
                    <a:pt x="229885" y="108260"/>
                  </a:lnTo>
                  <a:lnTo>
                    <a:pt x="228002" y="103263"/>
                  </a:lnTo>
                  <a:lnTo>
                    <a:pt x="225960" y="98328"/>
                  </a:lnTo>
                  <a:lnTo>
                    <a:pt x="223762" y="93461"/>
                  </a:lnTo>
                  <a:lnTo>
                    <a:pt x="221410" y="88668"/>
                  </a:lnTo>
                  <a:lnTo>
                    <a:pt x="218906" y="83951"/>
                  </a:lnTo>
                  <a:lnTo>
                    <a:pt x="216252" y="79317"/>
                  </a:lnTo>
                  <a:lnTo>
                    <a:pt x="213452" y="74770"/>
                  </a:lnTo>
                  <a:lnTo>
                    <a:pt x="210508" y="70315"/>
                  </a:lnTo>
                  <a:lnTo>
                    <a:pt x="207423" y="65956"/>
                  </a:lnTo>
                  <a:lnTo>
                    <a:pt x="204201" y="61698"/>
                  </a:lnTo>
                  <a:lnTo>
                    <a:pt x="200844" y="57545"/>
                  </a:lnTo>
                  <a:lnTo>
                    <a:pt x="197356" y="53502"/>
                  </a:lnTo>
                  <a:lnTo>
                    <a:pt x="193741" y="49571"/>
                  </a:lnTo>
                  <a:lnTo>
                    <a:pt x="190002" y="45759"/>
                  </a:lnTo>
                  <a:lnTo>
                    <a:pt x="186144" y="42067"/>
                  </a:lnTo>
                  <a:lnTo>
                    <a:pt x="182169" y="38501"/>
                  </a:lnTo>
                  <a:lnTo>
                    <a:pt x="178083" y="35064"/>
                  </a:lnTo>
                  <a:lnTo>
                    <a:pt x="173888" y="31759"/>
                  </a:lnTo>
                  <a:lnTo>
                    <a:pt x="169591" y="28589"/>
                  </a:lnTo>
                  <a:lnTo>
                    <a:pt x="165194" y="25558"/>
                  </a:lnTo>
                  <a:lnTo>
                    <a:pt x="160703" y="22670"/>
                  </a:lnTo>
                  <a:lnTo>
                    <a:pt x="156122" y="19926"/>
                  </a:lnTo>
                  <a:lnTo>
                    <a:pt x="151455" y="17330"/>
                  </a:lnTo>
                  <a:lnTo>
                    <a:pt x="146708" y="14884"/>
                  </a:lnTo>
                  <a:lnTo>
                    <a:pt x="141886" y="12592"/>
                  </a:lnTo>
                  <a:lnTo>
                    <a:pt x="136992" y="10454"/>
                  </a:lnTo>
                  <a:lnTo>
                    <a:pt x="132033" y="8474"/>
                  </a:lnTo>
                  <a:lnTo>
                    <a:pt x="127013" y="6653"/>
                  </a:lnTo>
                  <a:lnTo>
                    <a:pt x="121937" y="4994"/>
                  </a:lnTo>
                  <a:lnTo>
                    <a:pt x="116811" y="3497"/>
                  </a:lnTo>
                  <a:lnTo>
                    <a:pt x="111640" y="2165"/>
                  </a:lnTo>
                  <a:lnTo>
                    <a:pt x="106429" y="999"/>
                  </a:lnTo>
                  <a:lnTo>
                    <a:pt x="101183" y="0"/>
                  </a:lnTo>
                  <a:lnTo>
                    <a:pt x="72531" y="1646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021039" y="1322571"/>
              <a:ext cx="28652" cy="167167"/>
            </a:xfrm>
            <a:custGeom>
              <a:avLst/>
              <a:pathLst>
                <a:path w="28652" h="167167">
                  <a:moveTo>
                    <a:pt x="28652" y="2473"/>
                  </a:moveTo>
                  <a:lnTo>
                    <a:pt x="21536" y="1393"/>
                  </a:lnTo>
                  <a:lnTo>
                    <a:pt x="14379" y="619"/>
                  </a:lnTo>
                  <a:lnTo>
                    <a:pt x="7196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378093" y="1071028"/>
              <a:ext cx="167165" cy="286352"/>
            </a:xfrm>
            <a:custGeom>
              <a:avLst/>
              <a:pathLst>
                <a:path w="167165" h="286352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7" y="1363"/>
                  </a:lnTo>
                  <a:lnTo>
                    <a:pt x="140571" y="2128"/>
                  </a:lnTo>
                  <a:lnTo>
                    <a:pt x="135312" y="3062"/>
                  </a:lnTo>
                  <a:lnTo>
                    <a:pt x="130085" y="4164"/>
                  </a:lnTo>
                  <a:lnTo>
                    <a:pt x="124897" y="5431"/>
                  </a:lnTo>
                  <a:lnTo>
                    <a:pt x="119751" y="6864"/>
                  </a:lnTo>
                  <a:lnTo>
                    <a:pt x="114654" y="8461"/>
                  </a:lnTo>
                  <a:lnTo>
                    <a:pt x="109611" y="10220"/>
                  </a:lnTo>
                  <a:lnTo>
                    <a:pt x="104626" y="12138"/>
                  </a:lnTo>
                  <a:lnTo>
                    <a:pt x="99705" y="14216"/>
                  </a:lnTo>
                  <a:lnTo>
                    <a:pt x="94853" y="16449"/>
                  </a:lnTo>
                  <a:lnTo>
                    <a:pt x="90075" y="18836"/>
                  </a:lnTo>
                  <a:lnTo>
                    <a:pt x="85375" y="21374"/>
                  </a:lnTo>
                  <a:lnTo>
                    <a:pt x="80759" y="24062"/>
                  </a:lnTo>
                  <a:lnTo>
                    <a:pt x="76232" y="26895"/>
                  </a:lnTo>
                  <a:lnTo>
                    <a:pt x="71797" y="29872"/>
                  </a:lnTo>
                  <a:lnTo>
                    <a:pt x="67459" y="32989"/>
                  </a:lnTo>
                  <a:lnTo>
                    <a:pt x="63223" y="36243"/>
                  </a:lnTo>
                  <a:lnTo>
                    <a:pt x="59094" y="39630"/>
                  </a:lnTo>
                  <a:lnTo>
                    <a:pt x="55074" y="43148"/>
                  </a:lnTo>
                  <a:lnTo>
                    <a:pt x="51170" y="46792"/>
                  </a:lnTo>
                  <a:lnTo>
                    <a:pt x="47383" y="50559"/>
                  </a:lnTo>
                  <a:lnTo>
                    <a:pt x="43719" y="54446"/>
                  </a:lnTo>
                  <a:lnTo>
                    <a:pt x="40181" y="58447"/>
                  </a:lnTo>
                  <a:lnTo>
                    <a:pt x="36772" y="62559"/>
                  </a:lnTo>
                  <a:lnTo>
                    <a:pt x="33497" y="66778"/>
                  </a:lnTo>
                  <a:lnTo>
                    <a:pt x="30358" y="71100"/>
                  </a:lnTo>
                  <a:lnTo>
                    <a:pt x="27359" y="75520"/>
                  </a:lnTo>
                  <a:lnTo>
                    <a:pt x="24502" y="80033"/>
                  </a:lnTo>
                  <a:lnTo>
                    <a:pt x="21791" y="84635"/>
                  </a:lnTo>
                  <a:lnTo>
                    <a:pt x="19229" y="89322"/>
                  </a:lnTo>
                  <a:lnTo>
                    <a:pt x="16817" y="94088"/>
                  </a:lnTo>
                  <a:lnTo>
                    <a:pt x="14559" y="98928"/>
                  </a:lnTo>
                  <a:lnTo>
                    <a:pt x="12457" y="103838"/>
                  </a:lnTo>
                  <a:lnTo>
                    <a:pt x="10513" y="108813"/>
                  </a:lnTo>
                  <a:lnTo>
                    <a:pt x="8729" y="113848"/>
                  </a:lnTo>
                  <a:lnTo>
                    <a:pt x="7106" y="118937"/>
                  </a:lnTo>
                  <a:lnTo>
                    <a:pt x="5647" y="124075"/>
                  </a:lnTo>
                  <a:lnTo>
                    <a:pt x="4353" y="129257"/>
                  </a:lnTo>
                  <a:lnTo>
                    <a:pt x="3225" y="134478"/>
                  </a:lnTo>
                  <a:lnTo>
                    <a:pt x="2264" y="139732"/>
                  </a:lnTo>
                  <a:lnTo>
                    <a:pt x="1472" y="145014"/>
                  </a:lnTo>
                  <a:lnTo>
                    <a:pt x="849" y="150319"/>
                  </a:lnTo>
                  <a:lnTo>
                    <a:pt x="395" y="155641"/>
                  </a:lnTo>
                  <a:lnTo>
                    <a:pt x="112" y="160974"/>
                  </a:lnTo>
                  <a:lnTo>
                    <a:pt x="0" y="166315"/>
                  </a:lnTo>
                  <a:lnTo>
                    <a:pt x="58" y="171656"/>
                  </a:lnTo>
                  <a:lnTo>
                    <a:pt x="286" y="176992"/>
                  </a:lnTo>
                  <a:lnTo>
                    <a:pt x="685" y="182318"/>
                  </a:lnTo>
                  <a:lnTo>
                    <a:pt x="1254" y="187629"/>
                  </a:lnTo>
                  <a:lnTo>
                    <a:pt x="1993" y="192919"/>
                  </a:lnTo>
                  <a:lnTo>
                    <a:pt x="2900" y="198183"/>
                  </a:lnTo>
                  <a:lnTo>
                    <a:pt x="3975" y="203415"/>
                  </a:lnTo>
                  <a:lnTo>
                    <a:pt x="5216" y="208610"/>
                  </a:lnTo>
                  <a:lnTo>
                    <a:pt x="6623" y="213763"/>
                  </a:lnTo>
                  <a:lnTo>
                    <a:pt x="8193" y="218868"/>
                  </a:lnTo>
                  <a:lnTo>
                    <a:pt x="9926" y="223920"/>
                  </a:lnTo>
                  <a:lnTo>
                    <a:pt x="11819" y="228915"/>
                  </a:lnTo>
                  <a:lnTo>
                    <a:pt x="13871" y="233846"/>
                  </a:lnTo>
                  <a:lnTo>
                    <a:pt x="16080" y="238709"/>
                  </a:lnTo>
                  <a:lnTo>
                    <a:pt x="18443" y="243499"/>
                  </a:lnTo>
                  <a:lnTo>
                    <a:pt x="20957" y="248212"/>
                  </a:lnTo>
                  <a:lnTo>
                    <a:pt x="23621" y="252841"/>
                  </a:lnTo>
                  <a:lnTo>
                    <a:pt x="26431" y="257384"/>
                  </a:lnTo>
                  <a:lnTo>
                    <a:pt x="29385" y="261834"/>
                  </a:lnTo>
                  <a:lnTo>
                    <a:pt x="32480" y="266187"/>
                  </a:lnTo>
                  <a:lnTo>
                    <a:pt x="35712" y="270439"/>
                  </a:lnTo>
                  <a:lnTo>
                    <a:pt x="39079" y="274586"/>
                  </a:lnTo>
                  <a:lnTo>
                    <a:pt x="42576" y="278623"/>
                  </a:lnTo>
                  <a:lnTo>
                    <a:pt x="46200" y="282547"/>
                  </a:lnTo>
                  <a:lnTo>
                    <a:pt x="49948" y="28635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8041" y="1238196"/>
              <a:ext cx="117216" cy="119185"/>
            </a:xfrm>
            <a:custGeom>
              <a:avLst/>
              <a:pathLst>
                <a:path w="117216" h="119185">
                  <a:moveTo>
                    <a:pt x="0" y="119185"/>
                  </a:moveTo>
                  <a:lnTo>
                    <a:pt x="1172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8041" y="1112014"/>
              <a:ext cx="284376" cy="293343"/>
            </a:xfrm>
            <a:custGeom>
              <a:avLst/>
              <a:pathLst>
                <a:path w="284376" h="293343">
                  <a:moveTo>
                    <a:pt x="0" y="245367"/>
                  </a:moveTo>
                  <a:lnTo>
                    <a:pt x="3877" y="249060"/>
                  </a:lnTo>
                  <a:lnTo>
                    <a:pt x="7870" y="252627"/>
                  </a:lnTo>
                  <a:lnTo>
                    <a:pt x="11976" y="256064"/>
                  </a:lnTo>
                  <a:lnTo>
                    <a:pt x="16190" y="259368"/>
                  </a:lnTo>
                  <a:lnTo>
                    <a:pt x="20507" y="262535"/>
                  </a:lnTo>
                  <a:lnTo>
                    <a:pt x="24924" y="265562"/>
                  </a:lnTo>
                  <a:lnTo>
                    <a:pt x="29435" y="268447"/>
                  </a:lnTo>
                  <a:lnTo>
                    <a:pt x="34037" y="271185"/>
                  </a:lnTo>
                  <a:lnTo>
                    <a:pt x="38723" y="273775"/>
                  </a:lnTo>
                  <a:lnTo>
                    <a:pt x="43490" y="276213"/>
                  </a:lnTo>
                  <a:lnTo>
                    <a:pt x="48333" y="278497"/>
                  </a:lnTo>
                  <a:lnTo>
                    <a:pt x="53247" y="280625"/>
                  </a:lnTo>
                  <a:lnTo>
                    <a:pt x="58226" y="282594"/>
                  </a:lnTo>
                  <a:lnTo>
                    <a:pt x="63266" y="284404"/>
                  </a:lnTo>
                  <a:lnTo>
                    <a:pt x="68361" y="286050"/>
                  </a:lnTo>
                  <a:lnTo>
                    <a:pt x="73506" y="287533"/>
                  </a:lnTo>
                  <a:lnTo>
                    <a:pt x="78696" y="288850"/>
                  </a:lnTo>
                  <a:lnTo>
                    <a:pt x="83926" y="290000"/>
                  </a:lnTo>
                  <a:lnTo>
                    <a:pt x="89189" y="290982"/>
                  </a:lnTo>
                  <a:lnTo>
                    <a:pt x="94482" y="291796"/>
                  </a:lnTo>
                  <a:lnTo>
                    <a:pt x="99798" y="292439"/>
                  </a:lnTo>
                  <a:lnTo>
                    <a:pt x="105131" y="292911"/>
                  </a:lnTo>
                  <a:lnTo>
                    <a:pt x="110477" y="293213"/>
                  </a:lnTo>
                  <a:lnTo>
                    <a:pt x="115830" y="293343"/>
                  </a:lnTo>
                  <a:lnTo>
                    <a:pt x="121185" y="293302"/>
                  </a:lnTo>
                  <a:lnTo>
                    <a:pt x="126535" y="293089"/>
                  </a:lnTo>
                  <a:lnTo>
                    <a:pt x="131876" y="292705"/>
                  </a:lnTo>
                  <a:lnTo>
                    <a:pt x="137202" y="292150"/>
                  </a:lnTo>
                  <a:lnTo>
                    <a:pt x="142507" y="291424"/>
                  </a:lnTo>
                  <a:lnTo>
                    <a:pt x="147786" y="290530"/>
                  </a:lnTo>
                  <a:lnTo>
                    <a:pt x="153034" y="289466"/>
                  </a:lnTo>
                  <a:lnTo>
                    <a:pt x="158245" y="288235"/>
                  </a:lnTo>
                  <a:lnTo>
                    <a:pt x="163414" y="286838"/>
                  </a:lnTo>
                  <a:lnTo>
                    <a:pt x="168536" y="285276"/>
                  </a:lnTo>
                  <a:lnTo>
                    <a:pt x="173605" y="283551"/>
                  </a:lnTo>
                  <a:lnTo>
                    <a:pt x="178616" y="281664"/>
                  </a:lnTo>
                  <a:lnTo>
                    <a:pt x="183564" y="279618"/>
                  </a:lnTo>
                  <a:lnTo>
                    <a:pt x="188444" y="277414"/>
                  </a:lnTo>
                  <a:lnTo>
                    <a:pt x="193251" y="275056"/>
                  </a:lnTo>
                  <a:lnTo>
                    <a:pt x="197980" y="272544"/>
                  </a:lnTo>
                  <a:lnTo>
                    <a:pt x="202626" y="269882"/>
                  </a:lnTo>
                  <a:lnTo>
                    <a:pt x="207185" y="267073"/>
                  </a:lnTo>
                  <a:lnTo>
                    <a:pt x="211651" y="264120"/>
                  </a:lnTo>
                  <a:lnTo>
                    <a:pt x="216021" y="261024"/>
                  </a:lnTo>
                  <a:lnTo>
                    <a:pt x="220288" y="257791"/>
                  </a:lnTo>
                  <a:lnTo>
                    <a:pt x="224451" y="254422"/>
                  </a:lnTo>
                  <a:lnTo>
                    <a:pt x="228503" y="250922"/>
                  </a:lnTo>
                  <a:lnTo>
                    <a:pt x="232441" y="247294"/>
                  </a:lnTo>
                  <a:lnTo>
                    <a:pt x="236261" y="243541"/>
                  </a:lnTo>
                  <a:lnTo>
                    <a:pt x="239958" y="239669"/>
                  </a:lnTo>
                  <a:lnTo>
                    <a:pt x="243530" y="235679"/>
                  </a:lnTo>
                  <a:lnTo>
                    <a:pt x="246972" y="231578"/>
                  </a:lnTo>
                  <a:lnTo>
                    <a:pt x="250281" y="227368"/>
                  </a:lnTo>
                  <a:lnTo>
                    <a:pt x="253453" y="223054"/>
                  </a:lnTo>
                  <a:lnTo>
                    <a:pt x="256486" y="218641"/>
                  </a:lnTo>
                  <a:lnTo>
                    <a:pt x="259376" y="214133"/>
                  </a:lnTo>
                  <a:lnTo>
                    <a:pt x="262120" y="209535"/>
                  </a:lnTo>
                  <a:lnTo>
                    <a:pt x="264715" y="204852"/>
                  </a:lnTo>
                  <a:lnTo>
                    <a:pt x="267159" y="200088"/>
                  </a:lnTo>
                  <a:lnTo>
                    <a:pt x="269449" y="195247"/>
                  </a:lnTo>
                  <a:lnTo>
                    <a:pt x="271583" y="190336"/>
                  </a:lnTo>
                  <a:lnTo>
                    <a:pt x="273558" y="185360"/>
                  </a:lnTo>
                  <a:lnTo>
                    <a:pt x="275374" y="180322"/>
                  </a:lnTo>
                  <a:lnTo>
                    <a:pt x="277026" y="175229"/>
                  </a:lnTo>
                  <a:lnTo>
                    <a:pt x="278515" y="170086"/>
                  </a:lnTo>
                  <a:lnTo>
                    <a:pt x="279839" y="164897"/>
                  </a:lnTo>
                  <a:lnTo>
                    <a:pt x="280995" y="159669"/>
                  </a:lnTo>
                  <a:lnTo>
                    <a:pt x="281984" y="154406"/>
                  </a:lnTo>
                  <a:lnTo>
                    <a:pt x="282803" y="149115"/>
                  </a:lnTo>
                  <a:lnTo>
                    <a:pt x="283453" y="143800"/>
                  </a:lnTo>
                  <a:lnTo>
                    <a:pt x="283932" y="138467"/>
                  </a:lnTo>
                  <a:lnTo>
                    <a:pt x="284240" y="133121"/>
                  </a:lnTo>
                  <a:lnTo>
                    <a:pt x="284376" y="127768"/>
                  </a:lnTo>
                  <a:lnTo>
                    <a:pt x="284341" y="122414"/>
                  </a:lnTo>
                  <a:lnTo>
                    <a:pt x="284135" y="117063"/>
                  </a:lnTo>
                  <a:lnTo>
                    <a:pt x="283757" y="111722"/>
                  </a:lnTo>
                  <a:lnTo>
                    <a:pt x="283209" y="106396"/>
                  </a:lnTo>
                  <a:lnTo>
                    <a:pt x="282490" y="101090"/>
                  </a:lnTo>
                  <a:lnTo>
                    <a:pt x="281601" y="95809"/>
                  </a:lnTo>
                  <a:lnTo>
                    <a:pt x="280544" y="90560"/>
                  </a:lnTo>
                  <a:lnTo>
                    <a:pt x="279320" y="85347"/>
                  </a:lnTo>
                  <a:lnTo>
                    <a:pt x="277929" y="80177"/>
                  </a:lnTo>
                  <a:lnTo>
                    <a:pt x="276373" y="75053"/>
                  </a:lnTo>
                  <a:lnTo>
                    <a:pt x="274654" y="69982"/>
                  </a:lnTo>
                  <a:lnTo>
                    <a:pt x="272773" y="64969"/>
                  </a:lnTo>
                  <a:lnTo>
                    <a:pt x="270733" y="60018"/>
                  </a:lnTo>
                  <a:lnTo>
                    <a:pt x="268535" y="55135"/>
                  </a:lnTo>
                  <a:lnTo>
                    <a:pt x="266182" y="50325"/>
                  </a:lnTo>
                  <a:lnTo>
                    <a:pt x="263676" y="45593"/>
                  </a:lnTo>
                  <a:lnTo>
                    <a:pt x="261020" y="40944"/>
                  </a:lnTo>
                  <a:lnTo>
                    <a:pt x="258217" y="36382"/>
                  </a:lnTo>
                  <a:lnTo>
                    <a:pt x="255268" y="31912"/>
                  </a:lnTo>
                  <a:lnTo>
                    <a:pt x="252178" y="27539"/>
                  </a:lnTo>
                  <a:lnTo>
                    <a:pt x="248950" y="23268"/>
                  </a:lnTo>
                  <a:lnTo>
                    <a:pt x="245586" y="19101"/>
                  </a:lnTo>
                  <a:lnTo>
                    <a:pt x="242091" y="15045"/>
                  </a:lnTo>
                  <a:lnTo>
                    <a:pt x="238467" y="11103"/>
                  </a:lnTo>
                  <a:lnTo>
                    <a:pt x="234720" y="7278"/>
                  </a:lnTo>
                  <a:lnTo>
                    <a:pt x="230851" y="3576"/>
                  </a:lnTo>
                  <a:lnTo>
                    <a:pt x="226866" y="0"/>
                  </a:lnTo>
                  <a:lnTo>
                    <a:pt x="117216" y="1261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45258" y="1071028"/>
              <a:ext cx="109650" cy="167167"/>
            </a:xfrm>
            <a:custGeom>
              <a:avLst/>
              <a:pathLst>
                <a:path w="109650" h="167167">
                  <a:moveTo>
                    <a:pt x="109650" y="40985"/>
                  </a:moveTo>
                  <a:lnTo>
                    <a:pt x="105288" y="37324"/>
                  </a:lnTo>
                  <a:lnTo>
                    <a:pt x="100804" y="33813"/>
                  </a:lnTo>
                  <a:lnTo>
                    <a:pt x="96204" y="30457"/>
                  </a:lnTo>
                  <a:lnTo>
                    <a:pt x="91492" y="27259"/>
                  </a:lnTo>
                  <a:lnTo>
                    <a:pt x="86673" y="24224"/>
                  </a:lnTo>
                  <a:lnTo>
                    <a:pt x="81754" y="21355"/>
                  </a:lnTo>
                  <a:lnTo>
                    <a:pt x="76740" y="18655"/>
                  </a:lnTo>
                  <a:lnTo>
                    <a:pt x="71637" y="16127"/>
                  </a:lnTo>
                  <a:lnTo>
                    <a:pt x="66451" y="13775"/>
                  </a:lnTo>
                  <a:lnTo>
                    <a:pt x="61188" y="11600"/>
                  </a:lnTo>
                  <a:lnTo>
                    <a:pt x="55854" y="9607"/>
                  </a:lnTo>
                  <a:lnTo>
                    <a:pt x="50455" y="7796"/>
                  </a:lnTo>
                  <a:lnTo>
                    <a:pt x="44997" y="6170"/>
                  </a:lnTo>
                  <a:lnTo>
                    <a:pt x="39487" y="4730"/>
                  </a:lnTo>
                  <a:lnTo>
                    <a:pt x="33932" y="3480"/>
                  </a:lnTo>
                  <a:lnTo>
                    <a:pt x="28337" y="2419"/>
                  </a:lnTo>
                  <a:lnTo>
                    <a:pt x="22709" y="1549"/>
                  </a:lnTo>
                  <a:lnTo>
                    <a:pt x="17055" y="872"/>
                  </a:lnTo>
                  <a:lnTo>
                    <a:pt x="11381" y="387"/>
                  </a:lnTo>
                  <a:lnTo>
                    <a:pt x="569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4943643" y="941493"/>
              <a:ext cx="79901" cy="167167"/>
            </a:xfrm>
            <a:custGeom>
              <a:avLst/>
              <a:pathLst>
                <a:path w="79901" h="167167">
                  <a:moveTo>
                    <a:pt x="79901" y="0"/>
                  </a:moveTo>
                  <a:lnTo>
                    <a:pt x="73951" y="105"/>
                  </a:lnTo>
                  <a:lnTo>
                    <a:pt x="68010" y="423"/>
                  </a:lnTo>
                  <a:lnTo>
                    <a:pt x="62083" y="952"/>
                  </a:lnTo>
                  <a:lnTo>
                    <a:pt x="56179" y="1691"/>
                  </a:lnTo>
                  <a:lnTo>
                    <a:pt x="50305" y="2640"/>
                  </a:lnTo>
                  <a:lnTo>
                    <a:pt x="44469" y="3798"/>
                  </a:lnTo>
                  <a:lnTo>
                    <a:pt x="38677" y="5162"/>
                  </a:lnTo>
                  <a:lnTo>
                    <a:pt x="32938" y="6732"/>
                  </a:lnTo>
                  <a:lnTo>
                    <a:pt x="27258" y="8505"/>
                  </a:lnTo>
                  <a:lnTo>
                    <a:pt x="21644" y="10479"/>
                  </a:lnTo>
                  <a:lnTo>
                    <a:pt x="16105" y="12651"/>
                  </a:lnTo>
                  <a:lnTo>
                    <a:pt x="10647" y="15020"/>
                  </a:lnTo>
                  <a:lnTo>
                    <a:pt x="5276" y="17581"/>
                  </a:lnTo>
                  <a:lnTo>
                    <a:pt x="0" y="20331"/>
                  </a:lnTo>
                  <a:lnTo>
                    <a:pt x="7990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3643" y="961824"/>
              <a:ext cx="79901" cy="146835"/>
            </a:xfrm>
            <a:custGeom>
              <a:avLst/>
              <a:pathLst>
                <a:path w="79901" h="146835">
                  <a:moveTo>
                    <a:pt x="0" y="0"/>
                  </a:moveTo>
                  <a:lnTo>
                    <a:pt x="79901" y="1468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856378" y="949088"/>
              <a:ext cx="334332" cy="326725"/>
            </a:xfrm>
            <a:custGeom>
              <a:avLst/>
              <a:pathLst>
                <a:path w="334332" h="326725">
                  <a:moveTo>
                    <a:pt x="87264" y="12736"/>
                  </a:moveTo>
                  <a:lnTo>
                    <a:pt x="82652" y="15342"/>
                  </a:lnTo>
                  <a:lnTo>
                    <a:pt x="78124" y="18092"/>
                  </a:lnTo>
                  <a:lnTo>
                    <a:pt x="73686" y="20984"/>
                  </a:lnTo>
                  <a:lnTo>
                    <a:pt x="69342" y="24015"/>
                  </a:lnTo>
                  <a:lnTo>
                    <a:pt x="65096" y="27183"/>
                  </a:lnTo>
                  <a:lnTo>
                    <a:pt x="60953" y="30483"/>
                  </a:lnTo>
                  <a:lnTo>
                    <a:pt x="56916" y="33913"/>
                  </a:lnTo>
                  <a:lnTo>
                    <a:pt x="52990" y="37469"/>
                  </a:lnTo>
                  <a:lnTo>
                    <a:pt x="49179" y="41148"/>
                  </a:lnTo>
                  <a:lnTo>
                    <a:pt x="45486" y="44946"/>
                  </a:lnTo>
                  <a:lnTo>
                    <a:pt x="41915" y="48859"/>
                  </a:lnTo>
                  <a:lnTo>
                    <a:pt x="38470" y="52883"/>
                  </a:lnTo>
                  <a:lnTo>
                    <a:pt x="35154" y="57014"/>
                  </a:lnTo>
                  <a:lnTo>
                    <a:pt x="31971" y="61248"/>
                  </a:lnTo>
                  <a:lnTo>
                    <a:pt x="28924" y="65581"/>
                  </a:lnTo>
                  <a:lnTo>
                    <a:pt x="26015" y="70008"/>
                  </a:lnTo>
                  <a:lnTo>
                    <a:pt x="23248" y="74525"/>
                  </a:lnTo>
                  <a:lnTo>
                    <a:pt x="20626" y="79128"/>
                  </a:lnTo>
                  <a:lnTo>
                    <a:pt x="18151" y="83811"/>
                  </a:lnTo>
                  <a:lnTo>
                    <a:pt x="15825" y="88571"/>
                  </a:lnTo>
                  <a:lnTo>
                    <a:pt x="13651" y="93401"/>
                  </a:lnTo>
                  <a:lnTo>
                    <a:pt x="11632" y="98298"/>
                  </a:lnTo>
                  <a:lnTo>
                    <a:pt x="9769" y="103257"/>
                  </a:lnTo>
                  <a:lnTo>
                    <a:pt x="8063" y="108272"/>
                  </a:lnTo>
                  <a:lnTo>
                    <a:pt x="6518" y="113339"/>
                  </a:lnTo>
                  <a:lnTo>
                    <a:pt x="5134" y="118452"/>
                  </a:lnTo>
                  <a:lnTo>
                    <a:pt x="3912" y="123607"/>
                  </a:lnTo>
                  <a:lnTo>
                    <a:pt x="2855" y="128797"/>
                  </a:lnTo>
                  <a:lnTo>
                    <a:pt x="1962" y="134019"/>
                  </a:lnTo>
                  <a:lnTo>
                    <a:pt x="1235" y="139266"/>
                  </a:lnTo>
                  <a:lnTo>
                    <a:pt x="675" y="144533"/>
                  </a:lnTo>
                  <a:lnTo>
                    <a:pt x="282" y="149816"/>
                  </a:lnTo>
                  <a:lnTo>
                    <a:pt x="57" y="155108"/>
                  </a:lnTo>
                  <a:lnTo>
                    <a:pt x="0" y="160405"/>
                  </a:lnTo>
                  <a:lnTo>
                    <a:pt x="110" y="165701"/>
                  </a:lnTo>
                  <a:lnTo>
                    <a:pt x="388" y="170991"/>
                  </a:lnTo>
                  <a:lnTo>
                    <a:pt x="833" y="176269"/>
                  </a:lnTo>
                  <a:lnTo>
                    <a:pt x="1446" y="181531"/>
                  </a:lnTo>
                  <a:lnTo>
                    <a:pt x="2225" y="186771"/>
                  </a:lnTo>
                  <a:lnTo>
                    <a:pt x="3169" y="191983"/>
                  </a:lnTo>
                  <a:lnTo>
                    <a:pt x="4279" y="197163"/>
                  </a:lnTo>
                  <a:lnTo>
                    <a:pt x="5552" y="202305"/>
                  </a:lnTo>
                  <a:lnTo>
                    <a:pt x="6987" y="207404"/>
                  </a:lnTo>
                  <a:lnTo>
                    <a:pt x="8583" y="212455"/>
                  </a:lnTo>
                  <a:lnTo>
                    <a:pt x="10338" y="217453"/>
                  </a:lnTo>
                  <a:lnTo>
                    <a:pt x="12250" y="222393"/>
                  </a:lnTo>
                  <a:lnTo>
                    <a:pt x="14319" y="227270"/>
                  </a:lnTo>
                  <a:lnTo>
                    <a:pt x="16540" y="232078"/>
                  </a:lnTo>
                  <a:lnTo>
                    <a:pt x="18913" y="236814"/>
                  </a:lnTo>
                  <a:lnTo>
                    <a:pt x="21435" y="241473"/>
                  </a:lnTo>
                  <a:lnTo>
                    <a:pt x="24103" y="246049"/>
                  </a:lnTo>
                  <a:lnTo>
                    <a:pt x="26915" y="250538"/>
                  </a:lnTo>
                  <a:lnTo>
                    <a:pt x="29867" y="254936"/>
                  </a:lnTo>
                  <a:lnTo>
                    <a:pt x="32958" y="259239"/>
                  </a:lnTo>
                  <a:lnTo>
                    <a:pt x="36183" y="263441"/>
                  </a:lnTo>
                  <a:lnTo>
                    <a:pt x="39540" y="267539"/>
                  </a:lnTo>
                  <a:lnTo>
                    <a:pt x="43025" y="271528"/>
                  </a:lnTo>
                  <a:lnTo>
                    <a:pt x="46634" y="275405"/>
                  </a:lnTo>
                  <a:lnTo>
                    <a:pt x="50365" y="279166"/>
                  </a:lnTo>
                  <a:lnTo>
                    <a:pt x="54213" y="282807"/>
                  </a:lnTo>
                  <a:lnTo>
                    <a:pt x="58174" y="286324"/>
                  </a:lnTo>
                  <a:lnTo>
                    <a:pt x="62245" y="289713"/>
                  </a:lnTo>
                  <a:lnTo>
                    <a:pt x="66421" y="292972"/>
                  </a:lnTo>
                  <a:lnTo>
                    <a:pt x="70698" y="296097"/>
                  </a:lnTo>
                  <a:lnTo>
                    <a:pt x="75072" y="299085"/>
                  </a:lnTo>
                  <a:lnTo>
                    <a:pt x="79539" y="301933"/>
                  </a:lnTo>
                  <a:lnTo>
                    <a:pt x="84093" y="304638"/>
                  </a:lnTo>
                  <a:lnTo>
                    <a:pt x="88731" y="307197"/>
                  </a:lnTo>
                  <a:lnTo>
                    <a:pt x="93448" y="309608"/>
                  </a:lnTo>
                  <a:lnTo>
                    <a:pt x="98239" y="311868"/>
                  </a:lnTo>
                  <a:lnTo>
                    <a:pt x="103099" y="313976"/>
                  </a:lnTo>
                  <a:lnTo>
                    <a:pt x="108023" y="315928"/>
                  </a:lnTo>
                  <a:lnTo>
                    <a:pt x="113006" y="317723"/>
                  </a:lnTo>
                  <a:lnTo>
                    <a:pt x="118045" y="319360"/>
                  </a:lnTo>
                  <a:lnTo>
                    <a:pt x="123132" y="320836"/>
                  </a:lnTo>
                  <a:lnTo>
                    <a:pt x="128264" y="322150"/>
                  </a:lnTo>
                  <a:lnTo>
                    <a:pt x="133434" y="323301"/>
                  </a:lnTo>
                  <a:lnTo>
                    <a:pt x="138639" y="324288"/>
                  </a:lnTo>
                  <a:lnTo>
                    <a:pt x="143872" y="325109"/>
                  </a:lnTo>
                  <a:lnTo>
                    <a:pt x="149128" y="325764"/>
                  </a:lnTo>
                  <a:lnTo>
                    <a:pt x="154403" y="326252"/>
                  </a:lnTo>
                  <a:lnTo>
                    <a:pt x="159691" y="326572"/>
                  </a:lnTo>
                  <a:lnTo>
                    <a:pt x="164986" y="326725"/>
                  </a:lnTo>
                  <a:lnTo>
                    <a:pt x="170283" y="326710"/>
                  </a:lnTo>
                  <a:lnTo>
                    <a:pt x="175577" y="326528"/>
                  </a:lnTo>
                  <a:lnTo>
                    <a:pt x="180862" y="326177"/>
                  </a:lnTo>
                  <a:lnTo>
                    <a:pt x="186134" y="325660"/>
                  </a:lnTo>
                  <a:lnTo>
                    <a:pt x="191387" y="324975"/>
                  </a:lnTo>
                  <a:lnTo>
                    <a:pt x="196616" y="324125"/>
                  </a:lnTo>
                  <a:lnTo>
                    <a:pt x="201814" y="323109"/>
                  </a:lnTo>
                  <a:lnTo>
                    <a:pt x="206979" y="321929"/>
                  </a:lnTo>
                  <a:lnTo>
                    <a:pt x="212103" y="320586"/>
                  </a:lnTo>
                  <a:lnTo>
                    <a:pt x="217182" y="319082"/>
                  </a:lnTo>
                  <a:lnTo>
                    <a:pt x="222210" y="317417"/>
                  </a:lnTo>
                  <a:lnTo>
                    <a:pt x="227184" y="315593"/>
                  </a:lnTo>
                  <a:lnTo>
                    <a:pt x="232097" y="313613"/>
                  </a:lnTo>
                  <a:lnTo>
                    <a:pt x="236945" y="311479"/>
                  </a:lnTo>
                  <a:lnTo>
                    <a:pt x="241723" y="309192"/>
                  </a:lnTo>
                  <a:lnTo>
                    <a:pt x="246426" y="306754"/>
                  </a:lnTo>
                  <a:lnTo>
                    <a:pt x="251050" y="304169"/>
                  </a:lnTo>
                  <a:lnTo>
                    <a:pt x="255589" y="301439"/>
                  </a:lnTo>
                  <a:lnTo>
                    <a:pt x="260040" y="298566"/>
                  </a:lnTo>
                  <a:lnTo>
                    <a:pt x="264397" y="295553"/>
                  </a:lnTo>
                  <a:lnTo>
                    <a:pt x="268657" y="292404"/>
                  </a:lnTo>
                  <a:lnTo>
                    <a:pt x="272814" y="289122"/>
                  </a:lnTo>
                  <a:lnTo>
                    <a:pt x="276866" y="285709"/>
                  </a:lnTo>
                  <a:lnTo>
                    <a:pt x="280807" y="282170"/>
                  </a:lnTo>
                  <a:lnTo>
                    <a:pt x="284635" y="278508"/>
                  </a:lnTo>
                  <a:lnTo>
                    <a:pt x="288344" y="274727"/>
                  </a:lnTo>
                  <a:lnTo>
                    <a:pt x="291932" y="270829"/>
                  </a:lnTo>
                  <a:lnTo>
                    <a:pt x="295394" y="266820"/>
                  </a:lnTo>
                  <a:lnTo>
                    <a:pt x="298728" y="262704"/>
                  </a:lnTo>
                  <a:lnTo>
                    <a:pt x="301929" y="258483"/>
                  </a:lnTo>
                  <a:lnTo>
                    <a:pt x="304996" y="254164"/>
                  </a:lnTo>
                  <a:lnTo>
                    <a:pt x="307924" y="249749"/>
                  </a:lnTo>
                  <a:lnTo>
                    <a:pt x="310710" y="245244"/>
                  </a:lnTo>
                  <a:lnTo>
                    <a:pt x="313352" y="240653"/>
                  </a:lnTo>
                  <a:lnTo>
                    <a:pt x="315848" y="235981"/>
                  </a:lnTo>
                  <a:lnTo>
                    <a:pt x="318194" y="231231"/>
                  </a:lnTo>
                  <a:lnTo>
                    <a:pt x="320389" y="226410"/>
                  </a:lnTo>
                  <a:lnTo>
                    <a:pt x="322430" y="221522"/>
                  </a:lnTo>
                  <a:lnTo>
                    <a:pt x="324315" y="216571"/>
                  </a:lnTo>
                  <a:lnTo>
                    <a:pt x="326042" y="211564"/>
                  </a:lnTo>
                  <a:lnTo>
                    <a:pt x="327609" y="206504"/>
                  </a:lnTo>
                  <a:lnTo>
                    <a:pt x="329016" y="201397"/>
                  </a:lnTo>
                  <a:lnTo>
                    <a:pt x="330260" y="196248"/>
                  </a:lnTo>
                  <a:lnTo>
                    <a:pt x="331340" y="191062"/>
                  </a:lnTo>
                  <a:lnTo>
                    <a:pt x="332255" y="185844"/>
                  </a:lnTo>
                  <a:lnTo>
                    <a:pt x="333004" y="180600"/>
                  </a:lnTo>
                  <a:lnTo>
                    <a:pt x="333587" y="175335"/>
                  </a:lnTo>
                  <a:lnTo>
                    <a:pt x="334003" y="170054"/>
                  </a:lnTo>
                  <a:lnTo>
                    <a:pt x="334252" y="164763"/>
                  </a:lnTo>
                  <a:lnTo>
                    <a:pt x="334332" y="159466"/>
                  </a:lnTo>
                  <a:lnTo>
                    <a:pt x="334245" y="154170"/>
                  </a:lnTo>
                  <a:lnTo>
                    <a:pt x="333990" y="148879"/>
                  </a:lnTo>
                  <a:lnTo>
                    <a:pt x="333567" y="143599"/>
                  </a:lnTo>
                  <a:lnTo>
                    <a:pt x="332978" y="138334"/>
                  </a:lnTo>
                  <a:lnTo>
                    <a:pt x="332222" y="133091"/>
                  </a:lnTo>
                  <a:lnTo>
                    <a:pt x="331300" y="127875"/>
                  </a:lnTo>
                  <a:lnTo>
                    <a:pt x="330213" y="122690"/>
                  </a:lnTo>
                  <a:lnTo>
                    <a:pt x="328963" y="117543"/>
                  </a:lnTo>
                  <a:lnTo>
                    <a:pt x="327550" y="112438"/>
                  </a:lnTo>
                  <a:lnTo>
                    <a:pt x="325976" y="107380"/>
                  </a:lnTo>
                  <a:lnTo>
                    <a:pt x="324242" y="102374"/>
                  </a:lnTo>
                  <a:lnTo>
                    <a:pt x="322351" y="97426"/>
                  </a:lnTo>
                  <a:lnTo>
                    <a:pt x="320304" y="92540"/>
                  </a:lnTo>
                  <a:lnTo>
                    <a:pt x="318104" y="87722"/>
                  </a:lnTo>
                  <a:lnTo>
                    <a:pt x="315751" y="82976"/>
                  </a:lnTo>
                  <a:lnTo>
                    <a:pt x="313250" y="78306"/>
                  </a:lnTo>
                  <a:lnTo>
                    <a:pt x="310602" y="73718"/>
                  </a:lnTo>
                  <a:lnTo>
                    <a:pt x="307809" y="69217"/>
                  </a:lnTo>
                  <a:lnTo>
                    <a:pt x="304876" y="64806"/>
                  </a:lnTo>
                  <a:lnTo>
                    <a:pt x="301804" y="60490"/>
                  </a:lnTo>
                  <a:lnTo>
                    <a:pt x="298597" y="56274"/>
                  </a:lnTo>
                  <a:lnTo>
                    <a:pt x="295258" y="52162"/>
                  </a:lnTo>
                  <a:lnTo>
                    <a:pt x="291791" y="48157"/>
                  </a:lnTo>
                  <a:lnTo>
                    <a:pt x="288198" y="44264"/>
                  </a:lnTo>
                  <a:lnTo>
                    <a:pt x="284484" y="40488"/>
                  </a:lnTo>
                  <a:lnTo>
                    <a:pt x="280652" y="36830"/>
                  </a:lnTo>
                  <a:lnTo>
                    <a:pt x="276706" y="33296"/>
                  </a:lnTo>
                  <a:lnTo>
                    <a:pt x="272650" y="29889"/>
                  </a:lnTo>
                  <a:lnTo>
                    <a:pt x="268488" y="26612"/>
                  </a:lnTo>
                  <a:lnTo>
                    <a:pt x="264225" y="23468"/>
                  </a:lnTo>
                  <a:lnTo>
                    <a:pt x="259864" y="20461"/>
                  </a:lnTo>
                  <a:lnTo>
                    <a:pt x="255410" y="17594"/>
                  </a:lnTo>
                  <a:lnTo>
                    <a:pt x="250867" y="14869"/>
                  </a:lnTo>
                  <a:lnTo>
                    <a:pt x="246240" y="12290"/>
                  </a:lnTo>
                  <a:lnTo>
                    <a:pt x="241534" y="9858"/>
                  </a:lnTo>
                  <a:lnTo>
                    <a:pt x="236753" y="7577"/>
                  </a:lnTo>
                  <a:lnTo>
                    <a:pt x="231902" y="5449"/>
                  </a:lnTo>
                  <a:lnTo>
                    <a:pt x="226987" y="3475"/>
                  </a:lnTo>
                  <a:lnTo>
                    <a:pt x="222011" y="1658"/>
                  </a:lnTo>
                  <a:lnTo>
                    <a:pt x="216980" y="0"/>
                  </a:lnTo>
                  <a:lnTo>
                    <a:pt x="167165" y="1595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023544" y="941493"/>
              <a:ext cx="49814" cy="167167"/>
            </a:xfrm>
            <a:custGeom>
              <a:avLst/>
              <a:pathLst>
                <a:path w="49814" h="167167">
                  <a:moveTo>
                    <a:pt x="49814" y="7594"/>
                  </a:moveTo>
                  <a:lnTo>
                    <a:pt x="43745" y="5825"/>
                  </a:lnTo>
                  <a:lnTo>
                    <a:pt x="37612" y="4286"/>
                  </a:lnTo>
                  <a:lnTo>
                    <a:pt x="31426" y="2980"/>
                  </a:lnTo>
                  <a:lnTo>
                    <a:pt x="25195" y="1909"/>
                  </a:lnTo>
                  <a:lnTo>
                    <a:pt x="18928" y="1075"/>
                  </a:lnTo>
                  <a:lnTo>
                    <a:pt x="12633" y="478"/>
                  </a:lnTo>
                  <a:lnTo>
                    <a:pt x="6321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43130" y="941493"/>
              <a:ext cx="43085" cy="167167"/>
            </a:xfrm>
            <a:custGeom>
              <a:avLst/>
              <a:pathLst>
                <a:path w="43085" h="167167">
                  <a:moveTo>
                    <a:pt x="43085" y="0"/>
                  </a:moveTo>
                  <a:lnTo>
                    <a:pt x="36861" y="115"/>
                  </a:lnTo>
                  <a:lnTo>
                    <a:pt x="30646" y="463"/>
                  </a:lnTo>
                  <a:lnTo>
                    <a:pt x="24448" y="1042"/>
                  </a:lnTo>
                  <a:lnTo>
                    <a:pt x="18275" y="1851"/>
                  </a:lnTo>
                  <a:lnTo>
                    <a:pt x="12138" y="2889"/>
                  </a:lnTo>
                  <a:lnTo>
                    <a:pt x="6043" y="4155"/>
                  </a:lnTo>
                  <a:lnTo>
                    <a:pt x="0" y="5647"/>
                  </a:lnTo>
                  <a:lnTo>
                    <a:pt x="4308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3130" y="947141"/>
              <a:ext cx="43085" cy="161519"/>
            </a:xfrm>
            <a:custGeom>
              <a:avLst/>
              <a:pathLst>
                <a:path w="43085" h="161519">
                  <a:moveTo>
                    <a:pt x="0" y="0"/>
                  </a:moveTo>
                  <a:lnTo>
                    <a:pt x="43085" y="1615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048" y="947141"/>
              <a:ext cx="187186" cy="328682"/>
            </a:xfrm>
            <a:custGeom>
              <a:avLst/>
              <a:pathLst>
                <a:path w="187186" h="328682">
                  <a:moveTo>
                    <a:pt x="124082" y="0"/>
                  </a:moveTo>
                  <a:lnTo>
                    <a:pt x="118948" y="1457"/>
                  </a:lnTo>
                  <a:lnTo>
                    <a:pt x="113863" y="3078"/>
                  </a:lnTo>
                  <a:lnTo>
                    <a:pt x="108833" y="4860"/>
                  </a:lnTo>
                  <a:lnTo>
                    <a:pt x="103862" y="6802"/>
                  </a:lnTo>
                  <a:lnTo>
                    <a:pt x="98956" y="8901"/>
                  </a:lnTo>
                  <a:lnTo>
                    <a:pt x="94119" y="11156"/>
                  </a:lnTo>
                  <a:lnTo>
                    <a:pt x="89357" y="13565"/>
                  </a:lnTo>
                  <a:lnTo>
                    <a:pt x="84674" y="16124"/>
                  </a:lnTo>
                  <a:lnTo>
                    <a:pt x="80075" y="18831"/>
                  </a:lnTo>
                  <a:lnTo>
                    <a:pt x="75565" y="21683"/>
                  </a:lnTo>
                  <a:lnTo>
                    <a:pt x="71148" y="24679"/>
                  </a:lnTo>
                  <a:lnTo>
                    <a:pt x="66829" y="27813"/>
                  </a:lnTo>
                  <a:lnTo>
                    <a:pt x="62612" y="31084"/>
                  </a:lnTo>
                  <a:lnTo>
                    <a:pt x="58502" y="34488"/>
                  </a:lnTo>
                  <a:lnTo>
                    <a:pt x="54503" y="38021"/>
                  </a:lnTo>
                  <a:lnTo>
                    <a:pt x="50618" y="41680"/>
                  </a:lnTo>
                  <a:lnTo>
                    <a:pt x="46852" y="45462"/>
                  </a:lnTo>
                  <a:lnTo>
                    <a:pt x="43209" y="49361"/>
                  </a:lnTo>
                  <a:lnTo>
                    <a:pt x="39692" y="53375"/>
                  </a:lnTo>
                  <a:lnTo>
                    <a:pt x="36305" y="57499"/>
                  </a:lnTo>
                  <a:lnTo>
                    <a:pt x="33052" y="61729"/>
                  </a:lnTo>
                  <a:lnTo>
                    <a:pt x="29935" y="66061"/>
                  </a:lnTo>
                  <a:lnTo>
                    <a:pt x="26958" y="70490"/>
                  </a:lnTo>
                  <a:lnTo>
                    <a:pt x="24123" y="75012"/>
                  </a:lnTo>
                  <a:lnTo>
                    <a:pt x="21435" y="79622"/>
                  </a:lnTo>
                  <a:lnTo>
                    <a:pt x="18895" y="84315"/>
                  </a:lnTo>
                  <a:lnTo>
                    <a:pt x="16506" y="89087"/>
                  </a:lnTo>
                  <a:lnTo>
                    <a:pt x="14271" y="93933"/>
                  </a:lnTo>
                  <a:lnTo>
                    <a:pt x="12192" y="98848"/>
                  </a:lnTo>
                  <a:lnTo>
                    <a:pt x="10270" y="103827"/>
                  </a:lnTo>
                  <a:lnTo>
                    <a:pt x="8509" y="108864"/>
                  </a:lnTo>
                  <a:lnTo>
                    <a:pt x="6909" y="113955"/>
                  </a:lnTo>
                  <a:lnTo>
                    <a:pt x="5472" y="119095"/>
                  </a:lnTo>
                  <a:lnTo>
                    <a:pt x="4200" y="124278"/>
                  </a:lnTo>
                  <a:lnTo>
                    <a:pt x="3095" y="129499"/>
                  </a:lnTo>
                  <a:lnTo>
                    <a:pt x="2156" y="134752"/>
                  </a:lnTo>
                  <a:lnTo>
                    <a:pt x="1386" y="140033"/>
                  </a:lnTo>
                  <a:lnTo>
                    <a:pt x="785" y="145335"/>
                  </a:lnTo>
                  <a:lnTo>
                    <a:pt x="353" y="150654"/>
                  </a:lnTo>
                  <a:lnTo>
                    <a:pt x="91" y="155985"/>
                  </a:lnTo>
                  <a:lnTo>
                    <a:pt x="0" y="161320"/>
                  </a:lnTo>
                  <a:lnTo>
                    <a:pt x="78" y="166656"/>
                  </a:lnTo>
                  <a:lnTo>
                    <a:pt x="327" y="171987"/>
                  </a:lnTo>
                  <a:lnTo>
                    <a:pt x="747" y="177307"/>
                  </a:lnTo>
                  <a:lnTo>
                    <a:pt x="1335" y="182611"/>
                  </a:lnTo>
                  <a:lnTo>
                    <a:pt x="2093" y="187894"/>
                  </a:lnTo>
                  <a:lnTo>
                    <a:pt x="3019" y="193150"/>
                  </a:lnTo>
                  <a:lnTo>
                    <a:pt x="4112" y="198373"/>
                  </a:lnTo>
                  <a:lnTo>
                    <a:pt x="5372" y="203559"/>
                  </a:lnTo>
                  <a:lnTo>
                    <a:pt x="6796" y="208702"/>
                  </a:lnTo>
                  <a:lnTo>
                    <a:pt x="8384" y="213797"/>
                  </a:lnTo>
                  <a:lnTo>
                    <a:pt x="10134" y="218838"/>
                  </a:lnTo>
                  <a:lnTo>
                    <a:pt x="12043" y="223822"/>
                  </a:lnTo>
                  <a:lnTo>
                    <a:pt x="14111" y="228741"/>
                  </a:lnTo>
                  <a:lnTo>
                    <a:pt x="16335" y="233593"/>
                  </a:lnTo>
                  <a:lnTo>
                    <a:pt x="18712" y="238370"/>
                  </a:lnTo>
                  <a:lnTo>
                    <a:pt x="21241" y="243070"/>
                  </a:lnTo>
                  <a:lnTo>
                    <a:pt x="23918" y="247686"/>
                  </a:lnTo>
                  <a:lnTo>
                    <a:pt x="26742" y="252215"/>
                  </a:lnTo>
                  <a:lnTo>
                    <a:pt x="29708" y="256651"/>
                  </a:lnTo>
                  <a:lnTo>
                    <a:pt x="32815" y="260990"/>
                  </a:lnTo>
                  <a:lnTo>
                    <a:pt x="36058" y="265228"/>
                  </a:lnTo>
                  <a:lnTo>
                    <a:pt x="39435" y="269360"/>
                  </a:lnTo>
                  <a:lnTo>
                    <a:pt x="42943" y="273382"/>
                  </a:lnTo>
                  <a:lnTo>
                    <a:pt x="46577" y="277290"/>
                  </a:lnTo>
                  <a:lnTo>
                    <a:pt x="50333" y="281081"/>
                  </a:lnTo>
                  <a:lnTo>
                    <a:pt x="54209" y="284749"/>
                  </a:lnTo>
                  <a:lnTo>
                    <a:pt x="58200" y="288292"/>
                  </a:lnTo>
                  <a:lnTo>
                    <a:pt x="62302" y="291705"/>
                  </a:lnTo>
                  <a:lnTo>
                    <a:pt x="66511" y="294986"/>
                  </a:lnTo>
                  <a:lnTo>
                    <a:pt x="70823" y="298131"/>
                  </a:lnTo>
                  <a:lnTo>
                    <a:pt x="75233" y="301137"/>
                  </a:lnTo>
                  <a:lnTo>
                    <a:pt x="79736" y="304000"/>
                  </a:lnTo>
                  <a:lnTo>
                    <a:pt x="84328" y="306718"/>
                  </a:lnTo>
                  <a:lnTo>
                    <a:pt x="89005" y="309288"/>
                  </a:lnTo>
                  <a:lnTo>
                    <a:pt x="93762" y="311708"/>
                  </a:lnTo>
                  <a:lnTo>
                    <a:pt x="98593" y="313975"/>
                  </a:lnTo>
                  <a:lnTo>
                    <a:pt x="103495" y="316086"/>
                  </a:lnTo>
                  <a:lnTo>
                    <a:pt x="108461" y="318039"/>
                  </a:lnTo>
                  <a:lnTo>
                    <a:pt x="113487" y="319833"/>
                  </a:lnTo>
                  <a:lnTo>
                    <a:pt x="118567" y="321466"/>
                  </a:lnTo>
                  <a:lnTo>
                    <a:pt x="123698" y="322936"/>
                  </a:lnTo>
                  <a:lnTo>
                    <a:pt x="128872" y="324241"/>
                  </a:lnTo>
                  <a:lnTo>
                    <a:pt x="134086" y="325381"/>
                  </a:lnTo>
                  <a:lnTo>
                    <a:pt x="139333" y="326353"/>
                  </a:lnTo>
                  <a:lnTo>
                    <a:pt x="144608" y="327158"/>
                  </a:lnTo>
                  <a:lnTo>
                    <a:pt x="149907" y="327793"/>
                  </a:lnTo>
                  <a:lnTo>
                    <a:pt x="155223" y="328259"/>
                  </a:lnTo>
                  <a:lnTo>
                    <a:pt x="160552" y="328556"/>
                  </a:lnTo>
                  <a:lnTo>
                    <a:pt x="165887" y="328682"/>
                  </a:lnTo>
                  <a:lnTo>
                    <a:pt x="171223" y="328637"/>
                  </a:lnTo>
                  <a:lnTo>
                    <a:pt x="176556" y="328423"/>
                  </a:lnTo>
                  <a:lnTo>
                    <a:pt x="181878" y="328038"/>
                  </a:lnTo>
                  <a:lnTo>
                    <a:pt x="187186" y="327484"/>
                  </a:lnTo>
                  <a:lnTo>
                    <a:pt x="167167" y="1615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86215" y="941493"/>
              <a:ext cx="167154" cy="333131"/>
            </a:xfrm>
            <a:custGeom>
              <a:avLst/>
              <a:pathLst>
                <a:path w="167154" h="333131">
                  <a:moveTo>
                    <a:pt x="20019" y="333131"/>
                  </a:moveTo>
                  <a:lnTo>
                    <a:pt x="25286" y="332411"/>
                  </a:lnTo>
                  <a:lnTo>
                    <a:pt x="30528" y="331523"/>
                  </a:lnTo>
                  <a:lnTo>
                    <a:pt x="35739" y="330469"/>
                  </a:lnTo>
                  <a:lnTo>
                    <a:pt x="40914" y="329250"/>
                  </a:lnTo>
                  <a:lnTo>
                    <a:pt x="46048" y="327867"/>
                  </a:lnTo>
                  <a:lnTo>
                    <a:pt x="51135" y="326321"/>
                  </a:lnTo>
                  <a:lnTo>
                    <a:pt x="56170" y="324615"/>
                  </a:lnTo>
                  <a:lnTo>
                    <a:pt x="61149" y="322749"/>
                  </a:lnTo>
                  <a:lnTo>
                    <a:pt x="66066" y="320725"/>
                  </a:lnTo>
                  <a:lnTo>
                    <a:pt x="70915" y="318547"/>
                  </a:lnTo>
                  <a:lnTo>
                    <a:pt x="75693" y="316215"/>
                  </a:lnTo>
                  <a:lnTo>
                    <a:pt x="80395" y="313733"/>
                  </a:lnTo>
                  <a:lnTo>
                    <a:pt x="85015" y="311102"/>
                  </a:lnTo>
                  <a:lnTo>
                    <a:pt x="89549" y="308326"/>
                  </a:lnTo>
                  <a:lnTo>
                    <a:pt x="93993" y="305407"/>
                  </a:lnTo>
                  <a:lnTo>
                    <a:pt x="98342" y="302348"/>
                  </a:lnTo>
                  <a:lnTo>
                    <a:pt x="102591" y="299152"/>
                  </a:lnTo>
                  <a:lnTo>
                    <a:pt x="106736" y="295823"/>
                  </a:lnTo>
                  <a:lnTo>
                    <a:pt x="110773" y="292363"/>
                  </a:lnTo>
                  <a:lnTo>
                    <a:pt x="114698" y="288777"/>
                  </a:lnTo>
                  <a:lnTo>
                    <a:pt x="118508" y="285068"/>
                  </a:lnTo>
                  <a:lnTo>
                    <a:pt x="122197" y="281240"/>
                  </a:lnTo>
                  <a:lnTo>
                    <a:pt x="125763" y="277297"/>
                  </a:lnTo>
                  <a:lnTo>
                    <a:pt x="129201" y="273242"/>
                  </a:lnTo>
                  <a:lnTo>
                    <a:pt x="132509" y="269079"/>
                  </a:lnTo>
                  <a:lnTo>
                    <a:pt x="135683" y="264814"/>
                  </a:lnTo>
                  <a:lnTo>
                    <a:pt x="138720" y="260450"/>
                  </a:lnTo>
                  <a:lnTo>
                    <a:pt x="141616" y="255991"/>
                  </a:lnTo>
                  <a:lnTo>
                    <a:pt x="144369" y="251443"/>
                  </a:lnTo>
                  <a:lnTo>
                    <a:pt x="146976" y="246809"/>
                  </a:lnTo>
                  <a:lnTo>
                    <a:pt x="149434" y="242095"/>
                  </a:lnTo>
                  <a:lnTo>
                    <a:pt x="151741" y="237305"/>
                  </a:lnTo>
                  <a:lnTo>
                    <a:pt x="153895" y="232444"/>
                  </a:lnTo>
                  <a:lnTo>
                    <a:pt x="155893" y="227517"/>
                  </a:lnTo>
                  <a:lnTo>
                    <a:pt x="157733" y="222529"/>
                  </a:lnTo>
                  <a:lnTo>
                    <a:pt x="159414" y="217485"/>
                  </a:lnTo>
                  <a:lnTo>
                    <a:pt x="160934" y="212390"/>
                  </a:lnTo>
                  <a:lnTo>
                    <a:pt x="162290" y="207249"/>
                  </a:lnTo>
                  <a:lnTo>
                    <a:pt x="163483" y="202068"/>
                  </a:lnTo>
                  <a:lnTo>
                    <a:pt x="164510" y="196852"/>
                  </a:lnTo>
                  <a:lnTo>
                    <a:pt x="165371" y="191605"/>
                  </a:lnTo>
                  <a:lnTo>
                    <a:pt x="166064" y="186334"/>
                  </a:lnTo>
                  <a:lnTo>
                    <a:pt x="166590" y="181043"/>
                  </a:lnTo>
                  <a:lnTo>
                    <a:pt x="166947" y="175739"/>
                  </a:lnTo>
                  <a:lnTo>
                    <a:pt x="167135" y="170425"/>
                  </a:lnTo>
                  <a:lnTo>
                    <a:pt x="167154" y="165109"/>
                  </a:lnTo>
                  <a:lnTo>
                    <a:pt x="167004" y="159794"/>
                  </a:lnTo>
                  <a:lnTo>
                    <a:pt x="166685" y="154487"/>
                  </a:lnTo>
                  <a:lnTo>
                    <a:pt x="166198" y="149193"/>
                  </a:lnTo>
                  <a:lnTo>
                    <a:pt x="165542" y="143917"/>
                  </a:lnTo>
                  <a:lnTo>
                    <a:pt x="164719" y="138664"/>
                  </a:lnTo>
                  <a:lnTo>
                    <a:pt x="163729" y="133440"/>
                  </a:lnTo>
                  <a:lnTo>
                    <a:pt x="162574" y="128251"/>
                  </a:lnTo>
                  <a:lnTo>
                    <a:pt x="161254" y="123100"/>
                  </a:lnTo>
                  <a:lnTo>
                    <a:pt x="159771" y="117995"/>
                  </a:lnTo>
                  <a:lnTo>
                    <a:pt x="158127" y="112939"/>
                  </a:lnTo>
                  <a:lnTo>
                    <a:pt x="156322" y="107938"/>
                  </a:lnTo>
                  <a:lnTo>
                    <a:pt x="154360" y="102997"/>
                  </a:lnTo>
                  <a:lnTo>
                    <a:pt x="152241" y="98120"/>
                  </a:lnTo>
                  <a:lnTo>
                    <a:pt x="149968" y="93314"/>
                  </a:lnTo>
                  <a:lnTo>
                    <a:pt x="147544" y="88582"/>
                  </a:lnTo>
                  <a:lnTo>
                    <a:pt x="144970" y="83930"/>
                  </a:lnTo>
                  <a:lnTo>
                    <a:pt x="142250" y="79362"/>
                  </a:lnTo>
                  <a:lnTo>
                    <a:pt x="139386" y="74883"/>
                  </a:lnTo>
                  <a:lnTo>
                    <a:pt x="136381" y="70497"/>
                  </a:lnTo>
                  <a:lnTo>
                    <a:pt x="133238" y="66209"/>
                  </a:lnTo>
                  <a:lnTo>
                    <a:pt x="129960" y="62023"/>
                  </a:lnTo>
                  <a:lnTo>
                    <a:pt x="126550" y="57943"/>
                  </a:lnTo>
                  <a:lnTo>
                    <a:pt x="123013" y="53974"/>
                  </a:lnTo>
                  <a:lnTo>
                    <a:pt x="119351" y="50119"/>
                  </a:lnTo>
                  <a:lnTo>
                    <a:pt x="115569" y="46383"/>
                  </a:lnTo>
                  <a:lnTo>
                    <a:pt x="111669" y="42769"/>
                  </a:lnTo>
                  <a:lnTo>
                    <a:pt x="107657" y="39281"/>
                  </a:lnTo>
                  <a:lnTo>
                    <a:pt x="103536" y="35922"/>
                  </a:lnTo>
                  <a:lnTo>
                    <a:pt x="99310" y="32696"/>
                  </a:lnTo>
                  <a:lnTo>
                    <a:pt x="94983" y="29606"/>
                  </a:lnTo>
                  <a:lnTo>
                    <a:pt x="90561" y="26655"/>
                  </a:lnTo>
                  <a:lnTo>
                    <a:pt x="86046" y="23846"/>
                  </a:lnTo>
                  <a:lnTo>
                    <a:pt x="81445" y="21182"/>
                  </a:lnTo>
                  <a:lnTo>
                    <a:pt x="76762" y="18666"/>
                  </a:lnTo>
                  <a:lnTo>
                    <a:pt x="72000" y="16300"/>
                  </a:lnTo>
                  <a:lnTo>
                    <a:pt x="67166" y="14087"/>
                  </a:lnTo>
                  <a:lnTo>
                    <a:pt x="62264" y="12028"/>
                  </a:lnTo>
                  <a:lnTo>
                    <a:pt x="57299" y="10127"/>
                  </a:lnTo>
                  <a:lnTo>
                    <a:pt x="52277" y="8384"/>
                  </a:lnTo>
                  <a:lnTo>
                    <a:pt x="47201" y="6802"/>
                  </a:lnTo>
                  <a:lnTo>
                    <a:pt x="42077" y="5382"/>
                  </a:lnTo>
                  <a:lnTo>
                    <a:pt x="36911" y="4126"/>
                  </a:lnTo>
                  <a:lnTo>
                    <a:pt x="31708" y="3034"/>
                  </a:lnTo>
                  <a:lnTo>
                    <a:pt x="26472" y="2109"/>
                  </a:lnTo>
                  <a:lnTo>
                    <a:pt x="21210" y="1351"/>
                  </a:lnTo>
                  <a:lnTo>
                    <a:pt x="15926" y="760"/>
                  </a:lnTo>
                  <a:lnTo>
                    <a:pt x="10626" y="338"/>
                  </a:lnTo>
                  <a:lnTo>
                    <a:pt x="5315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801629" y="1071028"/>
              <a:ext cx="162871" cy="167167"/>
            </a:xfrm>
            <a:custGeom>
              <a:avLst/>
              <a:pathLst>
                <a:path w="162871" h="167167">
                  <a:moveTo>
                    <a:pt x="162871" y="0"/>
                  </a:moveTo>
                  <a:lnTo>
                    <a:pt x="157394" y="89"/>
                  </a:lnTo>
                  <a:lnTo>
                    <a:pt x="151923" y="358"/>
                  </a:lnTo>
                  <a:lnTo>
                    <a:pt x="146463" y="807"/>
                  </a:lnTo>
                  <a:lnTo>
                    <a:pt x="141021" y="1434"/>
                  </a:lnTo>
                  <a:lnTo>
                    <a:pt x="135603" y="2239"/>
                  </a:lnTo>
                  <a:lnTo>
                    <a:pt x="130213" y="3221"/>
                  </a:lnTo>
                  <a:lnTo>
                    <a:pt x="124859" y="4379"/>
                  </a:lnTo>
                  <a:lnTo>
                    <a:pt x="119546" y="5712"/>
                  </a:lnTo>
                  <a:lnTo>
                    <a:pt x="114279" y="7218"/>
                  </a:lnTo>
                  <a:lnTo>
                    <a:pt x="109064" y="8896"/>
                  </a:lnTo>
                  <a:lnTo>
                    <a:pt x="103907" y="10744"/>
                  </a:lnTo>
                  <a:lnTo>
                    <a:pt x="98814" y="12760"/>
                  </a:lnTo>
                  <a:lnTo>
                    <a:pt x="93789" y="14942"/>
                  </a:lnTo>
                  <a:lnTo>
                    <a:pt x="88838" y="17287"/>
                  </a:lnTo>
                  <a:lnTo>
                    <a:pt x="83967" y="19793"/>
                  </a:lnTo>
                  <a:lnTo>
                    <a:pt x="79181" y="22457"/>
                  </a:lnTo>
                  <a:lnTo>
                    <a:pt x="74485" y="25277"/>
                  </a:lnTo>
                  <a:lnTo>
                    <a:pt x="69883" y="28249"/>
                  </a:lnTo>
                  <a:lnTo>
                    <a:pt x="65381" y="31371"/>
                  </a:lnTo>
                  <a:lnTo>
                    <a:pt x="60984" y="34638"/>
                  </a:lnTo>
                  <a:lnTo>
                    <a:pt x="56697" y="38047"/>
                  </a:lnTo>
                  <a:lnTo>
                    <a:pt x="52523" y="41596"/>
                  </a:lnTo>
                  <a:lnTo>
                    <a:pt x="48468" y="45279"/>
                  </a:lnTo>
                  <a:lnTo>
                    <a:pt x="44536" y="49092"/>
                  </a:lnTo>
                  <a:lnTo>
                    <a:pt x="40730" y="53033"/>
                  </a:lnTo>
                  <a:lnTo>
                    <a:pt x="37056" y="57096"/>
                  </a:lnTo>
                  <a:lnTo>
                    <a:pt x="33517" y="61278"/>
                  </a:lnTo>
                  <a:lnTo>
                    <a:pt x="30117" y="65573"/>
                  </a:lnTo>
                  <a:lnTo>
                    <a:pt x="26860" y="69977"/>
                  </a:lnTo>
                  <a:lnTo>
                    <a:pt x="23749" y="74486"/>
                  </a:lnTo>
                  <a:lnTo>
                    <a:pt x="20787" y="79094"/>
                  </a:lnTo>
                  <a:lnTo>
                    <a:pt x="17977" y="83797"/>
                  </a:lnTo>
                  <a:lnTo>
                    <a:pt x="15323" y="88589"/>
                  </a:lnTo>
                  <a:lnTo>
                    <a:pt x="12828" y="93466"/>
                  </a:lnTo>
                  <a:lnTo>
                    <a:pt x="10494" y="98421"/>
                  </a:lnTo>
                  <a:lnTo>
                    <a:pt x="8323" y="103451"/>
                  </a:lnTo>
                  <a:lnTo>
                    <a:pt x="6318" y="108549"/>
                  </a:lnTo>
                  <a:lnTo>
                    <a:pt x="4482" y="113710"/>
                  </a:lnTo>
                  <a:lnTo>
                    <a:pt x="2815" y="118928"/>
                  </a:lnTo>
                  <a:lnTo>
                    <a:pt x="1321" y="124198"/>
                  </a:lnTo>
                  <a:lnTo>
                    <a:pt x="0" y="129515"/>
                  </a:lnTo>
                  <a:lnTo>
                    <a:pt x="16287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1629" y="1200544"/>
              <a:ext cx="162871" cy="37652"/>
            </a:xfrm>
            <a:custGeom>
              <a:avLst/>
              <a:pathLst>
                <a:path w="162871" h="37652">
                  <a:moveTo>
                    <a:pt x="0" y="0"/>
                  </a:moveTo>
                  <a:lnTo>
                    <a:pt x="162871" y="37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6" y="1074839"/>
              <a:ext cx="334328" cy="330516"/>
            </a:xfrm>
            <a:custGeom>
              <a:avLst/>
              <a:pathLst>
                <a:path w="334328" h="330516">
                  <a:moveTo>
                    <a:pt x="4293" y="125704"/>
                  </a:moveTo>
                  <a:lnTo>
                    <a:pt x="3181" y="130888"/>
                  </a:lnTo>
                  <a:lnTo>
                    <a:pt x="2234" y="136104"/>
                  </a:lnTo>
                  <a:lnTo>
                    <a:pt x="1452" y="141348"/>
                  </a:lnTo>
                  <a:lnTo>
                    <a:pt x="838" y="146614"/>
                  </a:lnTo>
                  <a:lnTo>
                    <a:pt x="391" y="151897"/>
                  </a:lnTo>
                  <a:lnTo>
                    <a:pt x="111" y="157191"/>
                  </a:lnTo>
                  <a:lnTo>
                    <a:pt x="0" y="162491"/>
                  </a:lnTo>
                  <a:lnTo>
                    <a:pt x="56" y="167793"/>
                  </a:lnTo>
                  <a:lnTo>
                    <a:pt x="281" y="173090"/>
                  </a:lnTo>
                  <a:lnTo>
                    <a:pt x="673" y="178377"/>
                  </a:lnTo>
                  <a:lnTo>
                    <a:pt x="1233" y="183649"/>
                  </a:lnTo>
                  <a:lnTo>
                    <a:pt x="1960" y="188900"/>
                  </a:lnTo>
                  <a:lnTo>
                    <a:pt x="2853" y="194126"/>
                  </a:lnTo>
                  <a:lnTo>
                    <a:pt x="3912" y="199321"/>
                  </a:lnTo>
                  <a:lnTo>
                    <a:pt x="5134" y="204480"/>
                  </a:lnTo>
                  <a:lnTo>
                    <a:pt x="6520" y="209597"/>
                  </a:lnTo>
                  <a:lnTo>
                    <a:pt x="8067" y="214668"/>
                  </a:lnTo>
                  <a:lnTo>
                    <a:pt x="9774" y="219687"/>
                  </a:lnTo>
                  <a:lnTo>
                    <a:pt x="11640" y="224650"/>
                  </a:lnTo>
                  <a:lnTo>
                    <a:pt x="13661" y="229551"/>
                  </a:lnTo>
                  <a:lnTo>
                    <a:pt x="15838" y="234385"/>
                  </a:lnTo>
                  <a:lnTo>
                    <a:pt x="18166" y="239148"/>
                  </a:lnTo>
                  <a:lnTo>
                    <a:pt x="20644" y="243835"/>
                  </a:lnTo>
                  <a:lnTo>
                    <a:pt x="23270" y="248441"/>
                  </a:lnTo>
                  <a:lnTo>
                    <a:pt x="26041" y="252961"/>
                  </a:lnTo>
                  <a:lnTo>
                    <a:pt x="28953" y="257391"/>
                  </a:lnTo>
                  <a:lnTo>
                    <a:pt x="32004" y="261726"/>
                  </a:lnTo>
                  <a:lnTo>
                    <a:pt x="35192" y="265963"/>
                  </a:lnTo>
                  <a:lnTo>
                    <a:pt x="38512" y="270096"/>
                  </a:lnTo>
                  <a:lnTo>
                    <a:pt x="41961" y="274122"/>
                  </a:lnTo>
                  <a:lnTo>
                    <a:pt x="45536" y="278037"/>
                  </a:lnTo>
                  <a:lnTo>
                    <a:pt x="49234" y="281836"/>
                  </a:lnTo>
                  <a:lnTo>
                    <a:pt x="53051" y="285516"/>
                  </a:lnTo>
                  <a:lnTo>
                    <a:pt x="56982" y="289073"/>
                  </a:lnTo>
                  <a:lnTo>
                    <a:pt x="61024" y="292504"/>
                  </a:lnTo>
                  <a:lnTo>
                    <a:pt x="65172" y="295805"/>
                  </a:lnTo>
                  <a:lnTo>
                    <a:pt x="69424" y="298972"/>
                  </a:lnTo>
                  <a:lnTo>
                    <a:pt x="73773" y="302003"/>
                  </a:lnTo>
                  <a:lnTo>
                    <a:pt x="78217" y="304895"/>
                  </a:lnTo>
                  <a:lnTo>
                    <a:pt x="82750" y="307645"/>
                  </a:lnTo>
                  <a:lnTo>
                    <a:pt x="87368" y="310249"/>
                  </a:lnTo>
                  <a:lnTo>
                    <a:pt x="92066" y="312705"/>
                  </a:lnTo>
                  <a:lnTo>
                    <a:pt x="96839" y="315012"/>
                  </a:lnTo>
                  <a:lnTo>
                    <a:pt x="101684" y="317166"/>
                  </a:lnTo>
                  <a:lnTo>
                    <a:pt x="106594" y="319165"/>
                  </a:lnTo>
                  <a:lnTo>
                    <a:pt x="111565" y="321007"/>
                  </a:lnTo>
                  <a:lnTo>
                    <a:pt x="116593" y="322691"/>
                  </a:lnTo>
                  <a:lnTo>
                    <a:pt x="121671" y="324214"/>
                  </a:lnTo>
                  <a:lnTo>
                    <a:pt x="126794" y="325576"/>
                  </a:lnTo>
                  <a:lnTo>
                    <a:pt x="131959" y="326775"/>
                  </a:lnTo>
                  <a:lnTo>
                    <a:pt x="137158" y="327809"/>
                  </a:lnTo>
                  <a:lnTo>
                    <a:pt x="142388" y="328678"/>
                  </a:lnTo>
                  <a:lnTo>
                    <a:pt x="147643" y="329380"/>
                  </a:lnTo>
                  <a:lnTo>
                    <a:pt x="152918" y="329916"/>
                  </a:lnTo>
                  <a:lnTo>
                    <a:pt x="158207" y="330284"/>
                  </a:lnTo>
                  <a:lnTo>
                    <a:pt x="163504" y="330484"/>
                  </a:lnTo>
                  <a:lnTo>
                    <a:pt x="168806" y="330516"/>
                  </a:lnTo>
                  <a:lnTo>
                    <a:pt x="174106" y="330380"/>
                  </a:lnTo>
                  <a:lnTo>
                    <a:pt x="179399" y="330076"/>
                  </a:lnTo>
                  <a:lnTo>
                    <a:pt x="184679" y="329604"/>
                  </a:lnTo>
                  <a:lnTo>
                    <a:pt x="189942" y="328965"/>
                  </a:lnTo>
                  <a:lnTo>
                    <a:pt x="195182" y="328159"/>
                  </a:lnTo>
                  <a:lnTo>
                    <a:pt x="200394" y="327188"/>
                  </a:lnTo>
                  <a:lnTo>
                    <a:pt x="205573" y="326052"/>
                  </a:lnTo>
                  <a:lnTo>
                    <a:pt x="210713" y="324752"/>
                  </a:lnTo>
                  <a:lnTo>
                    <a:pt x="215809" y="323290"/>
                  </a:lnTo>
                  <a:lnTo>
                    <a:pt x="220856" y="321667"/>
                  </a:lnTo>
                  <a:lnTo>
                    <a:pt x="225849" y="319885"/>
                  </a:lnTo>
                  <a:lnTo>
                    <a:pt x="230783" y="317945"/>
                  </a:lnTo>
                  <a:lnTo>
                    <a:pt x="235653" y="315850"/>
                  </a:lnTo>
                  <a:lnTo>
                    <a:pt x="240454" y="313602"/>
                  </a:lnTo>
                  <a:lnTo>
                    <a:pt x="245182" y="311202"/>
                  </a:lnTo>
                  <a:lnTo>
                    <a:pt x="249831" y="308654"/>
                  </a:lnTo>
                  <a:lnTo>
                    <a:pt x="254397" y="305959"/>
                  </a:lnTo>
                  <a:lnTo>
                    <a:pt x="258875" y="303121"/>
                  </a:lnTo>
                  <a:lnTo>
                    <a:pt x="263261" y="300143"/>
                  </a:lnTo>
                  <a:lnTo>
                    <a:pt x="267550" y="297027"/>
                  </a:lnTo>
                  <a:lnTo>
                    <a:pt x="271738" y="293776"/>
                  </a:lnTo>
                  <a:lnTo>
                    <a:pt x="275821" y="290395"/>
                  </a:lnTo>
                  <a:lnTo>
                    <a:pt x="279795" y="286885"/>
                  </a:lnTo>
                  <a:lnTo>
                    <a:pt x="283655" y="283252"/>
                  </a:lnTo>
                  <a:lnTo>
                    <a:pt x="287399" y="279497"/>
                  </a:lnTo>
                  <a:lnTo>
                    <a:pt x="291021" y="275626"/>
                  </a:lnTo>
                  <a:lnTo>
                    <a:pt x="294519" y="271642"/>
                  </a:lnTo>
                  <a:lnTo>
                    <a:pt x="297889" y="267549"/>
                  </a:lnTo>
                  <a:lnTo>
                    <a:pt x="301127" y="263352"/>
                  </a:lnTo>
                  <a:lnTo>
                    <a:pt x="304231" y="259053"/>
                  </a:lnTo>
                  <a:lnTo>
                    <a:pt x="307196" y="254659"/>
                  </a:lnTo>
                  <a:lnTo>
                    <a:pt x="310021" y="250172"/>
                  </a:lnTo>
                  <a:lnTo>
                    <a:pt x="312702" y="245599"/>
                  </a:lnTo>
                  <a:lnTo>
                    <a:pt x="315237" y="240942"/>
                  </a:lnTo>
                  <a:lnTo>
                    <a:pt x="317623" y="236208"/>
                  </a:lnTo>
                  <a:lnTo>
                    <a:pt x="319857" y="231400"/>
                  </a:lnTo>
                  <a:lnTo>
                    <a:pt x="321938" y="226524"/>
                  </a:lnTo>
                  <a:lnTo>
                    <a:pt x="323863" y="221584"/>
                  </a:lnTo>
                  <a:lnTo>
                    <a:pt x="325631" y="216586"/>
                  </a:lnTo>
                  <a:lnTo>
                    <a:pt x="327239" y="211534"/>
                  </a:lnTo>
                  <a:lnTo>
                    <a:pt x="328687" y="206434"/>
                  </a:lnTo>
                  <a:lnTo>
                    <a:pt x="329971" y="201290"/>
                  </a:lnTo>
                  <a:lnTo>
                    <a:pt x="331092" y="196109"/>
                  </a:lnTo>
                  <a:lnTo>
                    <a:pt x="332048" y="190894"/>
                  </a:lnTo>
                  <a:lnTo>
                    <a:pt x="332839" y="185651"/>
                  </a:lnTo>
                  <a:lnTo>
                    <a:pt x="333462" y="180387"/>
                  </a:lnTo>
                  <a:lnTo>
                    <a:pt x="333919" y="175105"/>
                  </a:lnTo>
                  <a:lnTo>
                    <a:pt x="334207" y="169811"/>
                  </a:lnTo>
                  <a:lnTo>
                    <a:pt x="334328" y="164511"/>
                  </a:lnTo>
                  <a:lnTo>
                    <a:pt x="334281" y="159209"/>
                  </a:lnTo>
                  <a:lnTo>
                    <a:pt x="334065" y="153912"/>
                  </a:lnTo>
                  <a:lnTo>
                    <a:pt x="333682" y="148624"/>
                  </a:lnTo>
                  <a:lnTo>
                    <a:pt x="333131" y="143351"/>
                  </a:lnTo>
                  <a:lnTo>
                    <a:pt x="332413" y="138099"/>
                  </a:lnTo>
                  <a:lnTo>
                    <a:pt x="331529" y="132871"/>
                  </a:lnTo>
                  <a:lnTo>
                    <a:pt x="330480" y="127674"/>
                  </a:lnTo>
                  <a:lnTo>
                    <a:pt x="329266" y="122514"/>
                  </a:lnTo>
                  <a:lnTo>
                    <a:pt x="327889" y="117394"/>
                  </a:lnTo>
                  <a:lnTo>
                    <a:pt x="326351" y="112320"/>
                  </a:lnTo>
                  <a:lnTo>
                    <a:pt x="324652" y="107298"/>
                  </a:lnTo>
                  <a:lnTo>
                    <a:pt x="322796" y="102332"/>
                  </a:lnTo>
                  <a:lnTo>
                    <a:pt x="320782" y="97428"/>
                  </a:lnTo>
                  <a:lnTo>
                    <a:pt x="318614" y="92590"/>
                  </a:lnTo>
                  <a:lnTo>
                    <a:pt x="316294" y="87823"/>
                  </a:lnTo>
                  <a:lnTo>
                    <a:pt x="313824" y="83132"/>
                  </a:lnTo>
                  <a:lnTo>
                    <a:pt x="311206" y="78521"/>
                  </a:lnTo>
                  <a:lnTo>
                    <a:pt x="308444" y="73996"/>
                  </a:lnTo>
                  <a:lnTo>
                    <a:pt x="305539" y="69561"/>
                  </a:lnTo>
                  <a:lnTo>
                    <a:pt x="302495" y="65221"/>
                  </a:lnTo>
                  <a:lnTo>
                    <a:pt x="299315" y="60979"/>
                  </a:lnTo>
                  <a:lnTo>
                    <a:pt x="296002" y="56840"/>
                  </a:lnTo>
                  <a:lnTo>
                    <a:pt x="292560" y="52808"/>
                  </a:lnTo>
                  <a:lnTo>
                    <a:pt x="288991" y="48887"/>
                  </a:lnTo>
                  <a:lnTo>
                    <a:pt x="285300" y="45081"/>
                  </a:lnTo>
                  <a:lnTo>
                    <a:pt x="281490" y="41395"/>
                  </a:lnTo>
                  <a:lnTo>
                    <a:pt x="277565" y="37831"/>
                  </a:lnTo>
                  <a:lnTo>
                    <a:pt x="273529" y="34393"/>
                  </a:lnTo>
                  <a:lnTo>
                    <a:pt x="269386" y="31085"/>
                  </a:lnTo>
                  <a:lnTo>
                    <a:pt x="265140" y="27910"/>
                  </a:lnTo>
                  <a:lnTo>
                    <a:pt x="260796" y="24871"/>
                  </a:lnTo>
                  <a:lnTo>
                    <a:pt x="256357" y="21972"/>
                  </a:lnTo>
                  <a:lnTo>
                    <a:pt x="251829" y="19215"/>
                  </a:lnTo>
                  <a:lnTo>
                    <a:pt x="247216" y="16602"/>
                  </a:lnTo>
                  <a:lnTo>
                    <a:pt x="242522" y="14138"/>
                  </a:lnTo>
                  <a:lnTo>
                    <a:pt x="237752" y="11823"/>
                  </a:lnTo>
                  <a:lnTo>
                    <a:pt x="232911" y="9661"/>
                  </a:lnTo>
                  <a:lnTo>
                    <a:pt x="228005" y="7653"/>
                  </a:lnTo>
                  <a:lnTo>
                    <a:pt x="223037" y="5802"/>
                  </a:lnTo>
                  <a:lnTo>
                    <a:pt x="218012" y="4110"/>
                  </a:lnTo>
                  <a:lnTo>
                    <a:pt x="212937" y="2578"/>
                  </a:lnTo>
                  <a:lnTo>
                    <a:pt x="207816" y="1207"/>
                  </a:lnTo>
                  <a:lnTo>
                    <a:pt x="202653" y="0"/>
                  </a:lnTo>
                  <a:lnTo>
                    <a:pt x="167165" y="163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964501" y="1071028"/>
              <a:ext cx="35488" cy="167167"/>
            </a:xfrm>
            <a:custGeom>
              <a:avLst/>
              <a:pathLst>
                <a:path w="35488" h="167167">
                  <a:moveTo>
                    <a:pt x="35488" y="3810"/>
                  </a:moveTo>
                  <a:lnTo>
                    <a:pt x="28469" y="2442"/>
                  </a:lnTo>
                  <a:lnTo>
                    <a:pt x="21397" y="1375"/>
                  </a:lnTo>
                  <a:lnTo>
                    <a:pt x="14286" y="611"/>
                  </a:lnTo>
                  <a:lnTo>
                    <a:pt x="7149" y="15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32835" y="1322571"/>
              <a:ext cx="55885" cy="167167"/>
            </a:xfrm>
            <a:custGeom>
              <a:avLst/>
              <a:pathLst>
                <a:path w="55885" h="167167">
                  <a:moveTo>
                    <a:pt x="55885" y="0"/>
                  </a:moveTo>
                  <a:lnTo>
                    <a:pt x="49555" y="119"/>
                  </a:lnTo>
                  <a:lnTo>
                    <a:pt x="43234" y="479"/>
                  </a:lnTo>
                  <a:lnTo>
                    <a:pt x="36931" y="1077"/>
                  </a:lnTo>
                  <a:lnTo>
                    <a:pt x="30656" y="1914"/>
                  </a:lnTo>
                  <a:lnTo>
                    <a:pt x="24417" y="2988"/>
                  </a:lnTo>
                  <a:lnTo>
                    <a:pt x="18223" y="4297"/>
                  </a:lnTo>
                  <a:lnTo>
                    <a:pt x="12083" y="5840"/>
                  </a:lnTo>
                  <a:lnTo>
                    <a:pt x="6005" y="7614"/>
                  </a:lnTo>
                  <a:lnTo>
                    <a:pt x="0" y="9618"/>
                  </a:lnTo>
                  <a:lnTo>
                    <a:pt x="5588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2835" y="1332189"/>
              <a:ext cx="55885" cy="157549"/>
            </a:xfrm>
            <a:custGeom>
              <a:avLst/>
              <a:pathLst>
                <a:path w="55885" h="157549">
                  <a:moveTo>
                    <a:pt x="0" y="0"/>
                  </a:moveTo>
                  <a:lnTo>
                    <a:pt x="55885" y="1575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321559" y="1332189"/>
              <a:ext cx="334319" cy="324713"/>
            </a:xfrm>
            <a:custGeom>
              <a:avLst/>
              <a:pathLst>
                <a:path w="334319" h="324713">
                  <a:moveTo>
                    <a:pt x="111276" y="0"/>
                  </a:moveTo>
                  <a:lnTo>
                    <a:pt x="106302" y="1853"/>
                  </a:lnTo>
                  <a:lnTo>
                    <a:pt x="101389" y="3864"/>
                  </a:lnTo>
                  <a:lnTo>
                    <a:pt x="96543" y="6030"/>
                  </a:lnTo>
                  <a:lnTo>
                    <a:pt x="91768" y="8348"/>
                  </a:lnTo>
                  <a:lnTo>
                    <a:pt x="87069" y="10817"/>
                  </a:lnTo>
                  <a:lnTo>
                    <a:pt x="82451" y="13434"/>
                  </a:lnTo>
                  <a:lnTo>
                    <a:pt x="77918" y="16196"/>
                  </a:lnTo>
                  <a:lnTo>
                    <a:pt x="73475" y="19101"/>
                  </a:lnTo>
                  <a:lnTo>
                    <a:pt x="69126" y="22145"/>
                  </a:lnTo>
                  <a:lnTo>
                    <a:pt x="64877" y="25326"/>
                  </a:lnTo>
                  <a:lnTo>
                    <a:pt x="60730" y="28640"/>
                  </a:lnTo>
                  <a:lnTo>
                    <a:pt x="56691" y="32084"/>
                  </a:lnTo>
                  <a:lnTo>
                    <a:pt x="52763" y="35655"/>
                  </a:lnTo>
                  <a:lnTo>
                    <a:pt x="48951" y="39348"/>
                  </a:lnTo>
                  <a:lnTo>
                    <a:pt x="45258" y="43161"/>
                  </a:lnTo>
                  <a:lnTo>
                    <a:pt x="41687" y="47089"/>
                  </a:lnTo>
                  <a:lnTo>
                    <a:pt x="38244" y="51129"/>
                  </a:lnTo>
                  <a:lnTo>
                    <a:pt x="34930" y="55275"/>
                  </a:lnTo>
                  <a:lnTo>
                    <a:pt x="31749" y="59525"/>
                  </a:lnTo>
                  <a:lnTo>
                    <a:pt x="28705" y="63874"/>
                  </a:lnTo>
                  <a:lnTo>
                    <a:pt x="25801" y="68317"/>
                  </a:lnTo>
                  <a:lnTo>
                    <a:pt x="23039" y="72850"/>
                  </a:lnTo>
                  <a:lnTo>
                    <a:pt x="20423" y="77469"/>
                  </a:lnTo>
                  <a:lnTo>
                    <a:pt x="17954" y="82168"/>
                  </a:lnTo>
                  <a:lnTo>
                    <a:pt x="15636" y="86943"/>
                  </a:lnTo>
                  <a:lnTo>
                    <a:pt x="13471" y="91789"/>
                  </a:lnTo>
                  <a:lnTo>
                    <a:pt x="11460" y="96702"/>
                  </a:lnTo>
                  <a:lnTo>
                    <a:pt x="9607" y="101676"/>
                  </a:lnTo>
                  <a:lnTo>
                    <a:pt x="7913" y="106707"/>
                  </a:lnTo>
                  <a:lnTo>
                    <a:pt x="6379" y="111788"/>
                  </a:lnTo>
                  <a:lnTo>
                    <a:pt x="5007" y="116916"/>
                  </a:lnTo>
                  <a:lnTo>
                    <a:pt x="3798" y="122085"/>
                  </a:lnTo>
                  <a:lnTo>
                    <a:pt x="2755" y="127290"/>
                  </a:lnTo>
                  <a:lnTo>
                    <a:pt x="1877" y="132525"/>
                  </a:lnTo>
                  <a:lnTo>
                    <a:pt x="1166" y="137785"/>
                  </a:lnTo>
                  <a:lnTo>
                    <a:pt x="622" y="143065"/>
                  </a:lnTo>
                  <a:lnTo>
                    <a:pt x="246" y="148360"/>
                  </a:lnTo>
                  <a:lnTo>
                    <a:pt x="39" y="153664"/>
                  </a:lnTo>
                  <a:lnTo>
                    <a:pt x="0" y="158972"/>
                  </a:lnTo>
                  <a:lnTo>
                    <a:pt x="129" y="164279"/>
                  </a:lnTo>
                  <a:lnTo>
                    <a:pt x="427" y="169579"/>
                  </a:lnTo>
                  <a:lnTo>
                    <a:pt x="893" y="174866"/>
                  </a:lnTo>
                  <a:lnTo>
                    <a:pt x="1526" y="180137"/>
                  </a:lnTo>
                  <a:lnTo>
                    <a:pt x="2327" y="185384"/>
                  </a:lnTo>
                  <a:lnTo>
                    <a:pt x="3294" y="190603"/>
                  </a:lnTo>
                  <a:lnTo>
                    <a:pt x="4426" y="195789"/>
                  </a:lnTo>
                  <a:lnTo>
                    <a:pt x="5722" y="200937"/>
                  </a:lnTo>
                  <a:lnTo>
                    <a:pt x="7181" y="206041"/>
                  </a:lnTo>
                  <a:lnTo>
                    <a:pt x="8801" y="211095"/>
                  </a:lnTo>
                  <a:lnTo>
                    <a:pt x="10581" y="216096"/>
                  </a:lnTo>
                  <a:lnTo>
                    <a:pt x="12519" y="221038"/>
                  </a:lnTo>
                  <a:lnTo>
                    <a:pt x="14613" y="225916"/>
                  </a:lnTo>
                  <a:lnTo>
                    <a:pt x="16860" y="230725"/>
                  </a:lnTo>
                  <a:lnTo>
                    <a:pt x="19259" y="235460"/>
                  </a:lnTo>
                  <a:lnTo>
                    <a:pt x="21808" y="240116"/>
                  </a:lnTo>
                  <a:lnTo>
                    <a:pt x="24502" y="244690"/>
                  </a:lnTo>
                  <a:lnTo>
                    <a:pt x="27341" y="249175"/>
                  </a:lnTo>
                  <a:lnTo>
                    <a:pt x="30321" y="253568"/>
                  </a:lnTo>
                  <a:lnTo>
                    <a:pt x="33438" y="257864"/>
                  </a:lnTo>
                  <a:lnTo>
                    <a:pt x="36691" y="262059"/>
                  </a:lnTo>
                  <a:lnTo>
                    <a:pt x="40075" y="266149"/>
                  </a:lnTo>
                  <a:lnTo>
                    <a:pt x="43587" y="270129"/>
                  </a:lnTo>
                  <a:lnTo>
                    <a:pt x="47223" y="273996"/>
                  </a:lnTo>
                  <a:lnTo>
                    <a:pt x="50981" y="277745"/>
                  </a:lnTo>
                  <a:lnTo>
                    <a:pt x="54856" y="281373"/>
                  </a:lnTo>
                  <a:lnTo>
                    <a:pt x="58844" y="284877"/>
                  </a:lnTo>
                  <a:lnTo>
                    <a:pt x="62941" y="288251"/>
                  </a:lnTo>
                  <a:lnTo>
                    <a:pt x="67143" y="291494"/>
                  </a:lnTo>
                  <a:lnTo>
                    <a:pt x="71446" y="294602"/>
                  </a:lnTo>
                  <a:lnTo>
                    <a:pt x="75846" y="297572"/>
                  </a:lnTo>
                  <a:lnTo>
                    <a:pt x="80338" y="300401"/>
                  </a:lnTo>
                  <a:lnTo>
                    <a:pt x="84917" y="303085"/>
                  </a:lnTo>
                  <a:lnTo>
                    <a:pt x="89579" y="305623"/>
                  </a:lnTo>
                  <a:lnTo>
                    <a:pt x="94320" y="308012"/>
                  </a:lnTo>
                  <a:lnTo>
                    <a:pt x="99133" y="310249"/>
                  </a:lnTo>
                  <a:lnTo>
                    <a:pt x="104016" y="312331"/>
                  </a:lnTo>
                  <a:lnTo>
                    <a:pt x="108962" y="314258"/>
                  </a:lnTo>
                  <a:lnTo>
                    <a:pt x="113967" y="316027"/>
                  </a:lnTo>
                  <a:lnTo>
                    <a:pt x="119025" y="317636"/>
                  </a:lnTo>
                  <a:lnTo>
                    <a:pt x="124132" y="319084"/>
                  </a:lnTo>
                  <a:lnTo>
                    <a:pt x="129283" y="320368"/>
                  </a:lnTo>
                  <a:lnTo>
                    <a:pt x="134471" y="321489"/>
                  </a:lnTo>
                  <a:lnTo>
                    <a:pt x="139693" y="322444"/>
                  </a:lnTo>
                  <a:lnTo>
                    <a:pt x="144942" y="323233"/>
                  </a:lnTo>
                  <a:lnTo>
                    <a:pt x="150213" y="323855"/>
                  </a:lnTo>
                  <a:lnTo>
                    <a:pt x="155502" y="324309"/>
                  </a:lnTo>
                  <a:lnTo>
                    <a:pt x="160803" y="324595"/>
                  </a:lnTo>
                  <a:lnTo>
                    <a:pt x="166109" y="324713"/>
                  </a:lnTo>
                  <a:lnTo>
                    <a:pt x="171417" y="324662"/>
                  </a:lnTo>
                  <a:lnTo>
                    <a:pt x="176721" y="324443"/>
                  </a:lnTo>
                  <a:lnTo>
                    <a:pt x="182015" y="324055"/>
                  </a:lnTo>
                  <a:lnTo>
                    <a:pt x="187294" y="323500"/>
                  </a:lnTo>
                  <a:lnTo>
                    <a:pt x="192553" y="322777"/>
                  </a:lnTo>
                  <a:lnTo>
                    <a:pt x="197786" y="321887"/>
                  </a:lnTo>
                  <a:lnTo>
                    <a:pt x="202988" y="320832"/>
                  </a:lnTo>
                  <a:lnTo>
                    <a:pt x="208154" y="319612"/>
                  </a:lnTo>
                  <a:lnTo>
                    <a:pt x="213279" y="318229"/>
                  </a:lnTo>
                  <a:lnTo>
                    <a:pt x="218357" y="316684"/>
                  </a:lnTo>
                  <a:lnTo>
                    <a:pt x="223384" y="314978"/>
                  </a:lnTo>
                  <a:lnTo>
                    <a:pt x="228354" y="313114"/>
                  </a:lnTo>
                  <a:lnTo>
                    <a:pt x="233262" y="311092"/>
                  </a:lnTo>
                  <a:lnTo>
                    <a:pt x="238104" y="308916"/>
                  </a:lnTo>
                  <a:lnTo>
                    <a:pt x="242874" y="306587"/>
                  </a:lnTo>
                  <a:lnTo>
                    <a:pt x="247568" y="304108"/>
                  </a:lnTo>
                  <a:lnTo>
                    <a:pt x="252180" y="301482"/>
                  </a:lnTo>
                  <a:lnTo>
                    <a:pt x="256707" y="298710"/>
                  </a:lnTo>
                  <a:lnTo>
                    <a:pt x="261144" y="295796"/>
                  </a:lnTo>
                  <a:lnTo>
                    <a:pt x="265486" y="292742"/>
                  </a:lnTo>
                  <a:lnTo>
                    <a:pt x="269728" y="289552"/>
                  </a:lnTo>
                  <a:lnTo>
                    <a:pt x="273868" y="286229"/>
                  </a:lnTo>
                  <a:lnTo>
                    <a:pt x="277900" y="282776"/>
                  </a:lnTo>
                  <a:lnTo>
                    <a:pt x="281820" y="279197"/>
                  </a:lnTo>
                  <a:lnTo>
                    <a:pt x="285624" y="275496"/>
                  </a:lnTo>
                  <a:lnTo>
                    <a:pt x="289309" y="271675"/>
                  </a:lnTo>
                  <a:lnTo>
                    <a:pt x="292871" y="267739"/>
                  </a:lnTo>
                  <a:lnTo>
                    <a:pt x="296306" y="263692"/>
                  </a:lnTo>
                  <a:lnTo>
                    <a:pt x="299611" y="259539"/>
                  </a:lnTo>
                  <a:lnTo>
                    <a:pt x="302782" y="255282"/>
                  </a:lnTo>
                  <a:lnTo>
                    <a:pt x="305817" y="250927"/>
                  </a:lnTo>
                  <a:lnTo>
                    <a:pt x="308712" y="246477"/>
                  </a:lnTo>
                  <a:lnTo>
                    <a:pt x="311464" y="241938"/>
                  </a:lnTo>
                  <a:lnTo>
                    <a:pt x="314070" y="237314"/>
                  </a:lnTo>
                  <a:lnTo>
                    <a:pt x="316529" y="232610"/>
                  </a:lnTo>
                  <a:lnTo>
                    <a:pt x="318837" y="227830"/>
                  </a:lnTo>
                  <a:lnTo>
                    <a:pt x="320992" y="222978"/>
                  </a:lnTo>
                  <a:lnTo>
                    <a:pt x="322992" y="218061"/>
                  </a:lnTo>
                  <a:lnTo>
                    <a:pt x="324834" y="213083"/>
                  </a:lnTo>
                  <a:lnTo>
                    <a:pt x="326518" y="208049"/>
                  </a:lnTo>
                  <a:lnTo>
                    <a:pt x="328041" y="202964"/>
                  </a:lnTo>
                  <a:lnTo>
                    <a:pt x="329402" y="197834"/>
                  </a:lnTo>
                  <a:lnTo>
                    <a:pt x="330599" y="192662"/>
                  </a:lnTo>
                  <a:lnTo>
                    <a:pt x="331631" y="187455"/>
                  </a:lnTo>
                  <a:lnTo>
                    <a:pt x="332498" y="182218"/>
                  </a:lnTo>
                  <a:lnTo>
                    <a:pt x="333198" y="176957"/>
                  </a:lnTo>
                  <a:lnTo>
                    <a:pt x="333730" y="171675"/>
                  </a:lnTo>
                  <a:lnTo>
                    <a:pt x="334095" y="166380"/>
                  </a:lnTo>
                  <a:lnTo>
                    <a:pt x="334291" y="161075"/>
                  </a:lnTo>
                  <a:lnTo>
                    <a:pt x="334319" y="155767"/>
                  </a:lnTo>
                  <a:lnTo>
                    <a:pt x="334178" y="150461"/>
                  </a:lnTo>
                  <a:lnTo>
                    <a:pt x="333869" y="145161"/>
                  </a:lnTo>
                  <a:lnTo>
                    <a:pt x="333391" y="139875"/>
                  </a:lnTo>
                  <a:lnTo>
                    <a:pt x="332746" y="134606"/>
                  </a:lnTo>
                  <a:lnTo>
                    <a:pt x="331935" y="129360"/>
                  </a:lnTo>
                  <a:lnTo>
                    <a:pt x="330956" y="124143"/>
                  </a:lnTo>
                  <a:lnTo>
                    <a:pt x="329813" y="118959"/>
                  </a:lnTo>
                  <a:lnTo>
                    <a:pt x="328506" y="113815"/>
                  </a:lnTo>
                  <a:lnTo>
                    <a:pt x="327036" y="108714"/>
                  </a:lnTo>
                  <a:lnTo>
                    <a:pt x="325405" y="103663"/>
                  </a:lnTo>
                  <a:lnTo>
                    <a:pt x="323614" y="98666"/>
                  </a:lnTo>
                  <a:lnTo>
                    <a:pt x="321666" y="93728"/>
                  </a:lnTo>
                  <a:lnTo>
                    <a:pt x="319562" y="88855"/>
                  </a:lnTo>
                  <a:lnTo>
                    <a:pt x="317304" y="84051"/>
                  </a:lnTo>
                  <a:lnTo>
                    <a:pt x="314895" y="79321"/>
                  </a:lnTo>
                  <a:lnTo>
                    <a:pt x="312337" y="74670"/>
                  </a:lnTo>
                  <a:lnTo>
                    <a:pt x="309632" y="70102"/>
                  </a:lnTo>
                  <a:lnTo>
                    <a:pt x="306784" y="65623"/>
                  </a:lnTo>
                  <a:lnTo>
                    <a:pt x="303795" y="61236"/>
                  </a:lnTo>
                  <a:lnTo>
                    <a:pt x="300668" y="56947"/>
                  </a:lnTo>
                  <a:lnTo>
                    <a:pt x="297407" y="52759"/>
                  </a:lnTo>
                  <a:lnTo>
                    <a:pt x="294014" y="48676"/>
                  </a:lnTo>
                  <a:lnTo>
                    <a:pt x="290493" y="44704"/>
                  </a:lnTo>
                  <a:lnTo>
                    <a:pt x="286848" y="40845"/>
                  </a:lnTo>
                  <a:lnTo>
                    <a:pt x="283083" y="37104"/>
                  </a:lnTo>
                  <a:lnTo>
                    <a:pt x="279200" y="33484"/>
                  </a:lnTo>
                  <a:lnTo>
                    <a:pt x="275205" y="29989"/>
                  </a:lnTo>
                  <a:lnTo>
                    <a:pt x="271100" y="26623"/>
                  </a:lnTo>
                  <a:lnTo>
                    <a:pt x="266891" y="23389"/>
                  </a:lnTo>
                  <a:lnTo>
                    <a:pt x="262581" y="20290"/>
                  </a:lnTo>
                  <a:lnTo>
                    <a:pt x="258175" y="17330"/>
                  </a:lnTo>
                  <a:lnTo>
                    <a:pt x="253677" y="14511"/>
                  </a:lnTo>
                  <a:lnTo>
                    <a:pt x="249092" y="11836"/>
                  </a:lnTo>
                  <a:lnTo>
                    <a:pt x="244425" y="9308"/>
                  </a:lnTo>
                  <a:lnTo>
                    <a:pt x="239679" y="6930"/>
                  </a:lnTo>
                  <a:lnTo>
                    <a:pt x="234861" y="4704"/>
                  </a:lnTo>
                  <a:lnTo>
                    <a:pt x="229974" y="2631"/>
                  </a:lnTo>
                  <a:lnTo>
                    <a:pt x="167161" y="1575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88720" y="1322571"/>
              <a:ext cx="62812" cy="167167"/>
            </a:xfrm>
            <a:custGeom>
              <a:avLst/>
              <a:pathLst>
                <a:path w="62812" h="167167">
                  <a:moveTo>
                    <a:pt x="62812" y="12249"/>
                  </a:moveTo>
                  <a:lnTo>
                    <a:pt x="57350" y="10145"/>
                  </a:lnTo>
                  <a:lnTo>
                    <a:pt x="51817" y="8233"/>
                  </a:lnTo>
                  <a:lnTo>
                    <a:pt x="46221" y="6517"/>
                  </a:lnTo>
                  <a:lnTo>
                    <a:pt x="40568" y="4997"/>
                  </a:lnTo>
                  <a:lnTo>
                    <a:pt x="34865" y="3676"/>
                  </a:lnTo>
                  <a:lnTo>
                    <a:pt x="29120" y="2555"/>
                  </a:lnTo>
                  <a:lnTo>
                    <a:pt x="23339" y="1637"/>
                  </a:lnTo>
                  <a:lnTo>
                    <a:pt x="17529" y="921"/>
                  </a:lnTo>
                  <a:lnTo>
                    <a:pt x="11698" y="409"/>
                  </a:lnTo>
                  <a:lnTo>
                    <a:pt x="585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78792" y="1681503"/>
              <a:ext cx="7732" cy="167167"/>
            </a:xfrm>
            <a:custGeom>
              <a:avLst/>
              <a:pathLst>
                <a:path w="7732" h="167167">
                  <a:moveTo>
                    <a:pt x="7732" y="0"/>
                  </a:moveTo>
                  <a:lnTo>
                    <a:pt x="0" y="178"/>
                  </a:lnTo>
                  <a:lnTo>
                    <a:pt x="773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8792" y="1681682"/>
              <a:ext cx="7732" cy="166988"/>
            </a:xfrm>
            <a:custGeom>
              <a:avLst/>
              <a:pathLst>
                <a:path w="7732" h="166988">
                  <a:moveTo>
                    <a:pt x="0" y="0"/>
                  </a:moveTo>
                  <a:lnTo>
                    <a:pt x="7732" y="1669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2953243" y="1681682"/>
              <a:ext cx="133281" cy="166988"/>
            </a:xfrm>
            <a:custGeom>
              <a:avLst/>
              <a:pathLst>
                <a:path w="133281" h="166988">
                  <a:moveTo>
                    <a:pt x="125548" y="0"/>
                  </a:moveTo>
                  <a:lnTo>
                    <a:pt x="119924" y="355"/>
                  </a:lnTo>
                  <a:lnTo>
                    <a:pt x="114315" y="900"/>
                  </a:lnTo>
                  <a:lnTo>
                    <a:pt x="108728" y="1634"/>
                  </a:lnTo>
                  <a:lnTo>
                    <a:pt x="103168" y="2555"/>
                  </a:lnTo>
                  <a:lnTo>
                    <a:pt x="97643" y="3663"/>
                  </a:lnTo>
                  <a:lnTo>
                    <a:pt x="92158" y="4957"/>
                  </a:lnTo>
                  <a:lnTo>
                    <a:pt x="86720" y="6436"/>
                  </a:lnTo>
                  <a:lnTo>
                    <a:pt x="81335" y="8096"/>
                  </a:lnTo>
                  <a:lnTo>
                    <a:pt x="76009" y="9937"/>
                  </a:lnTo>
                  <a:lnTo>
                    <a:pt x="70748" y="11957"/>
                  </a:lnTo>
                  <a:lnTo>
                    <a:pt x="65558" y="14153"/>
                  </a:lnTo>
                  <a:lnTo>
                    <a:pt x="60445" y="16522"/>
                  </a:lnTo>
                  <a:lnTo>
                    <a:pt x="55415" y="19063"/>
                  </a:lnTo>
                  <a:lnTo>
                    <a:pt x="50473" y="21771"/>
                  </a:lnTo>
                  <a:lnTo>
                    <a:pt x="45625" y="24645"/>
                  </a:lnTo>
                  <a:lnTo>
                    <a:pt x="40877" y="27680"/>
                  </a:lnTo>
                  <a:lnTo>
                    <a:pt x="36234" y="30874"/>
                  </a:lnTo>
                  <a:lnTo>
                    <a:pt x="31702" y="34222"/>
                  </a:lnTo>
                  <a:lnTo>
                    <a:pt x="27284" y="37722"/>
                  </a:lnTo>
                  <a:lnTo>
                    <a:pt x="22988" y="41368"/>
                  </a:lnTo>
                  <a:lnTo>
                    <a:pt x="18816" y="45157"/>
                  </a:lnTo>
                  <a:lnTo>
                    <a:pt x="14775" y="49084"/>
                  </a:lnTo>
                  <a:lnTo>
                    <a:pt x="10868" y="53145"/>
                  </a:lnTo>
                  <a:lnTo>
                    <a:pt x="7100" y="57336"/>
                  </a:lnTo>
                  <a:lnTo>
                    <a:pt x="3476" y="61652"/>
                  </a:lnTo>
                  <a:lnTo>
                    <a:pt x="0" y="66087"/>
                  </a:lnTo>
                  <a:lnTo>
                    <a:pt x="133281" y="1669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919373" y="1681503"/>
              <a:ext cx="334300" cy="334334"/>
            </a:xfrm>
            <a:custGeom>
              <a:avLst/>
              <a:pathLst>
                <a:path w="334300" h="334334">
                  <a:moveTo>
                    <a:pt x="33870" y="66265"/>
                  </a:moveTo>
                  <a:lnTo>
                    <a:pt x="30737" y="70543"/>
                  </a:lnTo>
                  <a:lnTo>
                    <a:pt x="27742" y="74918"/>
                  </a:lnTo>
                  <a:lnTo>
                    <a:pt x="24886" y="79385"/>
                  </a:lnTo>
                  <a:lnTo>
                    <a:pt x="22174" y="83941"/>
                  </a:lnTo>
                  <a:lnTo>
                    <a:pt x="19608" y="88580"/>
                  </a:lnTo>
                  <a:lnTo>
                    <a:pt x="17190" y="93299"/>
                  </a:lnTo>
                  <a:lnTo>
                    <a:pt x="14923" y="98092"/>
                  </a:lnTo>
                  <a:lnTo>
                    <a:pt x="12809" y="102954"/>
                  </a:lnTo>
                  <a:lnTo>
                    <a:pt x="10850" y="107881"/>
                  </a:lnTo>
                  <a:lnTo>
                    <a:pt x="9048" y="112868"/>
                  </a:lnTo>
                  <a:lnTo>
                    <a:pt x="7406" y="117909"/>
                  </a:lnTo>
                  <a:lnTo>
                    <a:pt x="5924" y="123000"/>
                  </a:lnTo>
                  <a:lnTo>
                    <a:pt x="4605" y="128135"/>
                  </a:lnTo>
                  <a:lnTo>
                    <a:pt x="3449" y="133310"/>
                  </a:lnTo>
                  <a:lnTo>
                    <a:pt x="2457" y="138518"/>
                  </a:lnTo>
                  <a:lnTo>
                    <a:pt x="1631" y="143755"/>
                  </a:lnTo>
                  <a:lnTo>
                    <a:pt x="972" y="149016"/>
                  </a:lnTo>
                  <a:lnTo>
                    <a:pt x="480" y="154296"/>
                  </a:lnTo>
                  <a:lnTo>
                    <a:pt x="156" y="159588"/>
                  </a:lnTo>
                  <a:lnTo>
                    <a:pt x="0" y="164887"/>
                  </a:lnTo>
                  <a:lnTo>
                    <a:pt x="11" y="170189"/>
                  </a:lnTo>
                  <a:lnTo>
                    <a:pt x="191" y="175488"/>
                  </a:lnTo>
                  <a:lnTo>
                    <a:pt x="539" y="180779"/>
                  </a:lnTo>
                  <a:lnTo>
                    <a:pt x="1055" y="186056"/>
                  </a:lnTo>
                  <a:lnTo>
                    <a:pt x="1737" y="191314"/>
                  </a:lnTo>
                  <a:lnTo>
                    <a:pt x="2586" y="196548"/>
                  </a:lnTo>
                  <a:lnTo>
                    <a:pt x="3601" y="201752"/>
                  </a:lnTo>
                  <a:lnTo>
                    <a:pt x="4780" y="206921"/>
                  </a:lnTo>
                  <a:lnTo>
                    <a:pt x="6122" y="212050"/>
                  </a:lnTo>
                  <a:lnTo>
                    <a:pt x="7626" y="217134"/>
                  </a:lnTo>
                  <a:lnTo>
                    <a:pt x="9291" y="222168"/>
                  </a:lnTo>
                  <a:lnTo>
                    <a:pt x="11115" y="227147"/>
                  </a:lnTo>
                  <a:lnTo>
                    <a:pt x="13096" y="232065"/>
                  </a:lnTo>
                  <a:lnTo>
                    <a:pt x="15231" y="236918"/>
                  </a:lnTo>
                  <a:lnTo>
                    <a:pt x="17520" y="241701"/>
                  </a:lnTo>
                  <a:lnTo>
                    <a:pt x="19959" y="246408"/>
                  </a:lnTo>
                  <a:lnTo>
                    <a:pt x="22546" y="251036"/>
                  </a:lnTo>
                  <a:lnTo>
                    <a:pt x="25278" y="255580"/>
                  </a:lnTo>
                  <a:lnTo>
                    <a:pt x="28153" y="260035"/>
                  </a:lnTo>
                  <a:lnTo>
                    <a:pt x="31168" y="264396"/>
                  </a:lnTo>
                  <a:lnTo>
                    <a:pt x="34320" y="268660"/>
                  </a:lnTo>
                  <a:lnTo>
                    <a:pt x="37606" y="272821"/>
                  </a:lnTo>
                  <a:lnTo>
                    <a:pt x="41021" y="276876"/>
                  </a:lnTo>
                  <a:lnTo>
                    <a:pt x="44564" y="280821"/>
                  </a:lnTo>
                  <a:lnTo>
                    <a:pt x="48230" y="284652"/>
                  </a:lnTo>
                  <a:lnTo>
                    <a:pt x="52016" y="288364"/>
                  </a:lnTo>
                  <a:lnTo>
                    <a:pt x="55917" y="291954"/>
                  </a:lnTo>
                  <a:lnTo>
                    <a:pt x="59930" y="295419"/>
                  </a:lnTo>
                  <a:lnTo>
                    <a:pt x="64051" y="298755"/>
                  </a:lnTo>
                  <a:lnTo>
                    <a:pt x="68276" y="301958"/>
                  </a:lnTo>
                  <a:lnTo>
                    <a:pt x="72601" y="305026"/>
                  </a:lnTo>
                  <a:lnTo>
                    <a:pt x="77020" y="307955"/>
                  </a:lnTo>
                  <a:lnTo>
                    <a:pt x="81530" y="310743"/>
                  </a:lnTo>
                  <a:lnTo>
                    <a:pt x="86127" y="313386"/>
                  </a:lnTo>
                  <a:lnTo>
                    <a:pt x="90804" y="315882"/>
                  </a:lnTo>
                  <a:lnTo>
                    <a:pt x="95559" y="318228"/>
                  </a:lnTo>
                  <a:lnTo>
                    <a:pt x="100386" y="320423"/>
                  </a:lnTo>
                  <a:lnTo>
                    <a:pt x="105279" y="322463"/>
                  </a:lnTo>
                  <a:lnTo>
                    <a:pt x="110235" y="324347"/>
                  </a:lnTo>
                  <a:lnTo>
                    <a:pt x="115249" y="326073"/>
                  </a:lnTo>
                  <a:lnTo>
                    <a:pt x="120314" y="327639"/>
                  </a:lnTo>
                  <a:lnTo>
                    <a:pt x="125427" y="329043"/>
                  </a:lnTo>
                  <a:lnTo>
                    <a:pt x="130581" y="330285"/>
                  </a:lnTo>
                  <a:lnTo>
                    <a:pt x="135773" y="331363"/>
                  </a:lnTo>
                  <a:lnTo>
                    <a:pt x="140996" y="332275"/>
                  </a:lnTo>
                  <a:lnTo>
                    <a:pt x="146245" y="333022"/>
                  </a:lnTo>
                  <a:lnTo>
                    <a:pt x="151515" y="333601"/>
                  </a:lnTo>
                  <a:lnTo>
                    <a:pt x="156801" y="334014"/>
                  </a:lnTo>
                  <a:lnTo>
                    <a:pt x="162098" y="334258"/>
                  </a:lnTo>
                  <a:lnTo>
                    <a:pt x="167399" y="334334"/>
                  </a:lnTo>
                  <a:lnTo>
                    <a:pt x="172700" y="334242"/>
                  </a:lnTo>
                  <a:lnTo>
                    <a:pt x="177996" y="333982"/>
                  </a:lnTo>
                  <a:lnTo>
                    <a:pt x="183281" y="333554"/>
                  </a:lnTo>
                  <a:lnTo>
                    <a:pt x="188549" y="332959"/>
                  </a:lnTo>
                  <a:lnTo>
                    <a:pt x="193796" y="332197"/>
                  </a:lnTo>
                  <a:lnTo>
                    <a:pt x="199016" y="331269"/>
                  </a:lnTo>
                  <a:lnTo>
                    <a:pt x="204205" y="330176"/>
                  </a:lnTo>
                  <a:lnTo>
                    <a:pt x="209355" y="328919"/>
                  </a:lnTo>
                  <a:lnTo>
                    <a:pt x="214464" y="327499"/>
                  </a:lnTo>
                  <a:lnTo>
                    <a:pt x="219525" y="325918"/>
                  </a:lnTo>
                  <a:lnTo>
                    <a:pt x="224533" y="324178"/>
                  </a:lnTo>
                  <a:lnTo>
                    <a:pt x="229483" y="322279"/>
                  </a:lnTo>
                  <a:lnTo>
                    <a:pt x="234371" y="320224"/>
                  </a:lnTo>
                  <a:lnTo>
                    <a:pt x="239191" y="318015"/>
                  </a:lnTo>
                  <a:lnTo>
                    <a:pt x="243939" y="315655"/>
                  </a:lnTo>
                  <a:lnTo>
                    <a:pt x="248609" y="313145"/>
                  </a:lnTo>
                  <a:lnTo>
                    <a:pt x="253197" y="310488"/>
                  </a:lnTo>
                  <a:lnTo>
                    <a:pt x="257699" y="307687"/>
                  </a:lnTo>
                  <a:lnTo>
                    <a:pt x="262110" y="304745"/>
                  </a:lnTo>
                  <a:lnTo>
                    <a:pt x="266425" y="301665"/>
                  </a:lnTo>
                  <a:lnTo>
                    <a:pt x="270641" y="298449"/>
                  </a:lnTo>
                  <a:lnTo>
                    <a:pt x="274752" y="295101"/>
                  </a:lnTo>
                  <a:lnTo>
                    <a:pt x="278755" y="291624"/>
                  </a:lnTo>
                  <a:lnTo>
                    <a:pt x="282646" y="288022"/>
                  </a:lnTo>
                  <a:lnTo>
                    <a:pt x="286420" y="284299"/>
                  </a:lnTo>
                  <a:lnTo>
                    <a:pt x="290075" y="280457"/>
                  </a:lnTo>
                  <a:lnTo>
                    <a:pt x="293606" y="276502"/>
                  </a:lnTo>
                  <a:lnTo>
                    <a:pt x="297010" y="272437"/>
                  </a:lnTo>
                  <a:lnTo>
                    <a:pt x="300283" y="268266"/>
                  </a:lnTo>
                  <a:lnTo>
                    <a:pt x="303422" y="263993"/>
                  </a:lnTo>
                  <a:lnTo>
                    <a:pt x="306424" y="259623"/>
                  </a:lnTo>
                  <a:lnTo>
                    <a:pt x="309286" y="255159"/>
                  </a:lnTo>
                  <a:lnTo>
                    <a:pt x="312005" y="250608"/>
                  </a:lnTo>
                  <a:lnTo>
                    <a:pt x="314578" y="245972"/>
                  </a:lnTo>
                  <a:lnTo>
                    <a:pt x="317003" y="241257"/>
                  </a:lnTo>
                  <a:lnTo>
                    <a:pt x="319278" y="236467"/>
                  </a:lnTo>
                  <a:lnTo>
                    <a:pt x="321399" y="231608"/>
                  </a:lnTo>
                  <a:lnTo>
                    <a:pt x="323365" y="226684"/>
                  </a:lnTo>
                  <a:lnTo>
                    <a:pt x="325174" y="221700"/>
                  </a:lnTo>
                  <a:lnTo>
                    <a:pt x="326824" y="216661"/>
                  </a:lnTo>
                  <a:lnTo>
                    <a:pt x="328313" y="211573"/>
                  </a:lnTo>
                  <a:lnTo>
                    <a:pt x="329640" y="206440"/>
                  </a:lnTo>
                  <a:lnTo>
                    <a:pt x="330804" y="201267"/>
                  </a:lnTo>
                  <a:lnTo>
                    <a:pt x="331803" y="196060"/>
                  </a:lnTo>
                  <a:lnTo>
                    <a:pt x="332636" y="190824"/>
                  </a:lnTo>
                  <a:lnTo>
                    <a:pt x="333303" y="185564"/>
                  </a:lnTo>
                  <a:lnTo>
                    <a:pt x="333803" y="180285"/>
                  </a:lnTo>
                  <a:lnTo>
                    <a:pt x="334136" y="174994"/>
                  </a:lnTo>
                  <a:lnTo>
                    <a:pt x="334300" y="169694"/>
                  </a:lnTo>
                  <a:lnTo>
                    <a:pt x="334296" y="164392"/>
                  </a:lnTo>
                  <a:lnTo>
                    <a:pt x="334124" y="159093"/>
                  </a:lnTo>
                  <a:lnTo>
                    <a:pt x="333784" y="153802"/>
                  </a:lnTo>
                  <a:lnTo>
                    <a:pt x="333276" y="148524"/>
                  </a:lnTo>
                  <a:lnTo>
                    <a:pt x="332601" y="143265"/>
                  </a:lnTo>
                  <a:lnTo>
                    <a:pt x="331760" y="138030"/>
                  </a:lnTo>
                  <a:lnTo>
                    <a:pt x="330753" y="132825"/>
                  </a:lnTo>
                  <a:lnTo>
                    <a:pt x="329582" y="127654"/>
                  </a:lnTo>
                  <a:lnTo>
                    <a:pt x="328247" y="122522"/>
                  </a:lnTo>
                  <a:lnTo>
                    <a:pt x="326750" y="117436"/>
                  </a:lnTo>
                  <a:lnTo>
                    <a:pt x="325093" y="112400"/>
                  </a:lnTo>
                  <a:lnTo>
                    <a:pt x="323277" y="107418"/>
                  </a:lnTo>
                  <a:lnTo>
                    <a:pt x="321303" y="102497"/>
                  </a:lnTo>
                  <a:lnTo>
                    <a:pt x="319175" y="97641"/>
                  </a:lnTo>
                  <a:lnTo>
                    <a:pt x="316893" y="92855"/>
                  </a:lnTo>
                  <a:lnTo>
                    <a:pt x="314462" y="88144"/>
                  </a:lnTo>
                  <a:lnTo>
                    <a:pt x="311881" y="83512"/>
                  </a:lnTo>
                  <a:lnTo>
                    <a:pt x="309156" y="78964"/>
                  </a:lnTo>
                  <a:lnTo>
                    <a:pt x="306287" y="74505"/>
                  </a:lnTo>
                  <a:lnTo>
                    <a:pt x="303278" y="70139"/>
                  </a:lnTo>
                  <a:lnTo>
                    <a:pt x="300133" y="65871"/>
                  </a:lnTo>
                  <a:lnTo>
                    <a:pt x="296854" y="61705"/>
                  </a:lnTo>
                  <a:lnTo>
                    <a:pt x="293444" y="57645"/>
                  </a:lnTo>
                  <a:lnTo>
                    <a:pt x="289907" y="53694"/>
                  </a:lnTo>
                  <a:lnTo>
                    <a:pt x="286247" y="49859"/>
                  </a:lnTo>
                  <a:lnTo>
                    <a:pt x="282467" y="46141"/>
                  </a:lnTo>
                  <a:lnTo>
                    <a:pt x="278571" y="42545"/>
                  </a:lnTo>
                  <a:lnTo>
                    <a:pt x="274562" y="39074"/>
                  </a:lnTo>
                  <a:lnTo>
                    <a:pt x="270446" y="35732"/>
                  </a:lnTo>
                  <a:lnTo>
                    <a:pt x="266226" y="32522"/>
                  </a:lnTo>
                  <a:lnTo>
                    <a:pt x="261906" y="29448"/>
                  </a:lnTo>
                  <a:lnTo>
                    <a:pt x="257491" y="26512"/>
                  </a:lnTo>
                  <a:lnTo>
                    <a:pt x="252985" y="23718"/>
                  </a:lnTo>
                  <a:lnTo>
                    <a:pt x="248393" y="21068"/>
                  </a:lnTo>
                  <a:lnTo>
                    <a:pt x="243719" y="18565"/>
                  </a:lnTo>
                  <a:lnTo>
                    <a:pt x="238967" y="16212"/>
                  </a:lnTo>
                  <a:lnTo>
                    <a:pt x="234144" y="14010"/>
                  </a:lnTo>
                  <a:lnTo>
                    <a:pt x="229253" y="11963"/>
                  </a:lnTo>
                  <a:lnTo>
                    <a:pt x="224300" y="10072"/>
                  </a:lnTo>
                  <a:lnTo>
                    <a:pt x="219289" y="8338"/>
                  </a:lnTo>
                  <a:lnTo>
                    <a:pt x="214226" y="6765"/>
                  </a:lnTo>
                  <a:lnTo>
                    <a:pt x="209116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59761" y="2126963"/>
              <a:ext cx="21526" cy="167167"/>
            </a:xfrm>
            <a:custGeom>
              <a:avLst/>
              <a:pathLst>
                <a:path w="21526" h="167167">
                  <a:moveTo>
                    <a:pt x="21526" y="0"/>
                  </a:moveTo>
                  <a:lnTo>
                    <a:pt x="14332" y="154"/>
                  </a:lnTo>
                  <a:lnTo>
                    <a:pt x="7153" y="619"/>
                  </a:lnTo>
                  <a:lnTo>
                    <a:pt x="0" y="1391"/>
                  </a:lnTo>
                  <a:lnTo>
                    <a:pt x="2152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761" y="2128355"/>
              <a:ext cx="21526" cy="165775"/>
            </a:xfrm>
            <a:custGeom>
              <a:avLst/>
              <a:pathLst>
                <a:path w="21526" h="165775">
                  <a:moveTo>
                    <a:pt x="0" y="0"/>
                  </a:moveTo>
                  <a:lnTo>
                    <a:pt x="21526" y="1657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614136" y="2127697"/>
              <a:ext cx="334301" cy="333600"/>
            </a:xfrm>
            <a:custGeom>
              <a:avLst/>
              <a:pathLst>
                <a:path w="334301" h="333600">
                  <a:moveTo>
                    <a:pt x="145625" y="657"/>
                  </a:moveTo>
                  <a:lnTo>
                    <a:pt x="140377" y="1423"/>
                  </a:lnTo>
                  <a:lnTo>
                    <a:pt x="135155" y="2356"/>
                  </a:lnTo>
                  <a:lnTo>
                    <a:pt x="129966" y="3453"/>
                  </a:lnTo>
                  <a:lnTo>
                    <a:pt x="124815" y="4715"/>
                  </a:lnTo>
                  <a:lnTo>
                    <a:pt x="119706" y="6140"/>
                  </a:lnTo>
                  <a:lnTo>
                    <a:pt x="114644" y="7725"/>
                  </a:lnTo>
                  <a:lnTo>
                    <a:pt x="109636" y="9471"/>
                  </a:lnTo>
                  <a:lnTo>
                    <a:pt x="104685" y="11375"/>
                  </a:lnTo>
                  <a:lnTo>
                    <a:pt x="99798" y="13434"/>
                  </a:lnTo>
                  <a:lnTo>
                    <a:pt x="94978" y="15648"/>
                  </a:lnTo>
                  <a:lnTo>
                    <a:pt x="90231" y="18014"/>
                  </a:lnTo>
                  <a:lnTo>
                    <a:pt x="85561" y="20528"/>
                  </a:lnTo>
                  <a:lnTo>
                    <a:pt x="80973" y="23190"/>
                  </a:lnTo>
                  <a:lnTo>
                    <a:pt x="76473" y="25996"/>
                  </a:lnTo>
                  <a:lnTo>
                    <a:pt x="72063" y="28944"/>
                  </a:lnTo>
                  <a:lnTo>
                    <a:pt x="67749" y="32029"/>
                  </a:lnTo>
                  <a:lnTo>
                    <a:pt x="63535" y="35250"/>
                  </a:lnTo>
                  <a:lnTo>
                    <a:pt x="59426" y="38604"/>
                  </a:lnTo>
                  <a:lnTo>
                    <a:pt x="55425" y="42085"/>
                  </a:lnTo>
                  <a:lnTo>
                    <a:pt x="51536" y="45692"/>
                  </a:lnTo>
                  <a:lnTo>
                    <a:pt x="47764" y="49421"/>
                  </a:lnTo>
                  <a:lnTo>
                    <a:pt x="44112" y="53267"/>
                  </a:lnTo>
                  <a:lnTo>
                    <a:pt x="40584" y="57227"/>
                  </a:lnTo>
                  <a:lnTo>
                    <a:pt x="37183" y="61298"/>
                  </a:lnTo>
                  <a:lnTo>
                    <a:pt x="33913" y="65474"/>
                  </a:lnTo>
                  <a:lnTo>
                    <a:pt x="30778" y="69751"/>
                  </a:lnTo>
                  <a:lnTo>
                    <a:pt x="27779" y="74126"/>
                  </a:lnTo>
                  <a:lnTo>
                    <a:pt x="24921" y="78594"/>
                  </a:lnTo>
                  <a:lnTo>
                    <a:pt x="22206" y="83150"/>
                  </a:lnTo>
                  <a:lnTo>
                    <a:pt x="19637" y="87791"/>
                  </a:lnTo>
                  <a:lnTo>
                    <a:pt x="17216" y="92510"/>
                  </a:lnTo>
                  <a:lnTo>
                    <a:pt x="14947" y="97304"/>
                  </a:lnTo>
                  <a:lnTo>
                    <a:pt x="12830" y="102167"/>
                  </a:lnTo>
                  <a:lnTo>
                    <a:pt x="10869" y="107095"/>
                  </a:lnTo>
                  <a:lnTo>
                    <a:pt x="9065" y="112083"/>
                  </a:lnTo>
                  <a:lnTo>
                    <a:pt x="7421" y="117125"/>
                  </a:lnTo>
                  <a:lnTo>
                    <a:pt x="5937" y="122217"/>
                  </a:lnTo>
                  <a:lnTo>
                    <a:pt x="4615" y="127354"/>
                  </a:lnTo>
                  <a:lnTo>
                    <a:pt x="3457" y="132530"/>
                  </a:lnTo>
                  <a:lnTo>
                    <a:pt x="2464" y="137740"/>
                  </a:lnTo>
                  <a:lnTo>
                    <a:pt x="1637" y="142979"/>
                  </a:lnTo>
                  <a:lnTo>
                    <a:pt x="976" y="148241"/>
                  </a:lnTo>
                  <a:lnTo>
                    <a:pt x="483" y="153522"/>
                  </a:lnTo>
                  <a:lnTo>
                    <a:pt x="157" y="158816"/>
                  </a:lnTo>
                  <a:lnTo>
                    <a:pt x="0" y="164118"/>
                  </a:lnTo>
                  <a:lnTo>
                    <a:pt x="10" y="169422"/>
                  </a:lnTo>
                  <a:lnTo>
                    <a:pt x="189" y="174722"/>
                  </a:lnTo>
                  <a:lnTo>
                    <a:pt x="536" y="180015"/>
                  </a:lnTo>
                  <a:lnTo>
                    <a:pt x="1051" y="185294"/>
                  </a:lnTo>
                  <a:lnTo>
                    <a:pt x="1733" y="190554"/>
                  </a:lnTo>
                  <a:lnTo>
                    <a:pt x="2581" y="195789"/>
                  </a:lnTo>
                  <a:lnTo>
                    <a:pt x="3595" y="200995"/>
                  </a:lnTo>
                  <a:lnTo>
                    <a:pt x="4774" y="206167"/>
                  </a:lnTo>
                  <a:lnTo>
                    <a:pt x="6117" y="211298"/>
                  </a:lnTo>
                  <a:lnTo>
                    <a:pt x="7621" y="216384"/>
                  </a:lnTo>
                  <a:lnTo>
                    <a:pt x="9286" y="221420"/>
                  </a:lnTo>
                  <a:lnTo>
                    <a:pt x="11110" y="226400"/>
                  </a:lnTo>
                  <a:lnTo>
                    <a:pt x="13091" y="231320"/>
                  </a:lnTo>
                  <a:lnTo>
                    <a:pt x="15227" y="236175"/>
                  </a:lnTo>
                  <a:lnTo>
                    <a:pt x="17516" y="240959"/>
                  </a:lnTo>
                  <a:lnTo>
                    <a:pt x="19955" y="245669"/>
                  </a:lnTo>
                  <a:lnTo>
                    <a:pt x="22543" y="250299"/>
                  </a:lnTo>
                  <a:lnTo>
                    <a:pt x="25276" y="254844"/>
                  </a:lnTo>
                  <a:lnTo>
                    <a:pt x="28153" y="259300"/>
                  </a:lnTo>
                  <a:lnTo>
                    <a:pt x="31169" y="263663"/>
                  </a:lnTo>
                  <a:lnTo>
                    <a:pt x="34322" y="267928"/>
                  </a:lnTo>
                  <a:lnTo>
                    <a:pt x="37608" y="272091"/>
                  </a:lnTo>
                  <a:lnTo>
                    <a:pt x="41025" y="276147"/>
                  </a:lnTo>
                  <a:lnTo>
                    <a:pt x="44569" y="280093"/>
                  </a:lnTo>
                  <a:lnTo>
                    <a:pt x="48237" y="283925"/>
                  </a:lnTo>
                  <a:lnTo>
                    <a:pt x="52024" y="287638"/>
                  </a:lnTo>
                  <a:lnTo>
                    <a:pt x="55927" y="291230"/>
                  </a:lnTo>
                  <a:lnTo>
                    <a:pt x="59942" y="294695"/>
                  </a:lnTo>
                  <a:lnTo>
                    <a:pt x="64065" y="298032"/>
                  </a:lnTo>
                  <a:lnTo>
                    <a:pt x="68292" y="301236"/>
                  </a:lnTo>
                  <a:lnTo>
                    <a:pt x="72618" y="304304"/>
                  </a:lnTo>
                  <a:lnTo>
                    <a:pt x="77040" y="307234"/>
                  </a:lnTo>
                  <a:lnTo>
                    <a:pt x="81552" y="310021"/>
                  </a:lnTo>
                  <a:lnTo>
                    <a:pt x="86150" y="312665"/>
                  </a:lnTo>
                  <a:lnTo>
                    <a:pt x="90830" y="315161"/>
                  </a:lnTo>
                  <a:lnTo>
                    <a:pt x="95586" y="317507"/>
                  </a:lnTo>
                  <a:lnTo>
                    <a:pt x="100415" y="319701"/>
                  </a:lnTo>
                  <a:lnTo>
                    <a:pt x="105311" y="321741"/>
                  </a:lnTo>
                  <a:lnTo>
                    <a:pt x="110269" y="323625"/>
                  </a:lnTo>
                  <a:lnTo>
                    <a:pt x="115285" y="325350"/>
                  </a:lnTo>
                  <a:lnTo>
                    <a:pt x="120352" y="326916"/>
                  </a:lnTo>
                  <a:lnTo>
                    <a:pt x="125467" y="328320"/>
                  </a:lnTo>
                  <a:lnTo>
                    <a:pt x="130624" y="329561"/>
                  </a:lnTo>
                  <a:lnTo>
                    <a:pt x="135817" y="330637"/>
                  </a:lnTo>
                  <a:lnTo>
                    <a:pt x="141042" y="331549"/>
                  </a:lnTo>
                  <a:lnTo>
                    <a:pt x="146293" y="332294"/>
                  </a:lnTo>
                  <a:lnTo>
                    <a:pt x="151566" y="332872"/>
                  </a:lnTo>
                  <a:lnTo>
                    <a:pt x="156854" y="333283"/>
                  </a:lnTo>
                  <a:lnTo>
                    <a:pt x="162152" y="333525"/>
                  </a:lnTo>
                  <a:lnTo>
                    <a:pt x="167455" y="333600"/>
                  </a:lnTo>
                  <a:lnTo>
                    <a:pt x="172758" y="333506"/>
                  </a:lnTo>
                  <a:lnTo>
                    <a:pt x="178056" y="333244"/>
                  </a:lnTo>
                  <a:lnTo>
                    <a:pt x="183342" y="332814"/>
                  </a:lnTo>
                  <a:lnTo>
                    <a:pt x="188612" y="332217"/>
                  </a:lnTo>
                  <a:lnTo>
                    <a:pt x="193861" y="331453"/>
                  </a:lnTo>
                  <a:lnTo>
                    <a:pt x="199083" y="330522"/>
                  </a:lnTo>
                  <a:lnTo>
                    <a:pt x="204272" y="329427"/>
                  </a:lnTo>
                  <a:lnTo>
                    <a:pt x="209424" y="328167"/>
                  </a:lnTo>
                  <a:lnTo>
                    <a:pt x="214534" y="326744"/>
                  </a:lnTo>
                  <a:lnTo>
                    <a:pt x="219596" y="325161"/>
                  </a:lnTo>
                  <a:lnTo>
                    <a:pt x="224605" y="323417"/>
                  </a:lnTo>
                  <a:lnTo>
                    <a:pt x="229556" y="321515"/>
                  </a:lnTo>
                  <a:lnTo>
                    <a:pt x="234444" y="319457"/>
                  </a:lnTo>
                  <a:lnTo>
                    <a:pt x="239265" y="317246"/>
                  </a:lnTo>
                  <a:lnTo>
                    <a:pt x="244013" y="314882"/>
                  </a:lnTo>
                  <a:lnTo>
                    <a:pt x="248684" y="312369"/>
                  </a:lnTo>
                  <a:lnTo>
                    <a:pt x="253272" y="309709"/>
                  </a:lnTo>
                  <a:lnTo>
                    <a:pt x="257774" y="306905"/>
                  </a:lnTo>
                  <a:lnTo>
                    <a:pt x="262185" y="303959"/>
                  </a:lnTo>
                  <a:lnTo>
                    <a:pt x="266500" y="300875"/>
                  </a:lnTo>
                  <a:lnTo>
                    <a:pt x="270715" y="297655"/>
                  </a:lnTo>
                  <a:lnTo>
                    <a:pt x="274826" y="294304"/>
                  </a:lnTo>
                  <a:lnTo>
                    <a:pt x="278828" y="290824"/>
                  </a:lnTo>
                  <a:lnTo>
                    <a:pt x="282718" y="287218"/>
                  </a:lnTo>
                  <a:lnTo>
                    <a:pt x="286492" y="283491"/>
                  </a:lnTo>
                  <a:lnTo>
                    <a:pt x="290145" y="279646"/>
                  </a:lnTo>
                  <a:lnTo>
                    <a:pt x="293675" y="275687"/>
                  </a:lnTo>
                  <a:lnTo>
                    <a:pt x="297077" y="271619"/>
                  </a:lnTo>
                  <a:lnTo>
                    <a:pt x="300349" y="267444"/>
                  </a:lnTo>
                  <a:lnTo>
                    <a:pt x="303486" y="263167"/>
                  </a:lnTo>
                  <a:lnTo>
                    <a:pt x="306487" y="258794"/>
                  </a:lnTo>
                  <a:lnTo>
                    <a:pt x="309346" y="254327"/>
                  </a:lnTo>
                  <a:lnTo>
                    <a:pt x="312063" y="249772"/>
                  </a:lnTo>
                  <a:lnTo>
                    <a:pt x="314634" y="245132"/>
                  </a:lnTo>
                  <a:lnTo>
                    <a:pt x="317057" y="240414"/>
                  </a:lnTo>
                  <a:lnTo>
                    <a:pt x="319328" y="235621"/>
                  </a:lnTo>
                  <a:lnTo>
                    <a:pt x="321446" y="230759"/>
                  </a:lnTo>
                  <a:lnTo>
                    <a:pt x="323409" y="225831"/>
                  </a:lnTo>
                  <a:lnTo>
                    <a:pt x="325215" y="220844"/>
                  </a:lnTo>
                  <a:lnTo>
                    <a:pt x="326862" y="215803"/>
                  </a:lnTo>
                  <a:lnTo>
                    <a:pt x="328348" y="210711"/>
                  </a:lnTo>
                  <a:lnTo>
                    <a:pt x="329671" y="205575"/>
                  </a:lnTo>
                  <a:lnTo>
                    <a:pt x="330831" y="200399"/>
                  </a:lnTo>
                  <a:lnTo>
                    <a:pt x="331826" y="195190"/>
                  </a:lnTo>
                  <a:lnTo>
                    <a:pt x="332656" y="189951"/>
                  </a:lnTo>
                  <a:lnTo>
                    <a:pt x="333319" y="184689"/>
                  </a:lnTo>
                  <a:lnTo>
                    <a:pt x="333814" y="179408"/>
                  </a:lnTo>
                  <a:lnTo>
                    <a:pt x="334142" y="174114"/>
                  </a:lnTo>
                  <a:lnTo>
                    <a:pt x="334301" y="168813"/>
                  </a:lnTo>
                  <a:lnTo>
                    <a:pt x="334293" y="163509"/>
                  </a:lnTo>
                  <a:lnTo>
                    <a:pt x="334116" y="158208"/>
                  </a:lnTo>
                  <a:lnTo>
                    <a:pt x="333771" y="152915"/>
                  </a:lnTo>
                  <a:lnTo>
                    <a:pt x="333258" y="147636"/>
                  </a:lnTo>
                  <a:lnTo>
                    <a:pt x="332578" y="142376"/>
                  </a:lnTo>
                  <a:lnTo>
                    <a:pt x="331732" y="137140"/>
                  </a:lnTo>
                  <a:lnTo>
                    <a:pt x="330720" y="131934"/>
                  </a:lnTo>
                  <a:lnTo>
                    <a:pt x="329543" y="126762"/>
                  </a:lnTo>
                  <a:lnTo>
                    <a:pt x="328203" y="121630"/>
                  </a:lnTo>
                  <a:lnTo>
                    <a:pt x="326700" y="116544"/>
                  </a:lnTo>
                  <a:lnTo>
                    <a:pt x="325037" y="111507"/>
                  </a:lnTo>
                  <a:lnTo>
                    <a:pt x="323216" y="106526"/>
                  </a:lnTo>
                  <a:lnTo>
                    <a:pt x="321237" y="101605"/>
                  </a:lnTo>
                  <a:lnTo>
                    <a:pt x="319102" y="96750"/>
                  </a:lnTo>
                  <a:lnTo>
                    <a:pt x="316815" y="91964"/>
                  </a:lnTo>
                  <a:lnTo>
                    <a:pt x="314378" y="87254"/>
                  </a:lnTo>
                  <a:lnTo>
                    <a:pt x="311792" y="82623"/>
                  </a:lnTo>
                  <a:lnTo>
                    <a:pt x="309060" y="78077"/>
                  </a:lnTo>
                  <a:lnTo>
                    <a:pt x="306186" y="73619"/>
                  </a:lnTo>
                  <a:lnTo>
                    <a:pt x="303171" y="69255"/>
                  </a:lnTo>
                  <a:lnTo>
                    <a:pt x="300020" y="64989"/>
                  </a:lnTo>
                  <a:lnTo>
                    <a:pt x="296735" y="60825"/>
                  </a:lnTo>
                  <a:lnTo>
                    <a:pt x="293319" y="56767"/>
                  </a:lnTo>
                  <a:lnTo>
                    <a:pt x="289777" y="52820"/>
                  </a:lnTo>
                  <a:lnTo>
                    <a:pt x="286111" y="48987"/>
                  </a:lnTo>
                  <a:lnTo>
                    <a:pt x="282325" y="45272"/>
                  </a:lnTo>
                  <a:lnTo>
                    <a:pt x="278423" y="41679"/>
                  </a:lnTo>
                  <a:lnTo>
                    <a:pt x="274410" y="38212"/>
                  </a:lnTo>
                  <a:lnTo>
                    <a:pt x="270288" y="34874"/>
                  </a:lnTo>
                  <a:lnTo>
                    <a:pt x="266062" y="31668"/>
                  </a:lnTo>
                  <a:lnTo>
                    <a:pt x="261737" y="28598"/>
                  </a:lnTo>
                  <a:lnTo>
                    <a:pt x="257317" y="25667"/>
                  </a:lnTo>
                  <a:lnTo>
                    <a:pt x="252806" y="22877"/>
                  </a:lnTo>
                  <a:lnTo>
                    <a:pt x="248209" y="20232"/>
                  </a:lnTo>
                  <a:lnTo>
                    <a:pt x="243530" y="17734"/>
                  </a:lnTo>
                  <a:lnTo>
                    <a:pt x="238774" y="15386"/>
                  </a:lnTo>
                  <a:lnTo>
                    <a:pt x="233946" y="13190"/>
                  </a:lnTo>
                  <a:lnTo>
                    <a:pt x="229051" y="11148"/>
                  </a:lnTo>
                  <a:lnTo>
                    <a:pt x="224094" y="9263"/>
                  </a:lnTo>
                  <a:lnTo>
                    <a:pt x="219079" y="7535"/>
                  </a:lnTo>
                  <a:lnTo>
                    <a:pt x="214012" y="5968"/>
                  </a:lnTo>
                  <a:lnTo>
                    <a:pt x="208898" y="4562"/>
                  </a:lnTo>
                  <a:lnTo>
                    <a:pt x="203742" y="3319"/>
                  </a:lnTo>
                  <a:lnTo>
                    <a:pt x="198549" y="2240"/>
                  </a:lnTo>
                  <a:lnTo>
                    <a:pt x="193324" y="1327"/>
                  </a:lnTo>
                  <a:lnTo>
                    <a:pt x="188073" y="580"/>
                  </a:lnTo>
                  <a:lnTo>
                    <a:pt x="182801" y="0"/>
                  </a:lnTo>
                  <a:lnTo>
                    <a:pt x="167151" y="1664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81287" y="2126963"/>
              <a:ext cx="15650" cy="167167"/>
            </a:xfrm>
            <a:custGeom>
              <a:avLst/>
              <a:pathLst>
                <a:path w="15650" h="167167">
                  <a:moveTo>
                    <a:pt x="15650" y="73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87184" y="2633064"/>
              <a:ext cx="3563" cy="167167"/>
            </a:xfrm>
            <a:custGeom>
              <a:avLst/>
              <a:pathLst>
                <a:path w="3563" h="167167">
                  <a:moveTo>
                    <a:pt x="3563" y="0"/>
                  </a:moveTo>
                  <a:lnTo>
                    <a:pt x="0" y="37"/>
                  </a:lnTo>
                  <a:lnTo>
                    <a:pt x="356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184" y="2633102"/>
              <a:ext cx="3563" cy="167129"/>
            </a:xfrm>
            <a:custGeom>
              <a:avLst/>
              <a:pathLst>
                <a:path w="3563" h="167129">
                  <a:moveTo>
                    <a:pt x="0" y="0"/>
                  </a:moveTo>
                  <a:lnTo>
                    <a:pt x="3563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423583" y="2633102"/>
              <a:ext cx="334330" cy="334286"/>
            </a:xfrm>
            <a:custGeom>
              <a:avLst/>
              <a:pathLst>
                <a:path w="334330" h="334286">
                  <a:moveTo>
                    <a:pt x="163601" y="0"/>
                  </a:moveTo>
                  <a:lnTo>
                    <a:pt x="158301" y="197"/>
                  </a:lnTo>
                  <a:lnTo>
                    <a:pt x="153010" y="562"/>
                  </a:lnTo>
                  <a:lnTo>
                    <a:pt x="147733" y="1095"/>
                  </a:lnTo>
                  <a:lnTo>
                    <a:pt x="142476" y="1795"/>
                  </a:lnTo>
                  <a:lnTo>
                    <a:pt x="137244" y="2661"/>
                  </a:lnTo>
                  <a:lnTo>
                    <a:pt x="132041" y="3693"/>
                  </a:lnTo>
                  <a:lnTo>
                    <a:pt x="126874" y="4889"/>
                  </a:lnTo>
                  <a:lnTo>
                    <a:pt x="121748" y="6249"/>
                  </a:lnTo>
                  <a:lnTo>
                    <a:pt x="116667" y="7771"/>
                  </a:lnTo>
                  <a:lnTo>
                    <a:pt x="111638" y="9453"/>
                  </a:lnTo>
                  <a:lnTo>
                    <a:pt x="106664" y="11294"/>
                  </a:lnTo>
                  <a:lnTo>
                    <a:pt x="101751" y="13291"/>
                  </a:lnTo>
                  <a:lnTo>
                    <a:pt x="96904" y="15444"/>
                  </a:lnTo>
                  <a:lnTo>
                    <a:pt x="92127" y="17749"/>
                  </a:lnTo>
                  <a:lnTo>
                    <a:pt x="87426" y="20205"/>
                  </a:lnTo>
                  <a:lnTo>
                    <a:pt x="82805" y="22808"/>
                  </a:lnTo>
                  <a:lnTo>
                    <a:pt x="78270" y="25557"/>
                  </a:lnTo>
                  <a:lnTo>
                    <a:pt x="73823" y="28448"/>
                  </a:lnTo>
                  <a:lnTo>
                    <a:pt x="69471" y="31479"/>
                  </a:lnTo>
                  <a:lnTo>
                    <a:pt x="65217" y="34646"/>
                  </a:lnTo>
                  <a:lnTo>
                    <a:pt x="61066" y="37947"/>
                  </a:lnTo>
                  <a:lnTo>
                    <a:pt x="57021" y="41378"/>
                  </a:lnTo>
                  <a:lnTo>
                    <a:pt x="53088" y="44935"/>
                  </a:lnTo>
                  <a:lnTo>
                    <a:pt x="49269" y="48615"/>
                  </a:lnTo>
                  <a:lnTo>
                    <a:pt x="45568" y="52415"/>
                  </a:lnTo>
                  <a:lnTo>
                    <a:pt x="41991" y="56330"/>
                  </a:lnTo>
                  <a:lnTo>
                    <a:pt x="38539" y="60357"/>
                  </a:lnTo>
                  <a:lnTo>
                    <a:pt x="35216" y="64491"/>
                  </a:lnTo>
                  <a:lnTo>
                    <a:pt x="32027" y="68728"/>
                  </a:lnTo>
                  <a:lnTo>
                    <a:pt x="28973" y="73064"/>
                  </a:lnTo>
                  <a:lnTo>
                    <a:pt x="26059" y="77496"/>
                  </a:lnTo>
                  <a:lnTo>
                    <a:pt x="23287" y="82017"/>
                  </a:lnTo>
                  <a:lnTo>
                    <a:pt x="20659" y="86624"/>
                  </a:lnTo>
                  <a:lnTo>
                    <a:pt x="18179" y="91312"/>
                  </a:lnTo>
                  <a:lnTo>
                    <a:pt x="15849" y="96076"/>
                  </a:lnTo>
                  <a:lnTo>
                    <a:pt x="13671" y="100912"/>
                  </a:lnTo>
                  <a:lnTo>
                    <a:pt x="11648" y="105815"/>
                  </a:lnTo>
                  <a:lnTo>
                    <a:pt x="9781" y="110779"/>
                  </a:lnTo>
                  <a:lnTo>
                    <a:pt x="8073" y="115800"/>
                  </a:lnTo>
                  <a:lnTo>
                    <a:pt x="6524" y="120872"/>
                  </a:lnTo>
                  <a:lnTo>
                    <a:pt x="5138" y="125992"/>
                  </a:lnTo>
                  <a:lnTo>
                    <a:pt x="3914" y="131152"/>
                  </a:lnTo>
                  <a:lnTo>
                    <a:pt x="2855" y="136349"/>
                  </a:lnTo>
                  <a:lnTo>
                    <a:pt x="1962" y="141577"/>
                  </a:lnTo>
                  <a:lnTo>
                    <a:pt x="1234" y="146830"/>
                  </a:lnTo>
                  <a:lnTo>
                    <a:pt x="674" y="152104"/>
                  </a:lnTo>
                  <a:lnTo>
                    <a:pt x="281" y="157393"/>
                  </a:lnTo>
                  <a:lnTo>
                    <a:pt x="56" y="162692"/>
                  </a:lnTo>
                  <a:lnTo>
                    <a:pt x="0" y="167995"/>
                  </a:lnTo>
                  <a:lnTo>
                    <a:pt x="111" y="173298"/>
                  </a:lnTo>
                  <a:lnTo>
                    <a:pt x="391" y="178594"/>
                  </a:lnTo>
                  <a:lnTo>
                    <a:pt x="839" y="183879"/>
                  </a:lnTo>
                  <a:lnTo>
                    <a:pt x="1454" y="189147"/>
                  </a:lnTo>
                  <a:lnTo>
                    <a:pt x="2235" y="194392"/>
                  </a:lnTo>
                  <a:lnTo>
                    <a:pt x="3183" y="199611"/>
                  </a:lnTo>
                  <a:lnTo>
                    <a:pt x="4296" y="204796"/>
                  </a:lnTo>
                  <a:lnTo>
                    <a:pt x="5573" y="209944"/>
                  </a:lnTo>
                  <a:lnTo>
                    <a:pt x="7013" y="215048"/>
                  </a:lnTo>
                  <a:lnTo>
                    <a:pt x="8613" y="220105"/>
                  </a:lnTo>
                  <a:lnTo>
                    <a:pt x="10374" y="225108"/>
                  </a:lnTo>
                  <a:lnTo>
                    <a:pt x="12292" y="230052"/>
                  </a:lnTo>
                  <a:lnTo>
                    <a:pt x="14366" y="234933"/>
                  </a:lnTo>
                  <a:lnTo>
                    <a:pt x="16594" y="239747"/>
                  </a:lnTo>
                  <a:lnTo>
                    <a:pt x="18973" y="244486"/>
                  </a:lnTo>
                  <a:lnTo>
                    <a:pt x="21502" y="249149"/>
                  </a:lnTo>
                  <a:lnTo>
                    <a:pt x="24177" y="253728"/>
                  </a:lnTo>
                  <a:lnTo>
                    <a:pt x="26996" y="258220"/>
                  </a:lnTo>
                  <a:lnTo>
                    <a:pt x="29956" y="262621"/>
                  </a:lnTo>
                  <a:lnTo>
                    <a:pt x="33054" y="266926"/>
                  </a:lnTo>
                  <a:lnTo>
                    <a:pt x="36288" y="271130"/>
                  </a:lnTo>
                  <a:lnTo>
                    <a:pt x="39653" y="275229"/>
                  </a:lnTo>
                  <a:lnTo>
                    <a:pt x="43146" y="279220"/>
                  </a:lnTo>
                  <a:lnTo>
                    <a:pt x="46764" y="283097"/>
                  </a:lnTo>
                  <a:lnTo>
                    <a:pt x="50504" y="286858"/>
                  </a:lnTo>
                  <a:lnTo>
                    <a:pt x="54360" y="290499"/>
                  </a:lnTo>
                  <a:lnTo>
                    <a:pt x="58331" y="294015"/>
                  </a:lnTo>
                  <a:lnTo>
                    <a:pt x="62411" y="297404"/>
                  </a:lnTo>
                  <a:lnTo>
                    <a:pt x="66596" y="300661"/>
                  </a:lnTo>
                  <a:lnTo>
                    <a:pt x="70883" y="303784"/>
                  </a:lnTo>
                  <a:lnTo>
                    <a:pt x="75266" y="306770"/>
                  </a:lnTo>
                  <a:lnTo>
                    <a:pt x="79742" y="309615"/>
                  </a:lnTo>
                  <a:lnTo>
                    <a:pt x="84306" y="312316"/>
                  </a:lnTo>
                  <a:lnTo>
                    <a:pt x="88954" y="314872"/>
                  </a:lnTo>
                  <a:lnTo>
                    <a:pt x="93680" y="317279"/>
                  </a:lnTo>
                  <a:lnTo>
                    <a:pt x="98480" y="319534"/>
                  </a:lnTo>
                  <a:lnTo>
                    <a:pt x="103349" y="321636"/>
                  </a:lnTo>
                  <a:lnTo>
                    <a:pt x="108283" y="323583"/>
                  </a:lnTo>
                  <a:lnTo>
                    <a:pt x="113275" y="325372"/>
                  </a:lnTo>
                  <a:lnTo>
                    <a:pt x="118322" y="327002"/>
                  </a:lnTo>
                  <a:lnTo>
                    <a:pt x="123418" y="328471"/>
                  </a:lnTo>
                  <a:lnTo>
                    <a:pt x="128559" y="329777"/>
                  </a:lnTo>
                  <a:lnTo>
                    <a:pt x="133738" y="330920"/>
                  </a:lnTo>
                  <a:lnTo>
                    <a:pt x="138950" y="331898"/>
                  </a:lnTo>
                  <a:lnTo>
                    <a:pt x="144191" y="332710"/>
                  </a:lnTo>
                  <a:lnTo>
                    <a:pt x="149456" y="333356"/>
                  </a:lnTo>
                  <a:lnTo>
                    <a:pt x="154738" y="333834"/>
                  </a:lnTo>
                  <a:lnTo>
                    <a:pt x="160032" y="334144"/>
                  </a:lnTo>
                  <a:lnTo>
                    <a:pt x="165334" y="334286"/>
                  </a:lnTo>
                  <a:lnTo>
                    <a:pt x="170637" y="334260"/>
                  </a:lnTo>
                  <a:lnTo>
                    <a:pt x="175937" y="334066"/>
                  </a:lnTo>
                  <a:lnTo>
                    <a:pt x="181229" y="333704"/>
                  </a:lnTo>
                  <a:lnTo>
                    <a:pt x="186506" y="333174"/>
                  </a:lnTo>
                  <a:lnTo>
                    <a:pt x="191763" y="332477"/>
                  </a:lnTo>
                  <a:lnTo>
                    <a:pt x="196996" y="331613"/>
                  </a:lnTo>
                  <a:lnTo>
                    <a:pt x="202199" y="330584"/>
                  </a:lnTo>
                  <a:lnTo>
                    <a:pt x="207367" y="329390"/>
                  </a:lnTo>
                  <a:lnTo>
                    <a:pt x="212494" y="328033"/>
                  </a:lnTo>
                  <a:lnTo>
                    <a:pt x="217575" y="326514"/>
                  </a:lnTo>
                  <a:lnTo>
                    <a:pt x="222606" y="324835"/>
                  </a:lnTo>
                  <a:lnTo>
                    <a:pt x="227581" y="322997"/>
                  </a:lnTo>
                  <a:lnTo>
                    <a:pt x="232495" y="321002"/>
                  </a:lnTo>
                  <a:lnTo>
                    <a:pt x="237343" y="318852"/>
                  </a:lnTo>
                  <a:lnTo>
                    <a:pt x="242121" y="316550"/>
                  </a:lnTo>
                  <a:lnTo>
                    <a:pt x="246823" y="314097"/>
                  </a:lnTo>
                  <a:lnTo>
                    <a:pt x="251445" y="311496"/>
                  </a:lnTo>
                  <a:lnTo>
                    <a:pt x="255983" y="308749"/>
                  </a:lnTo>
                  <a:lnTo>
                    <a:pt x="260430" y="305861"/>
                  </a:lnTo>
                  <a:lnTo>
                    <a:pt x="264784" y="302832"/>
                  </a:lnTo>
                  <a:lnTo>
                    <a:pt x="269040" y="299667"/>
                  </a:lnTo>
                  <a:lnTo>
                    <a:pt x="273193" y="296369"/>
                  </a:lnTo>
                  <a:lnTo>
                    <a:pt x="277240" y="292940"/>
                  </a:lnTo>
                  <a:lnTo>
                    <a:pt x="281175" y="289385"/>
                  </a:lnTo>
                  <a:lnTo>
                    <a:pt x="284996" y="285707"/>
                  </a:lnTo>
                  <a:lnTo>
                    <a:pt x="288698" y="281909"/>
                  </a:lnTo>
                  <a:lnTo>
                    <a:pt x="292278" y="277996"/>
                  </a:lnTo>
                  <a:lnTo>
                    <a:pt x="295732" y="273971"/>
                  </a:lnTo>
                  <a:lnTo>
                    <a:pt x="299057" y="269839"/>
                  </a:lnTo>
                  <a:lnTo>
                    <a:pt x="302249" y="265603"/>
                  </a:lnTo>
                  <a:lnTo>
                    <a:pt x="305305" y="261269"/>
                  </a:lnTo>
                  <a:lnTo>
                    <a:pt x="308222" y="256839"/>
                  </a:lnTo>
                  <a:lnTo>
                    <a:pt x="310996" y="252319"/>
                  </a:lnTo>
                  <a:lnTo>
                    <a:pt x="313626" y="247714"/>
                  </a:lnTo>
                  <a:lnTo>
                    <a:pt x="316109" y="243027"/>
                  </a:lnTo>
                  <a:lnTo>
                    <a:pt x="318442" y="238264"/>
                  </a:lnTo>
                  <a:lnTo>
                    <a:pt x="320622" y="233429"/>
                  </a:lnTo>
                  <a:lnTo>
                    <a:pt x="322648" y="228528"/>
                  </a:lnTo>
                  <a:lnTo>
                    <a:pt x="324518" y="223565"/>
                  </a:lnTo>
                  <a:lnTo>
                    <a:pt x="326229" y="218545"/>
                  </a:lnTo>
                  <a:lnTo>
                    <a:pt x="327780" y="213473"/>
                  </a:lnTo>
                  <a:lnTo>
                    <a:pt x="329169" y="208354"/>
                  </a:lnTo>
                  <a:lnTo>
                    <a:pt x="330395" y="203195"/>
                  </a:lnTo>
                  <a:lnTo>
                    <a:pt x="331457" y="197998"/>
                  </a:lnTo>
                  <a:lnTo>
                    <a:pt x="332354" y="192771"/>
                  </a:lnTo>
                  <a:lnTo>
                    <a:pt x="333084" y="187518"/>
                  </a:lnTo>
                  <a:lnTo>
                    <a:pt x="333647" y="182244"/>
                  </a:lnTo>
                  <a:lnTo>
                    <a:pt x="334043" y="176955"/>
                  </a:lnTo>
                  <a:lnTo>
                    <a:pt x="334271" y="171657"/>
                  </a:lnTo>
                  <a:lnTo>
                    <a:pt x="334330" y="166353"/>
                  </a:lnTo>
                  <a:lnTo>
                    <a:pt x="334222" y="161051"/>
                  </a:lnTo>
                  <a:lnTo>
                    <a:pt x="333945" y="155754"/>
                  </a:lnTo>
                  <a:lnTo>
                    <a:pt x="333500" y="150470"/>
                  </a:lnTo>
                  <a:lnTo>
                    <a:pt x="332888" y="145201"/>
                  </a:lnTo>
                  <a:lnTo>
                    <a:pt x="332109" y="139955"/>
                  </a:lnTo>
                  <a:lnTo>
                    <a:pt x="331164" y="134737"/>
                  </a:lnTo>
                  <a:lnTo>
                    <a:pt x="330054" y="129550"/>
                  </a:lnTo>
                  <a:lnTo>
                    <a:pt x="328780" y="124402"/>
                  </a:lnTo>
                  <a:lnTo>
                    <a:pt x="327343" y="119297"/>
                  </a:lnTo>
                  <a:lnTo>
                    <a:pt x="325745" y="114240"/>
                  </a:lnTo>
                  <a:lnTo>
                    <a:pt x="323987" y="109236"/>
                  </a:lnTo>
                  <a:lnTo>
                    <a:pt x="322072" y="104290"/>
                  </a:lnTo>
                  <a:lnTo>
                    <a:pt x="320000" y="99408"/>
                  </a:lnTo>
                  <a:lnTo>
                    <a:pt x="317775" y="94593"/>
                  </a:lnTo>
                  <a:lnTo>
                    <a:pt x="315398" y="89852"/>
                  </a:lnTo>
                  <a:lnTo>
                    <a:pt x="312872" y="85189"/>
                  </a:lnTo>
                  <a:lnTo>
                    <a:pt x="310200" y="80608"/>
                  </a:lnTo>
                  <a:lnTo>
                    <a:pt x="307383" y="76114"/>
                  </a:lnTo>
                  <a:lnTo>
                    <a:pt x="304425" y="71712"/>
                  </a:lnTo>
                  <a:lnTo>
                    <a:pt x="301329" y="67405"/>
                  </a:lnTo>
                  <a:lnTo>
                    <a:pt x="298098" y="63199"/>
                  </a:lnTo>
                  <a:lnTo>
                    <a:pt x="294736" y="59098"/>
                  </a:lnTo>
                  <a:lnTo>
                    <a:pt x="291244" y="55106"/>
                  </a:lnTo>
                  <a:lnTo>
                    <a:pt x="287628" y="51226"/>
                  </a:lnTo>
                  <a:lnTo>
                    <a:pt x="283891" y="47463"/>
                  </a:lnTo>
                  <a:lnTo>
                    <a:pt x="280036" y="43820"/>
                  </a:lnTo>
                  <a:lnTo>
                    <a:pt x="276068" y="40302"/>
                  </a:lnTo>
                  <a:lnTo>
                    <a:pt x="271990" y="36911"/>
                  </a:lnTo>
                  <a:lnTo>
                    <a:pt x="267806" y="33651"/>
                  </a:lnTo>
                  <a:lnTo>
                    <a:pt x="263521" y="30526"/>
                  </a:lnTo>
                  <a:lnTo>
                    <a:pt x="259139" y="27538"/>
                  </a:lnTo>
                  <a:lnTo>
                    <a:pt x="254665" y="24691"/>
                  </a:lnTo>
                  <a:lnTo>
                    <a:pt x="250102" y="21987"/>
                  </a:lnTo>
                  <a:lnTo>
                    <a:pt x="245456" y="19429"/>
                  </a:lnTo>
                  <a:lnTo>
                    <a:pt x="240731" y="17019"/>
                  </a:lnTo>
                  <a:lnTo>
                    <a:pt x="235932" y="14761"/>
                  </a:lnTo>
                  <a:lnTo>
                    <a:pt x="231064" y="12656"/>
                  </a:lnTo>
                  <a:lnTo>
                    <a:pt x="167165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90748" y="2633064"/>
              <a:ext cx="63899" cy="167167"/>
            </a:xfrm>
            <a:custGeom>
              <a:avLst/>
              <a:pathLst>
                <a:path w="63899" h="167167">
                  <a:moveTo>
                    <a:pt x="63899" y="12694"/>
                  </a:moveTo>
                  <a:lnTo>
                    <a:pt x="58352" y="10515"/>
                  </a:lnTo>
                  <a:lnTo>
                    <a:pt x="52730" y="8534"/>
                  </a:lnTo>
                  <a:lnTo>
                    <a:pt x="47041" y="6755"/>
                  </a:lnTo>
                  <a:lnTo>
                    <a:pt x="41293" y="5180"/>
                  </a:lnTo>
                  <a:lnTo>
                    <a:pt x="35492" y="3811"/>
                  </a:lnTo>
                  <a:lnTo>
                    <a:pt x="29646" y="2649"/>
                  </a:lnTo>
                  <a:lnTo>
                    <a:pt x="23762" y="1697"/>
                  </a:lnTo>
                  <a:lnTo>
                    <a:pt x="17848" y="955"/>
                  </a:lnTo>
                  <a:lnTo>
                    <a:pt x="11911" y="424"/>
                  </a:lnTo>
                  <a:lnTo>
                    <a:pt x="5959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09282" y="3170392"/>
              <a:ext cx="16698" cy="167167"/>
            </a:xfrm>
            <a:custGeom>
              <a:avLst/>
              <a:pathLst>
                <a:path w="16698" h="167167">
                  <a:moveTo>
                    <a:pt x="16698" y="0"/>
                  </a:moveTo>
                  <a:lnTo>
                    <a:pt x="8338" y="209"/>
                  </a:lnTo>
                  <a:lnTo>
                    <a:pt x="0" y="836"/>
                  </a:lnTo>
                  <a:lnTo>
                    <a:pt x="1669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282" y="3171228"/>
              <a:ext cx="16698" cy="166331"/>
            </a:xfrm>
            <a:custGeom>
              <a:avLst/>
              <a:pathLst>
                <a:path w="16698" h="166331">
                  <a:moveTo>
                    <a:pt x="0" y="0"/>
                  </a:moveTo>
                  <a:lnTo>
                    <a:pt x="16698" y="1663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358832" y="3171228"/>
              <a:ext cx="334310" cy="333497"/>
            </a:xfrm>
            <a:custGeom>
              <a:avLst/>
              <a:pathLst>
                <a:path w="334310" h="333497">
                  <a:moveTo>
                    <a:pt x="150450" y="0"/>
                  </a:moveTo>
                  <a:lnTo>
                    <a:pt x="145195" y="611"/>
                  </a:lnTo>
                  <a:lnTo>
                    <a:pt x="139963" y="1389"/>
                  </a:lnTo>
                  <a:lnTo>
                    <a:pt x="134758" y="2331"/>
                  </a:lnTo>
                  <a:lnTo>
                    <a:pt x="129585" y="3438"/>
                  </a:lnTo>
                  <a:lnTo>
                    <a:pt x="124449" y="4709"/>
                  </a:lnTo>
                  <a:lnTo>
                    <a:pt x="119357" y="6140"/>
                  </a:lnTo>
                  <a:lnTo>
                    <a:pt x="114312" y="7733"/>
                  </a:lnTo>
                  <a:lnTo>
                    <a:pt x="109321" y="9484"/>
                  </a:lnTo>
                  <a:lnTo>
                    <a:pt x="104387" y="11392"/>
                  </a:lnTo>
                  <a:lnTo>
                    <a:pt x="99516" y="13456"/>
                  </a:lnTo>
                  <a:lnTo>
                    <a:pt x="94713" y="15672"/>
                  </a:lnTo>
                  <a:lnTo>
                    <a:pt x="89982" y="18039"/>
                  </a:lnTo>
                  <a:lnTo>
                    <a:pt x="85329" y="20555"/>
                  </a:lnTo>
                  <a:lnTo>
                    <a:pt x="80757" y="23217"/>
                  </a:lnTo>
                  <a:lnTo>
                    <a:pt x="76272" y="26022"/>
                  </a:lnTo>
                  <a:lnTo>
                    <a:pt x="71878" y="28968"/>
                  </a:lnTo>
                  <a:lnTo>
                    <a:pt x="67580" y="32051"/>
                  </a:lnTo>
                  <a:lnTo>
                    <a:pt x="63381" y="35269"/>
                  </a:lnTo>
                  <a:lnTo>
                    <a:pt x="59286" y="38618"/>
                  </a:lnTo>
                  <a:lnTo>
                    <a:pt x="55299" y="42094"/>
                  </a:lnTo>
                  <a:lnTo>
                    <a:pt x="51424" y="45696"/>
                  </a:lnTo>
                  <a:lnTo>
                    <a:pt x="47665" y="49418"/>
                  </a:lnTo>
                  <a:lnTo>
                    <a:pt x="44025" y="53257"/>
                  </a:lnTo>
                  <a:lnTo>
                    <a:pt x="40509" y="57209"/>
                  </a:lnTo>
                  <a:lnTo>
                    <a:pt x="37120" y="61271"/>
                  </a:lnTo>
                  <a:lnTo>
                    <a:pt x="33861" y="65437"/>
                  </a:lnTo>
                  <a:lnTo>
                    <a:pt x="30735" y="69705"/>
                  </a:lnTo>
                  <a:lnTo>
                    <a:pt x="27746" y="74070"/>
                  </a:lnTo>
                  <a:lnTo>
                    <a:pt x="24897" y="78527"/>
                  </a:lnTo>
                  <a:lnTo>
                    <a:pt x="22190" y="83072"/>
                  </a:lnTo>
                  <a:lnTo>
                    <a:pt x="19628" y="87700"/>
                  </a:lnTo>
                  <a:lnTo>
                    <a:pt x="17214" y="92407"/>
                  </a:lnTo>
                  <a:lnTo>
                    <a:pt x="14950" y="97188"/>
                  </a:lnTo>
                  <a:lnTo>
                    <a:pt x="12839" y="102038"/>
                  </a:lnTo>
                  <a:lnTo>
                    <a:pt x="10882" y="106953"/>
                  </a:lnTo>
                  <a:lnTo>
                    <a:pt x="9081" y="111927"/>
                  </a:lnTo>
                  <a:lnTo>
                    <a:pt x="7439" y="116956"/>
                  </a:lnTo>
                  <a:lnTo>
                    <a:pt x="5956" y="122034"/>
                  </a:lnTo>
                  <a:lnTo>
                    <a:pt x="4636" y="127156"/>
                  </a:lnTo>
                  <a:lnTo>
                    <a:pt x="3477" y="132318"/>
                  </a:lnTo>
                  <a:lnTo>
                    <a:pt x="2483" y="137514"/>
                  </a:lnTo>
                  <a:lnTo>
                    <a:pt x="1654" y="142738"/>
                  </a:lnTo>
                  <a:lnTo>
                    <a:pt x="990" y="147986"/>
                  </a:lnTo>
                  <a:lnTo>
                    <a:pt x="493" y="153253"/>
                  </a:lnTo>
                  <a:lnTo>
                    <a:pt x="163" y="158533"/>
                  </a:lnTo>
                  <a:lnTo>
                    <a:pt x="0" y="163820"/>
                  </a:lnTo>
                  <a:lnTo>
                    <a:pt x="4" y="169110"/>
                  </a:lnTo>
                  <a:lnTo>
                    <a:pt x="175" y="174397"/>
                  </a:lnTo>
                  <a:lnTo>
                    <a:pt x="514" y="179676"/>
                  </a:lnTo>
                  <a:lnTo>
                    <a:pt x="1020" y="184942"/>
                  </a:lnTo>
                  <a:lnTo>
                    <a:pt x="1692" y="190189"/>
                  </a:lnTo>
                  <a:lnTo>
                    <a:pt x="2530" y="195412"/>
                  </a:lnTo>
                  <a:lnTo>
                    <a:pt x="3532" y="200606"/>
                  </a:lnTo>
                  <a:lnTo>
                    <a:pt x="4699" y="205766"/>
                  </a:lnTo>
                  <a:lnTo>
                    <a:pt x="6028" y="210887"/>
                  </a:lnTo>
                  <a:lnTo>
                    <a:pt x="7518" y="215962"/>
                  </a:lnTo>
                  <a:lnTo>
                    <a:pt x="9169" y="220988"/>
                  </a:lnTo>
                  <a:lnTo>
                    <a:pt x="10977" y="225959"/>
                  </a:lnTo>
                  <a:lnTo>
                    <a:pt x="12942" y="230871"/>
                  </a:lnTo>
                  <a:lnTo>
                    <a:pt x="15061" y="235718"/>
                  </a:lnTo>
                  <a:lnTo>
                    <a:pt x="17333" y="240495"/>
                  </a:lnTo>
                  <a:lnTo>
                    <a:pt x="19754" y="245198"/>
                  </a:lnTo>
                  <a:lnTo>
                    <a:pt x="22324" y="249823"/>
                  </a:lnTo>
                  <a:lnTo>
                    <a:pt x="25038" y="254363"/>
                  </a:lnTo>
                  <a:lnTo>
                    <a:pt x="27895" y="258815"/>
                  </a:lnTo>
                  <a:lnTo>
                    <a:pt x="30891" y="263175"/>
                  </a:lnTo>
                  <a:lnTo>
                    <a:pt x="34023" y="267438"/>
                  </a:lnTo>
                  <a:lnTo>
                    <a:pt x="37289" y="271600"/>
                  </a:lnTo>
                  <a:lnTo>
                    <a:pt x="40685" y="275656"/>
                  </a:lnTo>
                  <a:lnTo>
                    <a:pt x="44207" y="279602"/>
                  </a:lnTo>
                  <a:lnTo>
                    <a:pt x="47853" y="283436"/>
                  </a:lnTo>
                  <a:lnTo>
                    <a:pt x="51618" y="287152"/>
                  </a:lnTo>
                  <a:lnTo>
                    <a:pt x="55498" y="290747"/>
                  </a:lnTo>
                  <a:lnTo>
                    <a:pt x="59491" y="294217"/>
                  </a:lnTo>
                  <a:lnTo>
                    <a:pt x="63591" y="297559"/>
                  </a:lnTo>
                  <a:lnTo>
                    <a:pt x="67795" y="300770"/>
                  </a:lnTo>
                  <a:lnTo>
                    <a:pt x="72099" y="303847"/>
                  </a:lnTo>
                  <a:lnTo>
                    <a:pt x="76497" y="306785"/>
                  </a:lnTo>
                  <a:lnTo>
                    <a:pt x="80987" y="309583"/>
                  </a:lnTo>
                  <a:lnTo>
                    <a:pt x="85563" y="312238"/>
                  </a:lnTo>
                  <a:lnTo>
                    <a:pt x="90220" y="314746"/>
                  </a:lnTo>
                  <a:lnTo>
                    <a:pt x="94955" y="317106"/>
                  </a:lnTo>
                  <a:lnTo>
                    <a:pt x="99761" y="319314"/>
                  </a:lnTo>
                  <a:lnTo>
                    <a:pt x="104636" y="321370"/>
                  </a:lnTo>
                  <a:lnTo>
                    <a:pt x="109572" y="323270"/>
                  </a:lnTo>
                  <a:lnTo>
                    <a:pt x="114567" y="325014"/>
                  </a:lnTo>
                  <a:lnTo>
                    <a:pt x="119614" y="326598"/>
                  </a:lnTo>
                  <a:lnTo>
                    <a:pt x="124709" y="328022"/>
                  </a:lnTo>
                  <a:lnTo>
                    <a:pt x="129846" y="329283"/>
                  </a:lnTo>
                  <a:lnTo>
                    <a:pt x="135021" y="330382"/>
                  </a:lnTo>
                  <a:lnTo>
                    <a:pt x="140228" y="331316"/>
                  </a:lnTo>
                  <a:lnTo>
                    <a:pt x="145461" y="332086"/>
                  </a:lnTo>
                  <a:lnTo>
                    <a:pt x="150717" y="332689"/>
                  </a:lnTo>
                  <a:lnTo>
                    <a:pt x="155989" y="333125"/>
                  </a:lnTo>
                  <a:lnTo>
                    <a:pt x="161272" y="333395"/>
                  </a:lnTo>
                  <a:lnTo>
                    <a:pt x="166561" y="333497"/>
                  </a:lnTo>
                  <a:lnTo>
                    <a:pt x="171850" y="333432"/>
                  </a:lnTo>
                  <a:lnTo>
                    <a:pt x="177135" y="333200"/>
                  </a:lnTo>
                  <a:lnTo>
                    <a:pt x="182410" y="332800"/>
                  </a:lnTo>
                  <a:lnTo>
                    <a:pt x="187670" y="332234"/>
                  </a:lnTo>
                  <a:lnTo>
                    <a:pt x="192909" y="331502"/>
                  </a:lnTo>
                  <a:lnTo>
                    <a:pt x="198122" y="330604"/>
                  </a:lnTo>
                  <a:lnTo>
                    <a:pt x="203304" y="329541"/>
                  </a:lnTo>
                  <a:lnTo>
                    <a:pt x="208450" y="328316"/>
                  </a:lnTo>
                  <a:lnTo>
                    <a:pt x="213555" y="326928"/>
                  </a:lnTo>
                  <a:lnTo>
                    <a:pt x="218613" y="325379"/>
                  </a:lnTo>
                  <a:lnTo>
                    <a:pt x="223620" y="323671"/>
                  </a:lnTo>
                  <a:lnTo>
                    <a:pt x="228570" y="321805"/>
                  </a:lnTo>
                  <a:lnTo>
                    <a:pt x="233458" y="319784"/>
                  </a:lnTo>
                  <a:lnTo>
                    <a:pt x="238281" y="317609"/>
                  </a:lnTo>
                  <a:lnTo>
                    <a:pt x="243031" y="315283"/>
                  </a:lnTo>
                  <a:lnTo>
                    <a:pt x="247706" y="312807"/>
                  </a:lnTo>
                  <a:lnTo>
                    <a:pt x="252301" y="310185"/>
                  </a:lnTo>
                  <a:lnTo>
                    <a:pt x="256810" y="307419"/>
                  </a:lnTo>
                  <a:lnTo>
                    <a:pt x="261229" y="304511"/>
                  </a:lnTo>
                  <a:lnTo>
                    <a:pt x="265554" y="301465"/>
                  </a:lnTo>
                  <a:lnTo>
                    <a:pt x="269781" y="298284"/>
                  </a:lnTo>
                  <a:lnTo>
                    <a:pt x="273904" y="294970"/>
                  </a:lnTo>
                  <a:lnTo>
                    <a:pt x="277921" y="291528"/>
                  </a:lnTo>
                  <a:lnTo>
                    <a:pt x="281827" y="287960"/>
                  </a:lnTo>
                  <a:lnTo>
                    <a:pt x="285618" y="284271"/>
                  </a:lnTo>
                  <a:lnTo>
                    <a:pt x="289290" y="280463"/>
                  </a:lnTo>
                  <a:lnTo>
                    <a:pt x="292840" y="276542"/>
                  </a:lnTo>
                  <a:lnTo>
                    <a:pt x="296265" y="272509"/>
                  </a:lnTo>
                  <a:lnTo>
                    <a:pt x="299560" y="268371"/>
                  </a:lnTo>
                  <a:lnTo>
                    <a:pt x="302722" y="264130"/>
                  </a:lnTo>
                  <a:lnTo>
                    <a:pt x="305748" y="259792"/>
                  </a:lnTo>
                  <a:lnTo>
                    <a:pt x="308636" y="255359"/>
                  </a:lnTo>
                  <a:lnTo>
                    <a:pt x="311382" y="250838"/>
                  </a:lnTo>
                  <a:lnTo>
                    <a:pt x="313984" y="246232"/>
                  </a:lnTo>
                  <a:lnTo>
                    <a:pt x="316439" y="241546"/>
                  </a:lnTo>
                  <a:lnTo>
                    <a:pt x="318744" y="236785"/>
                  </a:lnTo>
                  <a:lnTo>
                    <a:pt x="320897" y="231953"/>
                  </a:lnTo>
                  <a:lnTo>
                    <a:pt x="322896" y="227055"/>
                  </a:lnTo>
                  <a:lnTo>
                    <a:pt x="324740" y="222097"/>
                  </a:lnTo>
                  <a:lnTo>
                    <a:pt x="326425" y="217082"/>
                  </a:lnTo>
                  <a:lnTo>
                    <a:pt x="327951" y="212017"/>
                  </a:lnTo>
                  <a:lnTo>
                    <a:pt x="329316" y="206907"/>
                  </a:lnTo>
                  <a:lnTo>
                    <a:pt x="330519" y="201755"/>
                  </a:lnTo>
                  <a:lnTo>
                    <a:pt x="331558" y="196568"/>
                  </a:lnTo>
                  <a:lnTo>
                    <a:pt x="332433" y="191351"/>
                  </a:lnTo>
                  <a:lnTo>
                    <a:pt x="333141" y="186109"/>
                  </a:lnTo>
                  <a:lnTo>
                    <a:pt x="333684" y="180847"/>
                  </a:lnTo>
                  <a:lnTo>
                    <a:pt x="334060" y="175570"/>
                  </a:lnTo>
                  <a:lnTo>
                    <a:pt x="334269" y="170284"/>
                  </a:lnTo>
                  <a:lnTo>
                    <a:pt x="334310" y="164994"/>
                  </a:lnTo>
                  <a:lnTo>
                    <a:pt x="334184" y="159706"/>
                  </a:lnTo>
                  <a:lnTo>
                    <a:pt x="333891" y="154424"/>
                  </a:lnTo>
                  <a:lnTo>
                    <a:pt x="333431" y="149154"/>
                  </a:lnTo>
                  <a:lnTo>
                    <a:pt x="332804" y="143901"/>
                  </a:lnTo>
                  <a:lnTo>
                    <a:pt x="332011" y="138671"/>
                  </a:lnTo>
                  <a:lnTo>
                    <a:pt x="331054" y="133469"/>
                  </a:lnTo>
                  <a:lnTo>
                    <a:pt x="329932" y="128299"/>
                  </a:lnTo>
                  <a:lnTo>
                    <a:pt x="328647" y="123167"/>
                  </a:lnTo>
                  <a:lnTo>
                    <a:pt x="327200" y="118079"/>
                  </a:lnTo>
                  <a:lnTo>
                    <a:pt x="325593" y="113039"/>
                  </a:lnTo>
                  <a:lnTo>
                    <a:pt x="323828" y="108052"/>
                  </a:lnTo>
                  <a:lnTo>
                    <a:pt x="321906" y="103124"/>
                  </a:lnTo>
                  <a:lnTo>
                    <a:pt x="319828" y="98259"/>
                  </a:lnTo>
                  <a:lnTo>
                    <a:pt x="317598" y="93462"/>
                  </a:lnTo>
                  <a:lnTo>
                    <a:pt x="315217" y="88738"/>
                  </a:lnTo>
                  <a:lnTo>
                    <a:pt x="312688" y="84092"/>
                  </a:lnTo>
                  <a:lnTo>
                    <a:pt x="310013" y="79528"/>
                  </a:lnTo>
                  <a:lnTo>
                    <a:pt x="307195" y="75052"/>
                  </a:lnTo>
                  <a:lnTo>
                    <a:pt x="304236" y="70666"/>
                  </a:lnTo>
                  <a:lnTo>
                    <a:pt x="301141" y="66376"/>
                  </a:lnTo>
                  <a:lnTo>
                    <a:pt x="297911" y="62187"/>
                  </a:lnTo>
                  <a:lnTo>
                    <a:pt x="294550" y="58102"/>
                  </a:lnTo>
                  <a:lnTo>
                    <a:pt x="291062" y="54125"/>
                  </a:lnTo>
                  <a:lnTo>
                    <a:pt x="287450" y="50260"/>
                  </a:lnTo>
                  <a:lnTo>
                    <a:pt x="283717" y="46512"/>
                  </a:lnTo>
                  <a:lnTo>
                    <a:pt x="279867" y="42883"/>
                  </a:lnTo>
                  <a:lnTo>
                    <a:pt x="275905" y="39379"/>
                  </a:lnTo>
                  <a:lnTo>
                    <a:pt x="271834" y="36001"/>
                  </a:lnTo>
                  <a:lnTo>
                    <a:pt x="267658" y="32754"/>
                  </a:lnTo>
                  <a:lnTo>
                    <a:pt x="263381" y="29641"/>
                  </a:lnTo>
                  <a:lnTo>
                    <a:pt x="167148" y="166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3170392"/>
              <a:ext cx="96232" cy="167167"/>
            </a:xfrm>
            <a:custGeom>
              <a:avLst/>
              <a:pathLst>
                <a:path w="96232" h="167167">
                  <a:moveTo>
                    <a:pt x="96232" y="30477"/>
                  </a:moveTo>
                  <a:lnTo>
                    <a:pt x="91519" y="27277"/>
                  </a:lnTo>
                  <a:lnTo>
                    <a:pt x="86699" y="24240"/>
                  </a:lnTo>
                  <a:lnTo>
                    <a:pt x="81779" y="21369"/>
                  </a:lnTo>
                  <a:lnTo>
                    <a:pt x="76764" y="18667"/>
                  </a:lnTo>
                  <a:lnTo>
                    <a:pt x="71660" y="16138"/>
                  </a:lnTo>
                  <a:lnTo>
                    <a:pt x="66472" y="13784"/>
                  </a:lnTo>
                  <a:lnTo>
                    <a:pt x="61208" y="11608"/>
                  </a:lnTo>
                  <a:lnTo>
                    <a:pt x="55872" y="9613"/>
                  </a:lnTo>
                  <a:lnTo>
                    <a:pt x="50471" y="7801"/>
                  </a:lnTo>
                  <a:lnTo>
                    <a:pt x="45012" y="6174"/>
                  </a:lnTo>
                  <a:lnTo>
                    <a:pt x="39500" y="4733"/>
                  </a:lnTo>
                  <a:lnTo>
                    <a:pt x="33943" y="3482"/>
                  </a:lnTo>
                  <a:lnTo>
                    <a:pt x="28346" y="2420"/>
                  </a:lnTo>
                  <a:lnTo>
                    <a:pt x="22716" y="1550"/>
                  </a:lnTo>
                  <a:lnTo>
                    <a:pt x="17060" y="872"/>
                  </a:lnTo>
                  <a:lnTo>
                    <a:pt x="11384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86820" y="3707720"/>
              <a:ext cx="3928" cy="167167"/>
            </a:xfrm>
            <a:custGeom>
              <a:avLst/>
              <a:pathLst>
                <a:path w="3928" h="167167">
                  <a:moveTo>
                    <a:pt x="3928" y="0"/>
                  </a:moveTo>
                  <a:lnTo>
                    <a:pt x="0" y="46"/>
                  </a:lnTo>
                  <a:lnTo>
                    <a:pt x="392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820" y="3707766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423584" y="3707766"/>
              <a:ext cx="334329" cy="334279"/>
            </a:xfrm>
            <a:custGeom>
              <a:avLst/>
              <a:pathLst>
                <a:path w="334329" h="334279">
                  <a:moveTo>
                    <a:pt x="163235" y="0"/>
                  </a:moveTo>
                  <a:lnTo>
                    <a:pt x="157939" y="208"/>
                  </a:lnTo>
                  <a:lnTo>
                    <a:pt x="152652" y="584"/>
                  </a:lnTo>
                  <a:lnTo>
                    <a:pt x="147379" y="1128"/>
                  </a:lnTo>
                  <a:lnTo>
                    <a:pt x="142126" y="1839"/>
                  </a:lnTo>
                  <a:lnTo>
                    <a:pt x="136899" y="2716"/>
                  </a:lnTo>
                  <a:lnTo>
                    <a:pt x="131702" y="3758"/>
                  </a:lnTo>
                  <a:lnTo>
                    <a:pt x="126540" y="4964"/>
                  </a:lnTo>
                  <a:lnTo>
                    <a:pt x="121420" y="6334"/>
                  </a:lnTo>
                  <a:lnTo>
                    <a:pt x="116345" y="7865"/>
                  </a:lnTo>
                  <a:lnTo>
                    <a:pt x="111321" y="9556"/>
                  </a:lnTo>
                  <a:lnTo>
                    <a:pt x="106354" y="11406"/>
                  </a:lnTo>
                  <a:lnTo>
                    <a:pt x="101448" y="13412"/>
                  </a:lnTo>
                  <a:lnTo>
                    <a:pt x="96608" y="15573"/>
                  </a:lnTo>
                  <a:lnTo>
                    <a:pt x="91838" y="17886"/>
                  </a:lnTo>
                  <a:lnTo>
                    <a:pt x="87145" y="20349"/>
                  </a:lnTo>
                  <a:lnTo>
                    <a:pt x="82532" y="22960"/>
                  </a:lnTo>
                  <a:lnTo>
                    <a:pt x="78004" y="25715"/>
                  </a:lnTo>
                  <a:lnTo>
                    <a:pt x="73565" y="28613"/>
                  </a:lnTo>
                  <a:lnTo>
                    <a:pt x="69221" y="31650"/>
                  </a:lnTo>
                  <a:lnTo>
                    <a:pt x="64975" y="34824"/>
                  </a:lnTo>
                  <a:lnTo>
                    <a:pt x="60832" y="38130"/>
                  </a:lnTo>
                  <a:lnTo>
                    <a:pt x="56796" y="41566"/>
                  </a:lnTo>
                  <a:lnTo>
                    <a:pt x="52871" y="45128"/>
                  </a:lnTo>
                  <a:lnTo>
                    <a:pt x="49061" y="48813"/>
                  </a:lnTo>
                  <a:lnTo>
                    <a:pt x="45369" y="52617"/>
                  </a:lnTo>
                  <a:lnTo>
                    <a:pt x="41800" y="56536"/>
                  </a:lnTo>
                  <a:lnTo>
                    <a:pt x="38357" y="60566"/>
                  </a:lnTo>
                  <a:lnTo>
                    <a:pt x="35044" y="64703"/>
                  </a:lnTo>
                  <a:lnTo>
                    <a:pt x="31863" y="68943"/>
                  </a:lnTo>
                  <a:lnTo>
                    <a:pt x="28819" y="73282"/>
                  </a:lnTo>
                  <a:lnTo>
                    <a:pt x="25913" y="77716"/>
                  </a:lnTo>
                  <a:lnTo>
                    <a:pt x="23149" y="82239"/>
                  </a:lnTo>
                  <a:lnTo>
                    <a:pt x="20531" y="86847"/>
                  </a:lnTo>
                  <a:lnTo>
                    <a:pt x="18059" y="91537"/>
                  </a:lnTo>
                  <a:lnTo>
                    <a:pt x="15738" y="96302"/>
                  </a:lnTo>
                  <a:lnTo>
                    <a:pt x="13569" y="101138"/>
                  </a:lnTo>
                  <a:lnTo>
                    <a:pt x="11554" y="106041"/>
                  </a:lnTo>
                  <a:lnTo>
                    <a:pt x="9696" y="111005"/>
                  </a:lnTo>
                  <a:lnTo>
                    <a:pt x="7996" y="116026"/>
                  </a:lnTo>
                  <a:lnTo>
                    <a:pt x="6456" y="121098"/>
                  </a:lnTo>
                  <a:lnTo>
                    <a:pt x="5078" y="126216"/>
                  </a:lnTo>
                  <a:lnTo>
                    <a:pt x="3862" y="131375"/>
                  </a:lnTo>
                  <a:lnTo>
                    <a:pt x="2811" y="136571"/>
                  </a:lnTo>
                  <a:lnTo>
                    <a:pt x="1925" y="141797"/>
                  </a:lnTo>
                  <a:lnTo>
                    <a:pt x="1205" y="147048"/>
                  </a:lnTo>
                  <a:lnTo>
                    <a:pt x="653" y="152320"/>
                  </a:lnTo>
                  <a:lnTo>
                    <a:pt x="267" y="157607"/>
                  </a:lnTo>
                  <a:lnTo>
                    <a:pt x="49" y="162903"/>
                  </a:lnTo>
                  <a:lnTo>
                    <a:pt x="0" y="168203"/>
                  </a:lnTo>
                  <a:lnTo>
                    <a:pt x="118" y="173502"/>
                  </a:lnTo>
                  <a:lnTo>
                    <a:pt x="404" y="178795"/>
                  </a:lnTo>
                  <a:lnTo>
                    <a:pt x="858" y="184076"/>
                  </a:lnTo>
                  <a:lnTo>
                    <a:pt x="1479" y="189340"/>
                  </a:lnTo>
                  <a:lnTo>
                    <a:pt x="2267" y="194582"/>
                  </a:lnTo>
                  <a:lnTo>
                    <a:pt x="3221" y="199796"/>
                  </a:lnTo>
                  <a:lnTo>
                    <a:pt x="4339" y="204977"/>
                  </a:lnTo>
                  <a:lnTo>
                    <a:pt x="5621" y="210121"/>
                  </a:lnTo>
                  <a:lnTo>
                    <a:pt x="7065" y="215221"/>
                  </a:lnTo>
                  <a:lnTo>
                    <a:pt x="8671" y="220272"/>
                  </a:lnTo>
                  <a:lnTo>
                    <a:pt x="10436" y="225270"/>
                  </a:lnTo>
                  <a:lnTo>
                    <a:pt x="12358" y="230210"/>
                  </a:lnTo>
                  <a:lnTo>
                    <a:pt x="14436" y="235086"/>
                  </a:lnTo>
                  <a:lnTo>
                    <a:pt x="16668" y="239894"/>
                  </a:lnTo>
                  <a:lnTo>
                    <a:pt x="19051" y="244629"/>
                  </a:lnTo>
                  <a:lnTo>
                    <a:pt x="21582" y="249286"/>
                  </a:lnTo>
                  <a:lnTo>
                    <a:pt x="24261" y="253860"/>
                  </a:lnTo>
                  <a:lnTo>
                    <a:pt x="27082" y="258347"/>
                  </a:lnTo>
                  <a:lnTo>
                    <a:pt x="30045" y="262742"/>
                  </a:lnTo>
                  <a:lnTo>
                    <a:pt x="33146" y="267042"/>
                  </a:lnTo>
                  <a:lnTo>
                    <a:pt x="36381" y="271240"/>
                  </a:lnTo>
                  <a:lnTo>
                    <a:pt x="39748" y="275334"/>
                  </a:lnTo>
                  <a:lnTo>
                    <a:pt x="43243" y="279320"/>
                  </a:lnTo>
                  <a:lnTo>
                    <a:pt x="46862" y="283192"/>
                  </a:lnTo>
                  <a:lnTo>
                    <a:pt x="50603" y="286948"/>
                  </a:lnTo>
                  <a:lnTo>
                    <a:pt x="54460" y="290583"/>
                  </a:lnTo>
                  <a:lnTo>
                    <a:pt x="58431" y="294094"/>
                  </a:lnTo>
                  <a:lnTo>
                    <a:pt x="62511" y="297478"/>
                  </a:lnTo>
                  <a:lnTo>
                    <a:pt x="66697" y="300730"/>
                  </a:lnTo>
                  <a:lnTo>
                    <a:pt x="70983" y="303848"/>
                  </a:lnTo>
                  <a:lnTo>
                    <a:pt x="75366" y="306829"/>
                  </a:lnTo>
                  <a:lnTo>
                    <a:pt x="79842" y="309669"/>
                  </a:lnTo>
                  <a:lnTo>
                    <a:pt x="84405" y="312366"/>
                  </a:lnTo>
                  <a:lnTo>
                    <a:pt x="89052" y="314916"/>
                  </a:lnTo>
                  <a:lnTo>
                    <a:pt x="93777" y="317318"/>
                  </a:lnTo>
                  <a:lnTo>
                    <a:pt x="98576" y="319570"/>
                  </a:lnTo>
                  <a:lnTo>
                    <a:pt x="103443" y="321668"/>
                  </a:lnTo>
                  <a:lnTo>
                    <a:pt x="108375" y="323610"/>
                  </a:lnTo>
                  <a:lnTo>
                    <a:pt x="113366" y="325395"/>
                  </a:lnTo>
                  <a:lnTo>
                    <a:pt x="118411" y="327021"/>
                  </a:lnTo>
                  <a:lnTo>
                    <a:pt x="123505" y="328487"/>
                  </a:lnTo>
                  <a:lnTo>
                    <a:pt x="128643" y="329790"/>
                  </a:lnTo>
                  <a:lnTo>
                    <a:pt x="133820" y="330929"/>
                  </a:lnTo>
                  <a:lnTo>
                    <a:pt x="139030" y="331904"/>
                  </a:lnTo>
                  <a:lnTo>
                    <a:pt x="144268" y="332713"/>
                  </a:lnTo>
                  <a:lnTo>
                    <a:pt x="149530" y="333356"/>
                  </a:lnTo>
                  <a:lnTo>
                    <a:pt x="154809" y="333831"/>
                  </a:lnTo>
                  <a:lnTo>
                    <a:pt x="160101" y="334139"/>
                  </a:lnTo>
                  <a:lnTo>
                    <a:pt x="165399" y="334279"/>
                  </a:lnTo>
                  <a:lnTo>
                    <a:pt x="170700" y="334251"/>
                  </a:lnTo>
                  <a:lnTo>
                    <a:pt x="175997" y="334055"/>
                  </a:lnTo>
                  <a:lnTo>
                    <a:pt x="181285" y="333691"/>
                  </a:lnTo>
                  <a:lnTo>
                    <a:pt x="186559" y="333159"/>
                  </a:lnTo>
                  <a:lnTo>
                    <a:pt x="191813" y="332461"/>
                  </a:lnTo>
                  <a:lnTo>
                    <a:pt x="197043" y="331596"/>
                  </a:lnTo>
                  <a:lnTo>
                    <a:pt x="202242" y="330566"/>
                  </a:lnTo>
                  <a:lnTo>
                    <a:pt x="207407" y="329372"/>
                  </a:lnTo>
                  <a:lnTo>
                    <a:pt x="212531" y="328014"/>
                  </a:lnTo>
                  <a:lnTo>
                    <a:pt x="217609" y="326495"/>
                  </a:lnTo>
                  <a:lnTo>
                    <a:pt x="222636" y="324816"/>
                  </a:lnTo>
                  <a:lnTo>
                    <a:pt x="227608" y="322978"/>
                  </a:lnTo>
                  <a:lnTo>
                    <a:pt x="232519" y="320983"/>
                  </a:lnTo>
                  <a:lnTo>
                    <a:pt x="237364" y="318834"/>
                  </a:lnTo>
                  <a:lnTo>
                    <a:pt x="242139" y="316532"/>
                  </a:lnTo>
                  <a:lnTo>
                    <a:pt x="246838" y="314080"/>
                  </a:lnTo>
                  <a:lnTo>
                    <a:pt x="251457" y="311480"/>
                  </a:lnTo>
                  <a:lnTo>
                    <a:pt x="255992" y="308735"/>
                  </a:lnTo>
                  <a:lnTo>
                    <a:pt x="260437" y="305847"/>
                  </a:lnTo>
                  <a:lnTo>
                    <a:pt x="264788" y="302820"/>
                  </a:lnTo>
                  <a:lnTo>
                    <a:pt x="269041" y="299657"/>
                  </a:lnTo>
                  <a:lnTo>
                    <a:pt x="273192" y="296360"/>
                  </a:lnTo>
                  <a:lnTo>
                    <a:pt x="277236" y="292934"/>
                  </a:lnTo>
                  <a:lnTo>
                    <a:pt x="281170" y="289381"/>
                  </a:lnTo>
                  <a:lnTo>
                    <a:pt x="284989" y="285705"/>
                  </a:lnTo>
                  <a:lnTo>
                    <a:pt x="288689" y="281910"/>
                  </a:lnTo>
                  <a:lnTo>
                    <a:pt x="292267" y="277999"/>
                  </a:lnTo>
                  <a:lnTo>
                    <a:pt x="295720" y="273977"/>
                  </a:lnTo>
                  <a:lnTo>
                    <a:pt x="299043" y="269848"/>
                  </a:lnTo>
                  <a:lnTo>
                    <a:pt x="302233" y="265615"/>
                  </a:lnTo>
                  <a:lnTo>
                    <a:pt x="305288" y="261283"/>
                  </a:lnTo>
                  <a:lnTo>
                    <a:pt x="308204" y="256857"/>
                  </a:lnTo>
                  <a:lnTo>
                    <a:pt x="310978" y="252340"/>
                  </a:lnTo>
                  <a:lnTo>
                    <a:pt x="313608" y="247737"/>
                  </a:lnTo>
                  <a:lnTo>
                    <a:pt x="316090" y="243054"/>
                  </a:lnTo>
                  <a:lnTo>
                    <a:pt x="318422" y="238294"/>
                  </a:lnTo>
                  <a:lnTo>
                    <a:pt x="320603" y="233463"/>
                  </a:lnTo>
                  <a:lnTo>
                    <a:pt x="322629" y="228565"/>
                  </a:lnTo>
                  <a:lnTo>
                    <a:pt x="324499" y="223605"/>
                  </a:lnTo>
                  <a:lnTo>
                    <a:pt x="326211" y="218588"/>
                  </a:lnTo>
                  <a:lnTo>
                    <a:pt x="327763" y="213520"/>
                  </a:lnTo>
                  <a:lnTo>
                    <a:pt x="329153" y="208405"/>
                  </a:lnTo>
                  <a:lnTo>
                    <a:pt x="330380" y="203249"/>
                  </a:lnTo>
                  <a:lnTo>
                    <a:pt x="331444" y="198056"/>
                  </a:lnTo>
                  <a:lnTo>
                    <a:pt x="332342" y="192832"/>
                  </a:lnTo>
                  <a:lnTo>
                    <a:pt x="333074" y="187582"/>
                  </a:lnTo>
                  <a:lnTo>
                    <a:pt x="333639" y="182312"/>
                  </a:lnTo>
                  <a:lnTo>
                    <a:pt x="334037" y="177026"/>
                  </a:lnTo>
                  <a:lnTo>
                    <a:pt x="334267" y="171730"/>
                  </a:lnTo>
                  <a:lnTo>
                    <a:pt x="334329" y="166430"/>
                  </a:lnTo>
                  <a:lnTo>
                    <a:pt x="334224" y="161131"/>
                  </a:lnTo>
                  <a:lnTo>
                    <a:pt x="333950" y="155837"/>
                  </a:lnTo>
                  <a:lnTo>
                    <a:pt x="333508" y="150555"/>
                  </a:lnTo>
                  <a:lnTo>
                    <a:pt x="332899" y="145289"/>
                  </a:lnTo>
                  <a:lnTo>
                    <a:pt x="332124" y="140046"/>
                  </a:lnTo>
                  <a:lnTo>
                    <a:pt x="331182" y="134830"/>
                  </a:lnTo>
                  <a:lnTo>
                    <a:pt x="330076" y="129646"/>
                  </a:lnTo>
                  <a:lnTo>
                    <a:pt x="328806" y="124499"/>
                  </a:lnTo>
                  <a:lnTo>
                    <a:pt x="327374" y="119396"/>
                  </a:lnTo>
                  <a:lnTo>
                    <a:pt x="325780" y="114341"/>
                  </a:lnTo>
                  <a:lnTo>
                    <a:pt x="324027" y="109339"/>
                  </a:lnTo>
                  <a:lnTo>
                    <a:pt x="322116" y="104394"/>
                  </a:lnTo>
                  <a:lnTo>
                    <a:pt x="320050" y="99513"/>
                  </a:lnTo>
                  <a:lnTo>
                    <a:pt x="317829" y="94700"/>
                  </a:lnTo>
                  <a:lnTo>
                    <a:pt x="315457" y="89960"/>
                  </a:lnTo>
                  <a:lnTo>
                    <a:pt x="312937" y="85297"/>
                  </a:lnTo>
                  <a:lnTo>
                    <a:pt x="310269" y="80716"/>
                  </a:lnTo>
                  <a:lnTo>
                    <a:pt x="307458" y="76223"/>
                  </a:lnTo>
                  <a:lnTo>
                    <a:pt x="304505" y="71821"/>
                  </a:lnTo>
                  <a:lnTo>
                    <a:pt x="301415" y="67514"/>
                  </a:lnTo>
                  <a:lnTo>
                    <a:pt x="298189" y="63308"/>
                  </a:lnTo>
                  <a:lnTo>
                    <a:pt x="294832" y="59206"/>
                  </a:lnTo>
                  <a:lnTo>
                    <a:pt x="291347" y="55213"/>
                  </a:lnTo>
                  <a:lnTo>
                    <a:pt x="287736" y="51332"/>
                  </a:lnTo>
                  <a:lnTo>
                    <a:pt x="284005" y="47567"/>
                  </a:lnTo>
                  <a:lnTo>
                    <a:pt x="280156" y="43923"/>
                  </a:lnTo>
                  <a:lnTo>
                    <a:pt x="276193" y="40403"/>
                  </a:lnTo>
                  <a:lnTo>
                    <a:pt x="272121" y="37010"/>
                  </a:lnTo>
                  <a:lnTo>
                    <a:pt x="267943" y="33747"/>
                  </a:lnTo>
                  <a:lnTo>
                    <a:pt x="263664" y="30619"/>
                  </a:lnTo>
                  <a:lnTo>
                    <a:pt x="259287" y="27628"/>
                  </a:lnTo>
                  <a:lnTo>
                    <a:pt x="254819" y="24778"/>
                  </a:lnTo>
                  <a:lnTo>
                    <a:pt x="250262" y="22070"/>
                  </a:lnTo>
                  <a:lnTo>
                    <a:pt x="245621" y="19509"/>
                  </a:lnTo>
                  <a:lnTo>
                    <a:pt x="240902" y="17095"/>
                  </a:lnTo>
                  <a:lnTo>
                    <a:pt x="236108" y="14833"/>
                  </a:lnTo>
                  <a:lnTo>
                    <a:pt x="231245" y="12724"/>
                  </a:lnTo>
                  <a:lnTo>
                    <a:pt x="226318" y="10770"/>
                  </a:lnTo>
                  <a:lnTo>
                    <a:pt x="221331" y="8973"/>
                  </a:lnTo>
                  <a:lnTo>
                    <a:pt x="216290" y="7335"/>
                  </a:lnTo>
                  <a:lnTo>
                    <a:pt x="211200" y="5858"/>
                  </a:lnTo>
                  <a:lnTo>
                    <a:pt x="206065" y="4543"/>
                  </a:lnTo>
                  <a:lnTo>
                    <a:pt x="200891" y="3391"/>
                  </a:lnTo>
                  <a:lnTo>
                    <a:pt x="195683" y="2404"/>
                  </a:lnTo>
                  <a:lnTo>
                    <a:pt x="190446" y="1583"/>
                  </a:lnTo>
                  <a:lnTo>
                    <a:pt x="185186" y="928"/>
                  </a:lnTo>
                  <a:lnTo>
                    <a:pt x="179908" y="440"/>
                  </a:lnTo>
                  <a:lnTo>
                    <a:pt x="167163" y="1671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12744" cy="167167"/>
            </a:xfrm>
            <a:custGeom>
              <a:avLst/>
              <a:pathLst>
                <a:path w="12744" h="167167">
                  <a:moveTo>
                    <a:pt x="12744" y="4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77359" y="4213821"/>
              <a:ext cx="3928" cy="167167"/>
            </a:xfrm>
            <a:custGeom>
              <a:avLst/>
              <a:pathLst>
                <a:path w="3928" h="167167">
                  <a:moveTo>
                    <a:pt x="3928" y="0"/>
                  </a:moveTo>
                  <a:lnTo>
                    <a:pt x="0" y="46"/>
                  </a:lnTo>
                  <a:lnTo>
                    <a:pt x="392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77359" y="4213867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7359" y="4213867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359" y="4213867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359" y="4213867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359" y="4213867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359" y="4213867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359" y="4213867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359" y="4213867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359" y="4213867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359" y="4213867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14123" y="4213867"/>
              <a:ext cx="334329" cy="334279"/>
            </a:xfrm>
            <a:custGeom>
              <a:avLst/>
              <a:pathLst>
                <a:path w="334329" h="334279">
                  <a:moveTo>
                    <a:pt x="163235" y="0"/>
                  </a:moveTo>
                  <a:lnTo>
                    <a:pt x="157939" y="208"/>
                  </a:lnTo>
                  <a:lnTo>
                    <a:pt x="152652" y="584"/>
                  </a:lnTo>
                  <a:lnTo>
                    <a:pt x="147379" y="1128"/>
                  </a:lnTo>
                  <a:lnTo>
                    <a:pt x="142126" y="1839"/>
                  </a:lnTo>
                  <a:lnTo>
                    <a:pt x="136899" y="2716"/>
                  </a:lnTo>
                  <a:lnTo>
                    <a:pt x="131702" y="3758"/>
                  </a:lnTo>
                  <a:lnTo>
                    <a:pt x="126540" y="4964"/>
                  </a:lnTo>
                  <a:lnTo>
                    <a:pt x="121420" y="6334"/>
                  </a:lnTo>
                  <a:lnTo>
                    <a:pt x="116345" y="7865"/>
                  </a:lnTo>
                  <a:lnTo>
                    <a:pt x="111321" y="9556"/>
                  </a:lnTo>
                  <a:lnTo>
                    <a:pt x="106354" y="11406"/>
                  </a:lnTo>
                  <a:lnTo>
                    <a:pt x="101448" y="13412"/>
                  </a:lnTo>
                  <a:lnTo>
                    <a:pt x="96608" y="15573"/>
                  </a:lnTo>
                  <a:lnTo>
                    <a:pt x="91838" y="17886"/>
                  </a:lnTo>
                  <a:lnTo>
                    <a:pt x="87145" y="20349"/>
                  </a:lnTo>
                  <a:lnTo>
                    <a:pt x="82532" y="22960"/>
                  </a:lnTo>
                  <a:lnTo>
                    <a:pt x="78004" y="25715"/>
                  </a:lnTo>
                  <a:lnTo>
                    <a:pt x="73565" y="28613"/>
                  </a:lnTo>
                  <a:lnTo>
                    <a:pt x="69221" y="31650"/>
                  </a:lnTo>
                  <a:lnTo>
                    <a:pt x="64975" y="34824"/>
                  </a:lnTo>
                  <a:lnTo>
                    <a:pt x="60832" y="38130"/>
                  </a:lnTo>
                  <a:lnTo>
                    <a:pt x="56796" y="41566"/>
                  </a:lnTo>
                  <a:lnTo>
                    <a:pt x="52871" y="45128"/>
                  </a:lnTo>
                  <a:lnTo>
                    <a:pt x="49061" y="48813"/>
                  </a:lnTo>
                  <a:lnTo>
                    <a:pt x="45369" y="52617"/>
                  </a:lnTo>
                  <a:lnTo>
                    <a:pt x="41800" y="56536"/>
                  </a:lnTo>
                  <a:lnTo>
                    <a:pt x="38357" y="60566"/>
                  </a:lnTo>
                  <a:lnTo>
                    <a:pt x="35044" y="64703"/>
                  </a:lnTo>
                  <a:lnTo>
                    <a:pt x="31863" y="68943"/>
                  </a:lnTo>
                  <a:lnTo>
                    <a:pt x="28819" y="73282"/>
                  </a:lnTo>
                  <a:lnTo>
                    <a:pt x="25913" y="77716"/>
                  </a:lnTo>
                  <a:lnTo>
                    <a:pt x="23149" y="82239"/>
                  </a:lnTo>
                  <a:lnTo>
                    <a:pt x="20531" y="86847"/>
                  </a:lnTo>
                  <a:lnTo>
                    <a:pt x="18059" y="91537"/>
                  </a:lnTo>
                  <a:lnTo>
                    <a:pt x="15738" y="96302"/>
                  </a:lnTo>
                  <a:lnTo>
                    <a:pt x="13569" y="101138"/>
                  </a:lnTo>
                  <a:lnTo>
                    <a:pt x="11554" y="106041"/>
                  </a:lnTo>
                  <a:lnTo>
                    <a:pt x="9696" y="111005"/>
                  </a:lnTo>
                  <a:lnTo>
                    <a:pt x="7996" y="116026"/>
                  </a:lnTo>
                  <a:lnTo>
                    <a:pt x="6456" y="121098"/>
                  </a:lnTo>
                  <a:lnTo>
                    <a:pt x="5078" y="126216"/>
                  </a:lnTo>
                  <a:lnTo>
                    <a:pt x="3862" y="131375"/>
                  </a:lnTo>
                  <a:lnTo>
                    <a:pt x="2811" y="136571"/>
                  </a:lnTo>
                  <a:lnTo>
                    <a:pt x="1925" y="141797"/>
                  </a:lnTo>
                  <a:lnTo>
                    <a:pt x="1205" y="147048"/>
                  </a:lnTo>
                  <a:lnTo>
                    <a:pt x="653" y="152320"/>
                  </a:lnTo>
                  <a:lnTo>
                    <a:pt x="267" y="157607"/>
                  </a:lnTo>
                  <a:lnTo>
                    <a:pt x="49" y="162903"/>
                  </a:lnTo>
                  <a:lnTo>
                    <a:pt x="0" y="168203"/>
                  </a:lnTo>
                  <a:lnTo>
                    <a:pt x="118" y="173502"/>
                  </a:lnTo>
                  <a:lnTo>
                    <a:pt x="404" y="178795"/>
                  </a:lnTo>
                  <a:lnTo>
                    <a:pt x="858" y="184076"/>
                  </a:lnTo>
                  <a:lnTo>
                    <a:pt x="1479" y="189340"/>
                  </a:lnTo>
                  <a:lnTo>
                    <a:pt x="2267" y="194582"/>
                  </a:lnTo>
                  <a:lnTo>
                    <a:pt x="3221" y="199796"/>
                  </a:lnTo>
                  <a:lnTo>
                    <a:pt x="4339" y="204977"/>
                  </a:lnTo>
                  <a:lnTo>
                    <a:pt x="5621" y="210121"/>
                  </a:lnTo>
                  <a:lnTo>
                    <a:pt x="7065" y="215221"/>
                  </a:lnTo>
                  <a:lnTo>
                    <a:pt x="8671" y="220272"/>
                  </a:lnTo>
                  <a:lnTo>
                    <a:pt x="10436" y="225270"/>
                  </a:lnTo>
                  <a:lnTo>
                    <a:pt x="12358" y="230210"/>
                  </a:lnTo>
                  <a:lnTo>
                    <a:pt x="14436" y="235086"/>
                  </a:lnTo>
                  <a:lnTo>
                    <a:pt x="16668" y="239894"/>
                  </a:lnTo>
                  <a:lnTo>
                    <a:pt x="19051" y="244629"/>
                  </a:lnTo>
                  <a:lnTo>
                    <a:pt x="21582" y="249286"/>
                  </a:lnTo>
                  <a:lnTo>
                    <a:pt x="24261" y="253860"/>
                  </a:lnTo>
                  <a:lnTo>
                    <a:pt x="27082" y="258347"/>
                  </a:lnTo>
                  <a:lnTo>
                    <a:pt x="30045" y="262742"/>
                  </a:lnTo>
                  <a:lnTo>
                    <a:pt x="33146" y="267042"/>
                  </a:lnTo>
                  <a:lnTo>
                    <a:pt x="36381" y="271240"/>
                  </a:lnTo>
                  <a:lnTo>
                    <a:pt x="39748" y="275334"/>
                  </a:lnTo>
                  <a:lnTo>
                    <a:pt x="43243" y="279320"/>
                  </a:lnTo>
                  <a:lnTo>
                    <a:pt x="46862" y="283192"/>
                  </a:lnTo>
                  <a:lnTo>
                    <a:pt x="50603" y="286948"/>
                  </a:lnTo>
                  <a:lnTo>
                    <a:pt x="54460" y="290583"/>
                  </a:lnTo>
                  <a:lnTo>
                    <a:pt x="58431" y="294094"/>
                  </a:lnTo>
                  <a:lnTo>
                    <a:pt x="62511" y="297478"/>
                  </a:lnTo>
                  <a:lnTo>
                    <a:pt x="66697" y="300730"/>
                  </a:lnTo>
                  <a:lnTo>
                    <a:pt x="70983" y="303848"/>
                  </a:lnTo>
                  <a:lnTo>
                    <a:pt x="75366" y="306829"/>
                  </a:lnTo>
                  <a:lnTo>
                    <a:pt x="79842" y="309669"/>
                  </a:lnTo>
                  <a:lnTo>
                    <a:pt x="84405" y="312366"/>
                  </a:lnTo>
                  <a:lnTo>
                    <a:pt x="89052" y="314916"/>
                  </a:lnTo>
                  <a:lnTo>
                    <a:pt x="93777" y="317318"/>
                  </a:lnTo>
                  <a:lnTo>
                    <a:pt x="98576" y="319570"/>
                  </a:lnTo>
                  <a:lnTo>
                    <a:pt x="103443" y="321668"/>
                  </a:lnTo>
                  <a:lnTo>
                    <a:pt x="108375" y="323610"/>
                  </a:lnTo>
                  <a:lnTo>
                    <a:pt x="113366" y="325395"/>
                  </a:lnTo>
                  <a:lnTo>
                    <a:pt x="118411" y="327021"/>
                  </a:lnTo>
                  <a:lnTo>
                    <a:pt x="123505" y="328487"/>
                  </a:lnTo>
                  <a:lnTo>
                    <a:pt x="128643" y="329790"/>
                  </a:lnTo>
                  <a:lnTo>
                    <a:pt x="133820" y="330929"/>
                  </a:lnTo>
                  <a:lnTo>
                    <a:pt x="139030" y="331904"/>
                  </a:lnTo>
                  <a:lnTo>
                    <a:pt x="144268" y="332713"/>
                  </a:lnTo>
                  <a:lnTo>
                    <a:pt x="149530" y="333356"/>
                  </a:lnTo>
                  <a:lnTo>
                    <a:pt x="154809" y="333831"/>
                  </a:lnTo>
                  <a:lnTo>
                    <a:pt x="160101" y="334139"/>
                  </a:lnTo>
                  <a:lnTo>
                    <a:pt x="165399" y="334279"/>
                  </a:lnTo>
                  <a:lnTo>
                    <a:pt x="170700" y="334251"/>
                  </a:lnTo>
                  <a:lnTo>
                    <a:pt x="175997" y="334055"/>
                  </a:lnTo>
                  <a:lnTo>
                    <a:pt x="181285" y="333691"/>
                  </a:lnTo>
                  <a:lnTo>
                    <a:pt x="186559" y="333159"/>
                  </a:lnTo>
                  <a:lnTo>
                    <a:pt x="191813" y="332461"/>
                  </a:lnTo>
                  <a:lnTo>
                    <a:pt x="197043" y="331596"/>
                  </a:lnTo>
                  <a:lnTo>
                    <a:pt x="202242" y="330566"/>
                  </a:lnTo>
                  <a:lnTo>
                    <a:pt x="207407" y="329372"/>
                  </a:lnTo>
                  <a:lnTo>
                    <a:pt x="212531" y="328014"/>
                  </a:lnTo>
                  <a:lnTo>
                    <a:pt x="217609" y="326495"/>
                  </a:lnTo>
                  <a:lnTo>
                    <a:pt x="222636" y="324816"/>
                  </a:lnTo>
                  <a:lnTo>
                    <a:pt x="227608" y="322978"/>
                  </a:lnTo>
                  <a:lnTo>
                    <a:pt x="232519" y="320983"/>
                  </a:lnTo>
                  <a:lnTo>
                    <a:pt x="237364" y="318834"/>
                  </a:lnTo>
                  <a:lnTo>
                    <a:pt x="242139" y="316532"/>
                  </a:lnTo>
                  <a:lnTo>
                    <a:pt x="246838" y="314080"/>
                  </a:lnTo>
                  <a:lnTo>
                    <a:pt x="251457" y="311480"/>
                  </a:lnTo>
                  <a:lnTo>
                    <a:pt x="255992" y="308735"/>
                  </a:lnTo>
                  <a:lnTo>
                    <a:pt x="260437" y="305847"/>
                  </a:lnTo>
                  <a:lnTo>
                    <a:pt x="264788" y="302820"/>
                  </a:lnTo>
                  <a:lnTo>
                    <a:pt x="269041" y="299657"/>
                  </a:lnTo>
                  <a:lnTo>
                    <a:pt x="273192" y="296360"/>
                  </a:lnTo>
                  <a:lnTo>
                    <a:pt x="277236" y="292934"/>
                  </a:lnTo>
                  <a:lnTo>
                    <a:pt x="281170" y="289381"/>
                  </a:lnTo>
                  <a:lnTo>
                    <a:pt x="284989" y="285705"/>
                  </a:lnTo>
                  <a:lnTo>
                    <a:pt x="288689" y="281910"/>
                  </a:lnTo>
                  <a:lnTo>
                    <a:pt x="292267" y="277999"/>
                  </a:lnTo>
                  <a:lnTo>
                    <a:pt x="295720" y="273977"/>
                  </a:lnTo>
                  <a:lnTo>
                    <a:pt x="299043" y="269848"/>
                  </a:lnTo>
                  <a:lnTo>
                    <a:pt x="302233" y="265615"/>
                  </a:lnTo>
                  <a:lnTo>
                    <a:pt x="305288" y="261283"/>
                  </a:lnTo>
                  <a:lnTo>
                    <a:pt x="308204" y="256857"/>
                  </a:lnTo>
                  <a:lnTo>
                    <a:pt x="310978" y="252340"/>
                  </a:lnTo>
                  <a:lnTo>
                    <a:pt x="313608" y="247737"/>
                  </a:lnTo>
                  <a:lnTo>
                    <a:pt x="316090" y="243054"/>
                  </a:lnTo>
                  <a:lnTo>
                    <a:pt x="318422" y="238294"/>
                  </a:lnTo>
                  <a:lnTo>
                    <a:pt x="320603" y="233463"/>
                  </a:lnTo>
                  <a:lnTo>
                    <a:pt x="322629" y="228565"/>
                  </a:lnTo>
                  <a:lnTo>
                    <a:pt x="324499" y="223605"/>
                  </a:lnTo>
                  <a:lnTo>
                    <a:pt x="326211" y="218588"/>
                  </a:lnTo>
                  <a:lnTo>
                    <a:pt x="327763" y="213520"/>
                  </a:lnTo>
                  <a:lnTo>
                    <a:pt x="329153" y="208405"/>
                  </a:lnTo>
                  <a:lnTo>
                    <a:pt x="330380" y="203249"/>
                  </a:lnTo>
                  <a:lnTo>
                    <a:pt x="331444" y="198056"/>
                  </a:lnTo>
                  <a:lnTo>
                    <a:pt x="332342" y="192832"/>
                  </a:lnTo>
                  <a:lnTo>
                    <a:pt x="333074" y="187582"/>
                  </a:lnTo>
                  <a:lnTo>
                    <a:pt x="333639" y="182312"/>
                  </a:lnTo>
                  <a:lnTo>
                    <a:pt x="334037" y="177026"/>
                  </a:lnTo>
                  <a:lnTo>
                    <a:pt x="334267" y="171730"/>
                  </a:lnTo>
                  <a:lnTo>
                    <a:pt x="334329" y="166430"/>
                  </a:lnTo>
                  <a:lnTo>
                    <a:pt x="334224" y="161131"/>
                  </a:lnTo>
                  <a:lnTo>
                    <a:pt x="333950" y="155837"/>
                  </a:lnTo>
                  <a:lnTo>
                    <a:pt x="333508" y="150555"/>
                  </a:lnTo>
                  <a:lnTo>
                    <a:pt x="332899" y="145289"/>
                  </a:lnTo>
                  <a:lnTo>
                    <a:pt x="332124" y="140046"/>
                  </a:lnTo>
                  <a:lnTo>
                    <a:pt x="331182" y="134830"/>
                  </a:lnTo>
                  <a:lnTo>
                    <a:pt x="330076" y="129646"/>
                  </a:lnTo>
                  <a:lnTo>
                    <a:pt x="328806" y="124499"/>
                  </a:lnTo>
                  <a:lnTo>
                    <a:pt x="327374" y="119396"/>
                  </a:lnTo>
                  <a:lnTo>
                    <a:pt x="325780" y="114341"/>
                  </a:lnTo>
                  <a:lnTo>
                    <a:pt x="324027" y="109339"/>
                  </a:lnTo>
                  <a:lnTo>
                    <a:pt x="322116" y="104394"/>
                  </a:lnTo>
                  <a:lnTo>
                    <a:pt x="320050" y="99513"/>
                  </a:lnTo>
                  <a:lnTo>
                    <a:pt x="317829" y="94700"/>
                  </a:lnTo>
                  <a:lnTo>
                    <a:pt x="315457" y="89960"/>
                  </a:lnTo>
                  <a:lnTo>
                    <a:pt x="312937" y="85297"/>
                  </a:lnTo>
                  <a:lnTo>
                    <a:pt x="310269" y="80716"/>
                  </a:lnTo>
                  <a:lnTo>
                    <a:pt x="307458" y="76223"/>
                  </a:lnTo>
                  <a:lnTo>
                    <a:pt x="304505" y="71821"/>
                  </a:lnTo>
                  <a:lnTo>
                    <a:pt x="301415" y="67514"/>
                  </a:lnTo>
                  <a:lnTo>
                    <a:pt x="298189" y="63308"/>
                  </a:lnTo>
                  <a:lnTo>
                    <a:pt x="294832" y="59206"/>
                  </a:lnTo>
                  <a:lnTo>
                    <a:pt x="291347" y="55213"/>
                  </a:lnTo>
                  <a:lnTo>
                    <a:pt x="287736" y="51332"/>
                  </a:lnTo>
                  <a:lnTo>
                    <a:pt x="284005" y="47567"/>
                  </a:lnTo>
                  <a:lnTo>
                    <a:pt x="280156" y="43923"/>
                  </a:lnTo>
                  <a:lnTo>
                    <a:pt x="276193" y="40403"/>
                  </a:lnTo>
                  <a:lnTo>
                    <a:pt x="272121" y="37010"/>
                  </a:lnTo>
                  <a:lnTo>
                    <a:pt x="267943" y="33747"/>
                  </a:lnTo>
                  <a:lnTo>
                    <a:pt x="263664" y="30619"/>
                  </a:lnTo>
                  <a:lnTo>
                    <a:pt x="259287" y="27628"/>
                  </a:lnTo>
                  <a:lnTo>
                    <a:pt x="254819" y="24778"/>
                  </a:lnTo>
                  <a:lnTo>
                    <a:pt x="250262" y="22070"/>
                  </a:lnTo>
                  <a:lnTo>
                    <a:pt x="245621" y="19509"/>
                  </a:lnTo>
                  <a:lnTo>
                    <a:pt x="240902" y="17095"/>
                  </a:lnTo>
                  <a:lnTo>
                    <a:pt x="236108" y="14833"/>
                  </a:lnTo>
                  <a:lnTo>
                    <a:pt x="231245" y="12724"/>
                  </a:lnTo>
                  <a:lnTo>
                    <a:pt x="226318" y="10770"/>
                  </a:lnTo>
                  <a:lnTo>
                    <a:pt x="221331" y="8973"/>
                  </a:lnTo>
                  <a:lnTo>
                    <a:pt x="216290" y="7335"/>
                  </a:lnTo>
                  <a:lnTo>
                    <a:pt x="211200" y="5858"/>
                  </a:lnTo>
                  <a:lnTo>
                    <a:pt x="206065" y="4543"/>
                  </a:lnTo>
                  <a:lnTo>
                    <a:pt x="200891" y="3391"/>
                  </a:lnTo>
                  <a:lnTo>
                    <a:pt x="195683" y="2404"/>
                  </a:lnTo>
                  <a:lnTo>
                    <a:pt x="190446" y="1583"/>
                  </a:lnTo>
                  <a:lnTo>
                    <a:pt x="185186" y="928"/>
                  </a:lnTo>
                  <a:lnTo>
                    <a:pt x="179908" y="440"/>
                  </a:lnTo>
                  <a:lnTo>
                    <a:pt x="167163" y="1671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12744" cy="167167"/>
            </a:xfrm>
            <a:custGeom>
              <a:avLst/>
              <a:pathLst>
                <a:path w="12744" h="167167">
                  <a:moveTo>
                    <a:pt x="12744" y="4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5512" y="4659281"/>
              <a:ext cx="1012" cy="167167"/>
            </a:xfrm>
            <a:custGeom>
              <a:avLst/>
              <a:pathLst>
                <a:path w="1012" h="167167">
                  <a:moveTo>
                    <a:pt x="1012" y="0"/>
                  </a:moveTo>
                  <a:lnTo>
                    <a:pt x="0" y="3"/>
                  </a:lnTo>
                  <a:lnTo>
                    <a:pt x="101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922920" y="4659284"/>
              <a:ext cx="163604" cy="167164"/>
            </a:xfrm>
            <a:custGeom>
              <a:avLst/>
              <a:pathLst>
                <a:path w="163604" h="167164">
                  <a:moveTo>
                    <a:pt x="162591" y="0"/>
                  </a:moveTo>
                  <a:lnTo>
                    <a:pt x="157188" y="120"/>
                  </a:lnTo>
                  <a:lnTo>
                    <a:pt x="151792" y="414"/>
                  </a:lnTo>
                  <a:lnTo>
                    <a:pt x="146408" y="883"/>
                  </a:lnTo>
                  <a:lnTo>
                    <a:pt x="141042" y="1526"/>
                  </a:lnTo>
                  <a:lnTo>
                    <a:pt x="135699" y="2342"/>
                  </a:lnTo>
                  <a:lnTo>
                    <a:pt x="130386" y="3330"/>
                  </a:lnTo>
                  <a:lnTo>
                    <a:pt x="125107" y="4489"/>
                  </a:lnTo>
                  <a:lnTo>
                    <a:pt x="119869" y="5819"/>
                  </a:lnTo>
                  <a:lnTo>
                    <a:pt x="114676" y="7317"/>
                  </a:lnTo>
                  <a:lnTo>
                    <a:pt x="109535" y="8982"/>
                  </a:lnTo>
                  <a:lnTo>
                    <a:pt x="104449" y="10813"/>
                  </a:lnTo>
                  <a:lnTo>
                    <a:pt x="99426" y="12807"/>
                  </a:lnTo>
                  <a:lnTo>
                    <a:pt x="94470" y="14962"/>
                  </a:lnTo>
                  <a:lnTo>
                    <a:pt x="89586" y="17276"/>
                  </a:lnTo>
                  <a:lnTo>
                    <a:pt x="84780" y="19747"/>
                  </a:lnTo>
                  <a:lnTo>
                    <a:pt x="80056" y="22372"/>
                  </a:lnTo>
                  <a:lnTo>
                    <a:pt x="75419" y="25149"/>
                  </a:lnTo>
                  <a:lnTo>
                    <a:pt x="70874" y="28073"/>
                  </a:lnTo>
                  <a:lnTo>
                    <a:pt x="66427" y="31144"/>
                  </a:lnTo>
                  <a:lnTo>
                    <a:pt x="62080" y="34356"/>
                  </a:lnTo>
                  <a:lnTo>
                    <a:pt x="57840" y="37707"/>
                  </a:lnTo>
                  <a:lnTo>
                    <a:pt x="53711" y="41194"/>
                  </a:lnTo>
                  <a:lnTo>
                    <a:pt x="49696" y="44812"/>
                  </a:lnTo>
                  <a:lnTo>
                    <a:pt x="45801" y="48558"/>
                  </a:lnTo>
                  <a:lnTo>
                    <a:pt x="42028" y="52428"/>
                  </a:lnTo>
                  <a:lnTo>
                    <a:pt x="38383" y="56418"/>
                  </a:lnTo>
                  <a:lnTo>
                    <a:pt x="34869" y="60524"/>
                  </a:lnTo>
                  <a:lnTo>
                    <a:pt x="31489" y="64741"/>
                  </a:lnTo>
                  <a:lnTo>
                    <a:pt x="28247" y="69065"/>
                  </a:lnTo>
                  <a:lnTo>
                    <a:pt x="25146" y="73492"/>
                  </a:lnTo>
                  <a:lnTo>
                    <a:pt x="22191" y="78016"/>
                  </a:lnTo>
                  <a:lnTo>
                    <a:pt x="19383" y="82634"/>
                  </a:lnTo>
                  <a:lnTo>
                    <a:pt x="16726" y="87340"/>
                  </a:lnTo>
                  <a:lnTo>
                    <a:pt x="14222" y="92130"/>
                  </a:lnTo>
                  <a:lnTo>
                    <a:pt x="11875" y="96998"/>
                  </a:lnTo>
                  <a:lnTo>
                    <a:pt x="9686" y="101939"/>
                  </a:lnTo>
                  <a:lnTo>
                    <a:pt x="7658" y="106949"/>
                  </a:lnTo>
                  <a:lnTo>
                    <a:pt x="5793" y="112021"/>
                  </a:lnTo>
                  <a:lnTo>
                    <a:pt x="4093" y="117151"/>
                  </a:lnTo>
                  <a:lnTo>
                    <a:pt x="2560" y="122334"/>
                  </a:lnTo>
                  <a:lnTo>
                    <a:pt x="1195" y="127563"/>
                  </a:lnTo>
                  <a:lnTo>
                    <a:pt x="0" y="132834"/>
                  </a:lnTo>
                  <a:lnTo>
                    <a:pt x="163604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919377" y="4659281"/>
              <a:ext cx="334294" cy="334334"/>
            </a:xfrm>
            <a:custGeom>
              <a:avLst/>
              <a:pathLst>
                <a:path w="334294" h="334334">
                  <a:moveTo>
                    <a:pt x="3543" y="132837"/>
                  </a:moveTo>
                  <a:lnTo>
                    <a:pt x="2536" y="138046"/>
                  </a:lnTo>
                  <a:lnTo>
                    <a:pt x="1695" y="143284"/>
                  </a:lnTo>
                  <a:lnTo>
                    <a:pt x="1020" y="148546"/>
                  </a:lnTo>
                  <a:lnTo>
                    <a:pt x="513" y="153827"/>
                  </a:lnTo>
                  <a:lnTo>
                    <a:pt x="174" y="159121"/>
                  </a:lnTo>
                  <a:lnTo>
                    <a:pt x="2" y="164423"/>
                  </a:lnTo>
                  <a:lnTo>
                    <a:pt x="0" y="169728"/>
                  </a:lnTo>
                  <a:lnTo>
                    <a:pt x="165" y="175031"/>
                  </a:lnTo>
                  <a:lnTo>
                    <a:pt x="499" y="180326"/>
                  </a:lnTo>
                  <a:lnTo>
                    <a:pt x="1000" y="185607"/>
                  </a:lnTo>
                  <a:lnTo>
                    <a:pt x="1669" y="190870"/>
                  </a:lnTo>
                  <a:lnTo>
                    <a:pt x="2504" y="196109"/>
                  </a:lnTo>
                  <a:lnTo>
                    <a:pt x="3506" y="201319"/>
                  </a:lnTo>
                  <a:lnTo>
                    <a:pt x="4672" y="206494"/>
                  </a:lnTo>
                  <a:lnTo>
                    <a:pt x="6001" y="211630"/>
                  </a:lnTo>
                  <a:lnTo>
                    <a:pt x="7493" y="216721"/>
                  </a:lnTo>
                  <a:lnTo>
                    <a:pt x="9146" y="221762"/>
                  </a:lnTo>
                  <a:lnTo>
                    <a:pt x="10958" y="226748"/>
                  </a:lnTo>
                  <a:lnTo>
                    <a:pt x="12927" y="231674"/>
                  </a:lnTo>
                  <a:lnTo>
                    <a:pt x="15052" y="236535"/>
                  </a:lnTo>
                  <a:lnTo>
                    <a:pt x="17330" y="241327"/>
                  </a:lnTo>
                  <a:lnTo>
                    <a:pt x="19758" y="246043"/>
                  </a:lnTo>
                  <a:lnTo>
                    <a:pt x="22336" y="250681"/>
                  </a:lnTo>
                  <a:lnTo>
                    <a:pt x="25059" y="255234"/>
                  </a:lnTo>
                  <a:lnTo>
                    <a:pt x="27925" y="259698"/>
                  </a:lnTo>
                  <a:lnTo>
                    <a:pt x="30931" y="264069"/>
                  </a:lnTo>
                  <a:lnTo>
                    <a:pt x="34074" y="268343"/>
                  </a:lnTo>
                  <a:lnTo>
                    <a:pt x="37352" y="272514"/>
                  </a:lnTo>
                  <a:lnTo>
                    <a:pt x="40760" y="276580"/>
                  </a:lnTo>
                  <a:lnTo>
                    <a:pt x="44295" y="280535"/>
                  </a:lnTo>
                  <a:lnTo>
                    <a:pt x="47955" y="284376"/>
                  </a:lnTo>
                  <a:lnTo>
                    <a:pt x="51734" y="288100"/>
                  </a:lnTo>
                  <a:lnTo>
                    <a:pt x="55629" y="291701"/>
                  </a:lnTo>
                  <a:lnTo>
                    <a:pt x="59637" y="295177"/>
                  </a:lnTo>
                  <a:lnTo>
                    <a:pt x="63753" y="298524"/>
                  </a:lnTo>
                  <a:lnTo>
                    <a:pt x="67974" y="301739"/>
                  </a:lnTo>
                  <a:lnTo>
                    <a:pt x="72294" y="304818"/>
                  </a:lnTo>
                  <a:lnTo>
                    <a:pt x="76709" y="307758"/>
                  </a:lnTo>
                  <a:lnTo>
                    <a:pt x="81216" y="310557"/>
                  </a:lnTo>
                  <a:lnTo>
                    <a:pt x="85809" y="313212"/>
                  </a:lnTo>
                  <a:lnTo>
                    <a:pt x="90485" y="315719"/>
                  </a:lnTo>
                  <a:lnTo>
                    <a:pt x="95237" y="318077"/>
                  </a:lnTo>
                  <a:lnTo>
                    <a:pt x="100062" y="320283"/>
                  </a:lnTo>
                  <a:lnTo>
                    <a:pt x="104954" y="322335"/>
                  </a:lnTo>
                  <a:lnTo>
                    <a:pt x="109909" y="324230"/>
                  </a:lnTo>
                  <a:lnTo>
                    <a:pt x="114922" y="325967"/>
                  </a:lnTo>
                  <a:lnTo>
                    <a:pt x="119987" y="327544"/>
                  </a:lnTo>
                  <a:lnTo>
                    <a:pt x="125100" y="328960"/>
                  </a:lnTo>
                  <a:lnTo>
                    <a:pt x="130255" y="330213"/>
                  </a:lnTo>
                  <a:lnTo>
                    <a:pt x="135447" y="331301"/>
                  </a:lnTo>
                  <a:lnTo>
                    <a:pt x="140672" y="332224"/>
                  </a:lnTo>
                  <a:lnTo>
                    <a:pt x="145922" y="332981"/>
                  </a:lnTo>
                  <a:lnTo>
                    <a:pt x="151195" y="333571"/>
                  </a:lnTo>
                  <a:lnTo>
                    <a:pt x="156483" y="333994"/>
                  </a:lnTo>
                  <a:lnTo>
                    <a:pt x="161782" y="334248"/>
                  </a:lnTo>
                  <a:lnTo>
                    <a:pt x="167087" y="334334"/>
                  </a:lnTo>
                  <a:lnTo>
                    <a:pt x="172391" y="334252"/>
                  </a:lnTo>
                  <a:lnTo>
                    <a:pt x="177690" y="334002"/>
                  </a:lnTo>
                  <a:lnTo>
                    <a:pt x="182979" y="333583"/>
                  </a:lnTo>
                  <a:lnTo>
                    <a:pt x="188252" y="332997"/>
                  </a:lnTo>
                  <a:lnTo>
                    <a:pt x="193503" y="332244"/>
                  </a:lnTo>
                  <a:lnTo>
                    <a:pt x="198728" y="331324"/>
                  </a:lnTo>
                  <a:lnTo>
                    <a:pt x="203921" y="330239"/>
                  </a:lnTo>
                  <a:lnTo>
                    <a:pt x="209077" y="328990"/>
                  </a:lnTo>
                  <a:lnTo>
                    <a:pt x="214191" y="327578"/>
                  </a:lnTo>
                  <a:lnTo>
                    <a:pt x="219257" y="326005"/>
                  </a:lnTo>
                  <a:lnTo>
                    <a:pt x="224271" y="324271"/>
                  </a:lnTo>
                  <a:lnTo>
                    <a:pt x="229228" y="322380"/>
                  </a:lnTo>
                  <a:lnTo>
                    <a:pt x="234122" y="320332"/>
                  </a:lnTo>
                  <a:lnTo>
                    <a:pt x="238948" y="318129"/>
                  </a:lnTo>
                  <a:lnTo>
                    <a:pt x="243702" y="315775"/>
                  </a:lnTo>
                  <a:lnTo>
                    <a:pt x="248379" y="313271"/>
                  </a:lnTo>
                  <a:lnTo>
                    <a:pt x="252974" y="310620"/>
                  </a:lnTo>
                  <a:lnTo>
                    <a:pt x="257483" y="307824"/>
                  </a:lnTo>
                  <a:lnTo>
                    <a:pt x="261901" y="304887"/>
                  </a:lnTo>
                  <a:lnTo>
                    <a:pt x="266223" y="301811"/>
                  </a:lnTo>
                  <a:lnTo>
                    <a:pt x="270446" y="298599"/>
                  </a:lnTo>
                  <a:lnTo>
                    <a:pt x="274564" y="295255"/>
                  </a:lnTo>
                  <a:lnTo>
                    <a:pt x="278575" y="291782"/>
                  </a:lnTo>
                  <a:lnTo>
                    <a:pt x="282473" y="288183"/>
                  </a:lnTo>
                  <a:lnTo>
                    <a:pt x="286255" y="284463"/>
                  </a:lnTo>
                  <a:lnTo>
                    <a:pt x="289917" y="280625"/>
                  </a:lnTo>
                  <a:lnTo>
                    <a:pt x="293455" y="276672"/>
                  </a:lnTo>
                  <a:lnTo>
                    <a:pt x="296866" y="272609"/>
                  </a:lnTo>
                  <a:lnTo>
                    <a:pt x="300147" y="268439"/>
                  </a:lnTo>
                  <a:lnTo>
                    <a:pt x="303293" y="264168"/>
                  </a:lnTo>
                  <a:lnTo>
                    <a:pt x="306303" y="259799"/>
                  </a:lnTo>
                  <a:lnTo>
                    <a:pt x="309172" y="255337"/>
                  </a:lnTo>
                  <a:lnTo>
                    <a:pt x="311898" y="250786"/>
                  </a:lnTo>
                  <a:lnTo>
                    <a:pt x="314479" y="246150"/>
                  </a:lnTo>
                  <a:lnTo>
                    <a:pt x="316911" y="241436"/>
                  </a:lnTo>
                  <a:lnTo>
                    <a:pt x="319192" y="236646"/>
                  </a:lnTo>
                  <a:lnTo>
                    <a:pt x="321320" y="231786"/>
                  </a:lnTo>
                  <a:lnTo>
                    <a:pt x="323293" y="226862"/>
                  </a:lnTo>
                  <a:lnTo>
                    <a:pt x="325109" y="221877"/>
                  </a:lnTo>
                  <a:lnTo>
                    <a:pt x="326765" y="216837"/>
                  </a:lnTo>
                  <a:lnTo>
                    <a:pt x="328261" y="211747"/>
                  </a:lnTo>
                  <a:lnTo>
                    <a:pt x="329594" y="206612"/>
                  </a:lnTo>
                  <a:lnTo>
                    <a:pt x="330764" y="201438"/>
                  </a:lnTo>
                  <a:lnTo>
                    <a:pt x="331769" y="196228"/>
                  </a:lnTo>
                  <a:lnTo>
                    <a:pt x="332609" y="190990"/>
                  </a:lnTo>
                  <a:lnTo>
                    <a:pt x="333281" y="185728"/>
                  </a:lnTo>
                  <a:lnTo>
                    <a:pt x="333786" y="180447"/>
                  </a:lnTo>
                  <a:lnTo>
                    <a:pt x="334124" y="175152"/>
                  </a:lnTo>
                  <a:lnTo>
                    <a:pt x="334293" y="169850"/>
                  </a:lnTo>
                  <a:lnTo>
                    <a:pt x="334294" y="164545"/>
                  </a:lnTo>
                  <a:lnTo>
                    <a:pt x="334127" y="159242"/>
                  </a:lnTo>
                  <a:lnTo>
                    <a:pt x="333791" y="153948"/>
                  </a:lnTo>
                  <a:lnTo>
                    <a:pt x="333288" y="148666"/>
                  </a:lnTo>
                  <a:lnTo>
                    <a:pt x="332617" y="143404"/>
                  </a:lnTo>
                  <a:lnTo>
                    <a:pt x="331780" y="138165"/>
                  </a:lnTo>
                  <a:lnTo>
                    <a:pt x="330777" y="132956"/>
                  </a:lnTo>
                  <a:lnTo>
                    <a:pt x="329609" y="127781"/>
                  </a:lnTo>
                  <a:lnTo>
                    <a:pt x="328277" y="122645"/>
                  </a:lnTo>
                  <a:lnTo>
                    <a:pt x="326783" y="117555"/>
                  </a:lnTo>
                  <a:lnTo>
                    <a:pt x="325129" y="112514"/>
                  </a:lnTo>
                  <a:lnTo>
                    <a:pt x="323315" y="107529"/>
                  </a:lnTo>
                  <a:lnTo>
                    <a:pt x="321344" y="102604"/>
                  </a:lnTo>
                  <a:lnTo>
                    <a:pt x="319217" y="97743"/>
                  </a:lnTo>
                  <a:lnTo>
                    <a:pt x="316938" y="92953"/>
                  </a:lnTo>
                  <a:lnTo>
                    <a:pt x="314507" y="88237"/>
                  </a:lnTo>
                  <a:lnTo>
                    <a:pt x="311929" y="83601"/>
                  </a:lnTo>
                  <a:lnTo>
                    <a:pt x="309204" y="79049"/>
                  </a:lnTo>
                  <a:lnTo>
                    <a:pt x="306336" y="74585"/>
                  </a:lnTo>
                  <a:lnTo>
                    <a:pt x="303329" y="70215"/>
                  </a:lnTo>
                  <a:lnTo>
                    <a:pt x="300184" y="65943"/>
                  </a:lnTo>
                  <a:lnTo>
                    <a:pt x="296905" y="61772"/>
                  </a:lnTo>
                  <a:lnTo>
                    <a:pt x="293495" y="57708"/>
                  </a:lnTo>
                  <a:lnTo>
                    <a:pt x="289958" y="53754"/>
                  </a:lnTo>
                  <a:lnTo>
                    <a:pt x="286297" y="49914"/>
                  </a:lnTo>
                  <a:lnTo>
                    <a:pt x="282517" y="46192"/>
                  </a:lnTo>
                  <a:lnTo>
                    <a:pt x="278620" y="42592"/>
                  </a:lnTo>
                  <a:lnTo>
                    <a:pt x="274611" y="39118"/>
                  </a:lnTo>
                  <a:lnTo>
                    <a:pt x="270494" y="35772"/>
                  </a:lnTo>
                  <a:lnTo>
                    <a:pt x="266272" y="32559"/>
                  </a:lnTo>
                  <a:lnTo>
                    <a:pt x="261951" y="29482"/>
                  </a:lnTo>
                  <a:lnTo>
                    <a:pt x="257534" y="26543"/>
                  </a:lnTo>
                  <a:lnTo>
                    <a:pt x="253026" y="23745"/>
                  </a:lnTo>
                  <a:lnTo>
                    <a:pt x="248432" y="21093"/>
                  </a:lnTo>
                  <a:lnTo>
                    <a:pt x="243756" y="18587"/>
                  </a:lnTo>
                  <a:lnTo>
                    <a:pt x="239003" y="16231"/>
                  </a:lnTo>
                  <a:lnTo>
                    <a:pt x="234177" y="14027"/>
                  </a:lnTo>
                  <a:lnTo>
                    <a:pt x="229284" y="11977"/>
                  </a:lnTo>
                  <a:lnTo>
                    <a:pt x="224328" y="10083"/>
                  </a:lnTo>
                  <a:lnTo>
                    <a:pt x="219315" y="8348"/>
                  </a:lnTo>
                  <a:lnTo>
                    <a:pt x="214249" y="6773"/>
                  </a:lnTo>
                  <a:lnTo>
                    <a:pt x="209136" y="5359"/>
                  </a:lnTo>
                  <a:lnTo>
                    <a:pt x="203980" y="4108"/>
                  </a:lnTo>
                  <a:lnTo>
                    <a:pt x="198788" y="3021"/>
                  </a:lnTo>
                  <a:lnTo>
                    <a:pt x="193563" y="2100"/>
                  </a:lnTo>
                  <a:lnTo>
                    <a:pt x="188312" y="1345"/>
                  </a:lnTo>
                  <a:lnTo>
                    <a:pt x="183039" y="757"/>
                  </a:lnTo>
                  <a:lnTo>
                    <a:pt x="177751" y="336"/>
                  </a:lnTo>
                  <a:lnTo>
                    <a:pt x="172452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321562" y="5018213"/>
              <a:ext cx="334325" cy="334324"/>
            </a:xfrm>
            <a:custGeom>
              <a:avLst/>
              <a:pathLst>
                <a:path w="334325" h="334324">
                  <a:moveTo>
                    <a:pt x="167118" y="0"/>
                  </a:moveTo>
                  <a:lnTo>
                    <a:pt x="161833" y="84"/>
                  </a:lnTo>
                  <a:lnTo>
                    <a:pt x="156554" y="336"/>
                  </a:lnTo>
                  <a:lnTo>
                    <a:pt x="151285" y="755"/>
                  </a:lnTo>
                  <a:lnTo>
                    <a:pt x="146032" y="1340"/>
                  </a:lnTo>
                  <a:lnTo>
                    <a:pt x="140801" y="2090"/>
                  </a:lnTo>
                  <a:lnTo>
                    <a:pt x="135595" y="3006"/>
                  </a:lnTo>
                  <a:lnTo>
                    <a:pt x="130422" y="4086"/>
                  </a:lnTo>
                  <a:lnTo>
                    <a:pt x="125285" y="5329"/>
                  </a:lnTo>
                  <a:lnTo>
                    <a:pt x="120190" y="6733"/>
                  </a:lnTo>
                  <a:lnTo>
                    <a:pt x="115141" y="8298"/>
                  </a:lnTo>
                  <a:lnTo>
                    <a:pt x="110145" y="10022"/>
                  </a:lnTo>
                  <a:lnTo>
                    <a:pt x="105206" y="11903"/>
                  </a:lnTo>
                  <a:lnTo>
                    <a:pt x="100329" y="13939"/>
                  </a:lnTo>
                  <a:lnTo>
                    <a:pt x="95518" y="16128"/>
                  </a:lnTo>
                  <a:lnTo>
                    <a:pt x="90779" y="18468"/>
                  </a:lnTo>
                  <a:lnTo>
                    <a:pt x="86117" y="20957"/>
                  </a:lnTo>
                  <a:lnTo>
                    <a:pt x="81535" y="23592"/>
                  </a:lnTo>
                  <a:lnTo>
                    <a:pt x="77039" y="26371"/>
                  </a:lnTo>
                  <a:lnTo>
                    <a:pt x="72633" y="29290"/>
                  </a:lnTo>
                  <a:lnTo>
                    <a:pt x="68322" y="32347"/>
                  </a:lnTo>
                  <a:lnTo>
                    <a:pt x="64109" y="35539"/>
                  </a:lnTo>
                  <a:lnTo>
                    <a:pt x="60000" y="38862"/>
                  </a:lnTo>
                  <a:lnTo>
                    <a:pt x="55997" y="42314"/>
                  </a:lnTo>
                  <a:lnTo>
                    <a:pt x="52106" y="45890"/>
                  </a:lnTo>
                  <a:lnTo>
                    <a:pt x="48330" y="49588"/>
                  </a:lnTo>
                  <a:lnTo>
                    <a:pt x="44672" y="53403"/>
                  </a:lnTo>
                  <a:lnTo>
                    <a:pt x="41137" y="57332"/>
                  </a:lnTo>
                  <a:lnTo>
                    <a:pt x="37728" y="61371"/>
                  </a:lnTo>
                  <a:lnTo>
                    <a:pt x="34448" y="65515"/>
                  </a:lnTo>
                  <a:lnTo>
                    <a:pt x="31301" y="69762"/>
                  </a:lnTo>
                  <a:lnTo>
                    <a:pt x="28290" y="74105"/>
                  </a:lnTo>
                  <a:lnTo>
                    <a:pt x="25417" y="78541"/>
                  </a:lnTo>
                  <a:lnTo>
                    <a:pt x="22686" y="83067"/>
                  </a:lnTo>
                  <a:lnTo>
                    <a:pt x="20100" y="87676"/>
                  </a:lnTo>
                  <a:lnTo>
                    <a:pt x="17660" y="92364"/>
                  </a:lnTo>
                  <a:lnTo>
                    <a:pt x="15371" y="97128"/>
                  </a:lnTo>
                  <a:lnTo>
                    <a:pt x="13232" y="101961"/>
                  </a:lnTo>
                  <a:lnTo>
                    <a:pt x="11248" y="106860"/>
                  </a:lnTo>
                  <a:lnTo>
                    <a:pt x="9419" y="111818"/>
                  </a:lnTo>
                  <a:lnTo>
                    <a:pt x="7748" y="116833"/>
                  </a:lnTo>
                  <a:lnTo>
                    <a:pt x="6237" y="121897"/>
                  </a:lnTo>
                  <a:lnTo>
                    <a:pt x="4886" y="127007"/>
                  </a:lnTo>
                  <a:lnTo>
                    <a:pt x="3698" y="132157"/>
                  </a:lnTo>
                  <a:lnTo>
                    <a:pt x="2673" y="137341"/>
                  </a:lnTo>
                  <a:lnTo>
                    <a:pt x="1812" y="142556"/>
                  </a:lnTo>
                  <a:lnTo>
                    <a:pt x="1117" y="147795"/>
                  </a:lnTo>
                  <a:lnTo>
                    <a:pt x="587" y="153054"/>
                  </a:lnTo>
                  <a:lnTo>
                    <a:pt x="224" y="158327"/>
                  </a:lnTo>
                  <a:lnTo>
                    <a:pt x="28" y="163608"/>
                  </a:lnTo>
                  <a:lnTo>
                    <a:pt x="0" y="168894"/>
                  </a:lnTo>
                  <a:lnTo>
                    <a:pt x="138" y="174177"/>
                  </a:lnTo>
                  <a:lnTo>
                    <a:pt x="443" y="179453"/>
                  </a:lnTo>
                  <a:lnTo>
                    <a:pt x="914" y="184718"/>
                  </a:lnTo>
                  <a:lnTo>
                    <a:pt x="1552" y="189964"/>
                  </a:lnTo>
                  <a:lnTo>
                    <a:pt x="2356" y="195188"/>
                  </a:lnTo>
                  <a:lnTo>
                    <a:pt x="3324" y="200384"/>
                  </a:lnTo>
                  <a:lnTo>
                    <a:pt x="4456" y="205546"/>
                  </a:lnTo>
                  <a:lnTo>
                    <a:pt x="5750" y="210671"/>
                  </a:lnTo>
                  <a:lnTo>
                    <a:pt x="7206" y="215751"/>
                  </a:lnTo>
                  <a:lnTo>
                    <a:pt x="8822" y="220783"/>
                  </a:lnTo>
                  <a:lnTo>
                    <a:pt x="10596" y="225762"/>
                  </a:lnTo>
                  <a:lnTo>
                    <a:pt x="12527" y="230682"/>
                  </a:lnTo>
                  <a:lnTo>
                    <a:pt x="14612" y="235539"/>
                  </a:lnTo>
                  <a:lnTo>
                    <a:pt x="16850" y="240327"/>
                  </a:lnTo>
                  <a:lnTo>
                    <a:pt x="19238" y="245042"/>
                  </a:lnTo>
                  <a:lnTo>
                    <a:pt x="21773" y="249679"/>
                  </a:lnTo>
                  <a:lnTo>
                    <a:pt x="24454" y="254234"/>
                  </a:lnTo>
                  <a:lnTo>
                    <a:pt x="27278" y="258701"/>
                  </a:lnTo>
                  <a:lnTo>
                    <a:pt x="30242" y="263078"/>
                  </a:lnTo>
                  <a:lnTo>
                    <a:pt x="33342" y="267358"/>
                  </a:lnTo>
                  <a:lnTo>
                    <a:pt x="36576" y="271538"/>
                  </a:lnTo>
                  <a:lnTo>
                    <a:pt x="39941" y="275614"/>
                  </a:lnTo>
                  <a:lnTo>
                    <a:pt x="43433" y="279581"/>
                  </a:lnTo>
                  <a:lnTo>
                    <a:pt x="47048" y="283436"/>
                  </a:lnTo>
                  <a:lnTo>
                    <a:pt x="50784" y="287175"/>
                  </a:lnTo>
                  <a:lnTo>
                    <a:pt x="54636" y="290794"/>
                  </a:lnTo>
                  <a:lnTo>
                    <a:pt x="58600" y="294289"/>
                  </a:lnTo>
                  <a:lnTo>
                    <a:pt x="62673" y="297658"/>
                  </a:lnTo>
                  <a:lnTo>
                    <a:pt x="66850" y="300895"/>
                  </a:lnTo>
                  <a:lnTo>
                    <a:pt x="71128" y="304000"/>
                  </a:lnTo>
                  <a:lnTo>
                    <a:pt x="75502" y="306967"/>
                  </a:lnTo>
                  <a:lnTo>
                    <a:pt x="79967" y="309795"/>
                  </a:lnTo>
                  <a:lnTo>
                    <a:pt x="84519" y="312480"/>
                  </a:lnTo>
                  <a:lnTo>
                    <a:pt x="89154" y="315019"/>
                  </a:lnTo>
                  <a:lnTo>
                    <a:pt x="93867" y="317411"/>
                  </a:lnTo>
                  <a:lnTo>
                    <a:pt x="98653" y="319653"/>
                  </a:lnTo>
                  <a:lnTo>
                    <a:pt x="103508" y="321743"/>
                  </a:lnTo>
                  <a:lnTo>
                    <a:pt x="108426" y="323677"/>
                  </a:lnTo>
                  <a:lnTo>
                    <a:pt x="113403" y="325456"/>
                  </a:lnTo>
                  <a:lnTo>
                    <a:pt x="118434" y="327076"/>
                  </a:lnTo>
                  <a:lnTo>
                    <a:pt x="123514" y="328536"/>
                  </a:lnTo>
                  <a:lnTo>
                    <a:pt x="128637" y="329835"/>
                  </a:lnTo>
                  <a:lnTo>
                    <a:pt x="133798" y="330972"/>
                  </a:lnTo>
                  <a:lnTo>
                    <a:pt x="138993" y="331945"/>
                  </a:lnTo>
                  <a:lnTo>
                    <a:pt x="144216" y="332753"/>
                  </a:lnTo>
                  <a:lnTo>
                    <a:pt x="149462" y="333395"/>
                  </a:lnTo>
                  <a:lnTo>
                    <a:pt x="154726" y="333871"/>
                  </a:lnTo>
                  <a:lnTo>
                    <a:pt x="160002" y="334181"/>
                  </a:lnTo>
                  <a:lnTo>
                    <a:pt x="165285" y="334324"/>
                  </a:lnTo>
                  <a:lnTo>
                    <a:pt x="170571" y="334300"/>
                  </a:lnTo>
                  <a:lnTo>
                    <a:pt x="175852" y="334108"/>
                  </a:lnTo>
                  <a:lnTo>
                    <a:pt x="181125" y="333750"/>
                  </a:lnTo>
                  <a:lnTo>
                    <a:pt x="186385" y="333225"/>
                  </a:lnTo>
                  <a:lnTo>
                    <a:pt x="191624" y="332534"/>
                  </a:lnTo>
                  <a:lnTo>
                    <a:pt x="196840" y="331678"/>
                  </a:lnTo>
                  <a:lnTo>
                    <a:pt x="202026" y="330658"/>
                  </a:lnTo>
                  <a:lnTo>
                    <a:pt x="207177" y="329474"/>
                  </a:lnTo>
                  <a:lnTo>
                    <a:pt x="212287" y="328127"/>
                  </a:lnTo>
                  <a:lnTo>
                    <a:pt x="217353" y="326620"/>
                  </a:lnTo>
                  <a:lnTo>
                    <a:pt x="222369" y="324954"/>
                  </a:lnTo>
                  <a:lnTo>
                    <a:pt x="227329" y="323130"/>
                  </a:lnTo>
                  <a:lnTo>
                    <a:pt x="232230" y="321150"/>
                  </a:lnTo>
                  <a:lnTo>
                    <a:pt x="237065" y="319016"/>
                  </a:lnTo>
                  <a:lnTo>
                    <a:pt x="241830" y="316730"/>
                  </a:lnTo>
                  <a:lnTo>
                    <a:pt x="246521" y="314294"/>
                  </a:lnTo>
                  <a:lnTo>
                    <a:pt x="251132" y="311712"/>
                  </a:lnTo>
                  <a:lnTo>
                    <a:pt x="255660" y="308985"/>
                  </a:lnTo>
                  <a:lnTo>
                    <a:pt x="260099" y="306117"/>
                  </a:lnTo>
                  <a:lnTo>
                    <a:pt x="264445" y="303109"/>
                  </a:lnTo>
                  <a:lnTo>
                    <a:pt x="268694" y="299966"/>
                  </a:lnTo>
                  <a:lnTo>
                    <a:pt x="272841" y="296689"/>
                  </a:lnTo>
                  <a:lnTo>
                    <a:pt x="276883" y="293284"/>
                  </a:lnTo>
                  <a:lnTo>
                    <a:pt x="280815" y="289752"/>
                  </a:lnTo>
                  <a:lnTo>
                    <a:pt x="284633" y="286098"/>
                  </a:lnTo>
                  <a:lnTo>
                    <a:pt x="288334" y="282325"/>
                  </a:lnTo>
                  <a:lnTo>
                    <a:pt x="291914" y="278437"/>
                  </a:lnTo>
                  <a:lnTo>
                    <a:pt x="295369" y="274437"/>
                  </a:lnTo>
                  <a:lnTo>
                    <a:pt x="298696" y="270330"/>
                  </a:lnTo>
                  <a:lnTo>
                    <a:pt x="301892" y="266121"/>
                  </a:lnTo>
                  <a:lnTo>
                    <a:pt x="304952" y="261812"/>
                  </a:lnTo>
                  <a:lnTo>
                    <a:pt x="307875" y="257409"/>
                  </a:lnTo>
                  <a:lnTo>
                    <a:pt x="310658" y="252915"/>
                  </a:lnTo>
                  <a:lnTo>
                    <a:pt x="313297" y="248336"/>
                  </a:lnTo>
                  <a:lnTo>
                    <a:pt x="315790" y="243676"/>
                  </a:lnTo>
                  <a:lnTo>
                    <a:pt x="318134" y="238939"/>
                  </a:lnTo>
                  <a:lnTo>
                    <a:pt x="320327" y="234130"/>
                  </a:lnTo>
                  <a:lnTo>
                    <a:pt x="322368" y="229255"/>
                  </a:lnTo>
                  <a:lnTo>
                    <a:pt x="324253" y="224317"/>
                  </a:lnTo>
                  <a:lnTo>
                    <a:pt x="325981" y="219322"/>
                  </a:lnTo>
                  <a:lnTo>
                    <a:pt x="327550" y="214275"/>
                  </a:lnTo>
                  <a:lnTo>
                    <a:pt x="328960" y="209182"/>
                  </a:lnTo>
                  <a:lnTo>
                    <a:pt x="330207" y="204046"/>
                  </a:lnTo>
                  <a:lnTo>
                    <a:pt x="331291" y="198873"/>
                  </a:lnTo>
                  <a:lnTo>
                    <a:pt x="332211" y="193668"/>
                  </a:lnTo>
                  <a:lnTo>
                    <a:pt x="332967" y="188437"/>
                  </a:lnTo>
                  <a:lnTo>
                    <a:pt x="333556" y="183185"/>
                  </a:lnTo>
                  <a:lnTo>
                    <a:pt x="333979" y="177917"/>
                  </a:lnTo>
                  <a:lnTo>
                    <a:pt x="334236" y="172638"/>
                  </a:lnTo>
                  <a:lnTo>
                    <a:pt x="334325" y="167353"/>
                  </a:lnTo>
                  <a:lnTo>
                    <a:pt x="334248" y="162069"/>
                  </a:lnTo>
                  <a:lnTo>
                    <a:pt x="334003" y="156789"/>
                  </a:lnTo>
                  <a:lnTo>
                    <a:pt x="333592" y="151520"/>
                  </a:lnTo>
                  <a:lnTo>
                    <a:pt x="333014" y="146266"/>
                  </a:lnTo>
                  <a:lnTo>
                    <a:pt x="332270" y="141034"/>
                  </a:lnTo>
                  <a:lnTo>
                    <a:pt x="331361" y="135827"/>
                  </a:lnTo>
                  <a:lnTo>
                    <a:pt x="330289" y="130652"/>
                  </a:lnTo>
                  <a:lnTo>
                    <a:pt x="329053" y="125513"/>
                  </a:lnTo>
                  <a:lnTo>
                    <a:pt x="327655" y="120416"/>
                  </a:lnTo>
                  <a:lnTo>
                    <a:pt x="326097" y="115366"/>
                  </a:lnTo>
                  <a:lnTo>
                    <a:pt x="324380" y="110367"/>
                  </a:lnTo>
                  <a:lnTo>
                    <a:pt x="322506" y="105426"/>
                  </a:lnTo>
                  <a:lnTo>
                    <a:pt x="320476" y="100546"/>
                  </a:lnTo>
                  <a:lnTo>
                    <a:pt x="318294" y="95732"/>
                  </a:lnTo>
                  <a:lnTo>
                    <a:pt x="315960" y="90990"/>
                  </a:lnTo>
                  <a:lnTo>
                    <a:pt x="313478" y="86324"/>
                  </a:lnTo>
                  <a:lnTo>
                    <a:pt x="310849" y="81739"/>
                  </a:lnTo>
                  <a:lnTo>
                    <a:pt x="308076" y="77239"/>
                  </a:lnTo>
                  <a:lnTo>
                    <a:pt x="305163" y="72830"/>
                  </a:lnTo>
                  <a:lnTo>
                    <a:pt x="302112" y="68514"/>
                  </a:lnTo>
                  <a:lnTo>
                    <a:pt x="298926" y="64297"/>
                  </a:lnTo>
                  <a:lnTo>
                    <a:pt x="295608" y="60183"/>
                  </a:lnTo>
                  <a:lnTo>
                    <a:pt x="292162" y="56176"/>
                  </a:lnTo>
                  <a:lnTo>
                    <a:pt x="288591" y="52280"/>
                  </a:lnTo>
                  <a:lnTo>
                    <a:pt x="284898" y="48498"/>
                  </a:lnTo>
                  <a:lnTo>
                    <a:pt x="281088" y="44836"/>
                  </a:lnTo>
                  <a:lnTo>
                    <a:pt x="277164" y="41295"/>
                  </a:lnTo>
                  <a:lnTo>
                    <a:pt x="273130" y="37880"/>
                  </a:lnTo>
                  <a:lnTo>
                    <a:pt x="268990" y="34595"/>
                  </a:lnTo>
                  <a:lnTo>
                    <a:pt x="264748" y="31442"/>
                  </a:lnTo>
                  <a:lnTo>
                    <a:pt x="260408" y="28425"/>
                  </a:lnTo>
                  <a:lnTo>
                    <a:pt x="255976" y="25546"/>
                  </a:lnTo>
                  <a:lnTo>
                    <a:pt x="251454" y="22810"/>
                  </a:lnTo>
                  <a:lnTo>
                    <a:pt x="246849" y="20217"/>
                  </a:lnTo>
                  <a:lnTo>
                    <a:pt x="242164" y="17771"/>
                  </a:lnTo>
                  <a:lnTo>
                    <a:pt x="237403" y="15475"/>
                  </a:lnTo>
                  <a:lnTo>
                    <a:pt x="232573" y="13330"/>
                  </a:lnTo>
                  <a:lnTo>
                    <a:pt x="227677" y="11339"/>
                  </a:lnTo>
                  <a:lnTo>
                    <a:pt x="222721" y="9504"/>
                  </a:lnTo>
                  <a:lnTo>
                    <a:pt x="217709" y="7826"/>
                  </a:lnTo>
                  <a:lnTo>
                    <a:pt x="212646" y="6307"/>
                  </a:lnTo>
                  <a:lnTo>
                    <a:pt x="207538" y="4950"/>
                  </a:lnTo>
                  <a:lnTo>
                    <a:pt x="202390" y="3754"/>
                  </a:lnTo>
                  <a:lnTo>
                    <a:pt x="197207" y="2722"/>
                  </a:lnTo>
                  <a:lnTo>
                    <a:pt x="191993" y="1855"/>
                  </a:lnTo>
                  <a:lnTo>
                    <a:pt x="186755" y="115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19596" cy="167167"/>
            </a:xfrm>
            <a:custGeom>
              <a:avLst/>
              <a:pathLst>
                <a:path w="19596" h="167167">
                  <a:moveTo>
                    <a:pt x="19596" y="1152"/>
                  </a:moveTo>
                  <a:lnTo>
                    <a:pt x="9815" y="2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799813" y="5269756"/>
              <a:ext cx="164688" cy="167167"/>
            </a:xfrm>
            <a:custGeom>
              <a:avLst/>
              <a:pathLst>
                <a:path w="164688" h="167167">
                  <a:moveTo>
                    <a:pt x="164688" y="0"/>
                  </a:moveTo>
                  <a:lnTo>
                    <a:pt x="159253" y="88"/>
                  </a:lnTo>
                  <a:lnTo>
                    <a:pt x="153823" y="353"/>
                  </a:lnTo>
                  <a:lnTo>
                    <a:pt x="148405" y="794"/>
                  </a:lnTo>
                  <a:lnTo>
                    <a:pt x="143004" y="1412"/>
                  </a:lnTo>
                  <a:lnTo>
                    <a:pt x="137626" y="2204"/>
                  </a:lnTo>
                  <a:lnTo>
                    <a:pt x="132277" y="3172"/>
                  </a:lnTo>
                  <a:lnTo>
                    <a:pt x="126962" y="4312"/>
                  </a:lnTo>
                  <a:lnTo>
                    <a:pt x="121686" y="5625"/>
                  </a:lnTo>
                  <a:lnTo>
                    <a:pt x="116457" y="7108"/>
                  </a:lnTo>
                  <a:lnTo>
                    <a:pt x="111278" y="8761"/>
                  </a:lnTo>
                  <a:lnTo>
                    <a:pt x="106156" y="10582"/>
                  </a:lnTo>
                  <a:lnTo>
                    <a:pt x="101096" y="12568"/>
                  </a:lnTo>
                  <a:lnTo>
                    <a:pt x="96102" y="14717"/>
                  </a:lnTo>
                  <a:lnTo>
                    <a:pt x="91182" y="17028"/>
                  </a:lnTo>
                  <a:lnTo>
                    <a:pt x="86339" y="19497"/>
                  </a:lnTo>
                  <a:lnTo>
                    <a:pt x="81579" y="22123"/>
                  </a:lnTo>
                  <a:lnTo>
                    <a:pt x="76907" y="24901"/>
                  </a:lnTo>
                  <a:lnTo>
                    <a:pt x="72328" y="27831"/>
                  </a:lnTo>
                  <a:lnTo>
                    <a:pt x="67846" y="30907"/>
                  </a:lnTo>
                  <a:lnTo>
                    <a:pt x="63467" y="34128"/>
                  </a:lnTo>
                  <a:lnTo>
                    <a:pt x="59195" y="37490"/>
                  </a:lnTo>
                  <a:lnTo>
                    <a:pt x="55034" y="40988"/>
                  </a:lnTo>
                  <a:lnTo>
                    <a:pt x="50990" y="44620"/>
                  </a:lnTo>
                  <a:lnTo>
                    <a:pt x="47065" y="48382"/>
                  </a:lnTo>
                  <a:lnTo>
                    <a:pt x="43265" y="52269"/>
                  </a:lnTo>
                  <a:lnTo>
                    <a:pt x="39594" y="56278"/>
                  </a:lnTo>
                  <a:lnTo>
                    <a:pt x="36054" y="60404"/>
                  </a:lnTo>
                  <a:lnTo>
                    <a:pt x="32651" y="64643"/>
                  </a:lnTo>
                  <a:lnTo>
                    <a:pt x="29387" y="68990"/>
                  </a:lnTo>
                  <a:lnTo>
                    <a:pt x="26267" y="73441"/>
                  </a:lnTo>
                  <a:lnTo>
                    <a:pt x="23292" y="77991"/>
                  </a:lnTo>
                  <a:lnTo>
                    <a:pt x="20468" y="82636"/>
                  </a:lnTo>
                  <a:lnTo>
                    <a:pt x="17795" y="87370"/>
                  </a:lnTo>
                  <a:lnTo>
                    <a:pt x="15279" y="92188"/>
                  </a:lnTo>
                  <a:lnTo>
                    <a:pt x="12920" y="97086"/>
                  </a:lnTo>
                  <a:lnTo>
                    <a:pt x="10721" y="102058"/>
                  </a:lnTo>
                  <a:lnTo>
                    <a:pt x="8686" y="107098"/>
                  </a:lnTo>
                  <a:lnTo>
                    <a:pt x="6815" y="112202"/>
                  </a:lnTo>
                  <a:lnTo>
                    <a:pt x="5111" y="117364"/>
                  </a:lnTo>
                  <a:lnTo>
                    <a:pt x="3576" y="122579"/>
                  </a:lnTo>
                  <a:lnTo>
                    <a:pt x="2212" y="127841"/>
                  </a:lnTo>
                  <a:lnTo>
                    <a:pt x="1019" y="133145"/>
                  </a:lnTo>
                  <a:lnTo>
                    <a:pt x="0" y="138484"/>
                  </a:lnTo>
                  <a:lnTo>
                    <a:pt x="16468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797349" y="5269756"/>
              <a:ext cx="334299" cy="334334"/>
            </a:xfrm>
            <a:custGeom>
              <a:avLst/>
              <a:pathLst>
                <a:path w="334299" h="334334">
                  <a:moveTo>
                    <a:pt x="2463" y="138484"/>
                  </a:moveTo>
                  <a:lnTo>
                    <a:pt x="1636" y="143722"/>
                  </a:lnTo>
                  <a:lnTo>
                    <a:pt x="975" y="148983"/>
                  </a:lnTo>
                  <a:lnTo>
                    <a:pt x="482" y="154262"/>
                  </a:lnTo>
                  <a:lnTo>
                    <a:pt x="157" y="159554"/>
                  </a:lnTo>
                  <a:lnTo>
                    <a:pt x="0" y="164854"/>
                  </a:lnTo>
                  <a:lnTo>
                    <a:pt x="10" y="170156"/>
                  </a:lnTo>
                  <a:lnTo>
                    <a:pt x="189" y="175456"/>
                  </a:lnTo>
                  <a:lnTo>
                    <a:pt x="536" y="180747"/>
                  </a:lnTo>
                  <a:lnTo>
                    <a:pt x="1050" y="186024"/>
                  </a:lnTo>
                  <a:lnTo>
                    <a:pt x="1732" y="191282"/>
                  </a:lnTo>
                  <a:lnTo>
                    <a:pt x="2580" y="196516"/>
                  </a:lnTo>
                  <a:lnTo>
                    <a:pt x="3594" y="201721"/>
                  </a:lnTo>
                  <a:lnTo>
                    <a:pt x="4772" y="206890"/>
                  </a:lnTo>
                  <a:lnTo>
                    <a:pt x="6113" y="212020"/>
                  </a:lnTo>
                  <a:lnTo>
                    <a:pt x="7617" y="217105"/>
                  </a:lnTo>
                  <a:lnTo>
                    <a:pt x="9281" y="222139"/>
                  </a:lnTo>
                  <a:lnTo>
                    <a:pt x="11104" y="227118"/>
                  </a:lnTo>
                  <a:lnTo>
                    <a:pt x="13083" y="232037"/>
                  </a:lnTo>
                  <a:lnTo>
                    <a:pt x="15218" y="236891"/>
                  </a:lnTo>
                  <a:lnTo>
                    <a:pt x="17506" y="241674"/>
                  </a:lnTo>
                  <a:lnTo>
                    <a:pt x="19944" y="246382"/>
                  </a:lnTo>
                  <a:lnTo>
                    <a:pt x="22530" y="251011"/>
                  </a:lnTo>
                  <a:lnTo>
                    <a:pt x="25262" y="255555"/>
                  </a:lnTo>
                  <a:lnTo>
                    <a:pt x="28137" y="260011"/>
                  </a:lnTo>
                  <a:lnTo>
                    <a:pt x="31151" y="264373"/>
                  </a:lnTo>
                  <a:lnTo>
                    <a:pt x="34302" y="268637"/>
                  </a:lnTo>
                  <a:lnTo>
                    <a:pt x="37587" y="272799"/>
                  </a:lnTo>
                  <a:lnTo>
                    <a:pt x="41002" y="276855"/>
                  </a:lnTo>
                  <a:lnTo>
                    <a:pt x="44545" y="280801"/>
                  </a:lnTo>
                  <a:lnTo>
                    <a:pt x="48210" y="284632"/>
                  </a:lnTo>
                  <a:lnTo>
                    <a:pt x="51995" y="288345"/>
                  </a:lnTo>
                  <a:lnTo>
                    <a:pt x="55896" y="291936"/>
                  </a:lnTo>
                  <a:lnTo>
                    <a:pt x="59909" y="295402"/>
                  </a:lnTo>
                  <a:lnTo>
                    <a:pt x="64030" y="298738"/>
                  </a:lnTo>
                  <a:lnTo>
                    <a:pt x="68255" y="301943"/>
                  </a:lnTo>
                  <a:lnTo>
                    <a:pt x="72579" y="305011"/>
                  </a:lnTo>
                  <a:lnTo>
                    <a:pt x="76998" y="307941"/>
                  </a:lnTo>
                  <a:lnTo>
                    <a:pt x="81508" y="310729"/>
                  </a:lnTo>
                  <a:lnTo>
                    <a:pt x="86104" y="313373"/>
                  </a:lnTo>
                  <a:lnTo>
                    <a:pt x="90781" y="315870"/>
                  </a:lnTo>
                  <a:lnTo>
                    <a:pt x="95536" y="318217"/>
                  </a:lnTo>
                  <a:lnTo>
                    <a:pt x="100362" y="320413"/>
                  </a:lnTo>
                  <a:lnTo>
                    <a:pt x="105256" y="322454"/>
                  </a:lnTo>
                  <a:lnTo>
                    <a:pt x="110212" y="324339"/>
                  </a:lnTo>
                  <a:lnTo>
                    <a:pt x="115225" y="326065"/>
                  </a:lnTo>
                  <a:lnTo>
                    <a:pt x="120291" y="327632"/>
                  </a:lnTo>
                  <a:lnTo>
                    <a:pt x="125403" y="329038"/>
                  </a:lnTo>
                  <a:lnTo>
                    <a:pt x="130558" y="330280"/>
                  </a:lnTo>
                  <a:lnTo>
                    <a:pt x="135749" y="331359"/>
                  </a:lnTo>
                  <a:lnTo>
                    <a:pt x="140972" y="332272"/>
                  </a:lnTo>
                  <a:lnTo>
                    <a:pt x="146222" y="333019"/>
                  </a:lnTo>
                  <a:lnTo>
                    <a:pt x="151492" y="333599"/>
                  </a:lnTo>
                  <a:lnTo>
                    <a:pt x="156778" y="334012"/>
                  </a:lnTo>
                  <a:lnTo>
                    <a:pt x="162075" y="334257"/>
                  </a:lnTo>
                  <a:lnTo>
                    <a:pt x="167377" y="334334"/>
                  </a:lnTo>
                  <a:lnTo>
                    <a:pt x="172678" y="334243"/>
                  </a:lnTo>
                  <a:lnTo>
                    <a:pt x="177974" y="333984"/>
                  </a:lnTo>
                  <a:lnTo>
                    <a:pt x="183259" y="333556"/>
                  </a:lnTo>
                  <a:lnTo>
                    <a:pt x="188528" y="332962"/>
                  </a:lnTo>
                  <a:lnTo>
                    <a:pt x="193775" y="332201"/>
                  </a:lnTo>
                  <a:lnTo>
                    <a:pt x="198996" y="331273"/>
                  </a:lnTo>
                  <a:lnTo>
                    <a:pt x="204184" y="330181"/>
                  </a:lnTo>
                  <a:lnTo>
                    <a:pt x="209335" y="328924"/>
                  </a:lnTo>
                  <a:lnTo>
                    <a:pt x="214444" y="327505"/>
                  </a:lnTo>
                  <a:lnTo>
                    <a:pt x="219505" y="325924"/>
                  </a:lnTo>
                  <a:lnTo>
                    <a:pt x="224514" y="324184"/>
                  </a:lnTo>
                  <a:lnTo>
                    <a:pt x="229465" y="322286"/>
                  </a:lnTo>
                  <a:lnTo>
                    <a:pt x="234353" y="320232"/>
                  </a:lnTo>
                  <a:lnTo>
                    <a:pt x="239174" y="318023"/>
                  </a:lnTo>
                  <a:lnTo>
                    <a:pt x="243922" y="315663"/>
                  </a:lnTo>
                  <a:lnTo>
                    <a:pt x="248592" y="313154"/>
                  </a:lnTo>
                  <a:lnTo>
                    <a:pt x="253181" y="310498"/>
                  </a:lnTo>
                  <a:lnTo>
                    <a:pt x="257684" y="307697"/>
                  </a:lnTo>
                  <a:lnTo>
                    <a:pt x="262095" y="304755"/>
                  </a:lnTo>
                  <a:lnTo>
                    <a:pt x="266411" y="301675"/>
                  </a:lnTo>
                  <a:lnTo>
                    <a:pt x="270627" y="298459"/>
                  </a:lnTo>
                  <a:lnTo>
                    <a:pt x="274738" y="295112"/>
                  </a:lnTo>
                  <a:lnTo>
                    <a:pt x="278742" y="291635"/>
                  </a:lnTo>
                  <a:lnTo>
                    <a:pt x="282633" y="288034"/>
                  </a:lnTo>
                  <a:lnTo>
                    <a:pt x="286408" y="284310"/>
                  </a:lnTo>
                  <a:lnTo>
                    <a:pt x="290064" y="280469"/>
                  </a:lnTo>
                  <a:lnTo>
                    <a:pt x="293595" y="276514"/>
                  </a:lnTo>
                  <a:lnTo>
                    <a:pt x="296999" y="272449"/>
                  </a:lnTo>
                  <a:lnTo>
                    <a:pt x="300273" y="268278"/>
                  </a:lnTo>
                  <a:lnTo>
                    <a:pt x="303413" y="264005"/>
                  </a:lnTo>
                  <a:lnTo>
                    <a:pt x="306415" y="259635"/>
                  </a:lnTo>
                  <a:lnTo>
                    <a:pt x="309278" y="255172"/>
                  </a:lnTo>
                  <a:lnTo>
                    <a:pt x="311997" y="250620"/>
                  </a:lnTo>
                  <a:lnTo>
                    <a:pt x="314571" y="245985"/>
                  </a:lnTo>
                  <a:lnTo>
                    <a:pt x="316997" y="241270"/>
                  </a:lnTo>
                  <a:lnTo>
                    <a:pt x="319271" y="236480"/>
                  </a:lnTo>
                  <a:lnTo>
                    <a:pt x="321393" y="231621"/>
                  </a:lnTo>
                  <a:lnTo>
                    <a:pt x="323360" y="226697"/>
                  </a:lnTo>
                  <a:lnTo>
                    <a:pt x="325169" y="221713"/>
                  </a:lnTo>
                  <a:lnTo>
                    <a:pt x="326819" y="216674"/>
                  </a:lnTo>
                  <a:lnTo>
                    <a:pt x="328309" y="211585"/>
                  </a:lnTo>
                  <a:lnTo>
                    <a:pt x="329637" y="206452"/>
                  </a:lnTo>
                  <a:lnTo>
                    <a:pt x="330801" y="201279"/>
                  </a:lnTo>
                  <a:lnTo>
                    <a:pt x="331800" y="196072"/>
                  </a:lnTo>
                  <a:lnTo>
                    <a:pt x="332634" y="190836"/>
                  </a:lnTo>
                  <a:lnTo>
                    <a:pt x="333302" y="185575"/>
                  </a:lnTo>
                  <a:lnTo>
                    <a:pt x="333802" y="180297"/>
                  </a:lnTo>
                  <a:lnTo>
                    <a:pt x="334135" y="175005"/>
                  </a:lnTo>
                  <a:lnTo>
                    <a:pt x="334299" y="169705"/>
                  </a:lnTo>
                  <a:lnTo>
                    <a:pt x="334296" y="164403"/>
                  </a:lnTo>
                  <a:lnTo>
                    <a:pt x="334124" y="159104"/>
                  </a:lnTo>
                  <a:lnTo>
                    <a:pt x="333784" y="153812"/>
                  </a:lnTo>
                  <a:lnTo>
                    <a:pt x="333277" y="148534"/>
                  </a:lnTo>
                  <a:lnTo>
                    <a:pt x="332602" y="143275"/>
                  </a:lnTo>
                  <a:lnTo>
                    <a:pt x="331761" y="138040"/>
                  </a:lnTo>
                  <a:lnTo>
                    <a:pt x="330755" y="132834"/>
                  </a:lnTo>
                  <a:lnTo>
                    <a:pt x="329584" y="127663"/>
                  </a:lnTo>
                  <a:lnTo>
                    <a:pt x="328249" y="122531"/>
                  </a:lnTo>
                  <a:lnTo>
                    <a:pt x="326752" y="117444"/>
                  </a:lnTo>
                  <a:lnTo>
                    <a:pt x="325095" y="112408"/>
                  </a:lnTo>
                  <a:lnTo>
                    <a:pt x="323279" y="107426"/>
                  </a:lnTo>
                  <a:lnTo>
                    <a:pt x="321306" y="102505"/>
                  </a:lnTo>
                  <a:lnTo>
                    <a:pt x="319178" y="97648"/>
                  </a:lnTo>
                  <a:lnTo>
                    <a:pt x="316896" y="92862"/>
                  </a:lnTo>
                  <a:lnTo>
                    <a:pt x="314465" y="88150"/>
                  </a:lnTo>
                  <a:lnTo>
                    <a:pt x="311885" y="83518"/>
                  </a:lnTo>
                  <a:lnTo>
                    <a:pt x="309159" y="78970"/>
                  </a:lnTo>
                  <a:lnTo>
                    <a:pt x="306290" y="74511"/>
                  </a:lnTo>
                  <a:lnTo>
                    <a:pt x="303282" y="70145"/>
                  </a:lnTo>
                  <a:lnTo>
                    <a:pt x="300136" y="65876"/>
                  </a:lnTo>
                  <a:lnTo>
                    <a:pt x="296857" y="61710"/>
                  </a:lnTo>
                  <a:lnTo>
                    <a:pt x="293447" y="57649"/>
                  </a:lnTo>
                  <a:lnTo>
                    <a:pt x="289911" y="53699"/>
                  </a:lnTo>
                  <a:lnTo>
                    <a:pt x="286250" y="49863"/>
                  </a:lnTo>
                  <a:lnTo>
                    <a:pt x="282470" y="46144"/>
                  </a:lnTo>
                  <a:lnTo>
                    <a:pt x="278574" y="42548"/>
                  </a:lnTo>
                  <a:lnTo>
                    <a:pt x="274566" y="39077"/>
                  </a:lnTo>
                  <a:lnTo>
                    <a:pt x="270449" y="35735"/>
                  </a:lnTo>
                  <a:lnTo>
                    <a:pt x="266229" y="32525"/>
                  </a:lnTo>
                  <a:lnTo>
                    <a:pt x="261909" y="29450"/>
                  </a:lnTo>
                  <a:lnTo>
                    <a:pt x="257494" y="26515"/>
                  </a:lnTo>
                  <a:lnTo>
                    <a:pt x="252988" y="23720"/>
                  </a:lnTo>
                  <a:lnTo>
                    <a:pt x="248395" y="21070"/>
                  </a:lnTo>
                  <a:lnTo>
                    <a:pt x="243721" y="18567"/>
                  </a:lnTo>
                  <a:lnTo>
                    <a:pt x="238970" y="16213"/>
                  </a:lnTo>
                  <a:lnTo>
                    <a:pt x="234146" y="14012"/>
                  </a:lnTo>
                  <a:lnTo>
                    <a:pt x="229255" y="11964"/>
                  </a:lnTo>
                  <a:lnTo>
                    <a:pt x="224302" y="10072"/>
                  </a:lnTo>
                  <a:lnTo>
                    <a:pt x="219291" y="8339"/>
                  </a:lnTo>
                  <a:lnTo>
                    <a:pt x="214228" y="6765"/>
                  </a:lnTo>
                  <a:lnTo>
                    <a:pt x="209117" y="5353"/>
                  </a:lnTo>
                  <a:lnTo>
                    <a:pt x="203964" y="4103"/>
                  </a:lnTo>
                  <a:lnTo>
                    <a:pt x="198774" y="3018"/>
                  </a:lnTo>
                  <a:lnTo>
                    <a:pt x="193552" y="2098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1275" y="5399291"/>
              <a:ext cx="4940" cy="167167"/>
            </a:xfrm>
            <a:custGeom>
              <a:avLst/>
              <a:pathLst>
                <a:path w="4940" h="167167">
                  <a:moveTo>
                    <a:pt x="4940" y="0"/>
                  </a:moveTo>
                  <a:lnTo>
                    <a:pt x="0" y="73"/>
                  </a:lnTo>
                  <a:lnTo>
                    <a:pt x="49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1275" y="5399364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1275" y="5399364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1275" y="5399364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1275" y="5399364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275" y="5399364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275" y="5399364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319055" y="5399364"/>
              <a:ext cx="334327" cy="334252"/>
            </a:xfrm>
            <a:custGeom>
              <a:avLst/>
              <a:pathLst>
                <a:path w="334327" h="334252">
                  <a:moveTo>
                    <a:pt x="162219" y="0"/>
                  </a:moveTo>
                  <a:lnTo>
                    <a:pt x="156935" y="239"/>
                  </a:lnTo>
                  <a:lnTo>
                    <a:pt x="151660" y="647"/>
                  </a:lnTo>
                  <a:lnTo>
                    <a:pt x="146402" y="1220"/>
                  </a:lnTo>
                  <a:lnTo>
                    <a:pt x="141163" y="1960"/>
                  </a:lnTo>
                  <a:lnTo>
                    <a:pt x="135951" y="2865"/>
                  </a:lnTo>
                  <a:lnTo>
                    <a:pt x="130771" y="3935"/>
                  </a:lnTo>
                  <a:lnTo>
                    <a:pt x="125626" y="5168"/>
                  </a:lnTo>
                  <a:lnTo>
                    <a:pt x="120524" y="6563"/>
                  </a:lnTo>
                  <a:lnTo>
                    <a:pt x="115468" y="8119"/>
                  </a:lnTo>
                  <a:lnTo>
                    <a:pt x="110463" y="9835"/>
                  </a:lnTo>
                  <a:lnTo>
                    <a:pt x="105516" y="11707"/>
                  </a:lnTo>
                  <a:lnTo>
                    <a:pt x="100630" y="13736"/>
                  </a:lnTo>
                  <a:lnTo>
                    <a:pt x="95811" y="15917"/>
                  </a:lnTo>
                  <a:lnTo>
                    <a:pt x="91063" y="18251"/>
                  </a:lnTo>
                  <a:lnTo>
                    <a:pt x="86392" y="20733"/>
                  </a:lnTo>
                  <a:lnTo>
                    <a:pt x="81801" y="23362"/>
                  </a:lnTo>
                  <a:lnTo>
                    <a:pt x="77296" y="26135"/>
                  </a:lnTo>
                  <a:lnTo>
                    <a:pt x="72881" y="29049"/>
                  </a:lnTo>
                  <a:lnTo>
                    <a:pt x="68560" y="32101"/>
                  </a:lnTo>
                  <a:lnTo>
                    <a:pt x="64338" y="35288"/>
                  </a:lnTo>
                  <a:lnTo>
                    <a:pt x="60219" y="38608"/>
                  </a:lnTo>
                  <a:lnTo>
                    <a:pt x="56207" y="42056"/>
                  </a:lnTo>
                  <a:lnTo>
                    <a:pt x="52306" y="45629"/>
                  </a:lnTo>
                  <a:lnTo>
                    <a:pt x="48521" y="49324"/>
                  </a:lnTo>
                  <a:lnTo>
                    <a:pt x="44854" y="53137"/>
                  </a:lnTo>
                  <a:lnTo>
                    <a:pt x="41309" y="57064"/>
                  </a:lnTo>
                  <a:lnTo>
                    <a:pt x="37891" y="61101"/>
                  </a:lnTo>
                  <a:lnTo>
                    <a:pt x="34602" y="65244"/>
                  </a:lnTo>
                  <a:lnTo>
                    <a:pt x="31445" y="69490"/>
                  </a:lnTo>
                  <a:lnTo>
                    <a:pt x="28425" y="73833"/>
                  </a:lnTo>
                  <a:lnTo>
                    <a:pt x="25543" y="78269"/>
                  </a:lnTo>
                  <a:lnTo>
                    <a:pt x="22804" y="82794"/>
                  </a:lnTo>
                  <a:lnTo>
                    <a:pt x="20209" y="87404"/>
                  </a:lnTo>
                  <a:lnTo>
                    <a:pt x="17761" y="92094"/>
                  </a:lnTo>
                  <a:lnTo>
                    <a:pt x="15463" y="96859"/>
                  </a:lnTo>
                  <a:lnTo>
                    <a:pt x="13316" y="101694"/>
                  </a:lnTo>
                  <a:lnTo>
                    <a:pt x="11324" y="106594"/>
                  </a:lnTo>
                  <a:lnTo>
                    <a:pt x="9488" y="111555"/>
                  </a:lnTo>
                  <a:lnTo>
                    <a:pt x="7809" y="116572"/>
                  </a:lnTo>
                  <a:lnTo>
                    <a:pt x="6290" y="121639"/>
                  </a:lnTo>
                  <a:lnTo>
                    <a:pt x="4933" y="126752"/>
                  </a:lnTo>
                  <a:lnTo>
                    <a:pt x="3738" y="131905"/>
                  </a:lnTo>
                  <a:lnTo>
                    <a:pt x="2706" y="137094"/>
                  </a:lnTo>
                  <a:lnTo>
                    <a:pt x="1839" y="142312"/>
                  </a:lnTo>
                  <a:lnTo>
                    <a:pt x="1138" y="147556"/>
                  </a:lnTo>
                  <a:lnTo>
                    <a:pt x="603" y="152819"/>
                  </a:lnTo>
                  <a:lnTo>
                    <a:pt x="234" y="158096"/>
                  </a:lnTo>
                  <a:lnTo>
                    <a:pt x="33" y="163382"/>
                  </a:lnTo>
                  <a:lnTo>
                    <a:pt x="0" y="168672"/>
                  </a:lnTo>
                  <a:lnTo>
                    <a:pt x="133" y="173961"/>
                  </a:lnTo>
                  <a:lnTo>
                    <a:pt x="434" y="179242"/>
                  </a:lnTo>
                  <a:lnTo>
                    <a:pt x="902" y="184511"/>
                  </a:lnTo>
                  <a:lnTo>
                    <a:pt x="1536" y="189763"/>
                  </a:lnTo>
                  <a:lnTo>
                    <a:pt x="2336" y="194992"/>
                  </a:lnTo>
                  <a:lnTo>
                    <a:pt x="3302" y="200194"/>
                  </a:lnTo>
                  <a:lnTo>
                    <a:pt x="4431" y="205362"/>
                  </a:lnTo>
                  <a:lnTo>
                    <a:pt x="5723" y="210492"/>
                  </a:lnTo>
                  <a:lnTo>
                    <a:pt x="7177" y="215578"/>
                  </a:lnTo>
                  <a:lnTo>
                    <a:pt x="8792" y="220616"/>
                  </a:lnTo>
                  <a:lnTo>
                    <a:pt x="10564" y="225600"/>
                  </a:lnTo>
                  <a:lnTo>
                    <a:pt x="12494" y="230525"/>
                  </a:lnTo>
                  <a:lnTo>
                    <a:pt x="14578" y="235387"/>
                  </a:lnTo>
                  <a:lnTo>
                    <a:pt x="16816" y="240181"/>
                  </a:lnTo>
                  <a:lnTo>
                    <a:pt x="19204" y="244901"/>
                  </a:lnTo>
                  <a:lnTo>
                    <a:pt x="21740" y="249544"/>
                  </a:lnTo>
                  <a:lnTo>
                    <a:pt x="24421" y="254104"/>
                  </a:lnTo>
                  <a:lnTo>
                    <a:pt x="27246" y="258577"/>
                  </a:lnTo>
                  <a:lnTo>
                    <a:pt x="30211" y="262958"/>
                  </a:lnTo>
                  <a:lnTo>
                    <a:pt x="33312" y="267243"/>
                  </a:lnTo>
                  <a:lnTo>
                    <a:pt x="36548" y="271428"/>
                  </a:lnTo>
                  <a:lnTo>
                    <a:pt x="39915" y="275509"/>
                  </a:lnTo>
                  <a:lnTo>
                    <a:pt x="43409" y="279481"/>
                  </a:lnTo>
                  <a:lnTo>
                    <a:pt x="47027" y="283340"/>
                  </a:lnTo>
                  <a:lnTo>
                    <a:pt x="50765" y="287083"/>
                  </a:lnTo>
                  <a:lnTo>
                    <a:pt x="54620" y="290706"/>
                  </a:lnTo>
                  <a:lnTo>
                    <a:pt x="58588" y="294205"/>
                  </a:lnTo>
                  <a:lnTo>
                    <a:pt x="62664" y="297576"/>
                  </a:lnTo>
                  <a:lnTo>
                    <a:pt x="66845" y="300817"/>
                  </a:lnTo>
                  <a:lnTo>
                    <a:pt x="71127" y="303925"/>
                  </a:lnTo>
                  <a:lnTo>
                    <a:pt x="75504" y="306895"/>
                  </a:lnTo>
                  <a:lnTo>
                    <a:pt x="79973" y="309725"/>
                  </a:lnTo>
                  <a:lnTo>
                    <a:pt x="84530" y="312412"/>
                  </a:lnTo>
                  <a:lnTo>
                    <a:pt x="89170" y="314954"/>
                  </a:lnTo>
                  <a:lnTo>
                    <a:pt x="93887" y="317347"/>
                  </a:lnTo>
                  <a:lnTo>
                    <a:pt x="98678" y="319591"/>
                  </a:lnTo>
                  <a:lnTo>
                    <a:pt x="103537" y="321681"/>
                  </a:lnTo>
                  <a:lnTo>
                    <a:pt x="108461" y="323617"/>
                  </a:lnTo>
                  <a:lnTo>
                    <a:pt x="113443" y="325396"/>
                  </a:lnTo>
                  <a:lnTo>
                    <a:pt x="118478" y="327016"/>
                  </a:lnTo>
                  <a:lnTo>
                    <a:pt x="123563" y="328476"/>
                  </a:lnTo>
                  <a:lnTo>
                    <a:pt x="128691" y="329775"/>
                  </a:lnTo>
                  <a:lnTo>
                    <a:pt x="133858" y="330911"/>
                  </a:lnTo>
                  <a:lnTo>
                    <a:pt x="139058" y="331882"/>
                  </a:lnTo>
                  <a:lnTo>
                    <a:pt x="144286" y="332689"/>
                  </a:lnTo>
                  <a:lnTo>
                    <a:pt x="149537" y="333330"/>
                  </a:lnTo>
                  <a:lnTo>
                    <a:pt x="154806" y="333804"/>
                  </a:lnTo>
                  <a:lnTo>
                    <a:pt x="160087" y="334112"/>
                  </a:lnTo>
                  <a:lnTo>
                    <a:pt x="165375" y="334252"/>
                  </a:lnTo>
                  <a:lnTo>
                    <a:pt x="170665" y="334225"/>
                  </a:lnTo>
                  <a:lnTo>
                    <a:pt x="175952" y="334030"/>
                  </a:lnTo>
                  <a:lnTo>
                    <a:pt x="181229" y="333668"/>
                  </a:lnTo>
                  <a:lnTo>
                    <a:pt x="186493" y="333140"/>
                  </a:lnTo>
                  <a:lnTo>
                    <a:pt x="191737" y="332445"/>
                  </a:lnTo>
                  <a:lnTo>
                    <a:pt x="196957" y="331584"/>
                  </a:lnTo>
                  <a:lnTo>
                    <a:pt x="202146" y="330559"/>
                  </a:lnTo>
                  <a:lnTo>
                    <a:pt x="207301" y="329370"/>
                  </a:lnTo>
                  <a:lnTo>
                    <a:pt x="212416" y="328019"/>
                  </a:lnTo>
                  <a:lnTo>
                    <a:pt x="217485" y="326506"/>
                  </a:lnTo>
                  <a:lnTo>
                    <a:pt x="222504" y="324834"/>
                  </a:lnTo>
                  <a:lnTo>
                    <a:pt x="227467" y="323004"/>
                  </a:lnTo>
                  <a:lnTo>
                    <a:pt x="232370" y="321018"/>
                  </a:lnTo>
                  <a:lnTo>
                    <a:pt x="237208" y="318877"/>
                  </a:lnTo>
                  <a:lnTo>
                    <a:pt x="241975" y="316585"/>
                  </a:lnTo>
                  <a:lnTo>
                    <a:pt x="246668" y="314143"/>
                  </a:lnTo>
                  <a:lnTo>
                    <a:pt x="251281" y="311553"/>
                  </a:lnTo>
                  <a:lnTo>
                    <a:pt x="255810" y="308819"/>
                  </a:lnTo>
                  <a:lnTo>
                    <a:pt x="260250" y="305943"/>
                  </a:lnTo>
                  <a:lnTo>
                    <a:pt x="264596" y="302928"/>
                  </a:lnTo>
                  <a:lnTo>
                    <a:pt x="268846" y="299777"/>
                  </a:lnTo>
                  <a:lnTo>
                    <a:pt x="272993" y="296493"/>
                  </a:lnTo>
                  <a:lnTo>
                    <a:pt x="277034" y="293080"/>
                  </a:lnTo>
                  <a:lnTo>
                    <a:pt x="280966" y="289540"/>
                  </a:lnTo>
                  <a:lnTo>
                    <a:pt x="284783" y="285878"/>
                  </a:lnTo>
                  <a:lnTo>
                    <a:pt x="288483" y="282097"/>
                  </a:lnTo>
                  <a:lnTo>
                    <a:pt x="292061" y="278200"/>
                  </a:lnTo>
                  <a:lnTo>
                    <a:pt x="295514" y="274193"/>
                  </a:lnTo>
                  <a:lnTo>
                    <a:pt x="298838" y="270078"/>
                  </a:lnTo>
                  <a:lnTo>
                    <a:pt x="302031" y="265860"/>
                  </a:lnTo>
                  <a:lnTo>
                    <a:pt x="305088" y="261543"/>
                  </a:lnTo>
                  <a:lnTo>
                    <a:pt x="308008" y="257131"/>
                  </a:lnTo>
                  <a:lnTo>
                    <a:pt x="310786" y="252629"/>
                  </a:lnTo>
                  <a:lnTo>
                    <a:pt x="313421" y="248042"/>
                  </a:lnTo>
                  <a:lnTo>
                    <a:pt x="315909" y="243374"/>
                  </a:lnTo>
                  <a:lnTo>
                    <a:pt x="318248" y="238629"/>
                  </a:lnTo>
                  <a:lnTo>
                    <a:pt x="320436" y="233812"/>
                  </a:lnTo>
                  <a:lnTo>
                    <a:pt x="322470" y="228929"/>
                  </a:lnTo>
                  <a:lnTo>
                    <a:pt x="324349" y="223984"/>
                  </a:lnTo>
                  <a:lnTo>
                    <a:pt x="326070" y="218982"/>
                  </a:lnTo>
                  <a:lnTo>
                    <a:pt x="327632" y="213928"/>
                  </a:lnTo>
                  <a:lnTo>
                    <a:pt x="329034" y="208827"/>
                  </a:lnTo>
                  <a:lnTo>
                    <a:pt x="330273" y="203684"/>
                  </a:lnTo>
                  <a:lnTo>
                    <a:pt x="331349" y="198504"/>
                  </a:lnTo>
                  <a:lnTo>
                    <a:pt x="332261" y="193294"/>
                  </a:lnTo>
                  <a:lnTo>
                    <a:pt x="333007" y="188056"/>
                  </a:lnTo>
                  <a:lnTo>
                    <a:pt x="333588" y="182798"/>
                  </a:lnTo>
                  <a:lnTo>
                    <a:pt x="334001" y="177524"/>
                  </a:lnTo>
                  <a:lnTo>
                    <a:pt x="334248" y="172240"/>
                  </a:lnTo>
                  <a:lnTo>
                    <a:pt x="334327" y="166951"/>
                  </a:lnTo>
                  <a:lnTo>
                    <a:pt x="334239" y="161661"/>
                  </a:lnTo>
                  <a:lnTo>
                    <a:pt x="333983" y="156377"/>
                  </a:lnTo>
                  <a:lnTo>
                    <a:pt x="333560" y="151104"/>
                  </a:lnTo>
                  <a:lnTo>
                    <a:pt x="332971" y="145847"/>
                  </a:lnTo>
                  <a:lnTo>
                    <a:pt x="332216" y="140611"/>
                  </a:lnTo>
                  <a:lnTo>
                    <a:pt x="331295" y="135402"/>
                  </a:lnTo>
                  <a:lnTo>
                    <a:pt x="330210" y="130224"/>
                  </a:lnTo>
                  <a:lnTo>
                    <a:pt x="328962" y="125084"/>
                  </a:lnTo>
                  <a:lnTo>
                    <a:pt x="327552" y="119985"/>
                  </a:lnTo>
                  <a:lnTo>
                    <a:pt x="325981" y="114934"/>
                  </a:lnTo>
                  <a:lnTo>
                    <a:pt x="324251" y="109934"/>
                  </a:lnTo>
                  <a:lnTo>
                    <a:pt x="322364" y="104993"/>
                  </a:lnTo>
                  <a:lnTo>
                    <a:pt x="320321" y="100113"/>
                  </a:lnTo>
                  <a:lnTo>
                    <a:pt x="318125" y="95300"/>
                  </a:lnTo>
                  <a:lnTo>
                    <a:pt x="315778" y="90559"/>
                  </a:lnTo>
                  <a:lnTo>
                    <a:pt x="313282" y="85895"/>
                  </a:lnTo>
                  <a:lnTo>
                    <a:pt x="310639" y="81312"/>
                  </a:lnTo>
                  <a:lnTo>
                    <a:pt x="307853" y="76815"/>
                  </a:lnTo>
                  <a:lnTo>
                    <a:pt x="304926" y="72409"/>
                  </a:lnTo>
                  <a:lnTo>
                    <a:pt x="301861" y="68097"/>
                  </a:lnTo>
                  <a:lnTo>
                    <a:pt x="298662" y="63885"/>
                  </a:lnTo>
                  <a:lnTo>
                    <a:pt x="295330" y="59775"/>
                  </a:lnTo>
                  <a:lnTo>
                    <a:pt x="291870" y="55774"/>
                  </a:lnTo>
                  <a:lnTo>
                    <a:pt x="288285" y="51883"/>
                  </a:lnTo>
                  <a:lnTo>
                    <a:pt x="284579" y="48108"/>
                  </a:lnTo>
                  <a:lnTo>
                    <a:pt x="280756" y="44453"/>
                  </a:lnTo>
                  <a:lnTo>
                    <a:pt x="276818" y="40920"/>
                  </a:lnTo>
                  <a:lnTo>
                    <a:pt x="272771" y="37513"/>
                  </a:lnTo>
                  <a:lnTo>
                    <a:pt x="268618" y="34236"/>
                  </a:lnTo>
                  <a:lnTo>
                    <a:pt x="264363" y="31093"/>
                  </a:lnTo>
                  <a:lnTo>
                    <a:pt x="260012" y="28085"/>
                  </a:lnTo>
                  <a:lnTo>
                    <a:pt x="255567" y="25217"/>
                  </a:lnTo>
                  <a:lnTo>
                    <a:pt x="251033" y="22490"/>
                  </a:lnTo>
                  <a:lnTo>
                    <a:pt x="246416" y="19909"/>
                  </a:lnTo>
                  <a:lnTo>
                    <a:pt x="241719" y="17475"/>
                  </a:lnTo>
                  <a:lnTo>
                    <a:pt x="236948" y="15191"/>
                  </a:lnTo>
                  <a:lnTo>
                    <a:pt x="232106" y="13059"/>
                  </a:lnTo>
                  <a:lnTo>
                    <a:pt x="227200" y="11081"/>
                  </a:lnTo>
                  <a:lnTo>
                    <a:pt x="222233" y="9259"/>
                  </a:lnTo>
                  <a:lnTo>
                    <a:pt x="217212" y="7596"/>
                  </a:lnTo>
                  <a:lnTo>
                    <a:pt x="212140" y="6092"/>
                  </a:lnTo>
                  <a:lnTo>
                    <a:pt x="207023" y="4749"/>
                  </a:lnTo>
                  <a:lnTo>
                    <a:pt x="201866" y="3569"/>
                  </a:lnTo>
                  <a:lnTo>
                    <a:pt x="196675" y="2553"/>
                  </a:lnTo>
                  <a:lnTo>
                    <a:pt x="191454" y="1701"/>
                  </a:lnTo>
                  <a:lnTo>
                    <a:pt x="167159" y="167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24294" cy="167167"/>
            </a:xfrm>
            <a:custGeom>
              <a:avLst/>
              <a:pathLst>
                <a:path w="24294" h="167167">
                  <a:moveTo>
                    <a:pt x="24294" y="1774"/>
                  </a:moveTo>
                  <a:lnTo>
                    <a:pt x="16228" y="789"/>
                  </a:lnTo>
                  <a:lnTo>
                    <a:pt x="8123" y="1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975006" y="5399291"/>
              <a:ext cx="48537" cy="167167"/>
            </a:xfrm>
            <a:custGeom>
              <a:avLst/>
              <a:pathLst>
                <a:path w="48537" h="167167">
                  <a:moveTo>
                    <a:pt x="48537" y="0"/>
                  </a:moveTo>
                  <a:lnTo>
                    <a:pt x="42383" y="113"/>
                  </a:lnTo>
                  <a:lnTo>
                    <a:pt x="36237" y="453"/>
                  </a:lnTo>
                  <a:lnTo>
                    <a:pt x="30107" y="1019"/>
                  </a:lnTo>
                  <a:lnTo>
                    <a:pt x="24003" y="1810"/>
                  </a:lnTo>
                  <a:lnTo>
                    <a:pt x="17931" y="2825"/>
                  </a:lnTo>
                  <a:lnTo>
                    <a:pt x="11902" y="4063"/>
                  </a:lnTo>
                  <a:lnTo>
                    <a:pt x="5922" y="5523"/>
                  </a:lnTo>
                  <a:lnTo>
                    <a:pt x="0" y="7201"/>
                  </a:lnTo>
                  <a:lnTo>
                    <a:pt x="485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975006" y="5406493"/>
              <a:ext cx="48537" cy="159965"/>
            </a:xfrm>
            <a:custGeom>
              <a:avLst/>
              <a:pathLst>
                <a:path w="48537" h="159965">
                  <a:moveTo>
                    <a:pt x="0" y="0"/>
                  </a:moveTo>
                  <a:lnTo>
                    <a:pt x="48537" y="1599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5006" y="5406493"/>
              <a:ext cx="48537" cy="159965"/>
            </a:xfrm>
            <a:custGeom>
              <a:avLst/>
              <a:pathLst>
                <a:path w="48537" h="159965">
                  <a:moveTo>
                    <a:pt x="0" y="0"/>
                  </a:moveTo>
                  <a:lnTo>
                    <a:pt x="48537" y="1599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5006" y="5406493"/>
              <a:ext cx="48537" cy="159965"/>
            </a:xfrm>
            <a:custGeom>
              <a:avLst/>
              <a:pathLst>
                <a:path w="48537" h="159965">
                  <a:moveTo>
                    <a:pt x="0" y="0"/>
                  </a:moveTo>
                  <a:lnTo>
                    <a:pt x="48537" y="1599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5006" y="5406493"/>
              <a:ext cx="48537" cy="159965"/>
            </a:xfrm>
            <a:custGeom>
              <a:avLst/>
              <a:pathLst>
                <a:path w="48537" h="159965">
                  <a:moveTo>
                    <a:pt x="0" y="0"/>
                  </a:moveTo>
                  <a:lnTo>
                    <a:pt x="48537" y="1599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5006" y="5406493"/>
              <a:ext cx="48537" cy="159965"/>
            </a:xfrm>
            <a:custGeom>
              <a:avLst/>
              <a:pathLst>
                <a:path w="48537" h="159965">
                  <a:moveTo>
                    <a:pt x="0" y="0"/>
                  </a:moveTo>
                  <a:lnTo>
                    <a:pt x="48537" y="1599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856376" y="5406493"/>
              <a:ext cx="182071" cy="327129"/>
            </a:xfrm>
            <a:custGeom>
              <a:avLst/>
              <a:pathLst>
                <a:path w="182071" h="327129">
                  <a:moveTo>
                    <a:pt x="118629" y="0"/>
                  </a:moveTo>
                  <a:lnTo>
                    <a:pt x="113549" y="1630"/>
                  </a:lnTo>
                  <a:lnTo>
                    <a:pt x="108524" y="3421"/>
                  </a:lnTo>
                  <a:lnTo>
                    <a:pt x="103559" y="5372"/>
                  </a:lnTo>
                  <a:lnTo>
                    <a:pt x="98658" y="7481"/>
                  </a:lnTo>
                  <a:lnTo>
                    <a:pt x="93827" y="9745"/>
                  </a:lnTo>
                  <a:lnTo>
                    <a:pt x="89071" y="12162"/>
                  </a:lnTo>
                  <a:lnTo>
                    <a:pt x="84394" y="14729"/>
                  </a:lnTo>
                  <a:lnTo>
                    <a:pt x="79801" y="17444"/>
                  </a:lnTo>
                  <a:lnTo>
                    <a:pt x="75298" y="20305"/>
                  </a:lnTo>
                  <a:lnTo>
                    <a:pt x="70888" y="23307"/>
                  </a:lnTo>
                  <a:lnTo>
                    <a:pt x="66576" y="26449"/>
                  </a:lnTo>
                  <a:lnTo>
                    <a:pt x="62367" y="29727"/>
                  </a:lnTo>
                  <a:lnTo>
                    <a:pt x="58264" y="33138"/>
                  </a:lnTo>
                  <a:lnTo>
                    <a:pt x="54273" y="36678"/>
                  </a:lnTo>
                  <a:lnTo>
                    <a:pt x="50396" y="40343"/>
                  </a:lnTo>
                  <a:lnTo>
                    <a:pt x="46638" y="44130"/>
                  </a:lnTo>
                  <a:lnTo>
                    <a:pt x="43003" y="48035"/>
                  </a:lnTo>
                  <a:lnTo>
                    <a:pt x="39495" y="52054"/>
                  </a:lnTo>
                  <a:lnTo>
                    <a:pt x="36116" y="56183"/>
                  </a:lnTo>
                  <a:lnTo>
                    <a:pt x="32871" y="60418"/>
                  </a:lnTo>
                  <a:lnTo>
                    <a:pt x="29763" y="64754"/>
                  </a:lnTo>
                  <a:lnTo>
                    <a:pt x="26795" y="69187"/>
                  </a:lnTo>
                  <a:lnTo>
                    <a:pt x="23970" y="73713"/>
                  </a:lnTo>
                  <a:lnTo>
                    <a:pt x="21290" y="78326"/>
                  </a:lnTo>
                  <a:lnTo>
                    <a:pt x="18759" y="83023"/>
                  </a:lnTo>
                  <a:lnTo>
                    <a:pt x="16380" y="87798"/>
                  </a:lnTo>
                  <a:lnTo>
                    <a:pt x="14153" y="92646"/>
                  </a:lnTo>
                  <a:lnTo>
                    <a:pt x="12083" y="97563"/>
                  </a:lnTo>
                  <a:lnTo>
                    <a:pt x="10171" y="102544"/>
                  </a:lnTo>
                  <a:lnTo>
                    <a:pt x="8419" y="107583"/>
                  </a:lnTo>
                  <a:lnTo>
                    <a:pt x="6828" y="112676"/>
                  </a:lnTo>
                  <a:lnTo>
                    <a:pt x="5400" y="117816"/>
                  </a:lnTo>
                  <a:lnTo>
                    <a:pt x="4138" y="123000"/>
                  </a:lnTo>
                  <a:lnTo>
                    <a:pt x="3041" y="128221"/>
                  </a:lnTo>
                  <a:lnTo>
                    <a:pt x="2112" y="133474"/>
                  </a:lnTo>
                  <a:lnTo>
                    <a:pt x="1351" y="138755"/>
                  </a:lnTo>
                  <a:lnTo>
                    <a:pt x="758" y="144057"/>
                  </a:lnTo>
                  <a:lnTo>
                    <a:pt x="335" y="149375"/>
                  </a:lnTo>
                  <a:lnTo>
                    <a:pt x="82" y="154704"/>
                  </a:lnTo>
                  <a:lnTo>
                    <a:pt x="0" y="160039"/>
                  </a:lnTo>
                  <a:lnTo>
                    <a:pt x="87" y="165373"/>
                  </a:lnTo>
                  <a:lnTo>
                    <a:pt x="345" y="170702"/>
                  </a:lnTo>
                  <a:lnTo>
                    <a:pt x="772" y="176020"/>
                  </a:lnTo>
                  <a:lnTo>
                    <a:pt x="1369" y="181322"/>
                  </a:lnTo>
                  <a:lnTo>
                    <a:pt x="2135" y="186601"/>
                  </a:lnTo>
                  <a:lnTo>
                    <a:pt x="3069" y="191854"/>
                  </a:lnTo>
                  <a:lnTo>
                    <a:pt x="4170" y="197074"/>
                  </a:lnTo>
                  <a:lnTo>
                    <a:pt x="5438" y="202257"/>
                  </a:lnTo>
                  <a:lnTo>
                    <a:pt x="6869" y="207396"/>
                  </a:lnTo>
                  <a:lnTo>
                    <a:pt x="8465" y="212487"/>
                  </a:lnTo>
                  <a:lnTo>
                    <a:pt x="10221" y="217525"/>
                  </a:lnTo>
                  <a:lnTo>
                    <a:pt x="12138" y="222503"/>
                  </a:lnTo>
                  <a:lnTo>
                    <a:pt x="14213" y="227419"/>
                  </a:lnTo>
                  <a:lnTo>
                    <a:pt x="16443" y="232265"/>
                  </a:lnTo>
                  <a:lnTo>
                    <a:pt x="18827" y="237038"/>
                  </a:lnTo>
                  <a:lnTo>
                    <a:pt x="21362" y="241732"/>
                  </a:lnTo>
                  <a:lnTo>
                    <a:pt x="24045" y="246344"/>
                  </a:lnTo>
                  <a:lnTo>
                    <a:pt x="26875" y="250867"/>
                  </a:lnTo>
                  <a:lnTo>
                    <a:pt x="29847" y="255297"/>
                  </a:lnTo>
                  <a:lnTo>
                    <a:pt x="32959" y="259631"/>
                  </a:lnTo>
                  <a:lnTo>
                    <a:pt x="36208" y="263862"/>
                  </a:lnTo>
                  <a:lnTo>
                    <a:pt x="39590" y="267989"/>
                  </a:lnTo>
                  <a:lnTo>
                    <a:pt x="43102" y="272005"/>
                  </a:lnTo>
                  <a:lnTo>
                    <a:pt x="46740" y="275906"/>
                  </a:lnTo>
                  <a:lnTo>
                    <a:pt x="50501" y="279690"/>
                  </a:lnTo>
                  <a:lnTo>
                    <a:pt x="54381" y="283352"/>
                  </a:lnTo>
                  <a:lnTo>
                    <a:pt x="58376" y="286888"/>
                  </a:lnTo>
                  <a:lnTo>
                    <a:pt x="62482" y="290295"/>
                  </a:lnTo>
                  <a:lnTo>
                    <a:pt x="66694" y="293570"/>
                  </a:lnTo>
                  <a:lnTo>
                    <a:pt x="71008" y="296708"/>
                  </a:lnTo>
                  <a:lnTo>
                    <a:pt x="75421" y="299707"/>
                  </a:lnTo>
                  <a:lnTo>
                    <a:pt x="79927" y="302563"/>
                  </a:lnTo>
                  <a:lnTo>
                    <a:pt x="84522" y="305274"/>
                  </a:lnTo>
                  <a:lnTo>
                    <a:pt x="89201" y="307838"/>
                  </a:lnTo>
                  <a:lnTo>
                    <a:pt x="93959" y="310250"/>
                  </a:lnTo>
                  <a:lnTo>
                    <a:pt x="98792" y="312510"/>
                  </a:lnTo>
                  <a:lnTo>
                    <a:pt x="103695" y="314614"/>
                  </a:lnTo>
                  <a:lnTo>
                    <a:pt x="108662" y="316561"/>
                  </a:lnTo>
                  <a:lnTo>
                    <a:pt x="113689" y="318348"/>
                  </a:lnTo>
                  <a:lnTo>
                    <a:pt x="118770" y="319974"/>
                  </a:lnTo>
                  <a:lnTo>
                    <a:pt x="123901" y="321437"/>
                  </a:lnTo>
                  <a:lnTo>
                    <a:pt x="129075" y="322735"/>
                  </a:lnTo>
                  <a:lnTo>
                    <a:pt x="134289" y="323868"/>
                  </a:lnTo>
                  <a:lnTo>
                    <a:pt x="139536" y="324833"/>
                  </a:lnTo>
                  <a:lnTo>
                    <a:pt x="144811" y="325631"/>
                  </a:lnTo>
                  <a:lnTo>
                    <a:pt x="150109" y="326260"/>
                  </a:lnTo>
                  <a:lnTo>
                    <a:pt x="155424" y="326720"/>
                  </a:lnTo>
                  <a:lnTo>
                    <a:pt x="160751" y="327010"/>
                  </a:lnTo>
                  <a:lnTo>
                    <a:pt x="166085" y="327129"/>
                  </a:lnTo>
                  <a:lnTo>
                    <a:pt x="171420" y="327079"/>
                  </a:lnTo>
                  <a:lnTo>
                    <a:pt x="176750" y="326858"/>
                  </a:lnTo>
                  <a:lnTo>
                    <a:pt x="182071" y="326467"/>
                  </a:lnTo>
                  <a:lnTo>
                    <a:pt x="167167" y="1599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167153" cy="333669"/>
            </a:xfrm>
            <a:custGeom>
              <a:avLst/>
              <a:pathLst>
                <a:path w="167153" h="333669">
                  <a:moveTo>
                    <a:pt x="14904" y="333669"/>
                  </a:moveTo>
                  <a:lnTo>
                    <a:pt x="20189" y="333111"/>
                  </a:lnTo>
                  <a:lnTo>
                    <a:pt x="25454" y="332385"/>
                  </a:lnTo>
                  <a:lnTo>
                    <a:pt x="30694" y="331492"/>
                  </a:lnTo>
                  <a:lnTo>
                    <a:pt x="35902" y="330434"/>
                  </a:lnTo>
                  <a:lnTo>
                    <a:pt x="41074" y="329210"/>
                  </a:lnTo>
                  <a:lnTo>
                    <a:pt x="46204" y="327822"/>
                  </a:lnTo>
                  <a:lnTo>
                    <a:pt x="51288" y="326272"/>
                  </a:lnTo>
                  <a:lnTo>
                    <a:pt x="56320" y="324561"/>
                  </a:lnTo>
                  <a:lnTo>
                    <a:pt x="61295" y="322691"/>
                  </a:lnTo>
                  <a:lnTo>
                    <a:pt x="66208" y="320664"/>
                  </a:lnTo>
                  <a:lnTo>
                    <a:pt x="71054" y="318482"/>
                  </a:lnTo>
                  <a:lnTo>
                    <a:pt x="75829" y="316146"/>
                  </a:lnTo>
                  <a:lnTo>
                    <a:pt x="80526" y="313661"/>
                  </a:lnTo>
                  <a:lnTo>
                    <a:pt x="85143" y="311027"/>
                  </a:lnTo>
                  <a:lnTo>
                    <a:pt x="89673" y="308247"/>
                  </a:lnTo>
                  <a:lnTo>
                    <a:pt x="94112" y="305325"/>
                  </a:lnTo>
                  <a:lnTo>
                    <a:pt x="98457" y="302264"/>
                  </a:lnTo>
                  <a:lnTo>
                    <a:pt x="102702" y="299065"/>
                  </a:lnTo>
                  <a:lnTo>
                    <a:pt x="106843" y="295734"/>
                  </a:lnTo>
                  <a:lnTo>
                    <a:pt x="110876" y="292272"/>
                  </a:lnTo>
                  <a:lnTo>
                    <a:pt x="114797" y="288684"/>
                  </a:lnTo>
                  <a:lnTo>
                    <a:pt x="118602" y="284974"/>
                  </a:lnTo>
                  <a:lnTo>
                    <a:pt x="122287" y="281144"/>
                  </a:lnTo>
                  <a:lnTo>
                    <a:pt x="125849" y="277199"/>
                  </a:lnTo>
                  <a:lnTo>
                    <a:pt x="129283" y="273142"/>
                  </a:lnTo>
                  <a:lnTo>
                    <a:pt x="132586" y="268979"/>
                  </a:lnTo>
                  <a:lnTo>
                    <a:pt x="135756" y="264713"/>
                  </a:lnTo>
                  <a:lnTo>
                    <a:pt x="138788" y="260348"/>
                  </a:lnTo>
                  <a:lnTo>
                    <a:pt x="141680" y="255888"/>
                  </a:lnTo>
                  <a:lnTo>
                    <a:pt x="144429" y="251340"/>
                  </a:lnTo>
                  <a:lnTo>
                    <a:pt x="147032" y="246706"/>
                  </a:lnTo>
                  <a:lnTo>
                    <a:pt x="149486" y="241991"/>
                  </a:lnTo>
                  <a:lnTo>
                    <a:pt x="151789" y="237201"/>
                  </a:lnTo>
                  <a:lnTo>
                    <a:pt x="153939" y="232341"/>
                  </a:lnTo>
                  <a:lnTo>
                    <a:pt x="155933" y="227414"/>
                  </a:lnTo>
                  <a:lnTo>
                    <a:pt x="157769" y="222427"/>
                  </a:lnTo>
                  <a:lnTo>
                    <a:pt x="159446" y="217383"/>
                  </a:lnTo>
                  <a:lnTo>
                    <a:pt x="160962" y="212289"/>
                  </a:lnTo>
                  <a:lnTo>
                    <a:pt x="162315" y="207149"/>
                  </a:lnTo>
                  <a:lnTo>
                    <a:pt x="163504" y="201969"/>
                  </a:lnTo>
                  <a:lnTo>
                    <a:pt x="164528" y="196754"/>
                  </a:lnTo>
                  <a:lnTo>
                    <a:pt x="165385" y="191509"/>
                  </a:lnTo>
                  <a:lnTo>
                    <a:pt x="166075" y="186239"/>
                  </a:lnTo>
                  <a:lnTo>
                    <a:pt x="166598" y="180950"/>
                  </a:lnTo>
                  <a:lnTo>
                    <a:pt x="166952" y="175647"/>
                  </a:lnTo>
                  <a:lnTo>
                    <a:pt x="167137" y="170335"/>
                  </a:lnTo>
                  <a:lnTo>
                    <a:pt x="167153" y="165020"/>
                  </a:lnTo>
                  <a:lnTo>
                    <a:pt x="167000" y="159707"/>
                  </a:lnTo>
                  <a:lnTo>
                    <a:pt x="166679" y="154402"/>
                  </a:lnTo>
                  <a:lnTo>
                    <a:pt x="166189" y="149110"/>
                  </a:lnTo>
                  <a:lnTo>
                    <a:pt x="165531" y="143836"/>
                  </a:lnTo>
                  <a:lnTo>
                    <a:pt x="164706" y="138586"/>
                  </a:lnTo>
                  <a:lnTo>
                    <a:pt x="163714" y="133364"/>
                  </a:lnTo>
                  <a:lnTo>
                    <a:pt x="162556" y="128177"/>
                  </a:lnTo>
                  <a:lnTo>
                    <a:pt x="161235" y="123029"/>
                  </a:lnTo>
                  <a:lnTo>
                    <a:pt x="159750" y="117926"/>
                  </a:lnTo>
                  <a:lnTo>
                    <a:pt x="158104" y="112872"/>
                  </a:lnTo>
                  <a:lnTo>
                    <a:pt x="156298" y="107874"/>
                  </a:lnTo>
                  <a:lnTo>
                    <a:pt x="154334" y="102935"/>
                  </a:lnTo>
                  <a:lnTo>
                    <a:pt x="152214" y="98061"/>
                  </a:lnTo>
                  <a:lnTo>
                    <a:pt x="149940" y="93257"/>
                  </a:lnTo>
                  <a:lnTo>
                    <a:pt x="147515" y="88528"/>
                  </a:lnTo>
                  <a:lnTo>
                    <a:pt x="144941" y="83878"/>
                  </a:lnTo>
                  <a:lnTo>
                    <a:pt x="142220" y="79313"/>
                  </a:lnTo>
                  <a:lnTo>
                    <a:pt x="139355" y="74836"/>
                  </a:lnTo>
                  <a:lnTo>
                    <a:pt x="136349" y="70453"/>
                  </a:lnTo>
                  <a:lnTo>
                    <a:pt x="133206" y="66167"/>
                  </a:lnTo>
                  <a:lnTo>
                    <a:pt x="129928" y="61983"/>
                  </a:lnTo>
                  <a:lnTo>
                    <a:pt x="126518" y="57906"/>
                  </a:lnTo>
                  <a:lnTo>
                    <a:pt x="122981" y="53939"/>
                  </a:lnTo>
                  <a:lnTo>
                    <a:pt x="119320" y="50087"/>
                  </a:lnTo>
                  <a:lnTo>
                    <a:pt x="115537" y="46353"/>
                  </a:lnTo>
                  <a:lnTo>
                    <a:pt x="111638" y="42741"/>
                  </a:lnTo>
                  <a:lnTo>
                    <a:pt x="107626" y="39255"/>
                  </a:lnTo>
                  <a:lnTo>
                    <a:pt x="103506" y="35898"/>
                  </a:lnTo>
                  <a:lnTo>
                    <a:pt x="99280" y="32674"/>
                  </a:lnTo>
                  <a:lnTo>
                    <a:pt x="94955" y="29586"/>
                  </a:lnTo>
                  <a:lnTo>
                    <a:pt x="90533" y="26637"/>
                  </a:lnTo>
                  <a:lnTo>
                    <a:pt x="86020" y="23830"/>
                  </a:lnTo>
                  <a:lnTo>
                    <a:pt x="81420" y="21168"/>
                  </a:lnTo>
                  <a:lnTo>
                    <a:pt x="76738" y="18654"/>
                  </a:lnTo>
                  <a:lnTo>
                    <a:pt x="71978" y="16289"/>
                  </a:lnTo>
                  <a:lnTo>
                    <a:pt x="67145" y="14077"/>
                  </a:lnTo>
                  <a:lnTo>
                    <a:pt x="62244" y="12020"/>
                  </a:lnTo>
                  <a:lnTo>
                    <a:pt x="57281" y="10120"/>
                  </a:lnTo>
                  <a:lnTo>
                    <a:pt x="52259" y="8378"/>
                  </a:lnTo>
                  <a:lnTo>
                    <a:pt x="47185" y="6797"/>
                  </a:lnTo>
                  <a:lnTo>
                    <a:pt x="42063" y="5378"/>
                  </a:lnTo>
                  <a:lnTo>
                    <a:pt x="36899" y="4123"/>
                  </a:lnTo>
                  <a:lnTo>
                    <a:pt x="31697" y="3032"/>
                  </a:lnTo>
                  <a:lnTo>
                    <a:pt x="26463" y="2107"/>
                  </a:lnTo>
                  <a:lnTo>
                    <a:pt x="21203" y="1350"/>
                  </a:lnTo>
                  <a:lnTo>
                    <a:pt x="15921" y="759"/>
                  </a:lnTo>
                  <a:lnTo>
                    <a:pt x="10623" y="337"/>
                  </a:lnTo>
                  <a:lnTo>
                    <a:pt x="531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28157" y="5269756"/>
              <a:ext cx="17101" cy="167167"/>
            </a:xfrm>
            <a:custGeom>
              <a:avLst/>
              <a:pathLst>
                <a:path w="17101" h="167167">
                  <a:moveTo>
                    <a:pt x="17101" y="0"/>
                  </a:moveTo>
                  <a:lnTo>
                    <a:pt x="8539" y="219"/>
                  </a:lnTo>
                  <a:lnTo>
                    <a:pt x="0" y="877"/>
                  </a:lnTo>
                  <a:lnTo>
                    <a:pt x="171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28157" y="5270633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28157" y="5270633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8157" y="5270633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8157" y="5270633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383009" y="5270633"/>
              <a:ext cx="162249" cy="166290"/>
            </a:xfrm>
            <a:custGeom>
              <a:avLst/>
              <a:pathLst>
                <a:path w="162249" h="166290">
                  <a:moveTo>
                    <a:pt x="145147" y="0"/>
                  </a:moveTo>
                  <a:lnTo>
                    <a:pt x="139652" y="657"/>
                  </a:lnTo>
                  <a:lnTo>
                    <a:pt x="134181" y="1496"/>
                  </a:lnTo>
                  <a:lnTo>
                    <a:pt x="128740" y="2515"/>
                  </a:lnTo>
                  <a:lnTo>
                    <a:pt x="123337" y="3714"/>
                  </a:lnTo>
                  <a:lnTo>
                    <a:pt x="117976" y="5092"/>
                  </a:lnTo>
                  <a:lnTo>
                    <a:pt x="112664" y="6646"/>
                  </a:lnTo>
                  <a:lnTo>
                    <a:pt x="107406" y="8375"/>
                  </a:lnTo>
                  <a:lnTo>
                    <a:pt x="102208" y="10277"/>
                  </a:lnTo>
                  <a:lnTo>
                    <a:pt x="97076" y="12350"/>
                  </a:lnTo>
                  <a:lnTo>
                    <a:pt x="92015" y="14592"/>
                  </a:lnTo>
                  <a:lnTo>
                    <a:pt x="87031" y="17000"/>
                  </a:lnTo>
                  <a:lnTo>
                    <a:pt x="82130" y="19572"/>
                  </a:lnTo>
                  <a:lnTo>
                    <a:pt x="77317" y="22305"/>
                  </a:lnTo>
                  <a:lnTo>
                    <a:pt x="72597" y="25196"/>
                  </a:lnTo>
                  <a:lnTo>
                    <a:pt x="67975" y="28241"/>
                  </a:lnTo>
                  <a:lnTo>
                    <a:pt x="63456" y="31438"/>
                  </a:lnTo>
                  <a:lnTo>
                    <a:pt x="59046" y="34782"/>
                  </a:lnTo>
                  <a:lnTo>
                    <a:pt x="54749" y="38271"/>
                  </a:lnTo>
                  <a:lnTo>
                    <a:pt x="50570" y="41900"/>
                  </a:lnTo>
                  <a:lnTo>
                    <a:pt x="46513" y="45666"/>
                  </a:lnTo>
                  <a:lnTo>
                    <a:pt x="42583" y="49563"/>
                  </a:lnTo>
                  <a:lnTo>
                    <a:pt x="38784" y="53589"/>
                  </a:lnTo>
                  <a:lnTo>
                    <a:pt x="35121" y="57738"/>
                  </a:lnTo>
                  <a:lnTo>
                    <a:pt x="31597" y="62006"/>
                  </a:lnTo>
                  <a:lnTo>
                    <a:pt x="28216" y="66389"/>
                  </a:lnTo>
                  <a:lnTo>
                    <a:pt x="24982" y="70881"/>
                  </a:lnTo>
                  <a:lnTo>
                    <a:pt x="21899" y="75477"/>
                  </a:lnTo>
                  <a:lnTo>
                    <a:pt x="18969" y="80174"/>
                  </a:lnTo>
                  <a:lnTo>
                    <a:pt x="16197" y="84964"/>
                  </a:lnTo>
                  <a:lnTo>
                    <a:pt x="13585" y="89844"/>
                  </a:lnTo>
                  <a:lnTo>
                    <a:pt x="11135" y="94808"/>
                  </a:lnTo>
                  <a:lnTo>
                    <a:pt x="8852" y="99849"/>
                  </a:lnTo>
                  <a:lnTo>
                    <a:pt x="6736" y="104964"/>
                  </a:lnTo>
                  <a:lnTo>
                    <a:pt x="4791" y="110146"/>
                  </a:lnTo>
                  <a:lnTo>
                    <a:pt x="3019" y="115390"/>
                  </a:lnTo>
                  <a:lnTo>
                    <a:pt x="1421" y="120689"/>
                  </a:lnTo>
                  <a:lnTo>
                    <a:pt x="0" y="126038"/>
                  </a:lnTo>
                  <a:lnTo>
                    <a:pt x="162249" y="1662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378101" y="5269756"/>
              <a:ext cx="334307" cy="334333"/>
            </a:xfrm>
            <a:custGeom>
              <a:avLst/>
              <a:pathLst>
                <a:path w="334307" h="334333">
                  <a:moveTo>
                    <a:pt x="4908" y="126915"/>
                  </a:moveTo>
                  <a:lnTo>
                    <a:pt x="3711" y="132089"/>
                  </a:lnTo>
                  <a:lnTo>
                    <a:pt x="2680" y="137298"/>
                  </a:lnTo>
                  <a:lnTo>
                    <a:pt x="1814" y="142537"/>
                  </a:lnTo>
                  <a:lnTo>
                    <a:pt x="1115" y="147801"/>
                  </a:lnTo>
                  <a:lnTo>
                    <a:pt x="584" y="153084"/>
                  </a:lnTo>
                  <a:lnTo>
                    <a:pt x="220" y="158382"/>
                  </a:lnTo>
                  <a:lnTo>
                    <a:pt x="26" y="163688"/>
                  </a:lnTo>
                  <a:lnTo>
                    <a:pt x="0" y="168998"/>
                  </a:lnTo>
                  <a:lnTo>
                    <a:pt x="142" y="174307"/>
                  </a:lnTo>
                  <a:lnTo>
                    <a:pt x="453" y="179608"/>
                  </a:lnTo>
                  <a:lnTo>
                    <a:pt x="932" y="184896"/>
                  </a:lnTo>
                  <a:lnTo>
                    <a:pt x="1579" y="190167"/>
                  </a:lnTo>
                  <a:lnTo>
                    <a:pt x="2393" y="195414"/>
                  </a:lnTo>
                  <a:lnTo>
                    <a:pt x="3374" y="200633"/>
                  </a:lnTo>
                  <a:lnTo>
                    <a:pt x="4519" y="205818"/>
                  </a:lnTo>
                  <a:lnTo>
                    <a:pt x="5829" y="210964"/>
                  </a:lnTo>
                  <a:lnTo>
                    <a:pt x="7301" y="216066"/>
                  </a:lnTo>
                  <a:lnTo>
                    <a:pt x="8935" y="221118"/>
                  </a:lnTo>
                  <a:lnTo>
                    <a:pt x="10728" y="226116"/>
                  </a:lnTo>
                  <a:lnTo>
                    <a:pt x="12679" y="231055"/>
                  </a:lnTo>
                  <a:lnTo>
                    <a:pt x="14787" y="235929"/>
                  </a:lnTo>
                  <a:lnTo>
                    <a:pt x="17047" y="240734"/>
                  </a:lnTo>
                  <a:lnTo>
                    <a:pt x="19460" y="245464"/>
                  </a:lnTo>
                  <a:lnTo>
                    <a:pt x="22021" y="250116"/>
                  </a:lnTo>
                  <a:lnTo>
                    <a:pt x="24729" y="254684"/>
                  </a:lnTo>
                  <a:lnTo>
                    <a:pt x="27580" y="259163"/>
                  </a:lnTo>
                  <a:lnTo>
                    <a:pt x="30573" y="263550"/>
                  </a:lnTo>
                  <a:lnTo>
                    <a:pt x="33703" y="267839"/>
                  </a:lnTo>
                  <a:lnTo>
                    <a:pt x="36968" y="272027"/>
                  </a:lnTo>
                  <a:lnTo>
                    <a:pt x="40364" y="276109"/>
                  </a:lnTo>
                  <a:lnTo>
                    <a:pt x="43888" y="280081"/>
                  </a:lnTo>
                  <a:lnTo>
                    <a:pt x="47536" y="283940"/>
                  </a:lnTo>
                  <a:lnTo>
                    <a:pt x="51305" y="287680"/>
                  </a:lnTo>
                  <a:lnTo>
                    <a:pt x="55191" y="291299"/>
                  </a:lnTo>
                  <a:lnTo>
                    <a:pt x="59191" y="294792"/>
                  </a:lnTo>
                  <a:lnTo>
                    <a:pt x="63299" y="298157"/>
                  </a:lnTo>
                  <a:lnTo>
                    <a:pt x="67511" y="301390"/>
                  </a:lnTo>
                  <a:lnTo>
                    <a:pt x="71825" y="304487"/>
                  </a:lnTo>
                  <a:lnTo>
                    <a:pt x="76234" y="307445"/>
                  </a:lnTo>
                  <a:lnTo>
                    <a:pt x="80735" y="310262"/>
                  </a:lnTo>
                  <a:lnTo>
                    <a:pt x="85324" y="312935"/>
                  </a:lnTo>
                  <a:lnTo>
                    <a:pt x="89995" y="315461"/>
                  </a:lnTo>
                  <a:lnTo>
                    <a:pt x="94744" y="317836"/>
                  </a:lnTo>
                  <a:lnTo>
                    <a:pt x="99566" y="320060"/>
                  </a:lnTo>
                  <a:lnTo>
                    <a:pt x="104456" y="322130"/>
                  </a:lnTo>
                  <a:lnTo>
                    <a:pt x="109409" y="324043"/>
                  </a:lnTo>
                  <a:lnTo>
                    <a:pt x="114421" y="325798"/>
                  </a:lnTo>
                  <a:lnTo>
                    <a:pt x="119486" y="327393"/>
                  </a:lnTo>
                  <a:lnTo>
                    <a:pt x="124599" y="328826"/>
                  </a:lnTo>
                  <a:lnTo>
                    <a:pt x="129755" y="330097"/>
                  </a:lnTo>
                  <a:lnTo>
                    <a:pt x="134949" y="331202"/>
                  </a:lnTo>
                  <a:lnTo>
                    <a:pt x="140175" y="332142"/>
                  </a:lnTo>
                  <a:lnTo>
                    <a:pt x="145428" y="332916"/>
                  </a:lnTo>
                  <a:lnTo>
                    <a:pt x="150704" y="333523"/>
                  </a:lnTo>
                  <a:lnTo>
                    <a:pt x="155996" y="333961"/>
                  </a:lnTo>
                  <a:lnTo>
                    <a:pt x="161299" y="334232"/>
                  </a:lnTo>
                  <a:lnTo>
                    <a:pt x="166608" y="334333"/>
                  </a:lnTo>
                  <a:lnTo>
                    <a:pt x="171918" y="334267"/>
                  </a:lnTo>
                  <a:lnTo>
                    <a:pt x="177222" y="334031"/>
                  </a:lnTo>
                  <a:lnTo>
                    <a:pt x="182517" y="333627"/>
                  </a:lnTo>
                  <a:lnTo>
                    <a:pt x="187796" y="333055"/>
                  </a:lnTo>
                  <a:lnTo>
                    <a:pt x="193055" y="332316"/>
                  </a:lnTo>
                  <a:lnTo>
                    <a:pt x="198287" y="331410"/>
                  </a:lnTo>
                  <a:lnTo>
                    <a:pt x="203488" y="330339"/>
                  </a:lnTo>
                  <a:lnTo>
                    <a:pt x="208652" y="329102"/>
                  </a:lnTo>
                  <a:lnTo>
                    <a:pt x="213774" y="327703"/>
                  </a:lnTo>
                  <a:lnTo>
                    <a:pt x="218850" y="326141"/>
                  </a:lnTo>
                  <a:lnTo>
                    <a:pt x="223873" y="324419"/>
                  </a:lnTo>
                  <a:lnTo>
                    <a:pt x="228839" y="322539"/>
                  </a:lnTo>
                  <a:lnTo>
                    <a:pt x="233742" y="320501"/>
                  </a:lnTo>
                  <a:lnTo>
                    <a:pt x="238579" y="318309"/>
                  </a:lnTo>
                  <a:lnTo>
                    <a:pt x="243343" y="315964"/>
                  </a:lnTo>
                  <a:lnTo>
                    <a:pt x="248031" y="313469"/>
                  </a:lnTo>
                  <a:lnTo>
                    <a:pt x="252637" y="310827"/>
                  </a:lnTo>
                  <a:lnTo>
                    <a:pt x="257156" y="308040"/>
                  </a:lnTo>
                  <a:lnTo>
                    <a:pt x="261585" y="305110"/>
                  </a:lnTo>
                  <a:lnTo>
                    <a:pt x="265919" y="302041"/>
                  </a:lnTo>
                  <a:lnTo>
                    <a:pt x="270153" y="298836"/>
                  </a:lnTo>
                  <a:lnTo>
                    <a:pt x="274283" y="295499"/>
                  </a:lnTo>
                  <a:lnTo>
                    <a:pt x="278304" y="292032"/>
                  </a:lnTo>
                  <a:lnTo>
                    <a:pt x="282214" y="288438"/>
                  </a:lnTo>
                  <a:lnTo>
                    <a:pt x="286008" y="284723"/>
                  </a:lnTo>
                  <a:lnTo>
                    <a:pt x="289682" y="280889"/>
                  </a:lnTo>
                  <a:lnTo>
                    <a:pt x="293232" y="276940"/>
                  </a:lnTo>
                  <a:lnTo>
                    <a:pt x="296655" y="272880"/>
                  </a:lnTo>
                  <a:lnTo>
                    <a:pt x="299947" y="268714"/>
                  </a:lnTo>
                  <a:lnTo>
                    <a:pt x="303105" y="264445"/>
                  </a:lnTo>
                  <a:lnTo>
                    <a:pt x="306126" y="260078"/>
                  </a:lnTo>
                  <a:lnTo>
                    <a:pt x="309007" y="255617"/>
                  </a:lnTo>
                  <a:lnTo>
                    <a:pt x="311745" y="251067"/>
                  </a:lnTo>
                  <a:lnTo>
                    <a:pt x="314337" y="246433"/>
                  </a:lnTo>
                  <a:lnTo>
                    <a:pt x="316780" y="241718"/>
                  </a:lnTo>
                  <a:lnTo>
                    <a:pt x="319072" y="236928"/>
                  </a:lnTo>
                  <a:lnTo>
                    <a:pt x="321211" y="232068"/>
                  </a:lnTo>
                  <a:lnTo>
                    <a:pt x="323195" y="227143"/>
                  </a:lnTo>
                  <a:lnTo>
                    <a:pt x="325021" y="222156"/>
                  </a:lnTo>
                  <a:lnTo>
                    <a:pt x="326688" y="217115"/>
                  </a:lnTo>
                  <a:lnTo>
                    <a:pt x="328194" y="212023"/>
                  </a:lnTo>
                  <a:lnTo>
                    <a:pt x="329537" y="206885"/>
                  </a:lnTo>
                  <a:lnTo>
                    <a:pt x="330717" y="201708"/>
                  </a:lnTo>
                  <a:lnTo>
                    <a:pt x="331731" y="196496"/>
                  </a:lnTo>
                  <a:lnTo>
                    <a:pt x="332580" y="191254"/>
                  </a:lnTo>
                  <a:lnTo>
                    <a:pt x="333262" y="185988"/>
                  </a:lnTo>
                  <a:lnTo>
                    <a:pt x="333775" y="180702"/>
                  </a:lnTo>
                  <a:lnTo>
                    <a:pt x="334121" y="175404"/>
                  </a:lnTo>
                  <a:lnTo>
                    <a:pt x="334299" y="170096"/>
                  </a:lnTo>
                  <a:lnTo>
                    <a:pt x="334307" y="164786"/>
                  </a:lnTo>
                  <a:lnTo>
                    <a:pt x="334147" y="159479"/>
                  </a:lnTo>
                  <a:lnTo>
                    <a:pt x="333819" y="154179"/>
                  </a:lnTo>
                  <a:lnTo>
                    <a:pt x="333322" y="148892"/>
                  </a:lnTo>
                  <a:lnTo>
                    <a:pt x="332658" y="143624"/>
                  </a:lnTo>
                  <a:lnTo>
                    <a:pt x="331827" y="138379"/>
                  </a:lnTo>
                  <a:lnTo>
                    <a:pt x="330829" y="133163"/>
                  </a:lnTo>
                  <a:lnTo>
                    <a:pt x="329667" y="127982"/>
                  </a:lnTo>
                  <a:lnTo>
                    <a:pt x="328340" y="122840"/>
                  </a:lnTo>
                  <a:lnTo>
                    <a:pt x="326851" y="117743"/>
                  </a:lnTo>
                  <a:lnTo>
                    <a:pt x="325201" y="112696"/>
                  </a:lnTo>
                  <a:lnTo>
                    <a:pt x="323391" y="107704"/>
                  </a:lnTo>
                  <a:lnTo>
                    <a:pt x="321424" y="102772"/>
                  </a:lnTo>
                  <a:lnTo>
                    <a:pt x="319301" y="97905"/>
                  </a:lnTo>
                  <a:lnTo>
                    <a:pt x="317024" y="93107"/>
                  </a:lnTo>
                  <a:lnTo>
                    <a:pt x="314596" y="88385"/>
                  </a:lnTo>
                  <a:lnTo>
                    <a:pt x="312020" y="83742"/>
                  </a:lnTo>
                  <a:lnTo>
                    <a:pt x="309297" y="79183"/>
                  </a:lnTo>
                  <a:lnTo>
                    <a:pt x="306431" y="74713"/>
                  </a:lnTo>
                  <a:lnTo>
                    <a:pt x="303424" y="70336"/>
                  </a:lnTo>
                  <a:lnTo>
                    <a:pt x="300280" y="66057"/>
                  </a:lnTo>
                  <a:lnTo>
                    <a:pt x="297001" y="61880"/>
                  </a:lnTo>
                  <a:lnTo>
                    <a:pt x="293592" y="57809"/>
                  </a:lnTo>
                  <a:lnTo>
                    <a:pt x="290055" y="53848"/>
                  </a:lnTo>
                  <a:lnTo>
                    <a:pt x="286393" y="50002"/>
                  </a:lnTo>
                  <a:lnTo>
                    <a:pt x="282612" y="46274"/>
                  </a:lnTo>
                  <a:lnTo>
                    <a:pt x="278714" y="42668"/>
                  </a:lnTo>
                  <a:lnTo>
                    <a:pt x="274704" y="39188"/>
                  </a:lnTo>
                  <a:lnTo>
                    <a:pt x="270584" y="35836"/>
                  </a:lnTo>
                  <a:lnTo>
                    <a:pt x="266361" y="32618"/>
                  </a:lnTo>
                  <a:lnTo>
                    <a:pt x="262038" y="29535"/>
                  </a:lnTo>
                  <a:lnTo>
                    <a:pt x="257618" y="26591"/>
                  </a:lnTo>
                  <a:lnTo>
                    <a:pt x="253108" y="23789"/>
                  </a:lnTo>
                  <a:lnTo>
                    <a:pt x="248511" y="21131"/>
                  </a:lnTo>
                  <a:lnTo>
                    <a:pt x="243831" y="18621"/>
                  </a:lnTo>
                  <a:lnTo>
                    <a:pt x="239075" y="16260"/>
                  </a:lnTo>
                  <a:lnTo>
                    <a:pt x="234245" y="14052"/>
                  </a:lnTo>
                  <a:lnTo>
                    <a:pt x="229349" y="11999"/>
                  </a:lnTo>
                  <a:lnTo>
                    <a:pt x="224389" y="10102"/>
                  </a:lnTo>
                  <a:lnTo>
                    <a:pt x="219371" y="8363"/>
                  </a:lnTo>
                  <a:lnTo>
                    <a:pt x="214301" y="6785"/>
                  </a:lnTo>
                  <a:lnTo>
                    <a:pt x="209184" y="5369"/>
                  </a:lnTo>
                  <a:lnTo>
                    <a:pt x="204024" y="4115"/>
                  </a:lnTo>
                  <a:lnTo>
                    <a:pt x="198826" y="3027"/>
                  </a:lnTo>
                  <a:lnTo>
                    <a:pt x="193597" y="2104"/>
                  </a:lnTo>
                  <a:lnTo>
                    <a:pt x="188341" y="1347"/>
                  </a:lnTo>
                  <a:lnTo>
                    <a:pt x="183064" y="758"/>
                  </a:lnTo>
                  <a:lnTo>
                    <a:pt x="177770" y="337"/>
                  </a:lnTo>
                  <a:lnTo>
                    <a:pt x="172466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996584" y="5018213"/>
              <a:ext cx="24454" cy="167167"/>
            </a:xfrm>
            <a:custGeom>
              <a:avLst/>
              <a:pathLst>
                <a:path w="24454" h="167167">
                  <a:moveTo>
                    <a:pt x="24454" y="0"/>
                  </a:moveTo>
                  <a:lnTo>
                    <a:pt x="16276" y="200"/>
                  </a:lnTo>
                  <a:lnTo>
                    <a:pt x="8118" y="800"/>
                  </a:lnTo>
                  <a:lnTo>
                    <a:pt x="0" y="1798"/>
                  </a:lnTo>
                  <a:lnTo>
                    <a:pt x="244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996584" y="5020011"/>
              <a:ext cx="24454" cy="165369"/>
            </a:xfrm>
            <a:custGeom>
              <a:avLst/>
              <a:pathLst>
                <a:path w="24454" h="165369">
                  <a:moveTo>
                    <a:pt x="0" y="0"/>
                  </a:moveTo>
                  <a:lnTo>
                    <a:pt x="24454" y="1653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6584" y="5020011"/>
              <a:ext cx="24454" cy="165369"/>
            </a:xfrm>
            <a:custGeom>
              <a:avLst/>
              <a:pathLst>
                <a:path w="24454" h="165369">
                  <a:moveTo>
                    <a:pt x="0" y="0"/>
                  </a:moveTo>
                  <a:lnTo>
                    <a:pt x="24454" y="1653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6584" y="5020011"/>
              <a:ext cx="24454" cy="165369"/>
            </a:xfrm>
            <a:custGeom>
              <a:avLst/>
              <a:pathLst>
                <a:path w="24454" h="165369">
                  <a:moveTo>
                    <a:pt x="0" y="0"/>
                  </a:moveTo>
                  <a:lnTo>
                    <a:pt x="24454" y="1653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853880" y="5020011"/>
              <a:ext cx="167158" cy="183366"/>
            </a:xfrm>
            <a:custGeom>
              <a:avLst/>
              <a:pathLst>
                <a:path w="167158" h="183366">
                  <a:moveTo>
                    <a:pt x="142704" y="0"/>
                  </a:moveTo>
                  <a:lnTo>
                    <a:pt x="137328" y="884"/>
                  </a:lnTo>
                  <a:lnTo>
                    <a:pt x="131984" y="1944"/>
                  </a:lnTo>
                  <a:lnTo>
                    <a:pt x="126677" y="3177"/>
                  </a:lnTo>
                  <a:lnTo>
                    <a:pt x="121413" y="4582"/>
                  </a:lnTo>
                  <a:lnTo>
                    <a:pt x="116198" y="6158"/>
                  </a:lnTo>
                  <a:lnTo>
                    <a:pt x="111037" y="7903"/>
                  </a:lnTo>
                  <a:lnTo>
                    <a:pt x="105936" y="9816"/>
                  </a:lnTo>
                  <a:lnTo>
                    <a:pt x="100899" y="11893"/>
                  </a:lnTo>
                  <a:lnTo>
                    <a:pt x="95933" y="14134"/>
                  </a:lnTo>
                  <a:lnTo>
                    <a:pt x="91043" y="16535"/>
                  </a:lnTo>
                  <a:lnTo>
                    <a:pt x="86233" y="19095"/>
                  </a:lnTo>
                  <a:lnTo>
                    <a:pt x="81509" y="21810"/>
                  </a:lnTo>
                  <a:lnTo>
                    <a:pt x="76877" y="24677"/>
                  </a:lnTo>
                  <a:lnTo>
                    <a:pt x="72340" y="27694"/>
                  </a:lnTo>
                  <a:lnTo>
                    <a:pt x="67904" y="30857"/>
                  </a:lnTo>
                  <a:lnTo>
                    <a:pt x="63573" y="34162"/>
                  </a:lnTo>
                  <a:lnTo>
                    <a:pt x="59353" y="37608"/>
                  </a:lnTo>
                  <a:lnTo>
                    <a:pt x="55247" y="41188"/>
                  </a:lnTo>
                  <a:lnTo>
                    <a:pt x="51259" y="44901"/>
                  </a:lnTo>
                  <a:lnTo>
                    <a:pt x="47395" y="48742"/>
                  </a:lnTo>
                  <a:lnTo>
                    <a:pt x="43658" y="52707"/>
                  </a:lnTo>
                  <a:lnTo>
                    <a:pt x="40053" y="56791"/>
                  </a:lnTo>
                  <a:lnTo>
                    <a:pt x="36582" y="60991"/>
                  </a:lnTo>
                  <a:lnTo>
                    <a:pt x="33250" y="65301"/>
                  </a:lnTo>
                  <a:lnTo>
                    <a:pt x="30060" y="69718"/>
                  </a:lnTo>
                  <a:lnTo>
                    <a:pt x="27016" y="74236"/>
                  </a:lnTo>
                  <a:lnTo>
                    <a:pt x="24121" y="78851"/>
                  </a:lnTo>
                  <a:lnTo>
                    <a:pt x="21378" y="83559"/>
                  </a:lnTo>
                  <a:lnTo>
                    <a:pt x="18789" y="88353"/>
                  </a:lnTo>
                  <a:lnTo>
                    <a:pt x="16358" y="93228"/>
                  </a:lnTo>
                  <a:lnTo>
                    <a:pt x="14087" y="98181"/>
                  </a:lnTo>
                  <a:lnTo>
                    <a:pt x="11979" y="103204"/>
                  </a:lnTo>
                  <a:lnTo>
                    <a:pt x="10036" y="108294"/>
                  </a:lnTo>
                  <a:lnTo>
                    <a:pt x="8260" y="113445"/>
                  </a:lnTo>
                  <a:lnTo>
                    <a:pt x="6652" y="118650"/>
                  </a:lnTo>
                  <a:lnTo>
                    <a:pt x="5215" y="123906"/>
                  </a:lnTo>
                  <a:lnTo>
                    <a:pt x="3950" y="129205"/>
                  </a:lnTo>
                  <a:lnTo>
                    <a:pt x="2858" y="134542"/>
                  </a:lnTo>
                  <a:lnTo>
                    <a:pt x="1941" y="139913"/>
                  </a:lnTo>
                  <a:lnTo>
                    <a:pt x="1199" y="145310"/>
                  </a:lnTo>
                  <a:lnTo>
                    <a:pt x="633" y="150729"/>
                  </a:lnTo>
                  <a:lnTo>
                    <a:pt x="245" y="156163"/>
                  </a:lnTo>
                  <a:lnTo>
                    <a:pt x="33" y="161607"/>
                  </a:lnTo>
                  <a:lnTo>
                    <a:pt x="0" y="167056"/>
                  </a:lnTo>
                  <a:lnTo>
                    <a:pt x="143" y="172502"/>
                  </a:lnTo>
                  <a:lnTo>
                    <a:pt x="464" y="177941"/>
                  </a:lnTo>
                  <a:lnTo>
                    <a:pt x="963" y="183366"/>
                  </a:lnTo>
                  <a:lnTo>
                    <a:pt x="167158" y="1653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854843" y="5018213"/>
              <a:ext cx="333344" cy="334334"/>
            </a:xfrm>
            <a:custGeom>
              <a:avLst/>
              <a:pathLst>
                <a:path w="333344" h="334334">
                  <a:moveTo>
                    <a:pt x="0" y="185164"/>
                  </a:moveTo>
                  <a:lnTo>
                    <a:pt x="655" y="190432"/>
                  </a:lnTo>
                  <a:lnTo>
                    <a:pt x="1477" y="195676"/>
                  </a:lnTo>
                  <a:lnTo>
                    <a:pt x="2465" y="200891"/>
                  </a:lnTo>
                  <a:lnTo>
                    <a:pt x="3618" y="206073"/>
                  </a:lnTo>
                  <a:lnTo>
                    <a:pt x="4936" y="211215"/>
                  </a:lnTo>
                  <a:lnTo>
                    <a:pt x="6415" y="216313"/>
                  </a:lnTo>
                  <a:lnTo>
                    <a:pt x="8056" y="221361"/>
                  </a:lnTo>
                  <a:lnTo>
                    <a:pt x="9857" y="226355"/>
                  </a:lnTo>
                  <a:lnTo>
                    <a:pt x="11815" y="231289"/>
                  </a:lnTo>
                  <a:lnTo>
                    <a:pt x="13928" y="236158"/>
                  </a:lnTo>
                  <a:lnTo>
                    <a:pt x="16196" y="240958"/>
                  </a:lnTo>
                  <a:lnTo>
                    <a:pt x="18614" y="245683"/>
                  </a:lnTo>
                  <a:lnTo>
                    <a:pt x="21181" y="250329"/>
                  </a:lnTo>
                  <a:lnTo>
                    <a:pt x="23895" y="254891"/>
                  </a:lnTo>
                  <a:lnTo>
                    <a:pt x="26752" y="259365"/>
                  </a:lnTo>
                  <a:lnTo>
                    <a:pt x="29749" y="263746"/>
                  </a:lnTo>
                  <a:lnTo>
                    <a:pt x="32885" y="268029"/>
                  </a:lnTo>
                  <a:lnTo>
                    <a:pt x="36154" y="272211"/>
                  </a:lnTo>
                  <a:lnTo>
                    <a:pt x="39555" y="276287"/>
                  </a:lnTo>
                  <a:lnTo>
                    <a:pt x="43083" y="280253"/>
                  </a:lnTo>
                  <a:lnTo>
                    <a:pt x="46736" y="284105"/>
                  </a:lnTo>
                  <a:lnTo>
                    <a:pt x="50509" y="287838"/>
                  </a:lnTo>
                  <a:lnTo>
                    <a:pt x="54399" y="291451"/>
                  </a:lnTo>
                  <a:lnTo>
                    <a:pt x="58401" y="294937"/>
                  </a:lnTo>
                  <a:lnTo>
                    <a:pt x="62512" y="298296"/>
                  </a:lnTo>
                  <a:lnTo>
                    <a:pt x="66728" y="301521"/>
                  </a:lnTo>
                  <a:lnTo>
                    <a:pt x="71043" y="304612"/>
                  </a:lnTo>
                  <a:lnTo>
                    <a:pt x="75455" y="307564"/>
                  </a:lnTo>
                  <a:lnTo>
                    <a:pt x="79959" y="310374"/>
                  </a:lnTo>
                  <a:lnTo>
                    <a:pt x="84549" y="313040"/>
                  </a:lnTo>
                  <a:lnTo>
                    <a:pt x="89222" y="315558"/>
                  </a:lnTo>
                  <a:lnTo>
                    <a:pt x="93972" y="317927"/>
                  </a:lnTo>
                  <a:lnTo>
                    <a:pt x="98795" y="320144"/>
                  </a:lnTo>
                  <a:lnTo>
                    <a:pt x="103686" y="322207"/>
                  </a:lnTo>
                  <a:lnTo>
                    <a:pt x="108640" y="324114"/>
                  </a:lnTo>
                  <a:lnTo>
                    <a:pt x="113652" y="325862"/>
                  </a:lnTo>
                  <a:lnTo>
                    <a:pt x="118717" y="327450"/>
                  </a:lnTo>
                  <a:lnTo>
                    <a:pt x="123830" y="328877"/>
                  </a:lnTo>
                  <a:lnTo>
                    <a:pt x="128986" y="330141"/>
                  </a:lnTo>
                  <a:lnTo>
                    <a:pt x="134179" y="331240"/>
                  </a:lnTo>
                  <a:lnTo>
                    <a:pt x="139404" y="332174"/>
                  </a:lnTo>
                  <a:lnTo>
                    <a:pt x="144657" y="332941"/>
                  </a:lnTo>
                  <a:lnTo>
                    <a:pt x="149931" y="333541"/>
                  </a:lnTo>
                  <a:lnTo>
                    <a:pt x="155221" y="333974"/>
                  </a:lnTo>
                  <a:lnTo>
                    <a:pt x="160523" y="334238"/>
                  </a:lnTo>
                  <a:lnTo>
                    <a:pt x="165830" y="334334"/>
                  </a:lnTo>
                  <a:lnTo>
                    <a:pt x="171138" y="334261"/>
                  </a:lnTo>
                  <a:lnTo>
                    <a:pt x="176441" y="334020"/>
                  </a:lnTo>
                  <a:lnTo>
                    <a:pt x="181733" y="333611"/>
                  </a:lnTo>
                  <a:lnTo>
                    <a:pt x="187010" y="333033"/>
                  </a:lnTo>
                  <a:lnTo>
                    <a:pt x="192266" y="332289"/>
                  </a:lnTo>
                  <a:lnTo>
                    <a:pt x="197495" y="331378"/>
                  </a:lnTo>
                  <a:lnTo>
                    <a:pt x="202693" y="330301"/>
                  </a:lnTo>
                  <a:lnTo>
                    <a:pt x="207854" y="329060"/>
                  </a:lnTo>
                  <a:lnTo>
                    <a:pt x="212973" y="327656"/>
                  </a:lnTo>
                  <a:lnTo>
                    <a:pt x="218045" y="326090"/>
                  </a:lnTo>
                  <a:lnTo>
                    <a:pt x="223065" y="324364"/>
                  </a:lnTo>
                  <a:lnTo>
                    <a:pt x="228027" y="322479"/>
                  </a:lnTo>
                  <a:lnTo>
                    <a:pt x="232927" y="320437"/>
                  </a:lnTo>
                  <a:lnTo>
                    <a:pt x="237760" y="318241"/>
                  </a:lnTo>
                  <a:lnTo>
                    <a:pt x="242521" y="315893"/>
                  </a:lnTo>
                  <a:lnTo>
                    <a:pt x="247204" y="313395"/>
                  </a:lnTo>
                  <a:lnTo>
                    <a:pt x="251806" y="310749"/>
                  </a:lnTo>
                  <a:lnTo>
                    <a:pt x="256322" y="307958"/>
                  </a:lnTo>
                  <a:lnTo>
                    <a:pt x="260746" y="305026"/>
                  </a:lnTo>
                  <a:lnTo>
                    <a:pt x="265076" y="301954"/>
                  </a:lnTo>
                  <a:lnTo>
                    <a:pt x="269305" y="298747"/>
                  </a:lnTo>
                  <a:lnTo>
                    <a:pt x="273431" y="295407"/>
                  </a:lnTo>
                  <a:lnTo>
                    <a:pt x="277448" y="291938"/>
                  </a:lnTo>
                  <a:lnTo>
                    <a:pt x="281354" y="288342"/>
                  </a:lnTo>
                  <a:lnTo>
                    <a:pt x="285143" y="284625"/>
                  </a:lnTo>
                  <a:lnTo>
                    <a:pt x="288812" y="280789"/>
                  </a:lnTo>
                  <a:lnTo>
                    <a:pt x="292358" y="276839"/>
                  </a:lnTo>
                  <a:lnTo>
                    <a:pt x="295777" y="272778"/>
                  </a:lnTo>
                  <a:lnTo>
                    <a:pt x="299064" y="268610"/>
                  </a:lnTo>
                  <a:lnTo>
                    <a:pt x="302218" y="264341"/>
                  </a:lnTo>
                  <a:lnTo>
                    <a:pt x="305235" y="259973"/>
                  </a:lnTo>
                  <a:lnTo>
                    <a:pt x="308111" y="255512"/>
                  </a:lnTo>
                  <a:lnTo>
                    <a:pt x="310845" y="250961"/>
                  </a:lnTo>
                  <a:lnTo>
                    <a:pt x="313432" y="246326"/>
                  </a:lnTo>
                  <a:lnTo>
                    <a:pt x="315871" y="241612"/>
                  </a:lnTo>
                  <a:lnTo>
                    <a:pt x="318160" y="236822"/>
                  </a:lnTo>
                  <a:lnTo>
                    <a:pt x="320294" y="231962"/>
                  </a:lnTo>
                  <a:lnTo>
                    <a:pt x="322274" y="227037"/>
                  </a:lnTo>
                  <a:lnTo>
                    <a:pt x="324096" y="222051"/>
                  </a:lnTo>
                  <a:lnTo>
                    <a:pt x="325759" y="217010"/>
                  </a:lnTo>
                  <a:lnTo>
                    <a:pt x="327261" y="211919"/>
                  </a:lnTo>
                  <a:lnTo>
                    <a:pt x="328601" y="206782"/>
                  </a:lnTo>
                  <a:lnTo>
                    <a:pt x="329777" y="201606"/>
                  </a:lnTo>
                  <a:lnTo>
                    <a:pt x="330788" y="196395"/>
                  </a:lnTo>
                  <a:lnTo>
                    <a:pt x="331633" y="191154"/>
                  </a:lnTo>
                  <a:lnTo>
                    <a:pt x="332311" y="185890"/>
                  </a:lnTo>
                  <a:lnTo>
                    <a:pt x="332822" y="180606"/>
                  </a:lnTo>
                  <a:lnTo>
                    <a:pt x="333164" y="175309"/>
                  </a:lnTo>
                  <a:lnTo>
                    <a:pt x="333339" y="170003"/>
                  </a:lnTo>
                  <a:lnTo>
                    <a:pt x="333344" y="164695"/>
                  </a:lnTo>
                  <a:lnTo>
                    <a:pt x="333182" y="159390"/>
                  </a:lnTo>
                  <a:lnTo>
                    <a:pt x="332851" y="154092"/>
                  </a:lnTo>
                  <a:lnTo>
                    <a:pt x="332351" y="148807"/>
                  </a:lnTo>
                  <a:lnTo>
                    <a:pt x="331685" y="143541"/>
                  </a:lnTo>
                  <a:lnTo>
                    <a:pt x="330851" y="138298"/>
                  </a:lnTo>
                  <a:lnTo>
                    <a:pt x="329852" y="133085"/>
                  </a:lnTo>
                  <a:lnTo>
                    <a:pt x="328687" y="127906"/>
                  </a:lnTo>
                  <a:lnTo>
                    <a:pt x="327359" y="122767"/>
                  </a:lnTo>
                  <a:lnTo>
                    <a:pt x="325868" y="117672"/>
                  </a:lnTo>
                  <a:lnTo>
                    <a:pt x="324216" y="112628"/>
                  </a:lnTo>
                  <a:lnTo>
                    <a:pt x="322404" y="107638"/>
                  </a:lnTo>
                  <a:lnTo>
                    <a:pt x="320436" y="102708"/>
                  </a:lnTo>
                  <a:lnTo>
                    <a:pt x="318311" y="97844"/>
                  </a:lnTo>
                  <a:lnTo>
                    <a:pt x="316034" y="93049"/>
                  </a:lnTo>
                  <a:lnTo>
                    <a:pt x="313605" y="88329"/>
                  </a:lnTo>
                  <a:lnTo>
                    <a:pt x="311027" y="83689"/>
                  </a:lnTo>
                  <a:lnTo>
                    <a:pt x="308304" y="79132"/>
                  </a:lnTo>
                  <a:lnTo>
                    <a:pt x="305437" y="74665"/>
                  </a:lnTo>
                  <a:lnTo>
                    <a:pt x="302430" y="70290"/>
                  </a:lnTo>
                  <a:lnTo>
                    <a:pt x="299286" y="66014"/>
                  </a:lnTo>
                  <a:lnTo>
                    <a:pt x="296007" y="61839"/>
                  </a:lnTo>
                  <a:lnTo>
                    <a:pt x="292597" y="57771"/>
                  </a:lnTo>
                  <a:lnTo>
                    <a:pt x="289060" y="53813"/>
                  </a:lnTo>
                  <a:lnTo>
                    <a:pt x="285399" y="49969"/>
                  </a:lnTo>
                  <a:lnTo>
                    <a:pt x="281618" y="46243"/>
                  </a:lnTo>
                  <a:lnTo>
                    <a:pt x="277721" y="42640"/>
                  </a:lnTo>
                  <a:lnTo>
                    <a:pt x="273711" y="39161"/>
                  </a:lnTo>
                  <a:lnTo>
                    <a:pt x="269592" y="35812"/>
                  </a:lnTo>
                  <a:lnTo>
                    <a:pt x="265370" y="32596"/>
                  </a:lnTo>
                  <a:lnTo>
                    <a:pt x="261047" y="29515"/>
                  </a:lnTo>
                  <a:lnTo>
                    <a:pt x="256629" y="26573"/>
                  </a:lnTo>
                  <a:lnTo>
                    <a:pt x="252119" y="23772"/>
                  </a:lnTo>
                  <a:lnTo>
                    <a:pt x="247523" y="21116"/>
                  </a:lnTo>
                  <a:lnTo>
                    <a:pt x="242845" y="18608"/>
                  </a:lnTo>
                  <a:lnTo>
                    <a:pt x="238090" y="16249"/>
                  </a:lnTo>
                  <a:lnTo>
                    <a:pt x="233262" y="14043"/>
                  </a:lnTo>
                  <a:lnTo>
                    <a:pt x="228366" y="11990"/>
                  </a:lnTo>
                  <a:lnTo>
                    <a:pt x="223408" y="10095"/>
                  </a:lnTo>
                  <a:lnTo>
                    <a:pt x="218392" y="8357"/>
                  </a:lnTo>
                  <a:lnTo>
                    <a:pt x="213324" y="6780"/>
                  </a:lnTo>
                  <a:lnTo>
                    <a:pt x="208208" y="5365"/>
                  </a:lnTo>
                  <a:lnTo>
                    <a:pt x="203049" y="4113"/>
                  </a:lnTo>
                  <a:lnTo>
                    <a:pt x="197854" y="3025"/>
                  </a:lnTo>
                  <a:lnTo>
                    <a:pt x="192626" y="2102"/>
                  </a:lnTo>
                  <a:lnTo>
                    <a:pt x="187372" y="1346"/>
                  </a:lnTo>
                  <a:lnTo>
                    <a:pt x="182097" y="757"/>
                  </a:lnTo>
                  <a:lnTo>
                    <a:pt x="176805" y="337"/>
                  </a:lnTo>
                  <a:lnTo>
                    <a:pt x="171503" y="84"/>
                  </a:lnTo>
                  <a:lnTo>
                    <a:pt x="166195" y="0"/>
                  </a:lnTo>
                  <a:lnTo>
                    <a:pt x="16619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341384" y="4659281"/>
              <a:ext cx="81850" cy="167167"/>
            </a:xfrm>
            <a:custGeom>
              <a:avLst/>
              <a:pathLst>
                <a:path w="81850" h="167167">
                  <a:moveTo>
                    <a:pt x="81850" y="0"/>
                  </a:moveTo>
                  <a:lnTo>
                    <a:pt x="76149" y="97"/>
                  </a:lnTo>
                  <a:lnTo>
                    <a:pt x="70454" y="388"/>
                  </a:lnTo>
                  <a:lnTo>
                    <a:pt x="64773" y="874"/>
                  </a:lnTo>
                  <a:lnTo>
                    <a:pt x="59112" y="1553"/>
                  </a:lnTo>
                  <a:lnTo>
                    <a:pt x="53477" y="2425"/>
                  </a:lnTo>
                  <a:lnTo>
                    <a:pt x="47875" y="3488"/>
                  </a:lnTo>
                  <a:lnTo>
                    <a:pt x="42312" y="4742"/>
                  </a:lnTo>
                  <a:lnTo>
                    <a:pt x="36796" y="6185"/>
                  </a:lnTo>
                  <a:lnTo>
                    <a:pt x="31332" y="7816"/>
                  </a:lnTo>
                  <a:lnTo>
                    <a:pt x="25927" y="9631"/>
                  </a:lnTo>
                  <a:lnTo>
                    <a:pt x="20586" y="11630"/>
                  </a:lnTo>
                  <a:lnTo>
                    <a:pt x="15318" y="13810"/>
                  </a:lnTo>
                  <a:lnTo>
                    <a:pt x="10126" y="16168"/>
                  </a:lnTo>
                  <a:lnTo>
                    <a:pt x="5018" y="18702"/>
                  </a:lnTo>
                  <a:lnTo>
                    <a:pt x="0" y="21409"/>
                  </a:lnTo>
                  <a:lnTo>
                    <a:pt x="818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341384" y="4680691"/>
              <a:ext cx="81850" cy="145758"/>
            </a:xfrm>
            <a:custGeom>
              <a:avLst/>
              <a:pathLst>
                <a:path w="81850" h="145758">
                  <a:moveTo>
                    <a:pt x="0" y="0"/>
                  </a:moveTo>
                  <a:lnTo>
                    <a:pt x="81850" y="1457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41384" y="4680691"/>
              <a:ext cx="81850" cy="145758"/>
            </a:xfrm>
            <a:custGeom>
              <a:avLst/>
              <a:pathLst>
                <a:path w="81850" h="145758">
                  <a:moveTo>
                    <a:pt x="0" y="0"/>
                  </a:moveTo>
                  <a:lnTo>
                    <a:pt x="81850" y="1457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256072" y="4680691"/>
              <a:ext cx="305117" cy="312907"/>
            </a:xfrm>
            <a:custGeom>
              <a:avLst/>
              <a:pathLst>
                <a:path w="305117" h="312907">
                  <a:moveTo>
                    <a:pt x="85312" y="0"/>
                  </a:moveTo>
                  <a:lnTo>
                    <a:pt x="80710" y="2681"/>
                  </a:lnTo>
                  <a:lnTo>
                    <a:pt x="76195" y="5508"/>
                  </a:lnTo>
                  <a:lnTo>
                    <a:pt x="71773" y="8477"/>
                  </a:lnTo>
                  <a:lnTo>
                    <a:pt x="67448" y="11586"/>
                  </a:lnTo>
                  <a:lnTo>
                    <a:pt x="63225" y="14830"/>
                  </a:lnTo>
                  <a:lnTo>
                    <a:pt x="59106" y="18208"/>
                  </a:lnTo>
                  <a:lnTo>
                    <a:pt x="55098" y="21715"/>
                  </a:lnTo>
                  <a:lnTo>
                    <a:pt x="51203" y="25349"/>
                  </a:lnTo>
                  <a:lnTo>
                    <a:pt x="47426" y="29104"/>
                  </a:lnTo>
                  <a:lnTo>
                    <a:pt x="43770" y="32978"/>
                  </a:lnTo>
                  <a:lnTo>
                    <a:pt x="40240" y="36966"/>
                  </a:lnTo>
                  <a:lnTo>
                    <a:pt x="36838" y="41065"/>
                  </a:lnTo>
                  <a:lnTo>
                    <a:pt x="33569" y="45270"/>
                  </a:lnTo>
                  <a:lnTo>
                    <a:pt x="30435" y="49577"/>
                  </a:lnTo>
                  <a:lnTo>
                    <a:pt x="27441" y="53981"/>
                  </a:lnTo>
                  <a:lnTo>
                    <a:pt x="24588" y="58479"/>
                  </a:lnTo>
                  <a:lnTo>
                    <a:pt x="21880" y="63066"/>
                  </a:lnTo>
                  <a:lnTo>
                    <a:pt x="19319" y="67736"/>
                  </a:lnTo>
                  <a:lnTo>
                    <a:pt x="16908" y="72486"/>
                  </a:lnTo>
                  <a:lnTo>
                    <a:pt x="14650" y="77310"/>
                  </a:lnTo>
                  <a:lnTo>
                    <a:pt x="12547" y="82203"/>
                  </a:lnTo>
                  <a:lnTo>
                    <a:pt x="10601" y="87161"/>
                  </a:lnTo>
                  <a:lnTo>
                    <a:pt x="8814" y="92178"/>
                  </a:lnTo>
                  <a:lnTo>
                    <a:pt x="7187" y="97250"/>
                  </a:lnTo>
                  <a:lnTo>
                    <a:pt x="5723" y="102371"/>
                  </a:lnTo>
                  <a:lnTo>
                    <a:pt x="4423" y="107537"/>
                  </a:lnTo>
                  <a:lnTo>
                    <a:pt x="3288" y="112741"/>
                  </a:lnTo>
                  <a:lnTo>
                    <a:pt x="2319" y="117978"/>
                  </a:lnTo>
                  <a:lnTo>
                    <a:pt x="1518" y="123244"/>
                  </a:lnTo>
                  <a:lnTo>
                    <a:pt x="884" y="128532"/>
                  </a:lnTo>
                  <a:lnTo>
                    <a:pt x="420" y="133838"/>
                  </a:lnTo>
                  <a:lnTo>
                    <a:pt x="125" y="139156"/>
                  </a:lnTo>
                  <a:lnTo>
                    <a:pt x="0" y="144481"/>
                  </a:lnTo>
                  <a:lnTo>
                    <a:pt x="44" y="149807"/>
                  </a:lnTo>
                  <a:lnTo>
                    <a:pt x="258" y="155129"/>
                  </a:lnTo>
                  <a:lnTo>
                    <a:pt x="641" y="160442"/>
                  </a:lnTo>
                  <a:lnTo>
                    <a:pt x="1193" y="165739"/>
                  </a:lnTo>
                  <a:lnTo>
                    <a:pt x="1914" y="171017"/>
                  </a:lnTo>
                  <a:lnTo>
                    <a:pt x="2803" y="176268"/>
                  </a:lnTo>
                  <a:lnTo>
                    <a:pt x="3858" y="181489"/>
                  </a:lnTo>
                  <a:lnTo>
                    <a:pt x="5079" y="186673"/>
                  </a:lnTo>
                  <a:lnTo>
                    <a:pt x="6465" y="191816"/>
                  </a:lnTo>
                  <a:lnTo>
                    <a:pt x="8014" y="196912"/>
                  </a:lnTo>
                  <a:lnTo>
                    <a:pt x="9724" y="201957"/>
                  </a:lnTo>
                  <a:lnTo>
                    <a:pt x="11595" y="206944"/>
                  </a:lnTo>
                  <a:lnTo>
                    <a:pt x="13623" y="211869"/>
                  </a:lnTo>
                  <a:lnTo>
                    <a:pt x="15807" y="216727"/>
                  </a:lnTo>
                  <a:lnTo>
                    <a:pt x="18145" y="221513"/>
                  </a:lnTo>
                  <a:lnTo>
                    <a:pt x="20634" y="226221"/>
                  </a:lnTo>
                  <a:lnTo>
                    <a:pt x="23272" y="230849"/>
                  </a:lnTo>
                  <a:lnTo>
                    <a:pt x="26055" y="235390"/>
                  </a:lnTo>
                  <a:lnTo>
                    <a:pt x="28983" y="239839"/>
                  </a:lnTo>
                  <a:lnTo>
                    <a:pt x="32050" y="244194"/>
                  </a:lnTo>
                  <a:lnTo>
                    <a:pt x="35255" y="248448"/>
                  </a:lnTo>
                  <a:lnTo>
                    <a:pt x="38593" y="252598"/>
                  </a:lnTo>
                  <a:lnTo>
                    <a:pt x="42062" y="256640"/>
                  </a:lnTo>
                  <a:lnTo>
                    <a:pt x="45658" y="260569"/>
                  </a:lnTo>
                  <a:lnTo>
                    <a:pt x="49377" y="264382"/>
                  </a:lnTo>
                  <a:lnTo>
                    <a:pt x="53216" y="268074"/>
                  </a:lnTo>
                  <a:lnTo>
                    <a:pt x="57171" y="271642"/>
                  </a:lnTo>
                  <a:lnTo>
                    <a:pt x="61237" y="275082"/>
                  </a:lnTo>
                  <a:lnTo>
                    <a:pt x="65411" y="278391"/>
                  </a:lnTo>
                  <a:lnTo>
                    <a:pt x="69688" y="281566"/>
                  </a:lnTo>
                  <a:lnTo>
                    <a:pt x="74064" y="284602"/>
                  </a:lnTo>
                  <a:lnTo>
                    <a:pt x="78535" y="287497"/>
                  </a:lnTo>
                  <a:lnTo>
                    <a:pt x="83095" y="290249"/>
                  </a:lnTo>
                  <a:lnTo>
                    <a:pt x="87741" y="292854"/>
                  </a:lnTo>
                  <a:lnTo>
                    <a:pt x="92468" y="295309"/>
                  </a:lnTo>
                  <a:lnTo>
                    <a:pt x="97270" y="297613"/>
                  </a:lnTo>
                  <a:lnTo>
                    <a:pt x="102143" y="299763"/>
                  </a:lnTo>
                  <a:lnTo>
                    <a:pt x="107082" y="301756"/>
                  </a:lnTo>
                  <a:lnTo>
                    <a:pt x="112083" y="303591"/>
                  </a:lnTo>
                  <a:lnTo>
                    <a:pt x="117139" y="305265"/>
                  </a:lnTo>
                  <a:lnTo>
                    <a:pt x="122246" y="306778"/>
                  </a:lnTo>
                  <a:lnTo>
                    <a:pt x="127399" y="308127"/>
                  </a:lnTo>
                  <a:lnTo>
                    <a:pt x="132591" y="309311"/>
                  </a:lnTo>
                  <a:lnTo>
                    <a:pt x="137820" y="310330"/>
                  </a:lnTo>
                  <a:lnTo>
                    <a:pt x="143077" y="311181"/>
                  </a:lnTo>
                  <a:lnTo>
                    <a:pt x="148360" y="311864"/>
                  </a:lnTo>
                  <a:lnTo>
                    <a:pt x="153661" y="312379"/>
                  </a:lnTo>
                  <a:lnTo>
                    <a:pt x="158976" y="312725"/>
                  </a:lnTo>
                  <a:lnTo>
                    <a:pt x="164299" y="312901"/>
                  </a:lnTo>
                  <a:lnTo>
                    <a:pt x="169626" y="312907"/>
                  </a:lnTo>
                  <a:lnTo>
                    <a:pt x="174950" y="312744"/>
                  </a:lnTo>
                  <a:lnTo>
                    <a:pt x="180265" y="312411"/>
                  </a:lnTo>
                  <a:lnTo>
                    <a:pt x="185568" y="311909"/>
                  </a:lnTo>
                  <a:lnTo>
                    <a:pt x="190852" y="311238"/>
                  </a:lnTo>
                  <a:lnTo>
                    <a:pt x="196112" y="310399"/>
                  </a:lnTo>
                  <a:lnTo>
                    <a:pt x="201342" y="309393"/>
                  </a:lnTo>
                  <a:lnTo>
                    <a:pt x="206538" y="308222"/>
                  </a:lnTo>
                  <a:lnTo>
                    <a:pt x="211694" y="306885"/>
                  </a:lnTo>
                  <a:lnTo>
                    <a:pt x="216804" y="305384"/>
                  </a:lnTo>
                  <a:lnTo>
                    <a:pt x="221865" y="303722"/>
                  </a:lnTo>
                  <a:lnTo>
                    <a:pt x="226869" y="301899"/>
                  </a:lnTo>
                  <a:lnTo>
                    <a:pt x="231813" y="299917"/>
                  </a:lnTo>
                  <a:lnTo>
                    <a:pt x="236692" y="297779"/>
                  </a:lnTo>
                  <a:lnTo>
                    <a:pt x="241500" y="295487"/>
                  </a:lnTo>
                  <a:lnTo>
                    <a:pt x="246232" y="293043"/>
                  </a:lnTo>
                  <a:lnTo>
                    <a:pt x="250884" y="290449"/>
                  </a:lnTo>
                  <a:lnTo>
                    <a:pt x="255451" y="287708"/>
                  </a:lnTo>
                  <a:lnTo>
                    <a:pt x="259928" y="284824"/>
                  </a:lnTo>
                  <a:lnTo>
                    <a:pt x="264312" y="281798"/>
                  </a:lnTo>
                  <a:lnTo>
                    <a:pt x="268596" y="278634"/>
                  </a:lnTo>
                  <a:lnTo>
                    <a:pt x="272778" y="275335"/>
                  </a:lnTo>
                  <a:lnTo>
                    <a:pt x="276853" y="271904"/>
                  </a:lnTo>
                  <a:lnTo>
                    <a:pt x="280816" y="268346"/>
                  </a:lnTo>
                  <a:lnTo>
                    <a:pt x="284663" y="264663"/>
                  </a:lnTo>
                  <a:lnTo>
                    <a:pt x="288392" y="260859"/>
                  </a:lnTo>
                  <a:lnTo>
                    <a:pt x="291997" y="256938"/>
                  </a:lnTo>
                  <a:lnTo>
                    <a:pt x="295476" y="252905"/>
                  </a:lnTo>
                  <a:lnTo>
                    <a:pt x="298824" y="248763"/>
                  </a:lnTo>
                  <a:lnTo>
                    <a:pt x="302039" y="244516"/>
                  </a:lnTo>
                  <a:lnTo>
                    <a:pt x="305117" y="240169"/>
                  </a:lnTo>
                  <a:lnTo>
                    <a:pt x="167162" y="1457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167163" cy="261578"/>
            </a:xfrm>
            <a:custGeom>
              <a:avLst/>
              <a:pathLst>
                <a:path w="167163" h="261578">
                  <a:moveTo>
                    <a:pt x="137954" y="261578"/>
                  </a:moveTo>
                  <a:lnTo>
                    <a:pt x="140897" y="257127"/>
                  </a:lnTo>
                  <a:lnTo>
                    <a:pt x="143697" y="252583"/>
                  </a:lnTo>
                  <a:lnTo>
                    <a:pt x="146350" y="247953"/>
                  </a:lnTo>
                  <a:lnTo>
                    <a:pt x="148855" y="243240"/>
                  </a:lnTo>
                  <a:lnTo>
                    <a:pt x="151207" y="238450"/>
                  </a:lnTo>
                  <a:lnTo>
                    <a:pt x="153405" y="233587"/>
                  </a:lnTo>
                  <a:lnTo>
                    <a:pt x="155447" y="228656"/>
                  </a:lnTo>
                  <a:lnTo>
                    <a:pt x="157331" y="223663"/>
                  </a:lnTo>
                  <a:lnTo>
                    <a:pt x="159054" y="218612"/>
                  </a:lnTo>
                  <a:lnTo>
                    <a:pt x="160615" y="213509"/>
                  </a:lnTo>
                  <a:lnTo>
                    <a:pt x="162013" y="208358"/>
                  </a:lnTo>
                  <a:lnTo>
                    <a:pt x="163245" y="203166"/>
                  </a:lnTo>
                  <a:lnTo>
                    <a:pt x="164311" y="197937"/>
                  </a:lnTo>
                  <a:lnTo>
                    <a:pt x="165209" y="192676"/>
                  </a:lnTo>
                  <a:lnTo>
                    <a:pt x="165939" y="187389"/>
                  </a:lnTo>
                  <a:lnTo>
                    <a:pt x="166500" y="182082"/>
                  </a:lnTo>
                  <a:lnTo>
                    <a:pt x="166891" y="176760"/>
                  </a:lnTo>
                  <a:lnTo>
                    <a:pt x="167113" y="171428"/>
                  </a:lnTo>
                  <a:lnTo>
                    <a:pt x="167163" y="166091"/>
                  </a:lnTo>
                  <a:lnTo>
                    <a:pt x="167044" y="160756"/>
                  </a:lnTo>
                  <a:lnTo>
                    <a:pt x="166754" y="155427"/>
                  </a:lnTo>
                  <a:lnTo>
                    <a:pt x="166294" y="150110"/>
                  </a:lnTo>
                  <a:lnTo>
                    <a:pt x="165665" y="144811"/>
                  </a:lnTo>
                  <a:lnTo>
                    <a:pt x="164867" y="139534"/>
                  </a:lnTo>
                  <a:lnTo>
                    <a:pt x="163901" y="134285"/>
                  </a:lnTo>
                  <a:lnTo>
                    <a:pt x="162768" y="129070"/>
                  </a:lnTo>
                  <a:lnTo>
                    <a:pt x="161469" y="123894"/>
                  </a:lnTo>
                  <a:lnTo>
                    <a:pt x="160006" y="118762"/>
                  </a:lnTo>
                  <a:lnTo>
                    <a:pt x="158379" y="113679"/>
                  </a:lnTo>
                  <a:lnTo>
                    <a:pt x="156591" y="108651"/>
                  </a:lnTo>
                  <a:lnTo>
                    <a:pt x="154643" y="103682"/>
                  </a:lnTo>
                  <a:lnTo>
                    <a:pt x="152538" y="98778"/>
                  </a:lnTo>
                  <a:lnTo>
                    <a:pt x="150277" y="93944"/>
                  </a:lnTo>
                  <a:lnTo>
                    <a:pt x="147863" y="89185"/>
                  </a:lnTo>
                  <a:lnTo>
                    <a:pt x="145299" y="84505"/>
                  </a:lnTo>
                  <a:lnTo>
                    <a:pt x="142586" y="79909"/>
                  </a:lnTo>
                  <a:lnTo>
                    <a:pt x="139728" y="75402"/>
                  </a:lnTo>
                  <a:lnTo>
                    <a:pt x="136728" y="70988"/>
                  </a:lnTo>
                  <a:lnTo>
                    <a:pt x="133588" y="66673"/>
                  </a:lnTo>
                  <a:lnTo>
                    <a:pt x="130312" y="62460"/>
                  </a:lnTo>
                  <a:lnTo>
                    <a:pt x="126903" y="58354"/>
                  </a:lnTo>
                  <a:lnTo>
                    <a:pt x="123365" y="54358"/>
                  </a:lnTo>
                  <a:lnTo>
                    <a:pt x="119702" y="50478"/>
                  </a:lnTo>
                  <a:lnTo>
                    <a:pt x="115916" y="46716"/>
                  </a:lnTo>
                  <a:lnTo>
                    <a:pt x="112012" y="43078"/>
                  </a:lnTo>
                  <a:lnTo>
                    <a:pt x="107994" y="39565"/>
                  </a:lnTo>
                  <a:lnTo>
                    <a:pt x="103866" y="36183"/>
                  </a:lnTo>
                  <a:lnTo>
                    <a:pt x="99632" y="32935"/>
                  </a:lnTo>
                  <a:lnTo>
                    <a:pt x="95296" y="29823"/>
                  </a:lnTo>
                  <a:lnTo>
                    <a:pt x="90864" y="26851"/>
                  </a:lnTo>
                  <a:lnTo>
                    <a:pt x="86339" y="24022"/>
                  </a:lnTo>
                  <a:lnTo>
                    <a:pt x="81725" y="21339"/>
                  </a:lnTo>
                  <a:lnTo>
                    <a:pt x="77029" y="18804"/>
                  </a:lnTo>
                  <a:lnTo>
                    <a:pt x="72254" y="16421"/>
                  </a:lnTo>
                  <a:lnTo>
                    <a:pt x="67405" y="14192"/>
                  </a:lnTo>
                  <a:lnTo>
                    <a:pt x="62488" y="12118"/>
                  </a:lnTo>
                  <a:lnTo>
                    <a:pt x="57507" y="10202"/>
                  </a:lnTo>
                  <a:lnTo>
                    <a:pt x="52467" y="8447"/>
                  </a:lnTo>
                  <a:lnTo>
                    <a:pt x="47374" y="6853"/>
                  </a:lnTo>
                  <a:lnTo>
                    <a:pt x="42232" y="5422"/>
                  </a:lnTo>
                  <a:lnTo>
                    <a:pt x="37048" y="4157"/>
                  </a:lnTo>
                  <a:lnTo>
                    <a:pt x="31826" y="3057"/>
                  </a:lnTo>
                  <a:lnTo>
                    <a:pt x="26571" y="2125"/>
                  </a:lnTo>
                  <a:lnTo>
                    <a:pt x="21289" y="1361"/>
                  </a:lnTo>
                  <a:lnTo>
                    <a:pt x="15986" y="766"/>
                  </a:lnTo>
                  <a:lnTo>
                    <a:pt x="10666" y="340"/>
                  </a:lnTo>
                  <a:lnTo>
                    <a:pt x="533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626789" y="4213821"/>
              <a:ext cx="101682" cy="167167"/>
            </a:xfrm>
            <a:custGeom>
              <a:avLst/>
              <a:pathLst>
                <a:path w="101682" h="167167">
                  <a:moveTo>
                    <a:pt x="101682" y="0"/>
                  </a:moveTo>
                  <a:lnTo>
                    <a:pt x="95930" y="98"/>
                  </a:lnTo>
                  <a:lnTo>
                    <a:pt x="90185" y="395"/>
                  </a:lnTo>
                  <a:lnTo>
                    <a:pt x="84454" y="890"/>
                  </a:lnTo>
                  <a:lnTo>
                    <a:pt x="78743" y="1581"/>
                  </a:lnTo>
                  <a:lnTo>
                    <a:pt x="73059" y="2468"/>
                  </a:lnTo>
                  <a:lnTo>
                    <a:pt x="67409" y="3551"/>
                  </a:lnTo>
                  <a:lnTo>
                    <a:pt x="61800" y="4827"/>
                  </a:lnTo>
                  <a:lnTo>
                    <a:pt x="56237" y="6295"/>
                  </a:lnTo>
                  <a:lnTo>
                    <a:pt x="50729" y="7954"/>
                  </a:lnTo>
                  <a:lnTo>
                    <a:pt x="45281" y="9802"/>
                  </a:lnTo>
                  <a:lnTo>
                    <a:pt x="39900" y="11835"/>
                  </a:lnTo>
                  <a:lnTo>
                    <a:pt x="34592" y="14053"/>
                  </a:lnTo>
                  <a:lnTo>
                    <a:pt x="29363" y="16452"/>
                  </a:lnTo>
                  <a:lnTo>
                    <a:pt x="24220" y="19030"/>
                  </a:lnTo>
                  <a:lnTo>
                    <a:pt x="19169" y="21783"/>
                  </a:lnTo>
                  <a:lnTo>
                    <a:pt x="14216" y="24708"/>
                  </a:lnTo>
                  <a:lnTo>
                    <a:pt x="9366" y="27802"/>
                  </a:lnTo>
                  <a:lnTo>
                    <a:pt x="4625" y="31061"/>
                  </a:lnTo>
                  <a:lnTo>
                    <a:pt x="0" y="34481"/>
                  </a:lnTo>
                  <a:lnTo>
                    <a:pt x="10168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626789" y="4248302"/>
              <a:ext cx="101682" cy="132685"/>
            </a:xfrm>
            <a:custGeom>
              <a:avLst/>
              <a:pathLst>
                <a:path w="101682" h="132685">
                  <a:moveTo>
                    <a:pt x="0" y="0"/>
                  </a:moveTo>
                  <a:lnTo>
                    <a:pt x="101682" y="1326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561309" y="4248302"/>
              <a:ext cx="334321" cy="299853"/>
            </a:xfrm>
            <a:custGeom>
              <a:avLst/>
              <a:pathLst>
                <a:path w="334321" h="299853">
                  <a:moveTo>
                    <a:pt x="65479" y="0"/>
                  </a:moveTo>
                  <a:lnTo>
                    <a:pt x="61302" y="3308"/>
                  </a:lnTo>
                  <a:lnTo>
                    <a:pt x="57232" y="6748"/>
                  </a:lnTo>
                  <a:lnTo>
                    <a:pt x="53274" y="10316"/>
                  </a:lnTo>
                  <a:lnTo>
                    <a:pt x="49431" y="14008"/>
                  </a:lnTo>
                  <a:lnTo>
                    <a:pt x="45708" y="17821"/>
                  </a:lnTo>
                  <a:lnTo>
                    <a:pt x="42109" y="21750"/>
                  </a:lnTo>
                  <a:lnTo>
                    <a:pt x="38636" y="25793"/>
                  </a:lnTo>
                  <a:lnTo>
                    <a:pt x="35294" y="29944"/>
                  </a:lnTo>
                  <a:lnTo>
                    <a:pt x="32087" y="34199"/>
                  </a:lnTo>
                  <a:lnTo>
                    <a:pt x="29016" y="38554"/>
                  </a:lnTo>
                  <a:lnTo>
                    <a:pt x="26086" y="43006"/>
                  </a:lnTo>
                  <a:lnTo>
                    <a:pt x="23299" y="47548"/>
                  </a:lnTo>
                  <a:lnTo>
                    <a:pt x="20659" y="52177"/>
                  </a:lnTo>
                  <a:lnTo>
                    <a:pt x="18167" y="56887"/>
                  </a:lnTo>
                  <a:lnTo>
                    <a:pt x="15827" y="61675"/>
                  </a:lnTo>
                  <a:lnTo>
                    <a:pt x="13640" y="66534"/>
                  </a:lnTo>
                  <a:lnTo>
                    <a:pt x="11610" y="71461"/>
                  </a:lnTo>
                  <a:lnTo>
                    <a:pt x="9737" y="76450"/>
                  </a:lnTo>
                  <a:lnTo>
                    <a:pt x="8025" y="81497"/>
                  </a:lnTo>
                  <a:lnTo>
                    <a:pt x="6474" y="86595"/>
                  </a:lnTo>
                  <a:lnTo>
                    <a:pt x="5087" y="91740"/>
                  </a:lnTo>
                  <a:lnTo>
                    <a:pt x="3864" y="96927"/>
                  </a:lnTo>
                  <a:lnTo>
                    <a:pt x="2807" y="102150"/>
                  </a:lnTo>
                  <a:lnTo>
                    <a:pt x="1917" y="107404"/>
                  </a:lnTo>
                  <a:lnTo>
                    <a:pt x="1196" y="112684"/>
                  </a:lnTo>
                  <a:lnTo>
                    <a:pt x="642" y="117984"/>
                  </a:lnTo>
                  <a:lnTo>
                    <a:pt x="258" y="123300"/>
                  </a:lnTo>
                  <a:lnTo>
                    <a:pt x="44" y="128624"/>
                  </a:lnTo>
                  <a:lnTo>
                    <a:pt x="0" y="133953"/>
                  </a:lnTo>
                  <a:lnTo>
                    <a:pt x="125" y="139280"/>
                  </a:lnTo>
                  <a:lnTo>
                    <a:pt x="420" y="144601"/>
                  </a:lnTo>
                  <a:lnTo>
                    <a:pt x="884" y="149910"/>
                  </a:lnTo>
                  <a:lnTo>
                    <a:pt x="1518" y="155201"/>
                  </a:lnTo>
                  <a:lnTo>
                    <a:pt x="2320" y="160469"/>
                  </a:lnTo>
                  <a:lnTo>
                    <a:pt x="3289" y="165709"/>
                  </a:lnTo>
                  <a:lnTo>
                    <a:pt x="4425" y="170916"/>
                  </a:lnTo>
                  <a:lnTo>
                    <a:pt x="5726" y="176084"/>
                  </a:lnTo>
                  <a:lnTo>
                    <a:pt x="7191" y="181207"/>
                  </a:lnTo>
                  <a:lnTo>
                    <a:pt x="8819" y="186281"/>
                  </a:lnTo>
                  <a:lnTo>
                    <a:pt x="10608" y="191301"/>
                  </a:lnTo>
                  <a:lnTo>
                    <a:pt x="12556" y="196261"/>
                  </a:lnTo>
                  <a:lnTo>
                    <a:pt x="14661" y="201157"/>
                  </a:lnTo>
                  <a:lnTo>
                    <a:pt x="16921" y="205983"/>
                  </a:lnTo>
                  <a:lnTo>
                    <a:pt x="19333" y="210734"/>
                  </a:lnTo>
                  <a:lnTo>
                    <a:pt x="21896" y="215407"/>
                  </a:lnTo>
                  <a:lnTo>
                    <a:pt x="24607" y="219995"/>
                  </a:lnTo>
                  <a:lnTo>
                    <a:pt x="27462" y="224494"/>
                  </a:lnTo>
                  <a:lnTo>
                    <a:pt x="30459" y="228900"/>
                  </a:lnTo>
                  <a:lnTo>
                    <a:pt x="33596" y="233209"/>
                  </a:lnTo>
                  <a:lnTo>
                    <a:pt x="36868" y="237415"/>
                  </a:lnTo>
                  <a:lnTo>
                    <a:pt x="40272" y="241515"/>
                  </a:lnTo>
                  <a:lnTo>
                    <a:pt x="43805" y="245504"/>
                  </a:lnTo>
                  <a:lnTo>
                    <a:pt x="47464" y="249379"/>
                  </a:lnTo>
                  <a:lnTo>
                    <a:pt x="51244" y="253135"/>
                  </a:lnTo>
                  <a:lnTo>
                    <a:pt x="55142" y="256768"/>
                  </a:lnTo>
                  <a:lnTo>
                    <a:pt x="59154" y="260276"/>
                  </a:lnTo>
                  <a:lnTo>
                    <a:pt x="63276" y="263653"/>
                  </a:lnTo>
                  <a:lnTo>
                    <a:pt x="67503" y="266898"/>
                  </a:lnTo>
                  <a:lnTo>
                    <a:pt x="71832" y="270006"/>
                  </a:lnTo>
                  <a:lnTo>
                    <a:pt x="76257" y="272975"/>
                  </a:lnTo>
                  <a:lnTo>
                    <a:pt x="80775" y="275801"/>
                  </a:lnTo>
                  <a:lnTo>
                    <a:pt x="85380" y="278482"/>
                  </a:lnTo>
                  <a:lnTo>
                    <a:pt x="90069" y="281015"/>
                  </a:lnTo>
                  <a:lnTo>
                    <a:pt x="94836" y="283397"/>
                  </a:lnTo>
                  <a:lnTo>
                    <a:pt x="99676" y="285625"/>
                  </a:lnTo>
                  <a:lnTo>
                    <a:pt x="104586" y="287699"/>
                  </a:lnTo>
                  <a:lnTo>
                    <a:pt x="109558" y="289615"/>
                  </a:lnTo>
                  <a:lnTo>
                    <a:pt x="114589" y="291371"/>
                  </a:lnTo>
                  <a:lnTo>
                    <a:pt x="119674" y="292966"/>
                  </a:lnTo>
                  <a:lnTo>
                    <a:pt x="124807" y="294398"/>
                  </a:lnTo>
                  <a:lnTo>
                    <a:pt x="129983" y="295666"/>
                  </a:lnTo>
                  <a:lnTo>
                    <a:pt x="135197" y="296768"/>
                  </a:lnTo>
                  <a:lnTo>
                    <a:pt x="140443" y="297704"/>
                  </a:lnTo>
                  <a:lnTo>
                    <a:pt x="145716" y="298472"/>
                  </a:lnTo>
                  <a:lnTo>
                    <a:pt x="151011" y="299071"/>
                  </a:lnTo>
                  <a:lnTo>
                    <a:pt x="156323" y="299501"/>
                  </a:lnTo>
                  <a:lnTo>
                    <a:pt x="161646" y="299762"/>
                  </a:lnTo>
                  <a:lnTo>
                    <a:pt x="166974" y="299853"/>
                  </a:lnTo>
                  <a:lnTo>
                    <a:pt x="172302" y="299774"/>
                  </a:lnTo>
                  <a:lnTo>
                    <a:pt x="177625" y="299525"/>
                  </a:lnTo>
                  <a:lnTo>
                    <a:pt x="182938" y="299107"/>
                  </a:lnTo>
                  <a:lnTo>
                    <a:pt x="188234" y="298520"/>
                  </a:lnTo>
                  <a:lnTo>
                    <a:pt x="193509" y="297764"/>
                  </a:lnTo>
                  <a:lnTo>
                    <a:pt x="198758" y="296840"/>
                  </a:lnTo>
                  <a:lnTo>
                    <a:pt x="203974" y="295749"/>
                  </a:lnTo>
                  <a:lnTo>
                    <a:pt x="209153" y="294493"/>
                  </a:lnTo>
                  <a:lnTo>
                    <a:pt x="214289" y="293073"/>
                  </a:lnTo>
                  <a:lnTo>
                    <a:pt x="219377" y="291489"/>
                  </a:lnTo>
                  <a:lnTo>
                    <a:pt x="224412" y="289744"/>
                  </a:lnTo>
                  <a:lnTo>
                    <a:pt x="229389" y="287839"/>
                  </a:lnTo>
                  <a:lnTo>
                    <a:pt x="234303" y="285777"/>
                  </a:lnTo>
                  <a:lnTo>
                    <a:pt x="239148" y="283559"/>
                  </a:lnTo>
                  <a:lnTo>
                    <a:pt x="243921" y="281188"/>
                  </a:lnTo>
                  <a:lnTo>
                    <a:pt x="248615" y="278666"/>
                  </a:lnTo>
                  <a:lnTo>
                    <a:pt x="253227" y="275996"/>
                  </a:lnTo>
                  <a:lnTo>
                    <a:pt x="257751" y="273180"/>
                  </a:lnTo>
                  <a:lnTo>
                    <a:pt x="262183" y="270221"/>
                  </a:lnTo>
                  <a:lnTo>
                    <a:pt x="266518" y="267122"/>
                  </a:lnTo>
                  <a:lnTo>
                    <a:pt x="270753" y="263887"/>
                  </a:lnTo>
                  <a:lnTo>
                    <a:pt x="274882" y="260519"/>
                  </a:lnTo>
                  <a:lnTo>
                    <a:pt x="278902" y="257020"/>
                  </a:lnTo>
                  <a:lnTo>
                    <a:pt x="282808" y="253396"/>
                  </a:lnTo>
                  <a:lnTo>
                    <a:pt x="286597" y="249648"/>
                  </a:lnTo>
                  <a:lnTo>
                    <a:pt x="290264" y="245782"/>
                  </a:lnTo>
                  <a:lnTo>
                    <a:pt x="293807" y="241801"/>
                  </a:lnTo>
                  <a:lnTo>
                    <a:pt x="297220" y="237708"/>
                  </a:lnTo>
                  <a:lnTo>
                    <a:pt x="300502" y="233510"/>
                  </a:lnTo>
                  <a:lnTo>
                    <a:pt x="303648" y="229208"/>
                  </a:lnTo>
                  <a:lnTo>
                    <a:pt x="306655" y="224809"/>
                  </a:lnTo>
                  <a:lnTo>
                    <a:pt x="309520" y="220316"/>
                  </a:lnTo>
                  <a:lnTo>
                    <a:pt x="312241" y="215734"/>
                  </a:lnTo>
                  <a:lnTo>
                    <a:pt x="314814" y="211068"/>
                  </a:lnTo>
                  <a:lnTo>
                    <a:pt x="317238" y="206321"/>
                  </a:lnTo>
                  <a:lnTo>
                    <a:pt x="319509" y="201501"/>
                  </a:lnTo>
                  <a:lnTo>
                    <a:pt x="321625" y="196610"/>
                  </a:lnTo>
                  <a:lnTo>
                    <a:pt x="323584" y="191654"/>
                  </a:lnTo>
                  <a:lnTo>
                    <a:pt x="325384" y="186638"/>
                  </a:lnTo>
                  <a:lnTo>
                    <a:pt x="327023" y="181568"/>
                  </a:lnTo>
                  <a:lnTo>
                    <a:pt x="328500" y="176447"/>
                  </a:lnTo>
                  <a:lnTo>
                    <a:pt x="329813" y="171283"/>
                  </a:lnTo>
                  <a:lnTo>
                    <a:pt x="330960" y="166079"/>
                  </a:lnTo>
                  <a:lnTo>
                    <a:pt x="331941" y="160841"/>
                  </a:lnTo>
                  <a:lnTo>
                    <a:pt x="332755" y="155574"/>
                  </a:lnTo>
                  <a:lnTo>
                    <a:pt x="333401" y="150285"/>
                  </a:lnTo>
                  <a:lnTo>
                    <a:pt x="333877" y="144977"/>
                  </a:lnTo>
                  <a:lnTo>
                    <a:pt x="334184" y="139657"/>
                  </a:lnTo>
                  <a:lnTo>
                    <a:pt x="334321" y="134330"/>
                  </a:lnTo>
                  <a:lnTo>
                    <a:pt x="334289" y="129001"/>
                  </a:lnTo>
                  <a:lnTo>
                    <a:pt x="334087" y="123676"/>
                  </a:lnTo>
                  <a:lnTo>
                    <a:pt x="333715" y="118360"/>
                  </a:lnTo>
                  <a:lnTo>
                    <a:pt x="333173" y="113058"/>
                  </a:lnTo>
                  <a:lnTo>
                    <a:pt x="167162" y="1326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166011" cy="167167"/>
            </a:xfrm>
            <a:custGeom>
              <a:avLst/>
              <a:pathLst>
                <a:path w="166011" h="167167">
                  <a:moveTo>
                    <a:pt x="166011" y="147540"/>
                  </a:moveTo>
                  <a:lnTo>
                    <a:pt x="165291" y="142190"/>
                  </a:lnTo>
                  <a:lnTo>
                    <a:pt x="164398" y="136867"/>
                  </a:lnTo>
                  <a:lnTo>
                    <a:pt x="163334" y="131575"/>
                  </a:lnTo>
                  <a:lnTo>
                    <a:pt x="162100" y="126320"/>
                  </a:lnTo>
                  <a:lnTo>
                    <a:pt x="160696" y="121108"/>
                  </a:lnTo>
                  <a:lnTo>
                    <a:pt x="159126" y="115944"/>
                  </a:lnTo>
                  <a:lnTo>
                    <a:pt x="157389" y="110833"/>
                  </a:lnTo>
                  <a:lnTo>
                    <a:pt x="155488" y="105781"/>
                  </a:lnTo>
                  <a:lnTo>
                    <a:pt x="153425" y="100793"/>
                  </a:lnTo>
                  <a:lnTo>
                    <a:pt x="151202" y="95874"/>
                  </a:lnTo>
                  <a:lnTo>
                    <a:pt x="148822" y="91029"/>
                  </a:lnTo>
                  <a:lnTo>
                    <a:pt x="146286" y="86264"/>
                  </a:lnTo>
                  <a:lnTo>
                    <a:pt x="143597" y="81583"/>
                  </a:lnTo>
                  <a:lnTo>
                    <a:pt x="140759" y="76992"/>
                  </a:lnTo>
                  <a:lnTo>
                    <a:pt x="137775" y="72494"/>
                  </a:lnTo>
                  <a:lnTo>
                    <a:pt x="134646" y="68095"/>
                  </a:lnTo>
                  <a:lnTo>
                    <a:pt x="131377" y="63800"/>
                  </a:lnTo>
                  <a:lnTo>
                    <a:pt x="127972" y="59612"/>
                  </a:lnTo>
                  <a:lnTo>
                    <a:pt x="124432" y="55536"/>
                  </a:lnTo>
                  <a:lnTo>
                    <a:pt x="120764" y="51577"/>
                  </a:lnTo>
                  <a:lnTo>
                    <a:pt x="116969" y="47738"/>
                  </a:lnTo>
                  <a:lnTo>
                    <a:pt x="113052" y="44024"/>
                  </a:lnTo>
                  <a:lnTo>
                    <a:pt x="109017" y="40438"/>
                  </a:lnTo>
                  <a:lnTo>
                    <a:pt x="104869" y="36985"/>
                  </a:lnTo>
                  <a:lnTo>
                    <a:pt x="100611" y="33667"/>
                  </a:lnTo>
                  <a:lnTo>
                    <a:pt x="96248" y="30488"/>
                  </a:lnTo>
                  <a:lnTo>
                    <a:pt x="91785" y="27452"/>
                  </a:lnTo>
                  <a:lnTo>
                    <a:pt x="87227" y="24561"/>
                  </a:lnTo>
                  <a:lnTo>
                    <a:pt x="82577" y="21819"/>
                  </a:lnTo>
                  <a:lnTo>
                    <a:pt x="77841" y="19229"/>
                  </a:lnTo>
                  <a:lnTo>
                    <a:pt x="73025" y="16793"/>
                  </a:lnTo>
                  <a:lnTo>
                    <a:pt x="68132" y="14514"/>
                  </a:lnTo>
                  <a:lnTo>
                    <a:pt x="63167" y="12394"/>
                  </a:lnTo>
                  <a:lnTo>
                    <a:pt x="58138" y="10435"/>
                  </a:lnTo>
                  <a:lnTo>
                    <a:pt x="53047" y="8640"/>
                  </a:lnTo>
                  <a:lnTo>
                    <a:pt x="47901" y="7010"/>
                  </a:lnTo>
                  <a:lnTo>
                    <a:pt x="42705" y="5547"/>
                  </a:lnTo>
                  <a:lnTo>
                    <a:pt x="37465" y="4252"/>
                  </a:lnTo>
                  <a:lnTo>
                    <a:pt x="32186" y="3127"/>
                  </a:lnTo>
                  <a:lnTo>
                    <a:pt x="26873" y="2174"/>
                  </a:lnTo>
                  <a:lnTo>
                    <a:pt x="21532" y="1392"/>
                  </a:lnTo>
                  <a:lnTo>
                    <a:pt x="16168" y="783"/>
                  </a:lnTo>
                  <a:lnTo>
                    <a:pt x="10788" y="348"/>
                  </a:lnTo>
                  <a:lnTo>
                    <a:pt x="539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56389" y="3707720"/>
              <a:ext cx="162622" cy="167167"/>
            </a:xfrm>
            <a:custGeom>
              <a:avLst/>
              <a:pathLst>
                <a:path w="162622" h="167167">
                  <a:moveTo>
                    <a:pt x="162622" y="0"/>
                  </a:moveTo>
                  <a:lnTo>
                    <a:pt x="157171" y="88"/>
                  </a:lnTo>
                  <a:lnTo>
                    <a:pt x="151726" y="355"/>
                  </a:lnTo>
                  <a:lnTo>
                    <a:pt x="146293" y="799"/>
                  </a:lnTo>
                  <a:lnTo>
                    <a:pt x="140877" y="1420"/>
                  </a:lnTo>
                  <a:lnTo>
                    <a:pt x="135484" y="2217"/>
                  </a:lnTo>
                  <a:lnTo>
                    <a:pt x="130121" y="3189"/>
                  </a:lnTo>
                  <a:lnTo>
                    <a:pt x="124791" y="4336"/>
                  </a:lnTo>
                  <a:lnTo>
                    <a:pt x="119502" y="5656"/>
                  </a:lnTo>
                  <a:lnTo>
                    <a:pt x="114259" y="7148"/>
                  </a:lnTo>
                  <a:lnTo>
                    <a:pt x="109067" y="8810"/>
                  </a:lnTo>
                  <a:lnTo>
                    <a:pt x="103932" y="10641"/>
                  </a:lnTo>
                  <a:lnTo>
                    <a:pt x="98860" y="12637"/>
                  </a:lnTo>
                  <a:lnTo>
                    <a:pt x="93855" y="14799"/>
                  </a:lnTo>
                  <a:lnTo>
                    <a:pt x="88924" y="17122"/>
                  </a:lnTo>
                  <a:lnTo>
                    <a:pt x="84071" y="19605"/>
                  </a:lnTo>
                  <a:lnTo>
                    <a:pt x="79301" y="22244"/>
                  </a:lnTo>
                  <a:lnTo>
                    <a:pt x="74620" y="25038"/>
                  </a:lnTo>
                  <a:lnTo>
                    <a:pt x="70032" y="27983"/>
                  </a:lnTo>
                  <a:lnTo>
                    <a:pt x="65544" y="31076"/>
                  </a:lnTo>
                  <a:lnTo>
                    <a:pt x="61158" y="34313"/>
                  </a:lnTo>
                  <a:lnTo>
                    <a:pt x="56880" y="37692"/>
                  </a:lnTo>
                  <a:lnTo>
                    <a:pt x="52715" y="41209"/>
                  </a:lnTo>
                  <a:lnTo>
                    <a:pt x="48666" y="44860"/>
                  </a:lnTo>
                  <a:lnTo>
                    <a:pt x="44739" y="48640"/>
                  </a:lnTo>
                  <a:lnTo>
                    <a:pt x="40937" y="52547"/>
                  </a:lnTo>
                  <a:lnTo>
                    <a:pt x="37264" y="56575"/>
                  </a:lnTo>
                  <a:lnTo>
                    <a:pt x="33725" y="60722"/>
                  </a:lnTo>
                  <a:lnTo>
                    <a:pt x="30323" y="64981"/>
                  </a:lnTo>
                  <a:lnTo>
                    <a:pt x="27061" y="69349"/>
                  </a:lnTo>
                  <a:lnTo>
                    <a:pt x="23944" y="73821"/>
                  </a:lnTo>
                  <a:lnTo>
                    <a:pt x="20974" y="78392"/>
                  </a:lnTo>
                  <a:lnTo>
                    <a:pt x="18155" y="83058"/>
                  </a:lnTo>
                  <a:lnTo>
                    <a:pt x="15489" y="87813"/>
                  </a:lnTo>
                  <a:lnTo>
                    <a:pt x="12980" y="92653"/>
                  </a:lnTo>
                  <a:lnTo>
                    <a:pt x="10630" y="97572"/>
                  </a:lnTo>
                  <a:lnTo>
                    <a:pt x="8442" y="102564"/>
                  </a:lnTo>
                  <a:lnTo>
                    <a:pt x="6417" y="107626"/>
                  </a:lnTo>
                  <a:lnTo>
                    <a:pt x="4559" y="112751"/>
                  </a:lnTo>
                  <a:lnTo>
                    <a:pt x="2869" y="117933"/>
                  </a:lnTo>
                  <a:lnTo>
                    <a:pt x="1348" y="123168"/>
                  </a:lnTo>
                  <a:lnTo>
                    <a:pt x="0" y="128450"/>
                  </a:lnTo>
                  <a:lnTo>
                    <a:pt x="16262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51855" y="3710850"/>
              <a:ext cx="334304" cy="331204"/>
            </a:xfrm>
            <a:custGeom>
              <a:avLst/>
              <a:pathLst>
                <a:path w="334304" h="331204">
                  <a:moveTo>
                    <a:pt x="4533" y="125320"/>
                  </a:moveTo>
                  <a:lnTo>
                    <a:pt x="3388" y="130491"/>
                  </a:lnTo>
                  <a:lnTo>
                    <a:pt x="2408" y="135696"/>
                  </a:lnTo>
                  <a:lnTo>
                    <a:pt x="1592" y="140928"/>
                  </a:lnTo>
                  <a:lnTo>
                    <a:pt x="944" y="146184"/>
                  </a:lnTo>
                  <a:lnTo>
                    <a:pt x="461" y="151458"/>
                  </a:lnTo>
                  <a:lnTo>
                    <a:pt x="147" y="156745"/>
                  </a:lnTo>
                  <a:lnTo>
                    <a:pt x="0" y="162039"/>
                  </a:lnTo>
                  <a:lnTo>
                    <a:pt x="20" y="167335"/>
                  </a:lnTo>
                  <a:lnTo>
                    <a:pt x="208" y="172628"/>
                  </a:lnTo>
                  <a:lnTo>
                    <a:pt x="564" y="177912"/>
                  </a:lnTo>
                  <a:lnTo>
                    <a:pt x="1087" y="183182"/>
                  </a:lnTo>
                  <a:lnTo>
                    <a:pt x="1777" y="188433"/>
                  </a:lnTo>
                  <a:lnTo>
                    <a:pt x="2633" y="193659"/>
                  </a:lnTo>
                  <a:lnTo>
                    <a:pt x="3654" y="198856"/>
                  </a:lnTo>
                  <a:lnTo>
                    <a:pt x="4839" y="204017"/>
                  </a:lnTo>
                  <a:lnTo>
                    <a:pt x="6187" y="209139"/>
                  </a:lnTo>
                  <a:lnTo>
                    <a:pt x="7696" y="214215"/>
                  </a:lnTo>
                  <a:lnTo>
                    <a:pt x="9366" y="219241"/>
                  </a:lnTo>
                  <a:lnTo>
                    <a:pt x="11194" y="224212"/>
                  </a:lnTo>
                  <a:lnTo>
                    <a:pt x="13178" y="229122"/>
                  </a:lnTo>
                  <a:lnTo>
                    <a:pt x="15317" y="233967"/>
                  </a:lnTo>
                  <a:lnTo>
                    <a:pt x="17608" y="238741"/>
                  </a:lnTo>
                  <a:lnTo>
                    <a:pt x="20050" y="243441"/>
                  </a:lnTo>
                  <a:lnTo>
                    <a:pt x="22639" y="248061"/>
                  </a:lnTo>
                  <a:lnTo>
                    <a:pt x="25373" y="252597"/>
                  </a:lnTo>
                  <a:lnTo>
                    <a:pt x="28249" y="257043"/>
                  </a:lnTo>
                  <a:lnTo>
                    <a:pt x="31265" y="261397"/>
                  </a:lnTo>
                  <a:lnTo>
                    <a:pt x="34417" y="265652"/>
                  </a:lnTo>
                  <a:lnTo>
                    <a:pt x="37703" y="269806"/>
                  </a:lnTo>
                  <a:lnTo>
                    <a:pt x="41118" y="273854"/>
                  </a:lnTo>
                  <a:lnTo>
                    <a:pt x="44660" y="277791"/>
                  </a:lnTo>
                  <a:lnTo>
                    <a:pt x="48325" y="281614"/>
                  </a:lnTo>
                  <a:lnTo>
                    <a:pt x="52109" y="285319"/>
                  </a:lnTo>
                  <a:lnTo>
                    <a:pt x="56009" y="288903"/>
                  </a:lnTo>
                  <a:lnTo>
                    <a:pt x="60020" y="292361"/>
                  </a:lnTo>
                  <a:lnTo>
                    <a:pt x="64138" y="295690"/>
                  </a:lnTo>
                  <a:lnTo>
                    <a:pt x="68360" y="298887"/>
                  </a:lnTo>
                  <a:lnTo>
                    <a:pt x="72682" y="301949"/>
                  </a:lnTo>
                  <a:lnTo>
                    <a:pt x="77098" y="304872"/>
                  </a:lnTo>
                  <a:lnTo>
                    <a:pt x="81604" y="307654"/>
                  </a:lnTo>
                  <a:lnTo>
                    <a:pt x="86196" y="310292"/>
                  </a:lnTo>
                  <a:lnTo>
                    <a:pt x="90870" y="312783"/>
                  </a:lnTo>
                  <a:lnTo>
                    <a:pt x="95620" y="315125"/>
                  </a:lnTo>
                  <a:lnTo>
                    <a:pt x="100442" y="317315"/>
                  </a:lnTo>
                  <a:lnTo>
                    <a:pt x="105330" y="319352"/>
                  </a:lnTo>
                  <a:lnTo>
                    <a:pt x="110281" y="321232"/>
                  </a:lnTo>
                  <a:lnTo>
                    <a:pt x="115289" y="322955"/>
                  </a:lnTo>
                  <a:lnTo>
                    <a:pt x="120349" y="324518"/>
                  </a:lnTo>
                  <a:lnTo>
                    <a:pt x="125456" y="325920"/>
                  </a:lnTo>
                  <a:lnTo>
                    <a:pt x="130605" y="327160"/>
                  </a:lnTo>
                  <a:lnTo>
                    <a:pt x="135791" y="328236"/>
                  </a:lnTo>
                  <a:lnTo>
                    <a:pt x="141008" y="329147"/>
                  </a:lnTo>
                  <a:lnTo>
                    <a:pt x="146251" y="329892"/>
                  </a:lnTo>
                  <a:lnTo>
                    <a:pt x="151515" y="330471"/>
                  </a:lnTo>
                  <a:lnTo>
                    <a:pt x="156795" y="330883"/>
                  </a:lnTo>
                  <a:lnTo>
                    <a:pt x="162086" y="331128"/>
                  </a:lnTo>
                  <a:lnTo>
                    <a:pt x="167381" y="331204"/>
                  </a:lnTo>
                  <a:lnTo>
                    <a:pt x="172676" y="331113"/>
                  </a:lnTo>
                  <a:lnTo>
                    <a:pt x="177966" y="330855"/>
                  </a:lnTo>
                  <a:lnTo>
                    <a:pt x="183245" y="330428"/>
                  </a:lnTo>
                  <a:lnTo>
                    <a:pt x="188507" y="329835"/>
                  </a:lnTo>
                  <a:lnTo>
                    <a:pt x="193749" y="329076"/>
                  </a:lnTo>
                  <a:lnTo>
                    <a:pt x="198963" y="328150"/>
                  </a:lnTo>
                  <a:lnTo>
                    <a:pt x="204146" y="327060"/>
                  </a:lnTo>
                  <a:lnTo>
                    <a:pt x="209291" y="325807"/>
                  </a:lnTo>
                  <a:lnTo>
                    <a:pt x="214394" y="324391"/>
                  </a:lnTo>
                  <a:lnTo>
                    <a:pt x="219450" y="322814"/>
                  </a:lnTo>
                  <a:lnTo>
                    <a:pt x="224453" y="321078"/>
                  </a:lnTo>
                  <a:lnTo>
                    <a:pt x="229399" y="319184"/>
                  </a:lnTo>
                  <a:lnTo>
                    <a:pt x="234283" y="317135"/>
                  </a:lnTo>
                  <a:lnTo>
                    <a:pt x="239098" y="314931"/>
                  </a:lnTo>
                  <a:lnTo>
                    <a:pt x="243842" y="312577"/>
                  </a:lnTo>
                  <a:lnTo>
                    <a:pt x="248509" y="310073"/>
                  </a:lnTo>
                  <a:lnTo>
                    <a:pt x="253094" y="307423"/>
                  </a:lnTo>
                  <a:lnTo>
                    <a:pt x="257593" y="304628"/>
                  </a:lnTo>
                  <a:lnTo>
                    <a:pt x="262001" y="301693"/>
                  </a:lnTo>
                  <a:lnTo>
                    <a:pt x="266314" y="298620"/>
                  </a:lnTo>
                  <a:lnTo>
                    <a:pt x="270527" y="295411"/>
                  </a:lnTo>
                  <a:lnTo>
                    <a:pt x="274637" y="292071"/>
                  </a:lnTo>
                  <a:lnTo>
                    <a:pt x="278639" y="288602"/>
                  </a:lnTo>
                  <a:lnTo>
                    <a:pt x="282529" y="285008"/>
                  </a:lnTo>
                  <a:lnTo>
                    <a:pt x="286303" y="281292"/>
                  </a:lnTo>
                  <a:lnTo>
                    <a:pt x="289957" y="277459"/>
                  </a:lnTo>
                  <a:lnTo>
                    <a:pt x="293488" y="273512"/>
                  </a:lnTo>
                  <a:lnTo>
                    <a:pt x="296893" y="269456"/>
                  </a:lnTo>
                  <a:lnTo>
                    <a:pt x="300167" y="265293"/>
                  </a:lnTo>
                  <a:lnTo>
                    <a:pt x="303308" y="261029"/>
                  </a:lnTo>
                  <a:lnTo>
                    <a:pt x="306312" y="256667"/>
                  </a:lnTo>
                  <a:lnTo>
                    <a:pt x="309176" y="252213"/>
                  </a:lnTo>
                  <a:lnTo>
                    <a:pt x="311898" y="247670"/>
                  </a:lnTo>
                  <a:lnTo>
                    <a:pt x="314474" y="243043"/>
                  </a:lnTo>
                  <a:lnTo>
                    <a:pt x="316903" y="238337"/>
                  </a:lnTo>
                  <a:lnTo>
                    <a:pt x="319182" y="233556"/>
                  </a:lnTo>
                  <a:lnTo>
                    <a:pt x="321307" y="228705"/>
                  </a:lnTo>
                  <a:lnTo>
                    <a:pt x="323279" y="223790"/>
                  </a:lnTo>
                  <a:lnTo>
                    <a:pt x="325093" y="218814"/>
                  </a:lnTo>
                  <a:lnTo>
                    <a:pt x="326749" y="213784"/>
                  </a:lnTo>
                  <a:lnTo>
                    <a:pt x="328245" y="208703"/>
                  </a:lnTo>
                  <a:lnTo>
                    <a:pt x="329579" y="203578"/>
                  </a:lnTo>
                  <a:lnTo>
                    <a:pt x="330750" y="198413"/>
                  </a:lnTo>
                  <a:lnTo>
                    <a:pt x="331757" y="193214"/>
                  </a:lnTo>
                  <a:lnTo>
                    <a:pt x="332598" y="187985"/>
                  </a:lnTo>
                  <a:lnTo>
                    <a:pt x="333274" y="182733"/>
                  </a:lnTo>
                  <a:lnTo>
                    <a:pt x="333783" y="177461"/>
                  </a:lnTo>
                  <a:lnTo>
                    <a:pt x="334124" y="172176"/>
                  </a:lnTo>
                  <a:lnTo>
                    <a:pt x="334298" y="166883"/>
                  </a:lnTo>
                  <a:lnTo>
                    <a:pt x="334304" y="161587"/>
                  </a:lnTo>
                  <a:lnTo>
                    <a:pt x="334143" y="156294"/>
                  </a:lnTo>
                  <a:lnTo>
                    <a:pt x="333814" y="151008"/>
                  </a:lnTo>
                  <a:lnTo>
                    <a:pt x="333318" y="145735"/>
                  </a:lnTo>
                  <a:lnTo>
                    <a:pt x="332654" y="140481"/>
                  </a:lnTo>
                  <a:lnTo>
                    <a:pt x="331825" y="135250"/>
                  </a:lnTo>
                  <a:lnTo>
                    <a:pt x="330831" y="130048"/>
                  </a:lnTo>
                  <a:lnTo>
                    <a:pt x="329672" y="124881"/>
                  </a:lnTo>
                  <a:lnTo>
                    <a:pt x="328350" y="119752"/>
                  </a:lnTo>
                  <a:lnTo>
                    <a:pt x="326866" y="114669"/>
                  </a:lnTo>
                  <a:lnTo>
                    <a:pt x="325222" y="109634"/>
                  </a:lnTo>
                  <a:lnTo>
                    <a:pt x="323420" y="104654"/>
                  </a:lnTo>
                  <a:lnTo>
                    <a:pt x="321460" y="99734"/>
                  </a:lnTo>
                  <a:lnTo>
                    <a:pt x="319346" y="94879"/>
                  </a:lnTo>
                  <a:lnTo>
                    <a:pt x="317079" y="90092"/>
                  </a:lnTo>
                  <a:lnTo>
                    <a:pt x="314661" y="85380"/>
                  </a:lnTo>
                  <a:lnTo>
                    <a:pt x="312096" y="80747"/>
                  </a:lnTo>
                  <a:lnTo>
                    <a:pt x="309385" y="76198"/>
                  </a:lnTo>
                  <a:lnTo>
                    <a:pt x="306531" y="71737"/>
                  </a:lnTo>
                  <a:lnTo>
                    <a:pt x="303537" y="67368"/>
                  </a:lnTo>
                  <a:lnTo>
                    <a:pt x="300406" y="63096"/>
                  </a:lnTo>
                  <a:lnTo>
                    <a:pt x="297142" y="58926"/>
                  </a:lnTo>
                  <a:lnTo>
                    <a:pt x="293747" y="54861"/>
                  </a:lnTo>
                  <a:lnTo>
                    <a:pt x="290225" y="50906"/>
                  </a:lnTo>
                  <a:lnTo>
                    <a:pt x="286580" y="47064"/>
                  </a:lnTo>
                  <a:lnTo>
                    <a:pt x="282815" y="43340"/>
                  </a:lnTo>
                  <a:lnTo>
                    <a:pt x="278933" y="39737"/>
                  </a:lnTo>
                  <a:lnTo>
                    <a:pt x="274940" y="36259"/>
                  </a:lnTo>
                  <a:lnTo>
                    <a:pt x="270838" y="32908"/>
                  </a:lnTo>
                  <a:lnTo>
                    <a:pt x="266633" y="29690"/>
                  </a:lnTo>
                  <a:lnTo>
                    <a:pt x="262327" y="26606"/>
                  </a:lnTo>
                  <a:lnTo>
                    <a:pt x="257926" y="23660"/>
                  </a:lnTo>
                  <a:lnTo>
                    <a:pt x="253434" y="20855"/>
                  </a:lnTo>
                  <a:lnTo>
                    <a:pt x="248855" y="18194"/>
                  </a:lnTo>
                  <a:lnTo>
                    <a:pt x="244194" y="15680"/>
                  </a:lnTo>
                  <a:lnTo>
                    <a:pt x="239456" y="13314"/>
                  </a:lnTo>
                  <a:lnTo>
                    <a:pt x="234645" y="11099"/>
                  </a:lnTo>
                  <a:lnTo>
                    <a:pt x="229767" y="9038"/>
                  </a:lnTo>
                  <a:lnTo>
                    <a:pt x="224825" y="7132"/>
                  </a:lnTo>
                  <a:lnTo>
                    <a:pt x="219826" y="5384"/>
                  </a:lnTo>
                  <a:lnTo>
                    <a:pt x="214774" y="3795"/>
                  </a:lnTo>
                  <a:lnTo>
                    <a:pt x="209674" y="2367"/>
                  </a:lnTo>
                  <a:lnTo>
                    <a:pt x="204532" y="1102"/>
                  </a:lnTo>
                  <a:lnTo>
                    <a:pt x="199352" y="0"/>
                  </a:lnTo>
                  <a:lnTo>
                    <a:pt x="167155" y="1640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32196" cy="167167"/>
            </a:xfrm>
            <a:custGeom>
              <a:avLst/>
              <a:pathLst>
                <a:path w="32196" h="167167">
                  <a:moveTo>
                    <a:pt x="32196" y="3129"/>
                  </a:moveTo>
                  <a:lnTo>
                    <a:pt x="25815" y="2005"/>
                  </a:lnTo>
                  <a:lnTo>
                    <a:pt x="19395" y="1129"/>
                  </a:lnTo>
                  <a:lnTo>
                    <a:pt x="12946" y="502"/>
                  </a:lnTo>
                  <a:lnTo>
                    <a:pt x="6478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tx75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7" name="tx75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2025-06-06T03:08:18Z</dcterms:modified>
  <cp:category/>
</cp:coreProperties>
</file>