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038317" y="271051"/>
              <a:ext cx="143312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2018_non_BLSE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1305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1616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089224" y="1349502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10613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636505" y="1316329"/>
              <a:ext cx="180211" cy="95277"/>
            </a:xfrm>
            <a:custGeom>
              <a:avLst/>
              <a:pathLst>
                <a:path w="180211" h="95277">
                  <a:moveTo>
                    <a:pt x="180211" y="0"/>
                  </a:moveTo>
                  <a:lnTo>
                    <a:pt x="0" y="95277"/>
                  </a:lnTo>
                </a:path>
              </a:pathLst>
            </a:custGeom>
            <a:ln w="1193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1146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15350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179703" y="1168319"/>
              <a:ext cx="685175" cy="261761"/>
            </a:xfrm>
            <a:custGeom>
              <a:avLst/>
              <a:pathLst>
                <a:path w="685175" h="261761">
                  <a:moveTo>
                    <a:pt x="685175" y="261761"/>
                  </a:moveTo>
                  <a:lnTo>
                    <a:pt x="0" y="0"/>
                  </a:lnTo>
                </a:path>
              </a:pathLst>
            </a:custGeom>
            <a:ln w="21171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2311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24237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1844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2115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2496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655888" y="1489739"/>
              <a:ext cx="2197983" cy="0"/>
            </a:xfrm>
            <a:custGeom>
              <a:avLst/>
              <a:pathLst>
                <a:path w="2197983" h="0">
                  <a:moveTo>
                    <a:pt x="2197983" y="0"/>
                  </a:moveTo>
                  <a:lnTo>
                    <a:pt x="0" y="0"/>
                  </a:lnTo>
                </a:path>
              </a:pathLst>
            </a:custGeom>
            <a:ln w="3110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13709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12904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25257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4130432" y="1128956"/>
              <a:ext cx="727181" cy="88944"/>
            </a:xfrm>
            <a:custGeom>
              <a:avLst/>
              <a:pathLst>
                <a:path w="727181" h="88944">
                  <a:moveTo>
                    <a:pt x="727181" y="0"/>
                  </a:moveTo>
                  <a:lnTo>
                    <a:pt x="0" y="88944"/>
                  </a:lnTo>
                </a:path>
              </a:pathLst>
            </a:custGeom>
            <a:ln w="24522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1657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1686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2566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2950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30209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185785" y="1148943"/>
              <a:ext cx="197231" cy="48970"/>
            </a:xfrm>
            <a:custGeom>
              <a:avLst/>
              <a:pathLst>
                <a:path w="197231" h="48970">
                  <a:moveTo>
                    <a:pt x="197231" y="48970"/>
                  </a:moveTo>
                  <a:lnTo>
                    <a:pt x="0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3654651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0"/>
                  </a:moveTo>
                  <a:lnTo>
                    <a:pt x="0" y="210951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6982188" y="3170392"/>
              <a:ext cx="1590" cy="167167"/>
            </a:xfrm>
            <a:custGeom>
              <a:avLst/>
              <a:pathLst>
                <a:path w="1590" h="167167">
                  <a:moveTo>
                    <a:pt x="1590" y="0"/>
                  </a:moveTo>
                  <a:lnTo>
                    <a:pt x="0" y="7"/>
                  </a:lnTo>
                  <a:lnTo>
                    <a:pt x="159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g33"/>
            <p:cNvSpPr/>
            <p:nvPr/>
          </p:nvSpPr>
          <p:spPr>
            <a:xfrm>
              <a:off x="6982188" y="3170400"/>
              <a:ext cx="1590" cy="167159"/>
            </a:xfrm>
            <a:custGeom>
              <a:avLst/>
              <a:pathLst>
                <a:path w="1590" h="167159">
                  <a:moveTo>
                    <a:pt x="0" y="0"/>
                  </a:moveTo>
                  <a:lnTo>
                    <a:pt x="1590" y="167159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g34"/>
            <p:cNvSpPr/>
            <p:nvPr/>
          </p:nvSpPr>
          <p:spPr>
            <a:xfrm>
              <a:off x="6982188" y="3170400"/>
              <a:ext cx="1590" cy="167159"/>
            </a:xfrm>
            <a:custGeom>
              <a:avLst/>
              <a:pathLst>
                <a:path w="1590" h="167159">
                  <a:moveTo>
                    <a:pt x="0" y="0"/>
                  </a:moveTo>
                  <a:lnTo>
                    <a:pt x="1590" y="167159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g35"/>
            <p:cNvSpPr/>
            <p:nvPr/>
          </p:nvSpPr>
          <p:spPr>
            <a:xfrm>
              <a:off x="6982188" y="3170400"/>
              <a:ext cx="1590" cy="167159"/>
            </a:xfrm>
            <a:custGeom>
              <a:avLst/>
              <a:pathLst>
                <a:path w="1590" h="167159">
                  <a:moveTo>
                    <a:pt x="0" y="0"/>
                  </a:moveTo>
                  <a:lnTo>
                    <a:pt x="1590" y="167159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6982188" y="3170400"/>
              <a:ext cx="1590" cy="167159"/>
            </a:xfrm>
            <a:custGeom>
              <a:avLst/>
              <a:pathLst>
                <a:path w="1590" h="167159">
                  <a:moveTo>
                    <a:pt x="0" y="0"/>
                  </a:moveTo>
                  <a:lnTo>
                    <a:pt x="1590" y="16715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g37"/>
            <p:cNvSpPr/>
            <p:nvPr/>
          </p:nvSpPr>
          <p:spPr>
            <a:xfrm>
              <a:off x="6982188" y="3170400"/>
              <a:ext cx="1590" cy="167159"/>
            </a:xfrm>
            <a:custGeom>
              <a:avLst/>
              <a:pathLst>
                <a:path w="1590" h="167159">
                  <a:moveTo>
                    <a:pt x="0" y="0"/>
                  </a:moveTo>
                  <a:lnTo>
                    <a:pt x="1590" y="16715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g38"/>
            <p:cNvSpPr/>
            <p:nvPr/>
          </p:nvSpPr>
          <p:spPr>
            <a:xfrm>
              <a:off x="6982188" y="3170400"/>
              <a:ext cx="1590" cy="167159"/>
            </a:xfrm>
            <a:custGeom>
              <a:avLst/>
              <a:pathLst>
                <a:path w="1590" h="167159">
                  <a:moveTo>
                    <a:pt x="0" y="0"/>
                  </a:moveTo>
                  <a:lnTo>
                    <a:pt x="1590" y="16715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g39"/>
            <p:cNvSpPr/>
            <p:nvPr/>
          </p:nvSpPr>
          <p:spPr>
            <a:xfrm>
              <a:off x="6982188" y="3170400"/>
              <a:ext cx="1590" cy="167159"/>
            </a:xfrm>
            <a:custGeom>
              <a:avLst/>
              <a:pathLst>
                <a:path w="1590" h="167159">
                  <a:moveTo>
                    <a:pt x="0" y="0"/>
                  </a:moveTo>
                  <a:lnTo>
                    <a:pt x="1590" y="16715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6982188" y="3170400"/>
              <a:ext cx="1590" cy="167159"/>
            </a:xfrm>
            <a:custGeom>
              <a:avLst/>
              <a:pathLst>
                <a:path w="1590" h="167159">
                  <a:moveTo>
                    <a:pt x="0" y="0"/>
                  </a:moveTo>
                  <a:lnTo>
                    <a:pt x="1590" y="16715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6982188" y="3170400"/>
              <a:ext cx="1590" cy="167159"/>
            </a:xfrm>
            <a:custGeom>
              <a:avLst/>
              <a:pathLst>
                <a:path w="1590" h="167159">
                  <a:moveTo>
                    <a:pt x="0" y="0"/>
                  </a:moveTo>
                  <a:lnTo>
                    <a:pt x="1590" y="16715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6982188" y="3170400"/>
              <a:ext cx="1590" cy="167159"/>
            </a:xfrm>
            <a:custGeom>
              <a:avLst/>
              <a:pathLst>
                <a:path w="1590" h="167159">
                  <a:moveTo>
                    <a:pt x="0" y="0"/>
                  </a:moveTo>
                  <a:lnTo>
                    <a:pt x="1590" y="16715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6982188" y="3170400"/>
              <a:ext cx="1590" cy="167159"/>
            </a:xfrm>
            <a:custGeom>
              <a:avLst/>
              <a:pathLst>
                <a:path w="1590" h="167159">
                  <a:moveTo>
                    <a:pt x="0" y="0"/>
                  </a:moveTo>
                  <a:lnTo>
                    <a:pt x="1590" y="16715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6982188" y="3170400"/>
              <a:ext cx="1590" cy="167159"/>
            </a:xfrm>
            <a:custGeom>
              <a:avLst/>
              <a:pathLst>
                <a:path w="1590" h="167159">
                  <a:moveTo>
                    <a:pt x="0" y="0"/>
                  </a:moveTo>
                  <a:lnTo>
                    <a:pt x="1590" y="1671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6982188" y="3170400"/>
              <a:ext cx="1590" cy="167159"/>
            </a:xfrm>
            <a:custGeom>
              <a:avLst/>
              <a:pathLst>
                <a:path w="1590" h="167159">
                  <a:moveTo>
                    <a:pt x="0" y="0"/>
                  </a:moveTo>
                  <a:lnTo>
                    <a:pt x="1590" y="1671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6982188" y="3170400"/>
              <a:ext cx="1590" cy="167159"/>
            </a:xfrm>
            <a:custGeom>
              <a:avLst/>
              <a:pathLst>
                <a:path w="1590" h="167159">
                  <a:moveTo>
                    <a:pt x="0" y="0"/>
                  </a:moveTo>
                  <a:lnTo>
                    <a:pt x="1590" y="1671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6982188" y="3170400"/>
              <a:ext cx="1590" cy="167159"/>
            </a:xfrm>
            <a:custGeom>
              <a:avLst/>
              <a:pathLst>
                <a:path w="1590" h="167159">
                  <a:moveTo>
                    <a:pt x="0" y="0"/>
                  </a:moveTo>
                  <a:lnTo>
                    <a:pt x="1590" y="1671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6982188" y="3170400"/>
              <a:ext cx="1590" cy="167159"/>
            </a:xfrm>
            <a:custGeom>
              <a:avLst/>
              <a:pathLst>
                <a:path w="1590" h="167159">
                  <a:moveTo>
                    <a:pt x="0" y="0"/>
                  </a:moveTo>
                  <a:lnTo>
                    <a:pt x="1590" y="16715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6982188" y="3170400"/>
              <a:ext cx="1590" cy="167159"/>
            </a:xfrm>
            <a:custGeom>
              <a:avLst/>
              <a:pathLst>
                <a:path w="1590" h="167159">
                  <a:moveTo>
                    <a:pt x="0" y="0"/>
                  </a:moveTo>
                  <a:lnTo>
                    <a:pt x="1590" y="16715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6982188" y="3170400"/>
              <a:ext cx="1590" cy="167159"/>
            </a:xfrm>
            <a:custGeom>
              <a:avLst/>
              <a:pathLst>
                <a:path w="1590" h="167159">
                  <a:moveTo>
                    <a:pt x="0" y="0"/>
                  </a:moveTo>
                  <a:lnTo>
                    <a:pt x="1590" y="16715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6982188" y="3170400"/>
              <a:ext cx="1590" cy="167159"/>
            </a:xfrm>
            <a:custGeom>
              <a:avLst/>
              <a:pathLst>
                <a:path w="1590" h="167159">
                  <a:moveTo>
                    <a:pt x="0" y="0"/>
                  </a:moveTo>
                  <a:lnTo>
                    <a:pt x="1590" y="16715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6982188" y="3170400"/>
              <a:ext cx="1590" cy="167159"/>
            </a:xfrm>
            <a:custGeom>
              <a:avLst/>
              <a:pathLst>
                <a:path w="1590" h="167159">
                  <a:moveTo>
                    <a:pt x="0" y="0"/>
                  </a:moveTo>
                  <a:lnTo>
                    <a:pt x="1590" y="1671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6982188" y="3170400"/>
              <a:ext cx="1590" cy="167159"/>
            </a:xfrm>
            <a:custGeom>
              <a:avLst/>
              <a:pathLst>
                <a:path w="1590" h="167159">
                  <a:moveTo>
                    <a:pt x="0" y="0"/>
                  </a:moveTo>
                  <a:lnTo>
                    <a:pt x="1590" y="1671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6982188" y="3170400"/>
              <a:ext cx="1590" cy="167159"/>
            </a:xfrm>
            <a:custGeom>
              <a:avLst/>
              <a:pathLst>
                <a:path w="1590" h="167159">
                  <a:moveTo>
                    <a:pt x="0" y="0"/>
                  </a:moveTo>
                  <a:lnTo>
                    <a:pt x="1590" y="1671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6982188" y="3170400"/>
              <a:ext cx="1590" cy="167159"/>
            </a:xfrm>
            <a:custGeom>
              <a:avLst/>
              <a:pathLst>
                <a:path w="1590" h="167159">
                  <a:moveTo>
                    <a:pt x="0" y="0"/>
                  </a:moveTo>
                  <a:lnTo>
                    <a:pt x="1590" y="1671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6982188" y="3170400"/>
              <a:ext cx="1590" cy="167159"/>
            </a:xfrm>
            <a:custGeom>
              <a:avLst/>
              <a:pathLst>
                <a:path w="1590" h="167159">
                  <a:moveTo>
                    <a:pt x="0" y="0"/>
                  </a:moveTo>
                  <a:lnTo>
                    <a:pt x="1590" y="16715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6982188" y="3170400"/>
              <a:ext cx="1590" cy="167159"/>
            </a:xfrm>
            <a:custGeom>
              <a:avLst/>
              <a:pathLst>
                <a:path w="1590" h="167159">
                  <a:moveTo>
                    <a:pt x="0" y="0"/>
                  </a:moveTo>
                  <a:lnTo>
                    <a:pt x="1590" y="16715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6816617" y="3170400"/>
              <a:ext cx="334318" cy="334324"/>
            </a:xfrm>
            <a:custGeom>
              <a:avLst/>
              <a:pathLst>
                <a:path w="334318" h="334324">
                  <a:moveTo>
                    <a:pt x="165571" y="0"/>
                  </a:moveTo>
                  <a:lnTo>
                    <a:pt x="160274" y="134"/>
                  </a:lnTo>
                  <a:lnTo>
                    <a:pt x="154983" y="436"/>
                  </a:lnTo>
                  <a:lnTo>
                    <a:pt x="149705" y="906"/>
                  </a:lnTo>
                  <a:lnTo>
                    <a:pt x="144445" y="1543"/>
                  </a:lnTo>
                  <a:lnTo>
                    <a:pt x="139208" y="2346"/>
                  </a:lnTo>
                  <a:lnTo>
                    <a:pt x="133998" y="3315"/>
                  </a:lnTo>
                  <a:lnTo>
                    <a:pt x="128822" y="4448"/>
                  </a:lnTo>
                  <a:lnTo>
                    <a:pt x="123684" y="5745"/>
                  </a:lnTo>
                  <a:lnTo>
                    <a:pt x="118590" y="7204"/>
                  </a:lnTo>
                  <a:lnTo>
                    <a:pt x="113545" y="8824"/>
                  </a:lnTo>
                  <a:lnTo>
                    <a:pt x="108554" y="10602"/>
                  </a:lnTo>
                  <a:lnTo>
                    <a:pt x="103622" y="12538"/>
                  </a:lnTo>
                  <a:lnTo>
                    <a:pt x="98753" y="14630"/>
                  </a:lnTo>
                  <a:lnTo>
                    <a:pt x="93953" y="16875"/>
                  </a:lnTo>
                  <a:lnTo>
                    <a:pt x="89227" y="19270"/>
                  </a:lnTo>
                  <a:lnTo>
                    <a:pt x="84579" y="21815"/>
                  </a:lnTo>
                  <a:lnTo>
                    <a:pt x="80014" y="24505"/>
                  </a:lnTo>
                  <a:lnTo>
                    <a:pt x="75537" y="27339"/>
                  </a:lnTo>
                  <a:lnTo>
                    <a:pt x="71151" y="30313"/>
                  </a:lnTo>
                  <a:lnTo>
                    <a:pt x="66862" y="33425"/>
                  </a:lnTo>
                  <a:lnTo>
                    <a:pt x="62674" y="36671"/>
                  </a:lnTo>
                  <a:lnTo>
                    <a:pt x="58591" y="40048"/>
                  </a:lnTo>
                  <a:lnTo>
                    <a:pt x="54617" y="43553"/>
                  </a:lnTo>
                  <a:lnTo>
                    <a:pt x="50756" y="47182"/>
                  </a:lnTo>
                  <a:lnTo>
                    <a:pt x="47012" y="50931"/>
                  </a:lnTo>
                  <a:lnTo>
                    <a:pt x="43389" y="54797"/>
                  </a:lnTo>
                  <a:lnTo>
                    <a:pt x="39890" y="58777"/>
                  </a:lnTo>
                  <a:lnTo>
                    <a:pt x="36518" y="62865"/>
                  </a:lnTo>
                  <a:lnTo>
                    <a:pt x="33279" y="67058"/>
                  </a:lnTo>
                  <a:lnTo>
                    <a:pt x="30173" y="71351"/>
                  </a:lnTo>
                  <a:lnTo>
                    <a:pt x="27206" y="75741"/>
                  </a:lnTo>
                  <a:lnTo>
                    <a:pt x="24379" y="80223"/>
                  </a:lnTo>
                  <a:lnTo>
                    <a:pt x="21695" y="84792"/>
                  </a:lnTo>
                  <a:lnTo>
                    <a:pt x="19158" y="89443"/>
                  </a:lnTo>
                  <a:lnTo>
                    <a:pt x="16769" y="94173"/>
                  </a:lnTo>
                  <a:lnTo>
                    <a:pt x="14531" y="98976"/>
                  </a:lnTo>
                  <a:lnTo>
                    <a:pt x="12447" y="103848"/>
                  </a:lnTo>
                  <a:lnTo>
                    <a:pt x="10518" y="108783"/>
                  </a:lnTo>
                  <a:lnTo>
                    <a:pt x="8747" y="113777"/>
                  </a:lnTo>
                  <a:lnTo>
                    <a:pt x="7134" y="118825"/>
                  </a:lnTo>
                  <a:lnTo>
                    <a:pt x="5683" y="123921"/>
                  </a:lnTo>
                  <a:lnTo>
                    <a:pt x="4394" y="129060"/>
                  </a:lnTo>
                  <a:lnTo>
                    <a:pt x="3268" y="134238"/>
                  </a:lnTo>
                  <a:lnTo>
                    <a:pt x="2307" y="139449"/>
                  </a:lnTo>
                  <a:lnTo>
                    <a:pt x="1511" y="144688"/>
                  </a:lnTo>
                  <a:lnTo>
                    <a:pt x="882" y="149949"/>
                  </a:lnTo>
                  <a:lnTo>
                    <a:pt x="420" y="155228"/>
                  </a:lnTo>
                  <a:lnTo>
                    <a:pt x="126" y="160518"/>
                  </a:lnTo>
                  <a:lnTo>
                    <a:pt x="0" y="165815"/>
                  </a:lnTo>
                  <a:lnTo>
                    <a:pt x="41" y="171114"/>
                  </a:lnTo>
                  <a:lnTo>
                    <a:pt x="250" y="176409"/>
                  </a:lnTo>
                  <a:lnTo>
                    <a:pt x="627" y="181694"/>
                  </a:lnTo>
                  <a:lnTo>
                    <a:pt x="1171" y="186965"/>
                  </a:lnTo>
                  <a:lnTo>
                    <a:pt x="1883" y="192216"/>
                  </a:lnTo>
                  <a:lnTo>
                    <a:pt x="2760" y="197441"/>
                  </a:lnTo>
                  <a:lnTo>
                    <a:pt x="3802" y="202637"/>
                  </a:lnTo>
                  <a:lnTo>
                    <a:pt x="5009" y="207796"/>
                  </a:lnTo>
                  <a:lnTo>
                    <a:pt x="6378" y="212915"/>
                  </a:lnTo>
                  <a:lnTo>
                    <a:pt x="7909" y="217988"/>
                  </a:lnTo>
                  <a:lnTo>
                    <a:pt x="9600" y="223009"/>
                  </a:lnTo>
                  <a:lnTo>
                    <a:pt x="11449" y="227975"/>
                  </a:lnTo>
                  <a:lnTo>
                    <a:pt x="13455" y="232880"/>
                  </a:lnTo>
                  <a:lnTo>
                    <a:pt x="15615" y="237718"/>
                  </a:lnTo>
                  <a:lnTo>
                    <a:pt x="17927" y="242486"/>
                  </a:lnTo>
                  <a:lnTo>
                    <a:pt x="20389" y="247178"/>
                  </a:lnTo>
                  <a:lnTo>
                    <a:pt x="22999" y="251789"/>
                  </a:lnTo>
                  <a:lnTo>
                    <a:pt x="25754" y="256316"/>
                  </a:lnTo>
                  <a:lnTo>
                    <a:pt x="28651" y="260753"/>
                  </a:lnTo>
                  <a:lnTo>
                    <a:pt x="31686" y="265095"/>
                  </a:lnTo>
                  <a:lnTo>
                    <a:pt x="34858" y="269340"/>
                  </a:lnTo>
                  <a:lnTo>
                    <a:pt x="38163" y="273482"/>
                  </a:lnTo>
                  <a:lnTo>
                    <a:pt x="41598" y="277517"/>
                  </a:lnTo>
                  <a:lnTo>
                    <a:pt x="45159" y="281441"/>
                  </a:lnTo>
                  <a:lnTo>
                    <a:pt x="48842" y="285250"/>
                  </a:lnTo>
                  <a:lnTo>
                    <a:pt x="52644" y="288941"/>
                  </a:lnTo>
                  <a:lnTo>
                    <a:pt x="56561" y="292509"/>
                  </a:lnTo>
                  <a:lnTo>
                    <a:pt x="60590" y="295951"/>
                  </a:lnTo>
                  <a:lnTo>
                    <a:pt x="64725" y="299264"/>
                  </a:lnTo>
                  <a:lnTo>
                    <a:pt x="68963" y="302444"/>
                  </a:lnTo>
                  <a:lnTo>
                    <a:pt x="73300" y="305489"/>
                  </a:lnTo>
                  <a:lnTo>
                    <a:pt x="77732" y="308394"/>
                  </a:lnTo>
                  <a:lnTo>
                    <a:pt x="82253" y="311157"/>
                  </a:lnTo>
                  <a:lnTo>
                    <a:pt x="86859" y="313776"/>
                  </a:lnTo>
                  <a:lnTo>
                    <a:pt x="91546" y="316248"/>
                  </a:lnTo>
                  <a:lnTo>
                    <a:pt x="96309" y="318569"/>
                  </a:lnTo>
                  <a:lnTo>
                    <a:pt x="101144" y="320739"/>
                  </a:lnTo>
                  <a:lnTo>
                    <a:pt x="106044" y="322754"/>
                  </a:lnTo>
                  <a:lnTo>
                    <a:pt x="111006" y="324613"/>
                  </a:lnTo>
                  <a:lnTo>
                    <a:pt x="116025" y="326313"/>
                  </a:lnTo>
                  <a:lnTo>
                    <a:pt x="121095" y="327854"/>
                  </a:lnTo>
                  <a:lnTo>
                    <a:pt x="126211" y="329233"/>
                  </a:lnTo>
                  <a:lnTo>
                    <a:pt x="131368" y="330450"/>
                  </a:lnTo>
                  <a:lnTo>
                    <a:pt x="136561" y="331502"/>
                  </a:lnTo>
                  <a:lnTo>
                    <a:pt x="141785" y="332389"/>
                  </a:lnTo>
                  <a:lnTo>
                    <a:pt x="147035" y="333111"/>
                  </a:lnTo>
                  <a:lnTo>
                    <a:pt x="152304" y="333665"/>
                  </a:lnTo>
                  <a:lnTo>
                    <a:pt x="157589" y="334053"/>
                  </a:lnTo>
                  <a:lnTo>
                    <a:pt x="162883" y="334272"/>
                  </a:lnTo>
                  <a:lnTo>
                    <a:pt x="168182" y="334324"/>
                  </a:lnTo>
                  <a:lnTo>
                    <a:pt x="173479" y="334207"/>
                  </a:lnTo>
                  <a:lnTo>
                    <a:pt x="178770" y="333923"/>
                  </a:lnTo>
                  <a:lnTo>
                    <a:pt x="184050" y="333472"/>
                  </a:lnTo>
                  <a:lnTo>
                    <a:pt x="189312" y="332853"/>
                  </a:lnTo>
                  <a:lnTo>
                    <a:pt x="194553" y="332067"/>
                  </a:lnTo>
                  <a:lnTo>
                    <a:pt x="199765" y="331117"/>
                  </a:lnTo>
                  <a:lnTo>
                    <a:pt x="204945" y="330001"/>
                  </a:lnTo>
                  <a:lnTo>
                    <a:pt x="210087" y="328722"/>
                  </a:lnTo>
                  <a:lnTo>
                    <a:pt x="215186" y="327280"/>
                  </a:lnTo>
                  <a:lnTo>
                    <a:pt x="220237" y="325677"/>
                  </a:lnTo>
                  <a:lnTo>
                    <a:pt x="225234" y="323916"/>
                  </a:lnTo>
                  <a:lnTo>
                    <a:pt x="230173" y="321996"/>
                  </a:lnTo>
                  <a:lnTo>
                    <a:pt x="235049" y="319921"/>
                  </a:lnTo>
                  <a:lnTo>
                    <a:pt x="239856" y="317693"/>
                  </a:lnTo>
                  <a:lnTo>
                    <a:pt x="244591" y="315314"/>
                  </a:lnTo>
                  <a:lnTo>
                    <a:pt x="249247" y="312785"/>
                  </a:lnTo>
                  <a:lnTo>
                    <a:pt x="253821" y="310110"/>
                  </a:lnTo>
                  <a:lnTo>
                    <a:pt x="258309" y="307292"/>
                  </a:lnTo>
                  <a:lnTo>
                    <a:pt x="262704" y="304333"/>
                  </a:lnTo>
                  <a:lnTo>
                    <a:pt x="267004" y="301236"/>
                  </a:lnTo>
                  <a:lnTo>
                    <a:pt x="271203" y="298004"/>
                  </a:lnTo>
                  <a:lnTo>
                    <a:pt x="275297" y="294641"/>
                  </a:lnTo>
                  <a:lnTo>
                    <a:pt x="279283" y="291150"/>
                  </a:lnTo>
                  <a:lnTo>
                    <a:pt x="283157" y="287534"/>
                  </a:lnTo>
                  <a:lnTo>
                    <a:pt x="286914" y="283797"/>
                  </a:lnTo>
                  <a:lnTo>
                    <a:pt x="290550" y="279943"/>
                  </a:lnTo>
                  <a:lnTo>
                    <a:pt x="294063" y="275976"/>
                  </a:lnTo>
                  <a:lnTo>
                    <a:pt x="297448" y="271899"/>
                  </a:lnTo>
                  <a:lnTo>
                    <a:pt x="300702" y="267718"/>
                  </a:lnTo>
                  <a:lnTo>
                    <a:pt x="303822" y="263435"/>
                  </a:lnTo>
                  <a:lnTo>
                    <a:pt x="306804" y="259055"/>
                  </a:lnTo>
                  <a:lnTo>
                    <a:pt x="309647" y="254583"/>
                  </a:lnTo>
                  <a:lnTo>
                    <a:pt x="312346" y="250023"/>
                  </a:lnTo>
                  <a:lnTo>
                    <a:pt x="314899" y="245380"/>
                  </a:lnTo>
                  <a:lnTo>
                    <a:pt x="317304" y="240659"/>
                  </a:lnTo>
                  <a:lnTo>
                    <a:pt x="319558" y="235863"/>
                  </a:lnTo>
                  <a:lnTo>
                    <a:pt x="321659" y="230999"/>
                  </a:lnTo>
                  <a:lnTo>
                    <a:pt x="323605" y="226070"/>
                  </a:lnTo>
                  <a:lnTo>
                    <a:pt x="325393" y="221082"/>
                  </a:lnTo>
                  <a:lnTo>
                    <a:pt x="327023" y="216040"/>
                  </a:lnTo>
                  <a:lnTo>
                    <a:pt x="328492" y="210949"/>
                  </a:lnTo>
                  <a:lnTo>
                    <a:pt x="329798" y="205814"/>
                  </a:lnTo>
                  <a:lnTo>
                    <a:pt x="330942" y="200640"/>
                  </a:lnTo>
                  <a:lnTo>
                    <a:pt x="331921" y="195433"/>
                  </a:lnTo>
                  <a:lnTo>
                    <a:pt x="332734" y="190197"/>
                  </a:lnTo>
                  <a:lnTo>
                    <a:pt x="333381" y="184938"/>
                  </a:lnTo>
                  <a:lnTo>
                    <a:pt x="333861" y="179661"/>
                  </a:lnTo>
                  <a:lnTo>
                    <a:pt x="334173" y="174371"/>
                  </a:lnTo>
                  <a:lnTo>
                    <a:pt x="334318" y="169074"/>
                  </a:lnTo>
                  <a:lnTo>
                    <a:pt x="334295" y="163775"/>
                  </a:lnTo>
                  <a:lnTo>
                    <a:pt x="334104" y="158480"/>
                  </a:lnTo>
                  <a:lnTo>
                    <a:pt x="333745" y="153193"/>
                  </a:lnTo>
                  <a:lnTo>
                    <a:pt x="333218" y="147921"/>
                  </a:lnTo>
                  <a:lnTo>
                    <a:pt x="332525" y="142668"/>
                  </a:lnTo>
                  <a:lnTo>
                    <a:pt x="331666" y="137439"/>
                  </a:lnTo>
                  <a:lnTo>
                    <a:pt x="330641" y="132240"/>
                  </a:lnTo>
                  <a:lnTo>
                    <a:pt x="329452" y="127077"/>
                  </a:lnTo>
                  <a:lnTo>
                    <a:pt x="328100" y="121953"/>
                  </a:lnTo>
                  <a:lnTo>
                    <a:pt x="326587" y="116875"/>
                  </a:lnTo>
                  <a:lnTo>
                    <a:pt x="324913" y="111848"/>
                  </a:lnTo>
                  <a:lnTo>
                    <a:pt x="323081" y="106876"/>
                  </a:lnTo>
                  <a:lnTo>
                    <a:pt x="321092" y="101964"/>
                  </a:lnTo>
                  <a:lnTo>
                    <a:pt x="318948" y="97119"/>
                  </a:lnTo>
                  <a:lnTo>
                    <a:pt x="316652" y="92343"/>
                  </a:lnTo>
                  <a:lnTo>
                    <a:pt x="314206" y="87643"/>
                  </a:lnTo>
                  <a:lnTo>
                    <a:pt x="311612" y="83022"/>
                  </a:lnTo>
                  <a:lnTo>
                    <a:pt x="308873" y="78487"/>
                  </a:lnTo>
                  <a:lnTo>
                    <a:pt x="305991" y="74040"/>
                  </a:lnTo>
                  <a:lnTo>
                    <a:pt x="302970" y="69687"/>
                  </a:lnTo>
                  <a:lnTo>
                    <a:pt x="299813" y="65431"/>
                  </a:lnTo>
                  <a:lnTo>
                    <a:pt x="296522" y="61278"/>
                  </a:lnTo>
                  <a:lnTo>
                    <a:pt x="293101" y="57232"/>
                  </a:lnTo>
                  <a:lnTo>
                    <a:pt x="289554" y="53295"/>
                  </a:lnTo>
                  <a:lnTo>
                    <a:pt x="285884" y="49473"/>
                  </a:lnTo>
                  <a:lnTo>
                    <a:pt x="282094" y="45770"/>
                  </a:lnTo>
                  <a:lnTo>
                    <a:pt x="278189" y="42188"/>
                  </a:lnTo>
                  <a:lnTo>
                    <a:pt x="274173" y="38732"/>
                  </a:lnTo>
                  <a:lnTo>
                    <a:pt x="270049" y="35405"/>
                  </a:lnTo>
                  <a:lnTo>
                    <a:pt x="265821" y="32210"/>
                  </a:lnTo>
                  <a:lnTo>
                    <a:pt x="261495" y="29151"/>
                  </a:lnTo>
                  <a:lnTo>
                    <a:pt x="257073" y="26231"/>
                  </a:lnTo>
                  <a:lnTo>
                    <a:pt x="252562" y="23452"/>
                  </a:lnTo>
                  <a:lnTo>
                    <a:pt x="247964" y="20818"/>
                  </a:lnTo>
                  <a:lnTo>
                    <a:pt x="243286" y="18330"/>
                  </a:lnTo>
                  <a:lnTo>
                    <a:pt x="238530" y="15992"/>
                  </a:lnTo>
                  <a:lnTo>
                    <a:pt x="233704" y="13806"/>
                  </a:lnTo>
                  <a:lnTo>
                    <a:pt x="228810" y="11775"/>
                  </a:lnTo>
                  <a:lnTo>
                    <a:pt x="223854" y="9899"/>
                  </a:lnTo>
                  <a:lnTo>
                    <a:pt x="218842" y="8181"/>
                  </a:lnTo>
                  <a:lnTo>
                    <a:pt x="213777" y="6623"/>
                  </a:lnTo>
                  <a:lnTo>
                    <a:pt x="208666" y="5226"/>
                  </a:lnTo>
                  <a:lnTo>
                    <a:pt x="203513" y="3992"/>
                  </a:lnTo>
                  <a:lnTo>
                    <a:pt x="198323" y="2922"/>
                  </a:lnTo>
                  <a:lnTo>
                    <a:pt x="193102" y="2017"/>
                  </a:lnTo>
                  <a:lnTo>
                    <a:pt x="187855" y="1278"/>
                  </a:lnTo>
                  <a:lnTo>
                    <a:pt x="182587" y="705"/>
                  </a:lnTo>
                  <a:lnTo>
                    <a:pt x="167162" y="16715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6983779" y="3170392"/>
              <a:ext cx="15425" cy="167167"/>
            </a:xfrm>
            <a:custGeom>
              <a:avLst/>
              <a:pathLst>
                <a:path w="15425" h="167167">
                  <a:moveTo>
                    <a:pt x="15425" y="713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6891627" y="2633064"/>
              <a:ext cx="27384" cy="167167"/>
            </a:xfrm>
            <a:custGeom>
              <a:avLst/>
              <a:pathLst>
                <a:path w="27384" h="167167">
                  <a:moveTo>
                    <a:pt x="27384" y="0"/>
                  </a:moveTo>
                  <a:lnTo>
                    <a:pt x="20509" y="141"/>
                  </a:lnTo>
                  <a:lnTo>
                    <a:pt x="13645" y="565"/>
                  </a:lnTo>
                  <a:lnTo>
                    <a:pt x="6805" y="1271"/>
                  </a:lnTo>
                  <a:lnTo>
                    <a:pt x="0" y="2258"/>
                  </a:lnTo>
                  <a:lnTo>
                    <a:pt x="27384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6891627" y="2635322"/>
              <a:ext cx="27384" cy="164909"/>
            </a:xfrm>
            <a:custGeom>
              <a:avLst/>
              <a:pathLst>
                <a:path w="27384" h="164909">
                  <a:moveTo>
                    <a:pt x="0" y="0"/>
                  </a:moveTo>
                  <a:lnTo>
                    <a:pt x="27384" y="164909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6891627" y="2635322"/>
              <a:ext cx="27384" cy="164909"/>
            </a:xfrm>
            <a:custGeom>
              <a:avLst/>
              <a:pathLst>
                <a:path w="27384" h="164909">
                  <a:moveTo>
                    <a:pt x="0" y="0"/>
                  </a:moveTo>
                  <a:lnTo>
                    <a:pt x="27384" y="164909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6891627" y="2635322"/>
              <a:ext cx="27384" cy="164909"/>
            </a:xfrm>
            <a:custGeom>
              <a:avLst/>
              <a:pathLst>
                <a:path w="27384" h="164909">
                  <a:moveTo>
                    <a:pt x="0" y="0"/>
                  </a:moveTo>
                  <a:lnTo>
                    <a:pt x="27384" y="16490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6891627" y="2635322"/>
              <a:ext cx="27384" cy="164909"/>
            </a:xfrm>
            <a:custGeom>
              <a:avLst/>
              <a:pathLst>
                <a:path w="27384" h="164909">
                  <a:moveTo>
                    <a:pt x="0" y="0"/>
                  </a:moveTo>
                  <a:lnTo>
                    <a:pt x="27384" y="16490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6891627" y="2635322"/>
              <a:ext cx="27384" cy="164909"/>
            </a:xfrm>
            <a:custGeom>
              <a:avLst/>
              <a:pathLst>
                <a:path w="27384" h="164909">
                  <a:moveTo>
                    <a:pt x="0" y="0"/>
                  </a:moveTo>
                  <a:lnTo>
                    <a:pt x="27384" y="16490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6891627" y="2635322"/>
              <a:ext cx="27384" cy="164909"/>
            </a:xfrm>
            <a:custGeom>
              <a:avLst/>
              <a:pathLst>
                <a:path w="27384" h="164909">
                  <a:moveTo>
                    <a:pt x="0" y="0"/>
                  </a:moveTo>
                  <a:lnTo>
                    <a:pt x="27384" y="16490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6891627" y="2635322"/>
              <a:ext cx="27384" cy="164909"/>
            </a:xfrm>
            <a:custGeom>
              <a:avLst/>
              <a:pathLst>
                <a:path w="27384" h="164909">
                  <a:moveTo>
                    <a:pt x="0" y="0"/>
                  </a:moveTo>
                  <a:lnTo>
                    <a:pt x="27384" y="16490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6891627" y="2635322"/>
              <a:ext cx="27384" cy="164909"/>
            </a:xfrm>
            <a:custGeom>
              <a:avLst/>
              <a:pathLst>
                <a:path w="27384" h="164909">
                  <a:moveTo>
                    <a:pt x="0" y="0"/>
                  </a:moveTo>
                  <a:lnTo>
                    <a:pt x="27384" y="16490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6891627" y="2635322"/>
              <a:ext cx="27384" cy="164909"/>
            </a:xfrm>
            <a:custGeom>
              <a:avLst/>
              <a:pathLst>
                <a:path w="27384" h="164909">
                  <a:moveTo>
                    <a:pt x="0" y="0"/>
                  </a:moveTo>
                  <a:lnTo>
                    <a:pt x="27384" y="16490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6891627" y="2635322"/>
              <a:ext cx="27384" cy="164909"/>
            </a:xfrm>
            <a:custGeom>
              <a:avLst/>
              <a:pathLst>
                <a:path w="27384" h="164909">
                  <a:moveTo>
                    <a:pt x="0" y="0"/>
                  </a:moveTo>
                  <a:lnTo>
                    <a:pt x="27384" y="16490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6891627" y="2635322"/>
              <a:ext cx="27384" cy="164909"/>
            </a:xfrm>
            <a:custGeom>
              <a:avLst/>
              <a:pathLst>
                <a:path w="27384" h="164909">
                  <a:moveTo>
                    <a:pt x="0" y="0"/>
                  </a:moveTo>
                  <a:lnTo>
                    <a:pt x="27384" y="16490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6891627" y="2635322"/>
              <a:ext cx="27384" cy="164909"/>
            </a:xfrm>
            <a:custGeom>
              <a:avLst/>
              <a:pathLst>
                <a:path w="27384" h="164909">
                  <a:moveTo>
                    <a:pt x="0" y="0"/>
                  </a:moveTo>
                  <a:lnTo>
                    <a:pt x="27384" y="16490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6891627" y="2635322"/>
              <a:ext cx="27384" cy="164909"/>
            </a:xfrm>
            <a:custGeom>
              <a:avLst/>
              <a:pathLst>
                <a:path w="27384" h="164909">
                  <a:moveTo>
                    <a:pt x="0" y="0"/>
                  </a:moveTo>
                  <a:lnTo>
                    <a:pt x="27384" y="16490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6891627" y="2635322"/>
              <a:ext cx="27384" cy="164909"/>
            </a:xfrm>
            <a:custGeom>
              <a:avLst/>
              <a:pathLst>
                <a:path w="27384" h="164909">
                  <a:moveTo>
                    <a:pt x="0" y="0"/>
                  </a:moveTo>
                  <a:lnTo>
                    <a:pt x="27384" y="16490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891627" y="2635322"/>
              <a:ext cx="27384" cy="164909"/>
            </a:xfrm>
            <a:custGeom>
              <a:avLst/>
              <a:pathLst>
                <a:path w="27384" h="164909">
                  <a:moveTo>
                    <a:pt x="0" y="0"/>
                  </a:moveTo>
                  <a:lnTo>
                    <a:pt x="27384" y="16490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891627" y="2635322"/>
              <a:ext cx="27384" cy="164909"/>
            </a:xfrm>
            <a:custGeom>
              <a:avLst/>
              <a:pathLst>
                <a:path w="27384" h="164909">
                  <a:moveTo>
                    <a:pt x="0" y="0"/>
                  </a:moveTo>
                  <a:lnTo>
                    <a:pt x="27384" y="16490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891627" y="2635322"/>
              <a:ext cx="27384" cy="164909"/>
            </a:xfrm>
            <a:custGeom>
              <a:avLst/>
              <a:pathLst>
                <a:path w="27384" h="164909">
                  <a:moveTo>
                    <a:pt x="0" y="0"/>
                  </a:moveTo>
                  <a:lnTo>
                    <a:pt x="27384" y="16490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891627" y="2635322"/>
              <a:ext cx="27384" cy="164909"/>
            </a:xfrm>
            <a:custGeom>
              <a:avLst/>
              <a:pathLst>
                <a:path w="27384" h="164909">
                  <a:moveTo>
                    <a:pt x="0" y="0"/>
                  </a:moveTo>
                  <a:lnTo>
                    <a:pt x="27384" y="16490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891627" y="2635322"/>
              <a:ext cx="27384" cy="164909"/>
            </a:xfrm>
            <a:custGeom>
              <a:avLst/>
              <a:pathLst>
                <a:path w="27384" h="164909">
                  <a:moveTo>
                    <a:pt x="0" y="0"/>
                  </a:moveTo>
                  <a:lnTo>
                    <a:pt x="27384" y="1649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891627" y="2635322"/>
              <a:ext cx="27384" cy="164909"/>
            </a:xfrm>
            <a:custGeom>
              <a:avLst/>
              <a:pathLst>
                <a:path w="27384" h="164909">
                  <a:moveTo>
                    <a:pt x="0" y="0"/>
                  </a:moveTo>
                  <a:lnTo>
                    <a:pt x="27384" y="1649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891627" y="2635322"/>
              <a:ext cx="27384" cy="164909"/>
            </a:xfrm>
            <a:custGeom>
              <a:avLst/>
              <a:pathLst>
                <a:path w="27384" h="164909">
                  <a:moveTo>
                    <a:pt x="0" y="0"/>
                  </a:moveTo>
                  <a:lnTo>
                    <a:pt x="27384" y="1649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891627" y="2635322"/>
              <a:ext cx="27384" cy="164909"/>
            </a:xfrm>
            <a:custGeom>
              <a:avLst/>
              <a:pathLst>
                <a:path w="27384" h="164909">
                  <a:moveTo>
                    <a:pt x="0" y="0"/>
                  </a:moveTo>
                  <a:lnTo>
                    <a:pt x="27384" y="1649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891627" y="2635322"/>
              <a:ext cx="27384" cy="164909"/>
            </a:xfrm>
            <a:custGeom>
              <a:avLst/>
              <a:pathLst>
                <a:path w="27384" h="164909">
                  <a:moveTo>
                    <a:pt x="0" y="0"/>
                  </a:moveTo>
                  <a:lnTo>
                    <a:pt x="27384" y="16490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891627" y="2635322"/>
              <a:ext cx="27384" cy="164909"/>
            </a:xfrm>
            <a:custGeom>
              <a:avLst/>
              <a:pathLst>
                <a:path w="27384" h="164909">
                  <a:moveTo>
                    <a:pt x="0" y="0"/>
                  </a:moveTo>
                  <a:lnTo>
                    <a:pt x="27384" y="16490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751859" y="2635322"/>
              <a:ext cx="334310" cy="332076"/>
            </a:xfrm>
            <a:custGeom>
              <a:avLst/>
              <a:pathLst>
                <a:path w="334310" h="332076">
                  <a:moveTo>
                    <a:pt x="139767" y="0"/>
                  </a:moveTo>
                  <a:lnTo>
                    <a:pt x="134562" y="949"/>
                  </a:lnTo>
                  <a:lnTo>
                    <a:pt x="129389" y="2062"/>
                  </a:lnTo>
                  <a:lnTo>
                    <a:pt x="124254" y="3339"/>
                  </a:lnTo>
                  <a:lnTo>
                    <a:pt x="119163" y="4778"/>
                  </a:lnTo>
                  <a:lnTo>
                    <a:pt x="114119" y="6377"/>
                  </a:lnTo>
                  <a:lnTo>
                    <a:pt x="109128" y="8134"/>
                  </a:lnTo>
                  <a:lnTo>
                    <a:pt x="104195" y="10049"/>
                  </a:lnTo>
                  <a:lnTo>
                    <a:pt x="99326" y="12119"/>
                  </a:lnTo>
                  <a:lnTo>
                    <a:pt x="94524" y="14342"/>
                  </a:lnTo>
                  <a:lnTo>
                    <a:pt x="89796" y="16716"/>
                  </a:lnTo>
                  <a:lnTo>
                    <a:pt x="85144" y="19239"/>
                  </a:lnTo>
                  <a:lnTo>
                    <a:pt x="80575" y="21907"/>
                  </a:lnTo>
                  <a:lnTo>
                    <a:pt x="76093" y="24719"/>
                  </a:lnTo>
                  <a:lnTo>
                    <a:pt x="71702" y="27671"/>
                  </a:lnTo>
                  <a:lnTo>
                    <a:pt x="67406" y="30760"/>
                  </a:lnTo>
                  <a:lnTo>
                    <a:pt x="63211" y="33984"/>
                  </a:lnTo>
                  <a:lnTo>
                    <a:pt x="59119" y="37339"/>
                  </a:lnTo>
                  <a:lnTo>
                    <a:pt x="55136" y="40822"/>
                  </a:lnTo>
                  <a:lnTo>
                    <a:pt x="51265" y="44430"/>
                  </a:lnTo>
                  <a:lnTo>
                    <a:pt x="47510" y="48158"/>
                  </a:lnTo>
                  <a:lnTo>
                    <a:pt x="43875" y="52003"/>
                  </a:lnTo>
                  <a:lnTo>
                    <a:pt x="40364" y="55961"/>
                  </a:lnTo>
                  <a:lnTo>
                    <a:pt x="36979" y="60028"/>
                  </a:lnTo>
                  <a:lnTo>
                    <a:pt x="33725" y="64200"/>
                  </a:lnTo>
                  <a:lnTo>
                    <a:pt x="30605" y="68473"/>
                  </a:lnTo>
                  <a:lnTo>
                    <a:pt x="27621" y="72843"/>
                  </a:lnTo>
                  <a:lnTo>
                    <a:pt x="24777" y="77305"/>
                  </a:lnTo>
                  <a:lnTo>
                    <a:pt x="22076" y="81855"/>
                  </a:lnTo>
                  <a:lnTo>
                    <a:pt x="19520" y="86488"/>
                  </a:lnTo>
                  <a:lnTo>
                    <a:pt x="17112" y="91199"/>
                  </a:lnTo>
                  <a:lnTo>
                    <a:pt x="14855" y="95985"/>
                  </a:lnTo>
                  <a:lnTo>
                    <a:pt x="12750" y="100839"/>
                  </a:lnTo>
                  <a:lnTo>
                    <a:pt x="10799" y="105758"/>
                  </a:lnTo>
                  <a:lnTo>
                    <a:pt x="9005" y="110736"/>
                  </a:lnTo>
                  <a:lnTo>
                    <a:pt x="7370" y="115768"/>
                  </a:lnTo>
                  <a:lnTo>
                    <a:pt x="5895" y="120849"/>
                  </a:lnTo>
                  <a:lnTo>
                    <a:pt x="4581" y="125975"/>
                  </a:lnTo>
                  <a:lnTo>
                    <a:pt x="3431" y="131139"/>
                  </a:lnTo>
                  <a:lnTo>
                    <a:pt x="2444" y="136338"/>
                  </a:lnTo>
                  <a:lnTo>
                    <a:pt x="1622" y="141565"/>
                  </a:lnTo>
                  <a:lnTo>
                    <a:pt x="966" y="146815"/>
                  </a:lnTo>
                  <a:lnTo>
                    <a:pt x="477" y="152084"/>
                  </a:lnTo>
                  <a:lnTo>
                    <a:pt x="155" y="157365"/>
                  </a:lnTo>
                  <a:lnTo>
                    <a:pt x="0" y="162654"/>
                  </a:lnTo>
                  <a:lnTo>
                    <a:pt x="12" y="167945"/>
                  </a:lnTo>
                  <a:lnTo>
                    <a:pt x="192" y="173234"/>
                  </a:lnTo>
                  <a:lnTo>
                    <a:pt x="539" y="178513"/>
                  </a:lnTo>
                  <a:lnTo>
                    <a:pt x="1053" y="183780"/>
                  </a:lnTo>
                  <a:lnTo>
                    <a:pt x="1733" y="189027"/>
                  </a:lnTo>
                  <a:lnTo>
                    <a:pt x="2579" y="194250"/>
                  </a:lnTo>
                  <a:lnTo>
                    <a:pt x="3590" y="199444"/>
                  </a:lnTo>
                  <a:lnTo>
                    <a:pt x="4765" y="204603"/>
                  </a:lnTo>
                  <a:lnTo>
                    <a:pt x="6103" y="209722"/>
                  </a:lnTo>
                  <a:lnTo>
                    <a:pt x="7602" y="214797"/>
                  </a:lnTo>
                  <a:lnTo>
                    <a:pt x="9261" y="219821"/>
                  </a:lnTo>
                  <a:lnTo>
                    <a:pt x="11078" y="224791"/>
                  </a:lnTo>
                  <a:lnTo>
                    <a:pt x="13051" y="229700"/>
                  </a:lnTo>
                  <a:lnTo>
                    <a:pt x="15179" y="234545"/>
                  </a:lnTo>
                  <a:lnTo>
                    <a:pt x="17459" y="239319"/>
                  </a:lnTo>
                  <a:lnTo>
                    <a:pt x="19889" y="244020"/>
                  </a:lnTo>
                  <a:lnTo>
                    <a:pt x="22466" y="248641"/>
                  </a:lnTo>
                  <a:lnTo>
                    <a:pt x="25189" y="253178"/>
                  </a:lnTo>
                  <a:lnTo>
                    <a:pt x="28053" y="257626"/>
                  </a:lnTo>
                  <a:lnTo>
                    <a:pt x="31057" y="261982"/>
                  </a:lnTo>
                  <a:lnTo>
                    <a:pt x="34198" y="266241"/>
                  </a:lnTo>
                  <a:lnTo>
                    <a:pt x="37471" y="270398"/>
                  </a:lnTo>
                  <a:lnTo>
                    <a:pt x="40875" y="274449"/>
                  </a:lnTo>
                  <a:lnTo>
                    <a:pt x="44405" y="278391"/>
                  </a:lnTo>
                  <a:lnTo>
                    <a:pt x="48058" y="282218"/>
                  </a:lnTo>
                  <a:lnTo>
                    <a:pt x="51830" y="285929"/>
                  </a:lnTo>
                  <a:lnTo>
                    <a:pt x="55718" y="289518"/>
                  </a:lnTo>
                  <a:lnTo>
                    <a:pt x="59717" y="292982"/>
                  </a:lnTo>
                  <a:lnTo>
                    <a:pt x="63824" y="296318"/>
                  </a:lnTo>
                  <a:lnTo>
                    <a:pt x="68035" y="299522"/>
                  </a:lnTo>
                  <a:lnTo>
                    <a:pt x="72345" y="302592"/>
                  </a:lnTo>
                  <a:lnTo>
                    <a:pt x="76750" y="305523"/>
                  </a:lnTo>
                  <a:lnTo>
                    <a:pt x="81245" y="308314"/>
                  </a:lnTo>
                  <a:lnTo>
                    <a:pt x="85827" y="310961"/>
                  </a:lnTo>
                  <a:lnTo>
                    <a:pt x="90490" y="313461"/>
                  </a:lnTo>
                  <a:lnTo>
                    <a:pt x="95230" y="315813"/>
                  </a:lnTo>
                  <a:lnTo>
                    <a:pt x="100042" y="318014"/>
                  </a:lnTo>
                  <a:lnTo>
                    <a:pt x="104921" y="320061"/>
                  </a:lnTo>
                  <a:lnTo>
                    <a:pt x="109862" y="321953"/>
                  </a:lnTo>
                  <a:lnTo>
                    <a:pt x="114861" y="323687"/>
                  </a:lnTo>
                  <a:lnTo>
                    <a:pt x="119912" y="325263"/>
                  </a:lnTo>
                  <a:lnTo>
                    <a:pt x="125011" y="326677"/>
                  </a:lnTo>
                  <a:lnTo>
                    <a:pt x="130152" y="327930"/>
                  </a:lnTo>
                  <a:lnTo>
                    <a:pt x="135330" y="329019"/>
                  </a:lnTo>
                  <a:lnTo>
                    <a:pt x="140539" y="329944"/>
                  </a:lnTo>
                  <a:lnTo>
                    <a:pt x="145776" y="330704"/>
                  </a:lnTo>
                  <a:lnTo>
                    <a:pt x="151034" y="331297"/>
                  </a:lnTo>
                  <a:lnTo>
                    <a:pt x="156308" y="331724"/>
                  </a:lnTo>
                  <a:lnTo>
                    <a:pt x="161592" y="331984"/>
                  </a:lnTo>
                  <a:lnTo>
                    <a:pt x="166883" y="332076"/>
                  </a:lnTo>
                  <a:lnTo>
                    <a:pt x="172173" y="332001"/>
                  </a:lnTo>
                  <a:lnTo>
                    <a:pt x="177459" y="331758"/>
                  </a:lnTo>
                  <a:lnTo>
                    <a:pt x="182734" y="331348"/>
                  </a:lnTo>
                  <a:lnTo>
                    <a:pt x="187994" y="330772"/>
                  </a:lnTo>
                  <a:lnTo>
                    <a:pt x="193233" y="330029"/>
                  </a:lnTo>
                  <a:lnTo>
                    <a:pt x="198446" y="329121"/>
                  </a:lnTo>
                  <a:lnTo>
                    <a:pt x="203627" y="328048"/>
                  </a:lnTo>
                  <a:lnTo>
                    <a:pt x="208772" y="326812"/>
                  </a:lnTo>
                  <a:lnTo>
                    <a:pt x="213875" y="325414"/>
                  </a:lnTo>
                  <a:lnTo>
                    <a:pt x="218931" y="323855"/>
                  </a:lnTo>
                  <a:lnTo>
                    <a:pt x="223936" y="322136"/>
                  </a:lnTo>
                  <a:lnTo>
                    <a:pt x="228883" y="320261"/>
                  </a:lnTo>
                  <a:lnTo>
                    <a:pt x="233769" y="318229"/>
                  </a:lnTo>
                  <a:lnTo>
                    <a:pt x="238588" y="316044"/>
                  </a:lnTo>
                  <a:lnTo>
                    <a:pt x="243335" y="313707"/>
                  </a:lnTo>
                  <a:lnTo>
                    <a:pt x="248006" y="311222"/>
                  </a:lnTo>
                  <a:lnTo>
                    <a:pt x="252596" y="308590"/>
                  </a:lnTo>
                  <a:lnTo>
                    <a:pt x="257101" y="305813"/>
                  </a:lnTo>
                  <a:lnTo>
                    <a:pt x="261515" y="302896"/>
                  </a:lnTo>
                  <a:lnTo>
                    <a:pt x="265835" y="299841"/>
                  </a:lnTo>
                  <a:lnTo>
                    <a:pt x="270056" y="296650"/>
                  </a:lnTo>
                  <a:lnTo>
                    <a:pt x="274174" y="293327"/>
                  </a:lnTo>
                  <a:lnTo>
                    <a:pt x="278184" y="289876"/>
                  </a:lnTo>
                  <a:lnTo>
                    <a:pt x="282084" y="286299"/>
                  </a:lnTo>
                  <a:lnTo>
                    <a:pt x="285868" y="282601"/>
                  </a:lnTo>
                  <a:lnTo>
                    <a:pt x="289533" y="278785"/>
                  </a:lnTo>
                  <a:lnTo>
                    <a:pt x="293076" y="274855"/>
                  </a:lnTo>
                  <a:lnTo>
                    <a:pt x="296492" y="270814"/>
                  </a:lnTo>
                  <a:lnTo>
                    <a:pt x="299779" y="266668"/>
                  </a:lnTo>
                  <a:lnTo>
                    <a:pt x="302933" y="262420"/>
                  </a:lnTo>
                  <a:lnTo>
                    <a:pt x="305951" y="258073"/>
                  </a:lnTo>
                  <a:lnTo>
                    <a:pt x="308830" y="253634"/>
                  </a:lnTo>
                  <a:lnTo>
                    <a:pt x="311567" y="249106"/>
                  </a:lnTo>
                  <a:lnTo>
                    <a:pt x="314160" y="244493"/>
                  </a:lnTo>
                  <a:lnTo>
                    <a:pt x="316605" y="239801"/>
                  </a:lnTo>
                  <a:lnTo>
                    <a:pt x="318900" y="235033"/>
                  </a:lnTo>
                  <a:lnTo>
                    <a:pt x="321043" y="230195"/>
                  </a:lnTo>
                  <a:lnTo>
                    <a:pt x="323032" y="225292"/>
                  </a:lnTo>
                  <a:lnTo>
                    <a:pt x="324865" y="220329"/>
                  </a:lnTo>
                  <a:lnTo>
                    <a:pt x="326540" y="215310"/>
                  </a:lnTo>
                  <a:lnTo>
                    <a:pt x="328056" y="210240"/>
                  </a:lnTo>
                  <a:lnTo>
                    <a:pt x="329410" y="205125"/>
                  </a:lnTo>
                  <a:lnTo>
                    <a:pt x="330601" y="199970"/>
                  </a:lnTo>
                  <a:lnTo>
                    <a:pt x="331629" y="194779"/>
                  </a:lnTo>
                  <a:lnTo>
                    <a:pt x="332492" y="189559"/>
                  </a:lnTo>
                  <a:lnTo>
                    <a:pt x="333189" y="184314"/>
                  </a:lnTo>
                  <a:lnTo>
                    <a:pt x="333720" y="179049"/>
                  </a:lnTo>
                  <a:lnTo>
                    <a:pt x="334084" y="173771"/>
                  </a:lnTo>
                  <a:lnTo>
                    <a:pt x="334281" y="168483"/>
                  </a:lnTo>
                  <a:lnTo>
                    <a:pt x="334310" y="163192"/>
                  </a:lnTo>
                  <a:lnTo>
                    <a:pt x="334172" y="157903"/>
                  </a:lnTo>
                  <a:lnTo>
                    <a:pt x="333867" y="152620"/>
                  </a:lnTo>
                  <a:lnTo>
                    <a:pt x="333394" y="147350"/>
                  </a:lnTo>
                  <a:lnTo>
                    <a:pt x="332756" y="142098"/>
                  </a:lnTo>
                  <a:lnTo>
                    <a:pt x="331951" y="136868"/>
                  </a:lnTo>
                  <a:lnTo>
                    <a:pt x="330981" y="131666"/>
                  </a:lnTo>
                  <a:lnTo>
                    <a:pt x="329847" y="126498"/>
                  </a:lnTo>
                  <a:lnTo>
                    <a:pt x="328549" y="121368"/>
                  </a:lnTo>
                  <a:lnTo>
                    <a:pt x="327091" y="116282"/>
                  </a:lnTo>
                  <a:lnTo>
                    <a:pt x="325472" y="111245"/>
                  </a:lnTo>
                  <a:lnTo>
                    <a:pt x="323694" y="106261"/>
                  </a:lnTo>
                  <a:lnTo>
                    <a:pt x="321759" y="101336"/>
                  </a:lnTo>
                  <a:lnTo>
                    <a:pt x="319670" y="96475"/>
                  </a:lnTo>
                  <a:lnTo>
                    <a:pt x="317428" y="91683"/>
                  </a:lnTo>
                  <a:lnTo>
                    <a:pt x="315035" y="86963"/>
                  </a:lnTo>
                  <a:lnTo>
                    <a:pt x="312494" y="82322"/>
                  </a:lnTo>
                  <a:lnTo>
                    <a:pt x="309808" y="77764"/>
                  </a:lnTo>
                  <a:lnTo>
                    <a:pt x="306978" y="73292"/>
                  </a:lnTo>
                  <a:lnTo>
                    <a:pt x="304009" y="68913"/>
                  </a:lnTo>
                  <a:lnTo>
                    <a:pt x="300902" y="64630"/>
                  </a:lnTo>
                  <a:lnTo>
                    <a:pt x="297661" y="60447"/>
                  </a:lnTo>
                  <a:lnTo>
                    <a:pt x="294290" y="56369"/>
                  </a:lnTo>
                  <a:lnTo>
                    <a:pt x="290791" y="52400"/>
                  </a:lnTo>
                  <a:lnTo>
                    <a:pt x="287168" y="48543"/>
                  </a:lnTo>
                  <a:lnTo>
                    <a:pt x="283426" y="44803"/>
                  </a:lnTo>
                  <a:lnTo>
                    <a:pt x="279566" y="41183"/>
                  </a:lnTo>
                  <a:lnTo>
                    <a:pt x="275594" y="37688"/>
                  </a:lnTo>
                  <a:lnTo>
                    <a:pt x="271514" y="34319"/>
                  </a:lnTo>
                  <a:lnTo>
                    <a:pt x="267328" y="31082"/>
                  </a:lnTo>
                  <a:lnTo>
                    <a:pt x="263043" y="27979"/>
                  </a:lnTo>
                  <a:lnTo>
                    <a:pt x="258661" y="25012"/>
                  </a:lnTo>
                  <a:lnTo>
                    <a:pt x="254188" y="22186"/>
                  </a:lnTo>
                  <a:lnTo>
                    <a:pt x="249627" y="19503"/>
                  </a:lnTo>
                  <a:lnTo>
                    <a:pt x="244984" y="16966"/>
                  </a:lnTo>
                  <a:lnTo>
                    <a:pt x="240263" y="14577"/>
                  </a:lnTo>
                  <a:lnTo>
                    <a:pt x="235469" y="12338"/>
                  </a:lnTo>
                  <a:lnTo>
                    <a:pt x="230606" y="10253"/>
                  </a:lnTo>
                  <a:lnTo>
                    <a:pt x="225680" y="8322"/>
                  </a:lnTo>
                  <a:lnTo>
                    <a:pt x="220695" y="6548"/>
                  </a:lnTo>
                  <a:lnTo>
                    <a:pt x="167152" y="16490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919011" y="2633064"/>
              <a:ext cx="53542" cy="167167"/>
            </a:xfrm>
            <a:custGeom>
              <a:avLst/>
              <a:pathLst>
                <a:path w="53542" h="167167">
                  <a:moveTo>
                    <a:pt x="53542" y="8806"/>
                  </a:moveTo>
                  <a:lnTo>
                    <a:pt x="47772" y="6971"/>
                  </a:lnTo>
                  <a:lnTo>
                    <a:pt x="41938" y="5346"/>
                  </a:lnTo>
                  <a:lnTo>
                    <a:pt x="36050" y="3933"/>
                  </a:lnTo>
                  <a:lnTo>
                    <a:pt x="30114" y="2734"/>
                  </a:lnTo>
                  <a:lnTo>
                    <a:pt x="24139" y="1752"/>
                  </a:lnTo>
                  <a:lnTo>
                    <a:pt x="18132" y="986"/>
                  </a:lnTo>
                  <a:lnTo>
                    <a:pt x="12101" y="438"/>
                  </a:lnTo>
                  <a:lnTo>
                    <a:pt x="6054" y="10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722571" y="2126963"/>
              <a:ext cx="5900" cy="167167"/>
            </a:xfrm>
            <a:custGeom>
              <a:avLst/>
              <a:pathLst>
                <a:path w="5900" h="167167">
                  <a:moveTo>
                    <a:pt x="5900" y="0"/>
                  </a:moveTo>
                  <a:lnTo>
                    <a:pt x="0" y="104"/>
                  </a:lnTo>
                  <a:lnTo>
                    <a:pt x="590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722571" y="2127067"/>
              <a:ext cx="5900" cy="167063"/>
            </a:xfrm>
            <a:custGeom>
              <a:avLst/>
              <a:pathLst>
                <a:path w="5900" h="167063">
                  <a:moveTo>
                    <a:pt x="0" y="0"/>
                  </a:moveTo>
                  <a:lnTo>
                    <a:pt x="5900" y="167063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722571" y="2127067"/>
              <a:ext cx="5900" cy="167063"/>
            </a:xfrm>
            <a:custGeom>
              <a:avLst/>
              <a:pathLst>
                <a:path w="5900" h="167063">
                  <a:moveTo>
                    <a:pt x="0" y="0"/>
                  </a:moveTo>
                  <a:lnTo>
                    <a:pt x="5900" y="16706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722571" y="2127067"/>
              <a:ext cx="5900" cy="167063"/>
            </a:xfrm>
            <a:custGeom>
              <a:avLst/>
              <a:pathLst>
                <a:path w="5900" h="167063">
                  <a:moveTo>
                    <a:pt x="0" y="0"/>
                  </a:moveTo>
                  <a:lnTo>
                    <a:pt x="5900" y="16706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722571" y="2127067"/>
              <a:ext cx="5900" cy="167063"/>
            </a:xfrm>
            <a:custGeom>
              <a:avLst/>
              <a:pathLst>
                <a:path w="5900" h="167063">
                  <a:moveTo>
                    <a:pt x="0" y="0"/>
                  </a:moveTo>
                  <a:lnTo>
                    <a:pt x="5900" y="16706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722571" y="2127067"/>
              <a:ext cx="5900" cy="167063"/>
            </a:xfrm>
            <a:custGeom>
              <a:avLst/>
              <a:pathLst>
                <a:path w="5900" h="167063">
                  <a:moveTo>
                    <a:pt x="0" y="0"/>
                  </a:moveTo>
                  <a:lnTo>
                    <a:pt x="5900" y="16706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722571" y="2127067"/>
              <a:ext cx="5900" cy="167063"/>
            </a:xfrm>
            <a:custGeom>
              <a:avLst/>
              <a:pathLst>
                <a:path w="5900" h="167063">
                  <a:moveTo>
                    <a:pt x="0" y="0"/>
                  </a:moveTo>
                  <a:lnTo>
                    <a:pt x="5900" y="16706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722571" y="2127067"/>
              <a:ext cx="5900" cy="167063"/>
            </a:xfrm>
            <a:custGeom>
              <a:avLst/>
              <a:pathLst>
                <a:path w="5900" h="167063">
                  <a:moveTo>
                    <a:pt x="0" y="0"/>
                  </a:moveTo>
                  <a:lnTo>
                    <a:pt x="5900" y="16706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722571" y="2127067"/>
              <a:ext cx="5900" cy="167063"/>
            </a:xfrm>
            <a:custGeom>
              <a:avLst/>
              <a:pathLst>
                <a:path w="5900" h="167063">
                  <a:moveTo>
                    <a:pt x="0" y="0"/>
                  </a:moveTo>
                  <a:lnTo>
                    <a:pt x="5900" y="16706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722571" y="2127067"/>
              <a:ext cx="5900" cy="167063"/>
            </a:xfrm>
            <a:custGeom>
              <a:avLst/>
              <a:pathLst>
                <a:path w="5900" h="167063">
                  <a:moveTo>
                    <a:pt x="0" y="0"/>
                  </a:moveTo>
                  <a:lnTo>
                    <a:pt x="5900" y="16706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722571" y="2127067"/>
              <a:ext cx="5900" cy="167063"/>
            </a:xfrm>
            <a:custGeom>
              <a:avLst/>
              <a:pathLst>
                <a:path w="5900" h="167063">
                  <a:moveTo>
                    <a:pt x="0" y="0"/>
                  </a:moveTo>
                  <a:lnTo>
                    <a:pt x="5900" y="16706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722571" y="2127067"/>
              <a:ext cx="5900" cy="167063"/>
            </a:xfrm>
            <a:custGeom>
              <a:avLst/>
              <a:pathLst>
                <a:path w="5900" h="167063">
                  <a:moveTo>
                    <a:pt x="0" y="0"/>
                  </a:moveTo>
                  <a:lnTo>
                    <a:pt x="5900" y="16706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722571" y="2127067"/>
              <a:ext cx="5900" cy="167063"/>
            </a:xfrm>
            <a:custGeom>
              <a:avLst/>
              <a:pathLst>
                <a:path w="5900" h="167063">
                  <a:moveTo>
                    <a:pt x="0" y="0"/>
                  </a:moveTo>
                  <a:lnTo>
                    <a:pt x="5900" y="16706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722571" y="2127067"/>
              <a:ext cx="5900" cy="167063"/>
            </a:xfrm>
            <a:custGeom>
              <a:avLst/>
              <a:pathLst>
                <a:path w="5900" h="167063">
                  <a:moveTo>
                    <a:pt x="0" y="0"/>
                  </a:moveTo>
                  <a:lnTo>
                    <a:pt x="5900" y="16706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722571" y="2127067"/>
              <a:ext cx="5900" cy="167063"/>
            </a:xfrm>
            <a:custGeom>
              <a:avLst/>
              <a:pathLst>
                <a:path w="5900" h="167063">
                  <a:moveTo>
                    <a:pt x="0" y="0"/>
                  </a:moveTo>
                  <a:lnTo>
                    <a:pt x="5900" y="16706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722571" y="2127067"/>
              <a:ext cx="5900" cy="167063"/>
            </a:xfrm>
            <a:custGeom>
              <a:avLst/>
              <a:pathLst>
                <a:path w="5900" h="167063">
                  <a:moveTo>
                    <a:pt x="0" y="0"/>
                  </a:moveTo>
                  <a:lnTo>
                    <a:pt x="5900" y="16706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22571" y="2127067"/>
              <a:ext cx="5900" cy="167063"/>
            </a:xfrm>
            <a:custGeom>
              <a:avLst/>
              <a:pathLst>
                <a:path w="5900" h="167063">
                  <a:moveTo>
                    <a:pt x="0" y="0"/>
                  </a:moveTo>
                  <a:lnTo>
                    <a:pt x="5900" y="16706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22571" y="2127067"/>
              <a:ext cx="5900" cy="167063"/>
            </a:xfrm>
            <a:custGeom>
              <a:avLst/>
              <a:pathLst>
                <a:path w="5900" h="167063">
                  <a:moveTo>
                    <a:pt x="0" y="0"/>
                  </a:moveTo>
                  <a:lnTo>
                    <a:pt x="5900" y="16706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22571" y="2127067"/>
              <a:ext cx="5900" cy="167063"/>
            </a:xfrm>
            <a:custGeom>
              <a:avLst/>
              <a:pathLst>
                <a:path w="5900" h="167063">
                  <a:moveTo>
                    <a:pt x="0" y="0"/>
                  </a:moveTo>
                  <a:lnTo>
                    <a:pt x="5900" y="1670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22571" y="2127067"/>
              <a:ext cx="5900" cy="167063"/>
            </a:xfrm>
            <a:custGeom>
              <a:avLst/>
              <a:pathLst>
                <a:path w="5900" h="167063">
                  <a:moveTo>
                    <a:pt x="0" y="0"/>
                  </a:moveTo>
                  <a:lnTo>
                    <a:pt x="5900" y="1670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22571" y="2127067"/>
              <a:ext cx="5900" cy="167063"/>
            </a:xfrm>
            <a:custGeom>
              <a:avLst/>
              <a:pathLst>
                <a:path w="5900" h="167063">
                  <a:moveTo>
                    <a:pt x="0" y="0"/>
                  </a:moveTo>
                  <a:lnTo>
                    <a:pt x="5900" y="1670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22571" y="2127067"/>
              <a:ext cx="5900" cy="167063"/>
            </a:xfrm>
            <a:custGeom>
              <a:avLst/>
              <a:pathLst>
                <a:path w="5900" h="167063">
                  <a:moveTo>
                    <a:pt x="0" y="0"/>
                  </a:moveTo>
                  <a:lnTo>
                    <a:pt x="5900" y="1670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22571" y="2127067"/>
              <a:ext cx="5900" cy="167063"/>
            </a:xfrm>
            <a:custGeom>
              <a:avLst/>
              <a:pathLst>
                <a:path w="5900" h="167063">
                  <a:moveTo>
                    <a:pt x="0" y="0"/>
                  </a:moveTo>
                  <a:lnTo>
                    <a:pt x="5900" y="16706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22571" y="2127067"/>
              <a:ext cx="5900" cy="167063"/>
            </a:xfrm>
            <a:custGeom>
              <a:avLst/>
              <a:pathLst>
                <a:path w="5900" h="167063">
                  <a:moveTo>
                    <a:pt x="0" y="0"/>
                  </a:moveTo>
                  <a:lnTo>
                    <a:pt x="5900" y="16706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561314" y="2127067"/>
              <a:ext cx="334320" cy="334227"/>
            </a:xfrm>
            <a:custGeom>
              <a:avLst/>
              <a:pathLst>
                <a:path w="334320" h="334227">
                  <a:moveTo>
                    <a:pt x="161256" y="0"/>
                  </a:moveTo>
                  <a:lnTo>
                    <a:pt x="155954" y="271"/>
                  </a:lnTo>
                  <a:lnTo>
                    <a:pt x="150662" y="711"/>
                  </a:lnTo>
                  <a:lnTo>
                    <a:pt x="145388" y="1319"/>
                  </a:lnTo>
                  <a:lnTo>
                    <a:pt x="140135" y="2094"/>
                  </a:lnTo>
                  <a:lnTo>
                    <a:pt x="134909" y="3035"/>
                  </a:lnTo>
                  <a:lnTo>
                    <a:pt x="129716" y="4142"/>
                  </a:lnTo>
                  <a:lnTo>
                    <a:pt x="124561" y="5413"/>
                  </a:lnTo>
                  <a:lnTo>
                    <a:pt x="119449" y="6848"/>
                  </a:lnTo>
                  <a:lnTo>
                    <a:pt x="114384" y="8444"/>
                  </a:lnTo>
                  <a:lnTo>
                    <a:pt x="109374" y="10200"/>
                  </a:lnTo>
                  <a:lnTo>
                    <a:pt x="104421" y="12114"/>
                  </a:lnTo>
                  <a:lnTo>
                    <a:pt x="99532" y="14185"/>
                  </a:lnTo>
                  <a:lnTo>
                    <a:pt x="94711" y="16409"/>
                  </a:lnTo>
                  <a:lnTo>
                    <a:pt x="89963" y="18786"/>
                  </a:lnTo>
                  <a:lnTo>
                    <a:pt x="85292" y="21313"/>
                  </a:lnTo>
                  <a:lnTo>
                    <a:pt x="80705" y="23986"/>
                  </a:lnTo>
                  <a:lnTo>
                    <a:pt x="76205" y="26804"/>
                  </a:lnTo>
                  <a:lnTo>
                    <a:pt x="71796" y="29763"/>
                  </a:lnTo>
                  <a:lnTo>
                    <a:pt x="67484" y="32861"/>
                  </a:lnTo>
                  <a:lnTo>
                    <a:pt x="63272" y="36094"/>
                  </a:lnTo>
                  <a:lnTo>
                    <a:pt x="59165" y="39459"/>
                  </a:lnTo>
                  <a:lnTo>
                    <a:pt x="55167" y="42953"/>
                  </a:lnTo>
                  <a:lnTo>
                    <a:pt x="51282" y="46573"/>
                  </a:lnTo>
                  <a:lnTo>
                    <a:pt x="47514" y="50313"/>
                  </a:lnTo>
                  <a:lnTo>
                    <a:pt x="43866" y="54172"/>
                  </a:lnTo>
                  <a:lnTo>
                    <a:pt x="40343" y="58145"/>
                  </a:lnTo>
                  <a:lnTo>
                    <a:pt x="36948" y="62227"/>
                  </a:lnTo>
                  <a:lnTo>
                    <a:pt x="33684" y="66415"/>
                  </a:lnTo>
                  <a:lnTo>
                    <a:pt x="30555" y="70705"/>
                  </a:lnTo>
                  <a:lnTo>
                    <a:pt x="27564" y="75092"/>
                  </a:lnTo>
                  <a:lnTo>
                    <a:pt x="24713" y="79571"/>
                  </a:lnTo>
                  <a:lnTo>
                    <a:pt x="22007" y="84139"/>
                  </a:lnTo>
                  <a:lnTo>
                    <a:pt x="19446" y="88791"/>
                  </a:lnTo>
                  <a:lnTo>
                    <a:pt x="17035" y="93521"/>
                  </a:lnTo>
                  <a:lnTo>
                    <a:pt x="14775" y="98326"/>
                  </a:lnTo>
                  <a:lnTo>
                    <a:pt x="12669" y="103200"/>
                  </a:lnTo>
                  <a:lnTo>
                    <a:pt x="10719" y="108139"/>
                  </a:lnTo>
                  <a:lnTo>
                    <a:pt x="8926" y="113137"/>
                  </a:lnTo>
                  <a:lnTo>
                    <a:pt x="7294" y="118189"/>
                  </a:lnTo>
                  <a:lnTo>
                    <a:pt x="5822" y="123291"/>
                  </a:lnTo>
                  <a:lnTo>
                    <a:pt x="4513" y="128437"/>
                  </a:lnTo>
                  <a:lnTo>
                    <a:pt x="3369" y="133622"/>
                  </a:lnTo>
                  <a:lnTo>
                    <a:pt x="2389" y="138840"/>
                  </a:lnTo>
                  <a:lnTo>
                    <a:pt x="1576" y="144087"/>
                  </a:lnTo>
                  <a:lnTo>
                    <a:pt x="930" y="149357"/>
                  </a:lnTo>
                  <a:lnTo>
                    <a:pt x="452" y="154645"/>
                  </a:lnTo>
                  <a:lnTo>
                    <a:pt x="141" y="159946"/>
                  </a:lnTo>
                  <a:lnTo>
                    <a:pt x="0" y="165254"/>
                  </a:lnTo>
                  <a:lnTo>
                    <a:pt x="26" y="170563"/>
                  </a:lnTo>
                  <a:lnTo>
                    <a:pt x="222" y="175869"/>
                  </a:lnTo>
                  <a:lnTo>
                    <a:pt x="586" y="181167"/>
                  </a:lnTo>
                  <a:lnTo>
                    <a:pt x="1118" y="186450"/>
                  </a:lnTo>
                  <a:lnTo>
                    <a:pt x="1817" y="191713"/>
                  </a:lnTo>
                  <a:lnTo>
                    <a:pt x="2683" y="196952"/>
                  </a:lnTo>
                  <a:lnTo>
                    <a:pt x="3716" y="202160"/>
                  </a:lnTo>
                  <a:lnTo>
                    <a:pt x="4913" y="207333"/>
                  </a:lnTo>
                  <a:lnTo>
                    <a:pt x="6273" y="212465"/>
                  </a:lnTo>
                  <a:lnTo>
                    <a:pt x="7797" y="217552"/>
                  </a:lnTo>
                  <a:lnTo>
                    <a:pt x="9480" y="222587"/>
                  </a:lnTo>
                  <a:lnTo>
                    <a:pt x="11323" y="227567"/>
                  </a:lnTo>
                  <a:lnTo>
                    <a:pt x="13323" y="232486"/>
                  </a:lnTo>
                  <a:lnTo>
                    <a:pt x="15479" y="237338"/>
                  </a:lnTo>
                  <a:lnTo>
                    <a:pt x="17787" y="242120"/>
                  </a:lnTo>
                  <a:lnTo>
                    <a:pt x="20246" y="246826"/>
                  </a:lnTo>
                  <a:lnTo>
                    <a:pt x="22853" y="251451"/>
                  </a:lnTo>
                  <a:lnTo>
                    <a:pt x="25606" y="255991"/>
                  </a:lnTo>
                  <a:lnTo>
                    <a:pt x="28502" y="260442"/>
                  </a:lnTo>
                  <a:lnTo>
                    <a:pt x="31537" y="264798"/>
                  </a:lnTo>
                  <a:lnTo>
                    <a:pt x="34710" y="269056"/>
                  </a:lnTo>
                  <a:lnTo>
                    <a:pt x="38016" y="273211"/>
                  </a:lnTo>
                  <a:lnTo>
                    <a:pt x="41452" y="277259"/>
                  </a:lnTo>
                  <a:lnTo>
                    <a:pt x="45015" y="281196"/>
                  </a:lnTo>
                  <a:lnTo>
                    <a:pt x="48701" y="285017"/>
                  </a:lnTo>
                  <a:lnTo>
                    <a:pt x="52507" y="288719"/>
                  </a:lnTo>
                  <a:lnTo>
                    <a:pt x="56429" y="292299"/>
                  </a:lnTo>
                  <a:lnTo>
                    <a:pt x="60462" y="295753"/>
                  </a:lnTo>
                  <a:lnTo>
                    <a:pt x="64603" y="299076"/>
                  </a:lnTo>
                  <a:lnTo>
                    <a:pt x="68847" y="302267"/>
                  </a:lnTo>
                  <a:lnTo>
                    <a:pt x="73191" y="305321"/>
                  </a:lnTo>
                  <a:lnTo>
                    <a:pt x="77629" y="308235"/>
                  </a:lnTo>
                  <a:lnTo>
                    <a:pt x="82157" y="311007"/>
                  </a:lnTo>
                  <a:lnTo>
                    <a:pt x="86772" y="313634"/>
                  </a:lnTo>
                  <a:lnTo>
                    <a:pt x="91467" y="316113"/>
                  </a:lnTo>
                  <a:lnTo>
                    <a:pt x="96239" y="318442"/>
                  </a:lnTo>
                  <a:lnTo>
                    <a:pt x="101082" y="320618"/>
                  </a:lnTo>
                  <a:lnTo>
                    <a:pt x="105992" y="322639"/>
                  </a:lnTo>
                  <a:lnTo>
                    <a:pt x="110964" y="324503"/>
                  </a:lnTo>
                  <a:lnTo>
                    <a:pt x="115993" y="326208"/>
                  </a:lnTo>
                  <a:lnTo>
                    <a:pt x="121073" y="327752"/>
                  </a:lnTo>
                  <a:lnTo>
                    <a:pt x="126199" y="329135"/>
                  </a:lnTo>
                  <a:lnTo>
                    <a:pt x="131367" y="330354"/>
                  </a:lnTo>
                  <a:lnTo>
                    <a:pt x="136571" y="331408"/>
                  </a:lnTo>
                  <a:lnTo>
                    <a:pt x="141806" y="332297"/>
                  </a:lnTo>
                  <a:lnTo>
                    <a:pt x="147066" y="333018"/>
                  </a:lnTo>
                  <a:lnTo>
                    <a:pt x="152347" y="333573"/>
                  </a:lnTo>
                  <a:lnTo>
                    <a:pt x="157642" y="333959"/>
                  </a:lnTo>
                  <a:lnTo>
                    <a:pt x="162948" y="334177"/>
                  </a:lnTo>
                  <a:lnTo>
                    <a:pt x="168257" y="334227"/>
                  </a:lnTo>
                  <a:lnTo>
                    <a:pt x="173565" y="334107"/>
                  </a:lnTo>
                  <a:lnTo>
                    <a:pt x="178867" y="333820"/>
                  </a:lnTo>
                  <a:lnTo>
                    <a:pt x="184157" y="333364"/>
                  </a:lnTo>
                  <a:lnTo>
                    <a:pt x="189430" y="332740"/>
                  </a:lnTo>
                  <a:lnTo>
                    <a:pt x="194681" y="331949"/>
                  </a:lnTo>
                  <a:lnTo>
                    <a:pt x="199903" y="330992"/>
                  </a:lnTo>
                  <a:lnTo>
                    <a:pt x="205093" y="329869"/>
                  </a:lnTo>
                  <a:lnTo>
                    <a:pt x="210244" y="328582"/>
                  </a:lnTo>
                  <a:lnTo>
                    <a:pt x="215352" y="327132"/>
                  </a:lnTo>
                  <a:lnTo>
                    <a:pt x="220411" y="325521"/>
                  </a:lnTo>
                  <a:lnTo>
                    <a:pt x="225417" y="323750"/>
                  </a:lnTo>
                  <a:lnTo>
                    <a:pt x="230364" y="321820"/>
                  </a:lnTo>
                  <a:lnTo>
                    <a:pt x="235247" y="319735"/>
                  </a:lnTo>
                  <a:lnTo>
                    <a:pt x="240061" y="317495"/>
                  </a:lnTo>
                  <a:lnTo>
                    <a:pt x="244802" y="315104"/>
                  </a:lnTo>
                  <a:lnTo>
                    <a:pt x="249464" y="312564"/>
                  </a:lnTo>
                  <a:lnTo>
                    <a:pt x="254044" y="309876"/>
                  </a:lnTo>
                  <a:lnTo>
                    <a:pt x="258535" y="307045"/>
                  </a:lnTo>
                  <a:lnTo>
                    <a:pt x="262935" y="304072"/>
                  </a:lnTo>
                  <a:lnTo>
                    <a:pt x="267238" y="300961"/>
                  </a:lnTo>
                  <a:lnTo>
                    <a:pt x="271440" y="297715"/>
                  </a:lnTo>
                  <a:lnTo>
                    <a:pt x="275536" y="294338"/>
                  </a:lnTo>
                  <a:lnTo>
                    <a:pt x="279524" y="290831"/>
                  </a:lnTo>
                  <a:lnTo>
                    <a:pt x="283398" y="287200"/>
                  </a:lnTo>
                  <a:lnTo>
                    <a:pt x="287155" y="283448"/>
                  </a:lnTo>
                  <a:lnTo>
                    <a:pt x="290790" y="279578"/>
                  </a:lnTo>
                  <a:lnTo>
                    <a:pt x="294301" y="275595"/>
                  </a:lnTo>
                  <a:lnTo>
                    <a:pt x="297684" y="271503"/>
                  </a:lnTo>
                  <a:lnTo>
                    <a:pt x="300935" y="267305"/>
                  </a:lnTo>
                  <a:lnTo>
                    <a:pt x="304051" y="263005"/>
                  </a:lnTo>
                  <a:lnTo>
                    <a:pt x="307029" y="258609"/>
                  </a:lnTo>
                  <a:lnTo>
                    <a:pt x="309866" y="254121"/>
                  </a:lnTo>
                  <a:lnTo>
                    <a:pt x="312559" y="249545"/>
                  </a:lnTo>
                  <a:lnTo>
                    <a:pt x="315105" y="244886"/>
                  </a:lnTo>
                  <a:lnTo>
                    <a:pt x="317502" y="240148"/>
                  </a:lnTo>
                  <a:lnTo>
                    <a:pt x="319747" y="235336"/>
                  </a:lnTo>
                  <a:lnTo>
                    <a:pt x="321838" y="230456"/>
                  </a:lnTo>
                  <a:lnTo>
                    <a:pt x="323774" y="225511"/>
                  </a:lnTo>
                  <a:lnTo>
                    <a:pt x="325551" y="220508"/>
                  </a:lnTo>
                  <a:lnTo>
                    <a:pt x="327168" y="215451"/>
                  </a:lnTo>
                  <a:lnTo>
                    <a:pt x="328624" y="210344"/>
                  </a:lnTo>
                  <a:lnTo>
                    <a:pt x="329917" y="205195"/>
                  </a:lnTo>
                  <a:lnTo>
                    <a:pt x="331046" y="200006"/>
                  </a:lnTo>
                  <a:lnTo>
                    <a:pt x="332010" y="194785"/>
                  </a:lnTo>
                  <a:lnTo>
                    <a:pt x="332807" y="189535"/>
                  </a:lnTo>
                  <a:lnTo>
                    <a:pt x="333437" y="184263"/>
                  </a:lnTo>
                  <a:lnTo>
                    <a:pt x="333900" y="178974"/>
                  </a:lnTo>
                  <a:lnTo>
                    <a:pt x="334194" y="173672"/>
                  </a:lnTo>
                  <a:lnTo>
                    <a:pt x="334320" y="168364"/>
                  </a:lnTo>
                  <a:lnTo>
                    <a:pt x="334277" y="163054"/>
                  </a:lnTo>
                  <a:lnTo>
                    <a:pt x="334065" y="157749"/>
                  </a:lnTo>
                  <a:lnTo>
                    <a:pt x="333685" y="152453"/>
                  </a:lnTo>
                  <a:lnTo>
                    <a:pt x="333137" y="147172"/>
                  </a:lnTo>
                  <a:lnTo>
                    <a:pt x="167157" y="16706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28472" y="2126963"/>
              <a:ext cx="165979" cy="167167"/>
            </a:xfrm>
            <a:custGeom>
              <a:avLst/>
              <a:pathLst>
                <a:path w="165979" h="167167">
                  <a:moveTo>
                    <a:pt x="165979" y="147276"/>
                  </a:moveTo>
                  <a:lnTo>
                    <a:pt x="165251" y="141933"/>
                  </a:lnTo>
                  <a:lnTo>
                    <a:pt x="164352" y="136617"/>
                  </a:lnTo>
                  <a:lnTo>
                    <a:pt x="163281" y="131332"/>
                  </a:lnTo>
                  <a:lnTo>
                    <a:pt x="162040" y="126085"/>
                  </a:lnTo>
                  <a:lnTo>
                    <a:pt x="160631" y="120881"/>
                  </a:lnTo>
                  <a:lnTo>
                    <a:pt x="159055" y="115724"/>
                  </a:lnTo>
                  <a:lnTo>
                    <a:pt x="157313" y="110621"/>
                  </a:lnTo>
                  <a:lnTo>
                    <a:pt x="155408" y="105577"/>
                  </a:lnTo>
                  <a:lnTo>
                    <a:pt x="153340" y="100597"/>
                  </a:lnTo>
                  <a:lnTo>
                    <a:pt x="151114" y="95687"/>
                  </a:lnTo>
                  <a:lnTo>
                    <a:pt x="148730" y="90850"/>
                  </a:lnTo>
                  <a:lnTo>
                    <a:pt x="146191" y="86093"/>
                  </a:lnTo>
                  <a:lnTo>
                    <a:pt x="143501" y="81421"/>
                  </a:lnTo>
                  <a:lnTo>
                    <a:pt x="140661" y="76837"/>
                  </a:lnTo>
                  <a:lnTo>
                    <a:pt x="137674" y="72348"/>
                  </a:lnTo>
                  <a:lnTo>
                    <a:pt x="134545" y="67957"/>
                  </a:lnTo>
                  <a:lnTo>
                    <a:pt x="131275" y="63670"/>
                  </a:lnTo>
                  <a:lnTo>
                    <a:pt x="127869" y="59490"/>
                  </a:lnTo>
                  <a:lnTo>
                    <a:pt x="124330" y="55422"/>
                  </a:lnTo>
                  <a:lnTo>
                    <a:pt x="120661" y="51470"/>
                  </a:lnTo>
                  <a:lnTo>
                    <a:pt x="116867" y="47639"/>
                  </a:lnTo>
                  <a:lnTo>
                    <a:pt x="112952" y="43932"/>
                  </a:lnTo>
                  <a:lnTo>
                    <a:pt x="108919" y="40354"/>
                  </a:lnTo>
                  <a:lnTo>
                    <a:pt x="104772" y="36907"/>
                  </a:lnTo>
                  <a:lnTo>
                    <a:pt x="100517" y="33596"/>
                  </a:lnTo>
                  <a:lnTo>
                    <a:pt x="96157" y="30423"/>
                  </a:lnTo>
                  <a:lnTo>
                    <a:pt x="91697" y="27394"/>
                  </a:lnTo>
                  <a:lnTo>
                    <a:pt x="87141" y="24509"/>
                  </a:lnTo>
                  <a:lnTo>
                    <a:pt x="82495" y="21773"/>
                  </a:lnTo>
                  <a:lnTo>
                    <a:pt x="77763" y="19188"/>
                  </a:lnTo>
                  <a:lnTo>
                    <a:pt x="72950" y="16757"/>
                  </a:lnTo>
                  <a:lnTo>
                    <a:pt x="68061" y="14483"/>
                  </a:lnTo>
                  <a:lnTo>
                    <a:pt x="63102" y="12367"/>
                  </a:lnTo>
                  <a:lnTo>
                    <a:pt x="58077" y="10412"/>
                  </a:lnTo>
                  <a:lnTo>
                    <a:pt x="52991" y="8621"/>
                  </a:lnTo>
                  <a:lnTo>
                    <a:pt x="47850" y="6994"/>
                  </a:lnTo>
                  <a:lnTo>
                    <a:pt x="42660" y="5534"/>
                  </a:lnTo>
                  <a:lnTo>
                    <a:pt x="37425" y="4243"/>
                  </a:lnTo>
                  <a:lnTo>
                    <a:pt x="32151" y="3120"/>
                  </a:lnTo>
                  <a:lnTo>
                    <a:pt x="26844" y="2169"/>
                  </a:lnTo>
                  <a:lnTo>
                    <a:pt x="21508" y="1389"/>
                  </a:lnTo>
                  <a:lnTo>
                    <a:pt x="16151" y="782"/>
                  </a:lnTo>
                  <a:lnTo>
                    <a:pt x="10776" y="347"/>
                  </a:lnTo>
                  <a:lnTo>
                    <a:pt x="5391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417180" y="1681503"/>
              <a:ext cx="6054" cy="167167"/>
            </a:xfrm>
            <a:custGeom>
              <a:avLst/>
              <a:pathLst>
                <a:path w="6054" h="167167">
                  <a:moveTo>
                    <a:pt x="6054" y="0"/>
                  </a:moveTo>
                  <a:lnTo>
                    <a:pt x="0" y="109"/>
                  </a:lnTo>
                  <a:lnTo>
                    <a:pt x="6054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417180" y="1681612"/>
              <a:ext cx="6054" cy="167057"/>
            </a:xfrm>
            <a:custGeom>
              <a:avLst/>
              <a:pathLst>
                <a:path w="6054" h="167057">
                  <a:moveTo>
                    <a:pt x="0" y="0"/>
                  </a:moveTo>
                  <a:lnTo>
                    <a:pt x="6054" y="16705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417180" y="1681612"/>
              <a:ext cx="6054" cy="167057"/>
            </a:xfrm>
            <a:custGeom>
              <a:avLst/>
              <a:pathLst>
                <a:path w="6054" h="167057">
                  <a:moveTo>
                    <a:pt x="0" y="0"/>
                  </a:moveTo>
                  <a:lnTo>
                    <a:pt x="6054" y="16705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417180" y="1681612"/>
              <a:ext cx="6054" cy="167057"/>
            </a:xfrm>
            <a:custGeom>
              <a:avLst/>
              <a:pathLst>
                <a:path w="6054" h="167057">
                  <a:moveTo>
                    <a:pt x="0" y="0"/>
                  </a:moveTo>
                  <a:lnTo>
                    <a:pt x="6054" y="16705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417180" y="1681612"/>
              <a:ext cx="6054" cy="167057"/>
            </a:xfrm>
            <a:custGeom>
              <a:avLst/>
              <a:pathLst>
                <a:path w="6054" h="167057">
                  <a:moveTo>
                    <a:pt x="0" y="0"/>
                  </a:moveTo>
                  <a:lnTo>
                    <a:pt x="6054" y="16705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417180" y="1681612"/>
              <a:ext cx="6054" cy="167057"/>
            </a:xfrm>
            <a:custGeom>
              <a:avLst/>
              <a:pathLst>
                <a:path w="6054" h="167057">
                  <a:moveTo>
                    <a:pt x="0" y="0"/>
                  </a:moveTo>
                  <a:lnTo>
                    <a:pt x="6054" y="16705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417180" y="1681612"/>
              <a:ext cx="6054" cy="167057"/>
            </a:xfrm>
            <a:custGeom>
              <a:avLst/>
              <a:pathLst>
                <a:path w="6054" h="167057">
                  <a:moveTo>
                    <a:pt x="0" y="0"/>
                  </a:moveTo>
                  <a:lnTo>
                    <a:pt x="6054" y="16705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417180" y="1681612"/>
              <a:ext cx="6054" cy="167057"/>
            </a:xfrm>
            <a:custGeom>
              <a:avLst/>
              <a:pathLst>
                <a:path w="6054" h="167057">
                  <a:moveTo>
                    <a:pt x="0" y="0"/>
                  </a:moveTo>
                  <a:lnTo>
                    <a:pt x="6054" y="16705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417180" y="1681612"/>
              <a:ext cx="6054" cy="167057"/>
            </a:xfrm>
            <a:custGeom>
              <a:avLst/>
              <a:pathLst>
                <a:path w="6054" h="167057">
                  <a:moveTo>
                    <a:pt x="0" y="0"/>
                  </a:moveTo>
                  <a:lnTo>
                    <a:pt x="6054" y="16705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417180" y="1681612"/>
              <a:ext cx="6054" cy="167057"/>
            </a:xfrm>
            <a:custGeom>
              <a:avLst/>
              <a:pathLst>
                <a:path w="6054" h="167057">
                  <a:moveTo>
                    <a:pt x="0" y="0"/>
                  </a:moveTo>
                  <a:lnTo>
                    <a:pt x="6054" y="16705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417180" y="1681612"/>
              <a:ext cx="6054" cy="167057"/>
            </a:xfrm>
            <a:custGeom>
              <a:avLst/>
              <a:pathLst>
                <a:path w="6054" h="167057">
                  <a:moveTo>
                    <a:pt x="0" y="0"/>
                  </a:moveTo>
                  <a:lnTo>
                    <a:pt x="6054" y="16705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417180" y="1681612"/>
              <a:ext cx="6054" cy="167057"/>
            </a:xfrm>
            <a:custGeom>
              <a:avLst/>
              <a:pathLst>
                <a:path w="6054" h="167057">
                  <a:moveTo>
                    <a:pt x="0" y="0"/>
                  </a:moveTo>
                  <a:lnTo>
                    <a:pt x="6054" y="16705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417180" y="1681612"/>
              <a:ext cx="6054" cy="167057"/>
            </a:xfrm>
            <a:custGeom>
              <a:avLst/>
              <a:pathLst>
                <a:path w="6054" h="167057">
                  <a:moveTo>
                    <a:pt x="0" y="0"/>
                  </a:moveTo>
                  <a:lnTo>
                    <a:pt x="6054" y="16705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417180" y="1681612"/>
              <a:ext cx="6054" cy="167057"/>
            </a:xfrm>
            <a:custGeom>
              <a:avLst/>
              <a:pathLst>
                <a:path w="6054" h="167057">
                  <a:moveTo>
                    <a:pt x="0" y="0"/>
                  </a:moveTo>
                  <a:lnTo>
                    <a:pt x="6054" y="16705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417180" y="1681612"/>
              <a:ext cx="6054" cy="167057"/>
            </a:xfrm>
            <a:custGeom>
              <a:avLst/>
              <a:pathLst>
                <a:path w="6054" h="167057">
                  <a:moveTo>
                    <a:pt x="0" y="0"/>
                  </a:moveTo>
                  <a:lnTo>
                    <a:pt x="6054" y="16705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417180" y="1681612"/>
              <a:ext cx="6054" cy="167057"/>
            </a:xfrm>
            <a:custGeom>
              <a:avLst/>
              <a:pathLst>
                <a:path w="6054" h="167057">
                  <a:moveTo>
                    <a:pt x="0" y="0"/>
                  </a:moveTo>
                  <a:lnTo>
                    <a:pt x="6054" y="16705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417180" y="1681612"/>
              <a:ext cx="6054" cy="167057"/>
            </a:xfrm>
            <a:custGeom>
              <a:avLst/>
              <a:pathLst>
                <a:path w="6054" h="167057">
                  <a:moveTo>
                    <a:pt x="0" y="0"/>
                  </a:moveTo>
                  <a:lnTo>
                    <a:pt x="6054" y="16705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417180" y="1681612"/>
              <a:ext cx="6054" cy="167057"/>
            </a:xfrm>
            <a:custGeom>
              <a:avLst/>
              <a:pathLst>
                <a:path w="6054" h="167057">
                  <a:moveTo>
                    <a:pt x="0" y="0"/>
                  </a:moveTo>
                  <a:lnTo>
                    <a:pt x="6054" y="1670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417180" y="1681612"/>
              <a:ext cx="6054" cy="167057"/>
            </a:xfrm>
            <a:custGeom>
              <a:avLst/>
              <a:pathLst>
                <a:path w="6054" h="167057">
                  <a:moveTo>
                    <a:pt x="0" y="0"/>
                  </a:moveTo>
                  <a:lnTo>
                    <a:pt x="6054" y="1670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417180" y="1681612"/>
              <a:ext cx="6054" cy="167057"/>
            </a:xfrm>
            <a:custGeom>
              <a:avLst/>
              <a:pathLst>
                <a:path w="6054" h="167057">
                  <a:moveTo>
                    <a:pt x="0" y="0"/>
                  </a:moveTo>
                  <a:lnTo>
                    <a:pt x="6054" y="1670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417180" y="1681612"/>
              <a:ext cx="6054" cy="167057"/>
            </a:xfrm>
            <a:custGeom>
              <a:avLst/>
              <a:pathLst>
                <a:path w="6054" h="167057">
                  <a:moveTo>
                    <a:pt x="0" y="0"/>
                  </a:moveTo>
                  <a:lnTo>
                    <a:pt x="6054" y="1670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417180" y="1681612"/>
              <a:ext cx="6054" cy="167057"/>
            </a:xfrm>
            <a:custGeom>
              <a:avLst/>
              <a:pathLst>
                <a:path w="6054" h="167057">
                  <a:moveTo>
                    <a:pt x="0" y="0"/>
                  </a:moveTo>
                  <a:lnTo>
                    <a:pt x="6054" y="16705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417180" y="1681612"/>
              <a:ext cx="6054" cy="167057"/>
            </a:xfrm>
            <a:custGeom>
              <a:avLst/>
              <a:pathLst>
                <a:path w="6054" h="167057">
                  <a:moveTo>
                    <a:pt x="0" y="0"/>
                  </a:moveTo>
                  <a:lnTo>
                    <a:pt x="6054" y="16705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256078" y="1681612"/>
              <a:ext cx="334312" cy="334223"/>
            </a:xfrm>
            <a:custGeom>
              <a:avLst/>
              <a:pathLst>
                <a:path w="334312" h="334223">
                  <a:moveTo>
                    <a:pt x="161101" y="0"/>
                  </a:moveTo>
                  <a:lnTo>
                    <a:pt x="155804" y="276"/>
                  </a:lnTo>
                  <a:lnTo>
                    <a:pt x="150518" y="720"/>
                  </a:lnTo>
                  <a:lnTo>
                    <a:pt x="145249" y="1331"/>
                  </a:lnTo>
                  <a:lnTo>
                    <a:pt x="140003" y="2110"/>
                  </a:lnTo>
                  <a:lnTo>
                    <a:pt x="134783" y="3054"/>
                  </a:lnTo>
                  <a:lnTo>
                    <a:pt x="129596" y="4164"/>
                  </a:lnTo>
                  <a:lnTo>
                    <a:pt x="124447" y="5438"/>
                  </a:lnTo>
                  <a:lnTo>
                    <a:pt x="119340" y="6874"/>
                  </a:lnTo>
                  <a:lnTo>
                    <a:pt x="114282" y="8472"/>
                  </a:lnTo>
                  <a:lnTo>
                    <a:pt x="109278" y="10229"/>
                  </a:lnTo>
                  <a:lnTo>
                    <a:pt x="104331" y="12144"/>
                  </a:lnTo>
                  <a:lnTo>
                    <a:pt x="99448" y="14216"/>
                  </a:lnTo>
                  <a:lnTo>
                    <a:pt x="94633" y="16441"/>
                  </a:lnTo>
                  <a:lnTo>
                    <a:pt x="89891" y="18818"/>
                  </a:lnTo>
                  <a:lnTo>
                    <a:pt x="85226" y="21344"/>
                  </a:lnTo>
                  <a:lnTo>
                    <a:pt x="80644" y="24016"/>
                  </a:lnTo>
                  <a:lnTo>
                    <a:pt x="76150" y="26833"/>
                  </a:lnTo>
                  <a:lnTo>
                    <a:pt x="71747" y="29791"/>
                  </a:lnTo>
                  <a:lnTo>
                    <a:pt x="67440" y="32887"/>
                  </a:lnTo>
                  <a:lnTo>
                    <a:pt x="63233" y="36119"/>
                  </a:lnTo>
                  <a:lnTo>
                    <a:pt x="59131" y="39482"/>
                  </a:lnTo>
                  <a:lnTo>
                    <a:pt x="55138" y="42973"/>
                  </a:lnTo>
                  <a:lnTo>
                    <a:pt x="51257" y="46590"/>
                  </a:lnTo>
                  <a:lnTo>
                    <a:pt x="47494" y="50327"/>
                  </a:lnTo>
                  <a:lnTo>
                    <a:pt x="43850" y="54183"/>
                  </a:lnTo>
                  <a:lnTo>
                    <a:pt x="40331" y="58152"/>
                  </a:lnTo>
                  <a:lnTo>
                    <a:pt x="36940" y="62230"/>
                  </a:lnTo>
                  <a:lnTo>
                    <a:pt x="33680" y="66414"/>
                  </a:lnTo>
                  <a:lnTo>
                    <a:pt x="30554" y="70700"/>
                  </a:lnTo>
                  <a:lnTo>
                    <a:pt x="27565" y="75082"/>
                  </a:lnTo>
                  <a:lnTo>
                    <a:pt x="24718" y="79557"/>
                  </a:lnTo>
                  <a:lnTo>
                    <a:pt x="22013" y="84121"/>
                  </a:lnTo>
                  <a:lnTo>
                    <a:pt x="19455" y="88767"/>
                  </a:lnTo>
                  <a:lnTo>
                    <a:pt x="17045" y="93493"/>
                  </a:lnTo>
                  <a:lnTo>
                    <a:pt x="14787" y="98292"/>
                  </a:lnTo>
                  <a:lnTo>
                    <a:pt x="12682" y="103161"/>
                  </a:lnTo>
                  <a:lnTo>
                    <a:pt x="10732" y="108095"/>
                  </a:lnTo>
                  <a:lnTo>
                    <a:pt x="8940" y="113087"/>
                  </a:lnTo>
                  <a:lnTo>
                    <a:pt x="7308" y="118134"/>
                  </a:lnTo>
                  <a:lnTo>
                    <a:pt x="5836" y="123230"/>
                  </a:lnTo>
                  <a:lnTo>
                    <a:pt x="4527" y="128370"/>
                  </a:lnTo>
                  <a:lnTo>
                    <a:pt x="3381" y="133550"/>
                  </a:lnTo>
                  <a:lnTo>
                    <a:pt x="2401" y="138762"/>
                  </a:lnTo>
                  <a:lnTo>
                    <a:pt x="1586" y="144004"/>
                  </a:lnTo>
                  <a:lnTo>
                    <a:pt x="938" y="149269"/>
                  </a:lnTo>
                  <a:lnTo>
                    <a:pt x="457" y="154551"/>
                  </a:lnTo>
                  <a:lnTo>
                    <a:pt x="144" y="159846"/>
                  </a:lnTo>
                  <a:lnTo>
                    <a:pt x="0" y="165149"/>
                  </a:lnTo>
                  <a:lnTo>
                    <a:pt x="23" y="170453"/>
                  </a:lnTo>
                  <a:lnTo>
                    <a:pt x="215" y="175754"/>
                  </a:lnTo>
                  <a:lnTo>
                    <a:pt x="575" y="181046"/>
                  </a:lnTo>
                  <a:lnTo>
                    <a:pt x="1103" y="186324"/>
                  </a:lnTo>
                  <a:lnTo>
                    <a:pt x="1798" y="191583"/>
                  </a:lnTo>
                  <a:lnTo>
                    <a:pt x="2659" y="196817"/>
                  </a:lnTo>
                  <a:lnTo>
                    <a:pt x="3686" y="202021"/>
                  </a:lnTo>
                  <a:lnTo>
                    <a:pt x="4877" y="207190"/>
                  </a:lnTo>
                  <a:lnTo>
                    <a:pt x="6232" y="212318"/>
                  </a:lnTo>
                  <a:lnTo>
                    <a:pt x="7749" y="217401"/>
                  </a:lnTo>
                  <a:lnTo>
                    <a:pt x="9427" y="222433"/>
                  </a:lnTo>
                  <a:lnTo>
                    <a:pt x="11263" y="227410"/>
                  </a:lnTo>
                  <a:lnTo>
                    <a:pt x="13257" y="232325"/>
                  </a:lnTo>
                  <a:lnTo>
                    <a:pt x="15405" y="237175"/>
                  </a:lnTo>
                  <a:lnTo>
                    <a:pt x="17706" y="241954"/>
                  </a:lnTo>
                  <a:lnTo>
                    <a:pt x="20157" y="246658"/>
                  </a:lnTo>
                  <a:lnTo>
                    <a:pt x="22757" y="251282"/>
                  </a:lnTo>
                  <a:lnTo>
                    <a:pt x="25502" y="255821"/>
                  </a:lnTo>
                  <a:lnTo>
                    <a:pt x="28389" y="260271"/>
                  </a:lnTo>
                  <a:lnTo>
                    <a:pt x="31416" y="264626"/>
                  </a:lnTo>
                  <a:lnTo>
                    <a:pt x="34580" y="268884"/>
                  </a:lnTo>
                  <a:lnTo>
                    <a:pt x="37878" y="273039"/>
                  </a:lnTo>
                  <a:lnTo>
                    <a:pt x="41305" y="277087"/>
                  </a:lnTo>
                  <a:lnTo>
                    <a:pt x="44860" y="281025"/>
                  </a:lnTo>
                  <a:lnTo>
                    <a:pt x="48537" y="284847"/>
                  </a:lnTo>
                  <a:lnTo>
                    <a:pt x="52334" y="288551"/>
                  </a:lnTo>
                  <a:lnTo>
                    <a:pt x="56246" y="292133"/>
                  </a:lnTo>
                  <a:lnTo>
                    <a:pt x="60270" y="295589"/>
                  </a:lnTo>
                  <a:lnTo>
                    <a:pt x="64402" y="298916"/>
                  </a:lnTo>
                  <a:lnTo>
                    <a:pt x="68637" y="302109"/>
                  </a:lnTo>
                  <a:lnTo>
                    <a:pt x="72972" y="305167"/>
                  </a:lnTo>
                  <a:lnTo>
                    <a:pt x="77401" y="308086"/>
                  </a:lnTo>
                  <a:lnTo>
                    <a:pt x="81921" y="310862"/>
                  </a:lnTo>
                  <a:lnTo>
                    <a:pt x="86526" y="313494"/>
                  </a:lnTo>
                  <a:lnTo>
                    <a:pt x="91213" y="315979"/>
                  </a:lnTo>
                  <a:lnTo>
                    <a:pt x="95976" y="318313"/>
                  </a:lnTo>
                  <a:lnTo>
                    <a:pt x="100810" y="320495"/>
                  </a:lnTo>
                  <a:lnTo>
                    <a:pt x="105712" y="322523"/>
                  </a:lnTo>
                  <a:lnTo>
                    <a:pt x="110675" y="324394"/>
                  </a:lnTo>
                  <a:lnTo>
                    <a:pt x="115696" y="326107"/>
                  </a:lnTo>
                  <a:lnTo>
                    <a:pt x="120768" y="327659"/>
                  </a:lnTo>
                  <a:lnTo>
                    <a:pt x="125886" y="329050"/>
                  </a:lnTo>
                  <a:lnTo>
                    <a:pt x="131047" y="330278"/>
                  </a:lnTo>
                  <a:lnTo>
                    <a:pt x="136243" y="331342"/>
                  </a:lnTo>
                  <a:lnTo>
                    <a:pt x="141471" y="332240"/>
                  </a:lnTo>
                  <a:lnTo>
                    <a:pt x="146725" y="332971"/>
                  </a:lnTo>
                  <a:lnTo>
                    <a:pt x="151999" y="333536"/>
                  </a:lnTo>
                  <a:lnTo>
                    <a:pt x="157289" y="333933"/>
                  </a:lnTo>
                  <a:lnTo>
                    <a:pt x="162588" y="334162"/>
                  </a:lnTo>
                  <a:lnTo>
                    <a:pt x="167892" y="334223"/>
                  </a:lnTo>
                  <a:lnTo>
                    <a:pt x="173196" y="334116"/>
                  </a:lnTo>
                  <a:lnTo>
                    <a:pt x="178493" y="333840"/>
                  </a:lnTo>
                  <a:lnTo>
                    <a:pt x="183779" y="333396"/>
                  </a:lnTo>
                  <a:lnTo>
                    <a:pt x="189048" y="332785"/>
                  </a:lnTo>
                  <a:lnTo>
                    <a:pt x="194295" y="332007"/>
                  </a:lnTo>
                  <a:lnTo>
                    <a:pt x="199514" y="331063"/>
                  </a:lnTo>
                  <a:lnTo>
                    <a:pt x="204701" y="329954"/>
                  </a:lnTo>
                  <a:lnTo>
                    <a:pt x="209851" y="328681"/>
                  </a:lnTo>
                  <a:lnTo>
                    <a:pt x="214957" y="327245"/>
                  </a:lnTo>
                  <a:lnTo>
                    <a:pt x="220015" y="325647"/>
                  </a:lnTo>
                  <a:lnTo>
                    <a:pt x="225020" y="323891"/>
                  </a:lnTo>
                  <a:lnTo>
                    <a:pt x="229967" y="321976"/>
                  </a:lnTo>
                  <a:lnTo>
                    <a:pt x="234851" y="319905"/>
                  </a:lnTo>
                  <a:lnTo>
                    <a:pt x="239666" y="317680"/>
                  </a:lnTo>
                  <a:lnTo>
                    <a:pt x="244408" y="315304"/>
                  </a:lnTo>
                  <a:lnTo>
                    <a:pt x="249073" y="312778"/>
                  </a:lnTo>
                  <a:lnTo>
                    <a:pt x="253655" y="310106"/>
                  </a:lnTo>
                  <a:lnTo>
                    <a:pt x="258150" y="307290"/>
                  </a:lnTo>
                  <a:lnTo>
                    <a:pt x="262553" y="304332"/>
                  </a:lnTo>
                  <a:lnTo>
                    <a:pt x="266860" y="301236"/>
                  </a:lnTo>
                  <a:lnTo>
                    <a:pt x="271067" y="298005"/>
                  </a:lnTo>
                  <a:lnTo>
                    <a:pt x="275170" y="294643"/>
                  </a:lnTo>
                  <a:lnTo>
                    <a:pt x="279163" y="291152"/>
                  </a:lnTo>
                  <a:lnTo>
                    <a:pt x="283044" y="287535"/>
                  </a:lnTo>
                  <a:lnTo>
                    <a:pt x="286808" y="283798"/>
                  </a:lnTo>
                  <a:lnTo>
                    <a:pt x="290451" y="279943"/>
                  </a:lnTo>
                  <a:lnTo>
                    <a:pt x="293971" y="275974"/>
                  </a:lnTo>
                  <a:lnTo>
                    <a:pt x="297363" y="271896"/>
                  </a:lnTo>
                  <a:lnTo>
                    <a:pt x="300623" y="267712"/>
                  </a:lnTo>
                  <a:lnTo>
                    <a:pt x="303750" y="263427"/>
                  </a:lnTo>
                  <a:lnTo>
                    <a:pt x="306738" y="259045"/>
                  </a:lnTo>
                  <a:lnTo>
                    <a:pt x="309587" y="254570"/>
                  </a:lnTo>
                  <a:lnTo>
                    <a:pt x="312291" y="250007"/>
                  </a:lnTo>
                  <a:lnTo>
                    <a:pt x="314850" y="245361"/>
                  </a:lnTo>
                  <a:lnTo>
                    <a:pt x="317260" y="240635"/>
                  </a:lnTo>
                  <a:lnTo>
                    <a:pt x="319519" y="235836"/>
                  </a:lnTo>
                  <a:lnTo>
                    <a:pt x="321624" y="230967"/>
                  </a:lnTo>
                  <a:lnTo>
                    <a:pt x="323574" y="226034"/>
                  </a:lnTo>
                  <a:lnTo>
                    <a:pt x="325367" y="221042"/>
                  </a:lnTo>
                  <a:lnTo>
                    <a:pt x="327000" y="215995"/>
                  </a:lnTo>
                  <a:lnTo>
                    <a:pt x="328472" y="210899"/>
                  </a:lnTo>
                  <a:lnTo>
                    <a:pt x="329782" y="205759"/>
                  </a:lnTo>
                  <a:lnTo>
                    <a:pt x="330928" y="200580"/>
                  </a:lnTo>
                  <a:lnTo>
                    <a:pt x="331909" y="195367"/>
                  </a:lnTo>
                  <a:lnTo>
                    <a:pt x="332724" y="190126"/>
                  </a:lnTo>
                  <a:lnTo>
                    <a:pt x="333373" y="184861"/>
                  </a:lnTo>
                  <a:lnTo>
                    <a:pt x="333854" y="179578"/>
                  </a:lnTo>
                  <a:lnTo>
                    <a:pt x="334167" y="174283"/>
                  </a:lnTo>
                  <a:lnTo>
                    <a:pt x="334312" y="168981"/>
                  </a:lnTo>
                  <a:lnTo>
                    <a:pt x="334289" y="163677"/>
                  </a:lnTo>
                  <a:lnTo>
                    <a:pt x="334098" y="158376"/>
                  </a:lnTo>
                  <a:lnTo>
                    <a:pt x="333738" y="153083"/>
                  </a:lnTo>
                  <a:lnTo>
                    <a:pt x="333211" y="147805"/>
                  </a:lnTo>
                  <a:lnTo>
                    <a:pt x="332517" y="142547"/>
                  </a:lnTo>
                  <a:lnTo>
                    <a:pt x="331656" y="137313"/>
                  </a:lnTo>
                  <a:lnTo>
                    <a:pt x="330629" y="132108"/>
                  </a:lnTo>
                  <a:lnTo>
                    <a:pt x="329438" y="126939"/>
                  </a:lnTo>
                  <a:lnTo>
                    <a:pt x="328084" y="121811"/>
                  </a:lnTo>
                  <a:lnTo>
                    <a:pt x="326567" y="116728"/>
                  </a:lnTo>
                  <a:lnTo>
                    <a:pt x="324890" y="111696"/>
                  </a:lnTo>
                  <a:lnTo>
                    <a:pt x="323054" y="106719"/>
                  </a:lnTo>
                  <a:lnTo>
                    <a:pt x="321061" y="101803"/>
                  </a:lnTo>
                  <a:lnTo>
                    <a:pt x="318914" y="96953"/>
                  </a:lnTo>
                  <a:lnTo>
                    <a:pt x="316613" y="92174"/>
                  </a:lnTo>
                  <a:lnTo>
                    <a:pt x="314162" y="87470"/>
                  </a:lnTo>
                  <a:lnTo>
                    <a:pt x="311563" y="82846"/>
                  </a:lnTo>
                  <a:lnTo>
                    <a:pt x="308818" y="78306"/>
                  </a:lnTo>
                  <a:lnTo>
                    <a:pt x="305931" y="73856"/>
                  </a:lnTo>
                  <a:lnTo>
                    <a:pt x="302904" y="69500"/>
                  </a:lnTo>
                  <a:lnTo>
                    <a:pt x="299741" y="65243"/>
                  </a:lnTo>
                  <a:lnTo>
                    <a:pt x="296444" y="61087"/>
                  </a:lnTo>
                  <a:lnTo>
                    <a:pt x="293017" y="57039"/>
                  </a:lnTo>
                  <a:lnTo>
                    <a:pt x="289463" y="53101"/>
                  </a:lnTo>
                  <a:lnTo>
                    <a:pt x="285786" y="49278"/>
                  </a:lnTo>
                  <a:lnTo>
                    <a:pt x="281989" y="45574"/>
                  </a:lnTo>
                  <a:lnTo>
                    <a:pt x="278077" y="41991"/>
                  </a:lnTo>
                  <a:lnTo>
                    <a:pt x="274053" y="38535"/>
                  </a:lnTo>
                  <a:lnTo>
                    <a:pt x="269922" y="35208"/>
                  </a:lnTo>
                  <a:lnTo>
                    <a:pt x="265687" y="32014"/>
                  </a:lnTo>
                  <a:lnTo>
                    <a:pt x="261353" y="28956"/>
                  </a:lnTo>
                  <a:lnTo>
                    <a:pt x="256924" y="26037"/>
                  </a:lnTo>
                  <a:lnTo>
                    <a:pt x="252405" y="23260"/>
                  </a:lnTo>
                  <a:lnTo>
                    <a:pt x="247799" y="20628"/>
                  </a:lnTo>
                  <a:lnTo>
                    <a:pt x="243113" y="18143"/>
                  </a:lnTo>
                  <a:lnTo>
                    <a:pt x="238350" y="15808"/>
                  </a:lnTo>
                  <a:lnTo>
                    <a:pt x="167156" y="16705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423235" y="1681503"/>
              <a:ext cx="71194" cy="167167"/>
            </a:xfrm>
            <a:custGeom>
              <a:avLst/>
              <a:pathLst>
                <a:path w="71194" h="167167">
                  <a:moveTo>
                    <a:pt x="71194" y="15918"/>
                  </a:moveTo>
                  <a:lnTo>
                    <a:pt x="66035" y="13595"/>
                  </a:lnTo>
                  <a:lnTo>
                    <a:pt x="60801" y="11449"/>
                  </a:lnTo>
                  <a:lnTo>
                    <a:pt x="55498" y="9481"/>
                  </a:lnTo>
                  <a:lnTo>
                    <a:pt x="50131" y="7693"/>
                  </a:lnTo>
                  <a:lnTo>
                    <a:pt x="44706" y="6089"/>
                  </a:lnTo>
                  <a:lnTo>
                    <a:pt x="39231" y="4668"/>
                  </a:lnTo>
                  <a:lnTo>
                    <a:pt x="33710" y="3434"/>
                  </a:lnTo>
                  <a:lnTo>
                    <a:pt x="28151" y="2387"/>
                  </a:lnTo>
                  <a:lnTo>
                    <a:pt x="22559" y="1529"/>
                  </a:lnTo>
                  <a:lnTo>
                    <a:pt x="16942" y="860"/>
                  </a:lnTo>
                  <a:lnTo>
                    <a:pt x="11305" y="382"/>
                  </a:lnTo>
                  <a:lnTo>
                    <a:pt x="5656" y="9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5853877" y="1322571"/>
              <a:ext cx="167161" cy="319044"/>
            </a:xfrm>
            <a:custGeom>
              <a:avLst/>
              <a:pathLst>
                <a:path w="167161" h="319044">
                  <a:moveTo>
                    <a:pt x="167161" y="0"/>
                  </a:moveTo>
                  <a:lnTo>
                    <a:pt x="161831" y="84"/>
                  </a:lnTo>
                  <a:lnTo>
                    <a:pt x="156507" y="339"/>
                  </a:lnTo>
                  <a:lnTo>
                    <a:pt x="151193" y="764"/>
                  </a:lnTo>
                  <a:lnTo>
                    <a:pt x="145896" y="1358"/>
                  </a:lnTo>
                  <a:lnTo>
                    <a:pt x="140620" y="2120"/>
                  </a:lnTo>
                  <a:lnTo>
                    <a:pt x="135371" y="3050"/>
                  </a:lnTo>
                  <a:lnTo>
                    <a:pt x="130155" y="4147"/>
                  </a:lnTo>
                  <a:lnTo>
                    <a:pt x="124976" y="5410"/>
                  </a:lnTo>
                  <a:lnTo>
                    <a:pt x="119840" y="6837"/>
                  </a:lnTo>
                  <a:lnTo>
                    <a:pt x="114752" y="8427"/>
                  </a:lnTo>
                  <a:lnTo>
                    <a:pt x="109718" y="10179"/>
                  </a:lnTo>
                  <a:lnTo>
                    <a:pt x="104742" y="12090"/>
                  </a:lnTo>
                  <a:lnTo>
                    <a:pt x="99829" y="14159"/>
                  </a:lnTo>
                  <a:lnTo>
                    <a:pt x="94985" y="16384"/>
                  </a:lnTo>
                  <a:lnTo>
                    <a:pt x="90214" y="18762"/>
                  </a:lnTo>
                  <a:lnTo>
                    <a:pt x="85521" y="21291"/>
                  </a:lnTo>
                  <a:lnTo>
                    <a:pt x="80912" y="23968"/>
                  </a:lnTo>
                  <a:lnTo>
                    <a:pt x="76390" y="26790"/>
                  </a:lnTo>
                  <a:lnTo>
                    <a:pt x="71961" y="29756"/>
                  </a:lnTo>
                  <a:lnTo>
                    <a:pt x="67628" y="32861"/>
                  </a:lnTo>
                  <a:lnTo>
                    <a:pt x="63396" y="36103"/>
                  </a:lnTo>
                  <a:lnTo>
                    <a:pt x="59270" y="39478"/>
                  </a:lnTo>
                  <a:lnTo>
                    <a:pt x="55254" y="42983"/>
                  </a:lnTo>
                  <a:lnTo>
                    <a:pt x="51351" y="46614"/>
                  </a:lnTo>
                  <a:lnTo>
                    <a:pt x="47567" y="50368"/>
                  </a:lnTo>
                  <a:lnTo>
                    <a:pt x="43903" y="54240"/>
                  </a:lnTo>
                  <a:lnTo>
                    <a:pt x="40366" y="58227"/>
                  </a:lnTo>
                  <a:lnTo>
                    <a:pt x="36957" y="62325"/>
                  </a:lnTo>
                  <a:lnTo>
                    <a:pt x="33680" y="66530"/>
                  </a:lnTo>
                  <a:lnTo>
                    <a:pt x="30539" y="70837"/>
                  </a:lnTo>
                  <a:lnTo>
                    <a:pt x="27538" y="75242"/>
                  </a:lnTo>
                  <a:lnTo>
                    <a:pt x="24678" y="79741"/>
                  </a:lnTo>
                  <a:lnTo>
                    <a:pt x="21963" y="84328"/>
                  </a:lnTo>
                  <a:lnTo>
                    <a:pt x="19395" y="88999"/>
                  </a:lnTo>
                  <a:lnTo>
                    <a:pt x="16978" y="93750"/>
                  </a:lnTo>
                  <a:lnTo>
                    <a:pt x="14714" y="98576"/>
                  </a:lnTo>
                  <a:lnTo>
                    <a:pt x="12604" y="103472"/>
                  </a:lnTo>
                  <a:lnTo>
                    <a:pt x="10652" y="108432"/>
                  </a:lnTo>
                  <a:lnTo>
                    <a:pt x="8859" y="113452"/>
                  </a:lnTo>
                  <a:lnTo>
                    <a:pt x="7227" y="118526"/>
                  </a:lnTo>
                  <a:lnTo>
                    <a:pt x="5757" y="123650"/>
                  </a:lnTo>
                  <a:lnTo>
                    <a:pt x="4452" y="128818"/>
                  </a:lnTo>
                  <a:lnTo>
                    <a:pt x="3312" y="134026"/>
                  </a:lnTo>
                  <a:lnTo>
                    <a:pt x="2339" y="139267"/>
                  </a:lnTo>
                  <a:lnTo>
                    <a:pt x="1533" y="144536"/>
                  </a:lnTo>
                  <a:lnTo>
                    <a:pt x="895" y="149828"/>
                  </a:lnTo>
                  <a:lnTo>
                    <a:pt x="427" y="155138"/>
                  </a:lnTo>
                  <a:lnTo>
                    <a:pt x="128" y="160460"/>
                  </a:lnTo>
                  <a:lnTo>
                    <a:pt x="0" y="165789"/>
                  </a:lnTo>
                  <a:lnTo>
                    <a:pt x="41" y="171120"/>
                  </a:lnTo>
                  <a:lnTo>
                    <a:pt x="252" y="176446"/>
                  </a:lnTo>
                  <a:lnTo>
                    <a:pt x="632" y="181763"/>
                  </a:lnTo>
                  <a:lnTo>
                    <a:pt x="1182" y="187065"/>
                  </a:lnTo>
                  <a:lnTo>
                    <a:pt x="1901" y="192347"/>
                  </a:lnTo>
                  <a:lnTo>
                    <a:pt x="2788" y="197603"/>
                  </a:lnTo>
                  <a:lnTo>
                    <a:pt x="3842" y="202829"/>
                  </a:lnTo>
                  <a:lnTo>
                    <a:pt x="5062" y="208018"/>
                  </a:lnTo>
                  <a:lnTo>
                    <a:pt x="6447" y="213165"/>
                  </a:lnTo>
                  <a:lnTo>
                    <a:pt x="7995" y="218266"/>
                  </a:lnTo>
                  <a:lnTo>
                    <a:pt x="9705" y="223315"/>
                  </a:lnTo>
                  <a:lnTo>
                    <a:pt x="11576" y="228307"/>
                  </a:lnTo>
                  <a:lnTo>
                    <a:pt x="13604" y="233236"/>
                  </a:lnTo>
                  <a:lnTo>
                    <a:pt x="15789" y="238098"/>
                  </a:lnTo>
                  <a:lnTo>
                    <a:pt x="18127" y="242889"/>
                  </a:lnTo>
                  <a:lnTo>
                    <a:pt x="20617" y="247602"/>
                  </a:lnTo>
                  <a:lnTo>
                    <a:pt x="23256" y="252233"/>
                  </a:lnTo>
                  <a:lnTo>
                    <a:pt x="26042" y="256778"/>
                  </a:lnTo>
                  <a:lnTo>
                    <a:pt x="28970" y="261232"/>
                  </a:lnTo>
                  <a:lnTo>
                    <a:pt x="32040" y="265590"/>
                  </a:lnTo>
                  <a:lnTo>
                    <a:pt x="35247" y="269848"/>
                  </a:lnTo>
                  <a:lnTo>
                    <a:pt x="38588" y="274002"/>
                  </a:lnTo>
                  <a:lnTo>
                    <a:pt x="42059" y="278047"/>
                  </a:lnTo>
                  <a:lnTo>
                    <a:pt x="45658" y="281979"/>
                  </a:lnTo>
                  <a:lnTo>
                    <a:pt x="49380" y="285795"/>
                  </a:lnTo>
                  <a:lnTo>
                    <a:pt x="53223" y="289490"/>
                  </a:lnTo>
                  <a:lnTo>
                    <a:pt x="57181" y="293061"/>
                  </a:lnTo>
                  <a:lnTo>
                    <a:pt x="61250" y="296503"/>
                  </a:lnTo>
                  <a:lnTo>
                    <a:pt x="65428" y="299814"/>
                  </a:lnTo>
                  <a:lnTo>
                    <a:pt x="69709" y="302990"/>
                  </a:lnTo>
                  <a:lnTo>
                    <a:pt x="74089" y="306028"/>
                  </a:lnTo>
                  <a:lnTo>
                    <a:pt x="78564" y="308925"/>
                  </a:lnTo>
                  <a:lnTo>
                    <a:pt x="83129" y="311678"/>
                  </a:lnTo>
                  <a:lnTo>
                    <a:pt x="87779" y="314284"/>
                  </a:lnTo>
                  <a:lnTo>
                    <a:pt x="92510" y="316740"/>
                  </a:lnTo>
                  <a:lnTo>
                    <a:pt x="97317" y="319044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5951194" y="1489739"/>
              <a:ext cx="69844" cy="151877"/>
            </a:xfrm>
            <a:custGeom>
              <a:avLst/>
              <a:pathLst>
                <a:path w="69844" h="151877">
                  <a:moveTo>
                    <a:pt x="0" y="151877"/>
                  </a:moveTo>
                  <a:lnTo>
                    <a:pt x="69844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5951194" y="1489739"/>
              <a:ext cx="69844" cy="151877"/>
            </a:xfrm>
            <a:custGeom>
              <a:avLst/>
              <a:pathLst>
                <a:path w="69844" h="151877">
                  <a:moveTo>
                    <a:pt x="0" y="151877"/>
                  </a:moveTo>
                  <a:lnTo>
                    <a:pt x="69844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5951194" y="1489739"/>
              <a:ext cx="69844" cy="151877"/>
            </a:xfrm>
            <a:custGeom>
              <a:avLst/>
              <a:pathLst>
                <a:path w="69844" h="151877">
                  <a:moveTo>
                    <a:pt x="0" y="151877"/>
                  </a:moveTo>
                  <a:lnTo>
                    <a:pt x="69844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5951194" y="1489739"/>
              <a:ext cx="69844" cy="151877"/>
            </a:xfrm>
            <a:custGeom>
              <a:avLst/>
              <a:pathLst>
                <a:path w="69844" h="151877">
                  <a:moveTo>
                    <a:pt x="0" y="151877"/>
                  </a:moveTo>
                  <a:lnTo>
                    <a:pt x="69844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5951194" y="1489739"/>
              <a:ext cx="69844" cy="151877"/>
            </a:xfrm>
            <a:custGeom>
              <a:avLst/>
              <a:pathLst>
                <a:path w="69844" h="151877">
                  <a:moveTo>
                    <a:pt x="0" y="151877"/>
                  </a:moveTo>
                  <a:lnTo>
                    <a:pt x="69844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5951194" y="1489739"/>
              <a:ext cx="69844" cy="151877"/>
            </a:xfrm>
            <a:custGeom>
              <a:avLst/>
              <a:pathLst>
                <a:path w="69844" h="151877">
                  <a:moveTo>
                    <a:pt x="0" y="151877"/>
                  </a:moveTo>
                  <a:lnTo>
                    <a:pt x="69844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5951194" y="1489739"/>
              <a:ext cx="69844" cy="151877"/>
            </a:xfrm>
            <a:custGeom>
              <a:avLst/>
              <a:pathLst>
                <a:path w="69844" h="151877">
                  <a:moveTo>
                    <a:pt x="0" y="151877"/>
                  </a:moveTo>
                  <a:lnTo>
                    <a:pt x="69844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5951194" y="1489739"/>
              <a:ext cx="69844" cy="151877"/>
            </a:xfrm>
            <a:custGeom>
              <a:avLst/>
              <a:pathLst>
                <a:path w="69844" h="151877">
                  <a:moveTo>
                    <a:pt x="0" y="151877"/>
                  </a:moveTo>
                  <a:lnTo>
                    <a:pt x="6984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5951194" y="1489739"/>
              <a:ext cx="69844" cy="151877"/>
            </a:xfrm>
            <a:custGeom>
              <a:avLst/>
              <a:pathLst>
                <a:path w="69844" h="151877">
                  <a:moveTo>
                    <a:pt x="0" y="151877"/>
                  </a:moveTo>
                  <a:lnTo>
                    <a:pt x="6984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5951194" y="1489739"/>
              <a:ext cx="69844" cy="151877"/>
            </a:xfrm>
            <a:custGeom>
              <a:avLst/>
              <a:pathLst>
                <a:path w="69844" h="151877">
                  <a:moveTo>
                    <a:pt x="0" y="151877"/>
                  </a:moveTo>
                  <a:lnTo>
                    <a:pt x="6984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5951194" y="1489739"/>
              <a:ext cx="69844" cy="151877"/>
            </a:xfrm>
            <a:custGeom>
              <a:avLst/>
              <a:pathLst>
                <a:path w="69844" h="151877">
                  <a:moveTo>
                    <a:pt x="0" y="151877"/>
                  </a:moveTo>
                  <a:lnTo>
                    <a:pt x="6984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5951194" y="1489739"/>
              <a:ext cx="69844" cy="151877"/>
            </a:xfrm>
            <a:custGeom>
              <a:avLst/>
              <a:pathLst>
                <a:path w="69844" h="151877">
                  <a:moveTo>
                    <a:pt x="0" y="151877"/>
                  </a:moveTo>
                  <a:lnTo>
                    <a:pt x="69844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5951194" y="1489739"/>
              <a:ext cx="69844" cy="151877"/>
            </a:xfrm>
            <a:custGeom>
              <a:avLst/>
              <a:pathLst>
                <a:path w="69844" h="151877">
                  <a:moveTo>
                    <a:pt x="0" y="151877"/>
                  </a:moveTo>
                  <a:lnTo>
                    <a:pt x="69844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5951194" y="1489739"/>
              <a:ext cx="69844" cy="151877"/>
            </a:xfrm>
            <a:custGeom>
              <a:avLst/>
              <a:pathLst>
                <a:path w="69844" h="151877">
                  <a:moveTo>
                    <a:pt x="0" y="151877"/>
                  </a:moveTo>
                  <a:lnTo>
                    <a:pt x="69844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5951194" y="1489739"/>
              <a:ext cx="69844" cy="151877"/>
            </a:xfrm>
            <a:custGeom>
              <a:avLst/>
              <a:pathLst>
                <a:path w="69844" h="151877">
                  <a:moveTo>
                    <a:pt x="0" y="151877"/>
                  </a:moveTo>
                  <a:lnTo>
                    <a:pt x="69844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5951194" y="1489739"/>
              <a:ext cx="69844" cy="151877"/>
            </a:xfrm>
            <a:custGeom>
              <a:avLst/>
              <a:pathLst>
                <a:path w="69844" h="151877">
                  <a:moveTo>
                    <a:pt x="0" y="151877"/>
                  </a:moveTo>
                  <a:lnTo>
                    <a:pt x="6984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5951194" y="1489739"/>
              <a:ext cx="69844" cy="151877"/>
            </a:xfrm>
            <a:custGeom>
              <a:avLst/>
              <a:pathLst>
                <a:path w="69844" h="151877">
                  <a:moveTo>
                    <a:pt x="0" y="151877"/>
                  </a:moveTo>
                  <a:lnTo>
                    <a:pt x="6984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5951194" y="1489739"/>
              <a:ext cx="69844" cy="151877"/>
            </a:xfrm>
            <a:custGeom>
              <a:avLst/>
              <a:pathLst>
                <a:path w="69844" h="151877">
                  <a:moveTo>
                    <a:pt x="0" y="151877"/>
                  </a:moveTo>
                  <a:lnTo>
                    <a:pt x="6984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5951194" y="1489739"/>
              <a:ext cx="69844" cy="151877"/>
            </a:xfrm>
            <a:custGeom>
              <a:avLst/>
              <a:pathLst>
                <a:path w="69844" h="151877">
                  <a:moveTo>
                    <a:pt x="0" y="151877"/>
                  </a:moveTo>
                  <a:lnTo>
                    <a:pt x="6984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5951194" y="1489739"/>
              <a:ext cx="69844" cy="151877"/>
            </a:xfrm>
            <a:custGeom>
              <a:avLst/>
              <a:pathLst>
                <a:path w="69844" h="151877">
                  <a:moveTo>
                    <a:pt x="0" y="151877"/>
                  </a:moveTo>
                  <a:lnTo>
                    <a:pt x="69844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5951194" y="1489739"/>
              <a:ext cx="69844" cy="151877"/>
            </a:xfrm>
            <a:custGeom>
              <a:avLst/>
              <a:pathLst>
                <a:path w="69844" h="151877">
                  <a:moveTo>
                    <a:pt x="0" y="151877"/>
                  </a:moveTo>
                  <a:lnTo>
                    <a:pt x="69844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5951194" y="1322592"/>
              <a:ext cx="237012" cy="334298"/>
            </a:xfrm>
            <a:custGeom>
              <a:avLst/>
              <a:pathLst>
                <a:path w="237012" h="334298">
                  <a:moveTo>
                    <a:pt x="0" y="319024"/>
                  </a:moveTo>
                  <a:lnTo>
                    <a:pt x="4857" y="321165"/>
                  </a:lnTo>
                  <a:lnTo>
                    <a:pt x="9781" y="323151"/>
                  </a:lnTo>
                  <a:lnTo>
                    <a:pt x="14765" y="324979"/>
                  </a:lnTo>
                  <a:lnTo>
                    <a:pt x="19804" y="326649"/>
                  </a:lnTo>
                  <a:lnTo>
                    <a:pt x="24894" y="328157"/>
                  </a:lnTo>
                  <a:lnTo>
                    <a:pt x="30029" y="329503"/>
                  </a:lnTo>
                  <a:lnTo>
                    <a:pt x="35205" y="330686"/>
                  </a:lnTo>
                  <a:lnTo>
                    <a:pt x="40415" y="331703"/>
                  </a:lnTo>
                  <a:lnTo>
                    <a:pt x="45655" y="332555"/>
                  </a:lnTo>
                  <a:lnTo>
                    <a:pt x="50920" y="333239"/>
                  </a:lnTo>
                  <a:lnTo>
                    <a:pt x="56203" y="333756"/>
                  </a:lnTo>
                  <a:lnTo>
                    <a:pt x="61501" y="334106"/>
                  </a:lnTo>
                  <a:lnTo>
                    <a:pt x="66806" y="334286"/>
                  </a:lnTo>
                  <a:lnTo>
                    <a:pt x="72115" y="334298"/>
                  </a:lnTo>
                  <a:lnTo>
                    <a:pt x="77422" y="334142"/>
                  </a:lnTo>
                  <a:lnTo>
                    <a:pt x="82720" y="333817"/>
                  </a:lnTo>
                  <a:lnTo>
                    <a:pt x="88006" y="333324"/>
                  </a:lnTo>
                  <a:lnTo>
                    <a:pt x="93274" y="332664"/>
                  </a:lnTo>
                  <a:lnTo>
                    <a:pt x="98518" y="331836"/>
                  </a:lnTo>
                  <a:lnTo>
                    <a:pt x="103733" y="330843"/>
                  </a:lnTo>
                  <a:lnTo>
                    <a:pt x="108914" y="329684"/>
                  </a:lnTo>
                  <a:lnTo>
                    <a:pt x="114055" y="328362"/>
                  </a:lnTo>
                  <a:lnTo>
                    <a:pt x="119152" y="326877"/>
                  </a:lnTo>
                  <a:lnTo>
                    <a:pt x="124199" y="325230"/>
                  </a:lnTo>
                  <a:lnTo>
                    <a:pt x="129191" y="323425"/>
                  </a:lnTo>
                  <a:lnTo>
                    <a:pt x="134124" y="321461"/>
                  </a:lnTo>
                  <a:lnTo>
                    <a:pt x="138991" y="319343"/>
                  </a:lnTo>
                  <a:lnTo>
                    <a:pt x="143789" y="317070"/>
                  </a:lnTo>
                  <a:lnTo>
                    <a:pt x="148512" y="314647"/>
                  </a:lnTo>
                  <a:lnTo>
                    <a:pt x="153156" y="312074"/>
                  </a:lnTo>
                  <a:lnTo>
                    <a:pt x="157716" y="309356"/>
                  </a:lnTo>
                  <a:lnTo>
                    <a:pt x="162188" y="306494"/>
                  </a:lnTo>
                  <a:lnTo>
                    <a:pt x="166566" y="303491"/>
                  </a:lnTo>
                  <a:lnTo>
                    <a:pt x="170846" y="300351"/>
                  </a:lnTo>
                  <a:lnTo>
                    <a:pt x="175025" y="297077"/>
                  </a:lnTo>
                  <a:lnTo>
                    <a:pt x="179098" y="293672"/>
                  </a:lnTo>
                  <a:lnTo>
                    <a:pt x="183060" y="290139"/>
                  </a:lnTo>
                  <a:lnTo>
                    <a:pt x="186909" y="286482"/>
                  </a:lnTo>
                  <a:lnTo>
                    <a:pt x="190639" y="282704"/>
                  </a:lnTo>
                  <a:lnTo>
                    <a:pt x="194247" y="278810"/>
                  </a:lnTo>
                  <a:lnTo>
                    <a:pt x="197730" y="274804"/>
                  </a:lnTo>
                  <a:lnTo>
                    <a:pt x="201084" y="270689"/>
                  </a:lnTo>
                  <a:lnTo>
                    <a:pt x="204306" y="266469"/>
                  </a:lnTo>
                  <a:lnTo>
                    <a:pt x="207392" y="262149"/>
                  </a:lnTo>
                  <a:lnTo>
                    <a:pt x="210339" y="257734"/>
                  </a:lnTo>
                  <a:lnTo>
                    <a:pt x="213145" y="253227"/>
                  </a:lnTo>
                  <a:lnTo>
                    <a:pt x="215806" y="248633"/>
                  </a:lnTo>
                  <a:lnTo>
                    <a:pt x="218320" y="243958"/>
                  </a:lnTo>
                  <a:lnTo>
                    <a:pt x="220684" y="239204"/>
                  </a:lnTo>
                  <a:lnTo>
                    <a:pt x="222896" y="234378"/>
                  </a:lnTo>
                  <a:lnTo>
                    <a:pt x="224954" y="229484"/>
                  </a:lnTo>
                  <a:lnTo>
                    <a:pt x="226855" y="224528"/>
                  </a:lnTo>
                  <a:lnTo>
                    <a:pt x="228598" y="219513"/>
                  </a:lnTo>
                  <a:lnTo>
                    <a:pt x="230180" y="214446"/>
                  </a:lnTo>
                  <a:lnTo>
                    <a:pt x="231602" y="209331"/>
                  </a:lnTo>
                  <a:lnTo>
                    <a:pt x="232859" y="204173"/>
                  </a:lnTo>
                  <a:lnTo>
                    <a:pt x="233953" y="198978"/>
                  </a:lnTo>
                  <a:lnTo>
                    <a:pt x="234881" y="193751"/>
                  </a:lnTo>
                  <a:lnTo>
                    <a:pt x="235643" y="188497"/>
                  </a:lnTo>
                  <a:lnTo>
                    <a:pt x="236237" y="183222"/>
                  </a:lnTo>
                  <a:lnTo>
                    <a:pt x="236663" y="177930"/>
                  </a:lnTo>
                  <a:lnTo>
                    <a:pt x="236922" y="172628"/>
                  </a:lnTo>
                  <a:lnTo>
                    <a:pt x="237012" y="167320"/>
                  </a:lnTo>
                  <a:lnTo>
                    <a:pt x="236933" y="162011"/>
                  </a:lnTo>
                  <a:lnTo>
                    <a:pt x="236685" y="156708"/>
                  </a:lnTo>
                  <a:lnTo>
                    <a:pt x="236270" y="151416"/>
                  </a:lnTo>
                  <a:lnTo>
                    <a:pt x="235686" y="146139"/>
                  </a:lnTo>
                  <a:lnTo>
                    <a:pt x="234936" y="140884"/>
                  </a:lnTo>
                  <a:lnTo>
                    <a:pt x="234019" y="135655"/>
                  </a:lnTo>
                  <a:lnTo>
                    <a:pt x="232936" y="130458"/>
                  </a:lnTo>
                  <a:lnTo>
                    <a:pt x="231689" y="125297"/>
                  </a:lnTo>
                  <a:lnTo>
                    <a:pt x="230278" y="120179"/>
                  </a:lnTo>
                  <a:lnTo>
                    <a:pt x="228706" y="115109"/>
                  </a:lnTo>
                  <a:lnTo>
                    <a:pt x="226973" y="110091"/>
                  </a:lnTo>
                  <a:lnTo>
                    <a:pt x="225082" y="105130"/>
                  </a:lnTo>
                  <a:lnTo>
                    <a:pt x="223035" y="100232"/>
                  </a:lnTo>
                  <a:lnTo>
                    <a:pt x="220833" y="95401"/>
                  </a:lnTo>
                  <a:lnTo>
                    <a:pt x="218479" y="90643"/>
                  </a:lnTo>
                  <a:lnTo>
                    <a:pt x="215974" y="85962"/>
                  </a:lnTo>
                  <a:lnTo>
                    <a:pt x="213323" y="81363"/>
                  </a:lnTo>
                  <a:lnTo>
                    <a:pt x="210527" y="76850"/>
                  </a:lnTo>
                  <a:lnTo>
                    <a:pt x="207589" y="72429"/>
                  </a:lnTo>
                  <a:lnTo>
                    <a:pt x="204511" y="68103"/>
                  </a:lnTo>
                  <a:lnTo>
                    <a:pt x="201299" y="63876"/>
                  </a:lnTo>
                  <a:lnTo>
                    <a:pt x="197953" y="59754"/>
                  </a:lnTo>
                  <a:lnTo>
                    <a:pt x="194478" y="55741"/>
                  </a:lnTo>
                  <a:lnTo>
                    <a:pt x="190878" y="51839"/>
                  </a:lnTo>
                  <a:lnTo>
                    <a:pt x="187156" y="48054"/>
                  </a:lnTo>
                  <a:lnTo>
                    <a:pt x="183315" y="44389"/>
                  </a:lnTo>
                  <a:lnTo>
                    <a:pt x="179360" y="40848"/>
                  </a:lnTo>
                  <a:lnTo>
                    <a:pt x="175294" y="37434"/>
                  </a:lnTo>
                  <a:lnTo>
                    <a:pt x="171122" y="34151"/>
                  </a:lnTo>
                  <a:lnTo>
                    <a:pt x="166848" y="31002"/>
                  </a:lnTo>
                  <a:lnTo>
                    <a:pt x="162476" y="27991"/>
                  </a:lnTo>
                  <a:lnTo>
                    <a:pt x="158011" y="25120"/>
                  </a:lnTo>
                  <a:lnTo>
                    <a:pt x="153456" y="22392"/>
                  </a:lnTo>
                  <a:lnTo>
                    <a:pt x="148818" y="19810"/>
                  </a:lnTo>
                  <a:lnTo>
                    <a:pt x="144100" y="17376"/>
                  </a:lnTo>
                  <a:lnTo>
                    <a:pt x="139306" y="15094"/>
                  </a:lnTo>
                  <a:lnTo>
                    <a:pt x="134443" y="12965"/>
                  </a:lnTo>
                  <a:lnTo>
                    <a:pt x="129515" y="10992"/>
                  </a:lnTo>
                  <a:lnTo>
                    <a:pt x="124526" y="9176"/>
                  </a:lnTo>
                  <a:lnTo>
                    <a:pt x="119483" y="7519"/>
                  </a:lnTo>
                  <a:lnTo>
                    <a:pt x="114389" y="6023"/>
                  </a:lnTo>
                  <a:lnTo>
                    <a:pt x="109250" y="4690"/>
                  </a:lnTo>
                  <a:lnTo>
                    <a:pt x="104072" y="3521"/>
                  </a:lnTo>
                  <a:lnTo>
                    <a:pt x="98859" y="2516"/>
                  </a:lnTo>
                  <a:lnTo>
                    <a:pt x="93617" y="1678"/>
                  </a:lnTo>
                  <a:lnTo>
                    <a:pt x="88351" y="1007"/>
                  </a:lnTo>
                  <a:lnTo>
                    <a:pt x="83066" y="503"/>
                  </a:lnTo>
                  <a:lnTo>
                    <a:pt x="77768" y="167"/>
                  </a:lnTo>
                  <a:lnTo>
                    <a:pt x="72461" y="0"/>
                  </a:lnTo>
                  <a:lnTo>
                    <a:pt x="69844" y="16714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021039" y="1322571"/>
              <a:ext cx="2617" cy="167167"/>
            </a:xfrm>
            <a:custGeom>
              <a:avLst/>
              <a:pathLst>
                <a:path w="2617" h="167167">
                  <a:moveTo>
                    <a:pt x="2617" y="20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5378098" y="1071028"/>
              <a:ext cx="167159" cy="277790"/>
            </a:xfrm>
            <a:custGeom>
              <a:avLst/>
              <a:pathLst>
                <a:path w="167159" h="277790">
                  <a:moveTo>
                    <a:pt x="167159" y="0"/>
                  </a:moveTo>
                  <a:lnTo>
                    <a:pt x="161834" y="84"/>
                  </a:lnTo>
                  <a:lnTo>
                    <a:pt x="156514" y="339"/>
                  </a:lnTo>
                  <a:lnTo>
                    <a:pt x="151205" y="763"/>
                  </a:lnTo>
                  <a:lnTo>
                    <a:pt x="145913" y="1355"/>
                  </a:lnTo>
                  <a:lnTo>
                    <a:pt x="140642" y="2116"/>
                  </a:lnTo>
                  <a:lnTo>
                    <a:pt x="135397" y="3045"/>
                  </a:lnTo>
                  <a:lnTo>
                    <a:pt x="130185" y="4140"/>
                  </a:lnTo>
                  <a:lnTo>
                    <a:pt x="125011" y="5400"/>
                  </a:lnTo>
                  <a:lnTo>
                    <a:pt x="119879" y="6825"/>
                  </a:lnTo>
                  <a:lnTo>
                    <a:pt x="114795" y="8412"/>
                  </a:lnTo>
                  <a:lnTo>
                    <a:pt x="109765" y="10161"/>
                  </a:lnTo>
                  <a:lnTo>
                    <a:pt x="104793" y="12069"/>
                  </a:lnTo>
                  <a:lnTo>
                    <a:pt x="99884" y="14134"/>
                  </a:lnTo>
                  <a:lnTo>
                    <a:pt x="95043" y="16355"/>
                  </a:lnTo>
                  <a:lnTo>
                    <a:pt x="90275" y="18729"/>
                  </a:lnTo>
                  <a:lnTo>
                    <a:pt x="85586" y="21253"/>
                  </a:lnTo>
                  <a:lnTo>
                    <a:pt x="80979" y="23926"/>
                  </a:lnTo>
                  <a:lnTo>
                    <a:pt x="76460" y="26744"/>
                  </a:lnTo>
                  <a:lnTo>
                    <a:pt x="72033" y="29704"/>
                  </a:lnTo>
                  <a:lnTo>
                    <a:pt x="67702" y="32804"/>
                  </a:lnTo>
                  <a:lnTo>
                    <a:pt x="63473" y="36041"/>
                  </a:lnTo>
                  <a:lnTo>
                    <a:pt x="59348" y="39410"/>
                  </a:lnTo>
                  <a:lnTo>
                    <a:pt x="55333" y="42909"/>
                  </a:lnTo>
                  <a:lnTo>
                    <a:pt x="51432" y="46535"/>
                  </a:lnTo>
                  <a:lnTo>
                    <a:pt x="47648" y="50282"/>
                  </a:lnTo>
                  <a:lnTo>
                    <a:pt x="43985" y="54149"/>
                  </a:lnTo>
                  <a:lnTo>
                    <a:pt x="40447" y="58130"/>
                  </a:lnTo>
                  <a:lnTo>
                    <a:pt x="37038" y="62222"/>
                  </a:lnTo>
                  <a:lnTo>
                    <a:pt x="33761" y="66420"/>
                  </a:lnTo>
                  <a:lnTo>
                    <a:pt x="30620" y="70720"/>
                  </a:lnTo>
                  <a:lnTo>
                    <a:pt x="27617" y="75119"/>
                  </a:lnTo>
                  <a:lnTo>
                    <a:pt x="24755" y="79611"/>
                  </a:lnTo>
                  <a:lnTo>
                    <a:pt x="22039" y="84191"/>
                  </a:lnTo>
                  <a:lnTo>
                    <a:pt x="19469" y="88856"/>
                  </a:lnTo>
                  <a:lnTo>
                    <a:pt x="17049" y="93601"/>
                  </a:lnTo>
                  <a:lnTo>
                    <a:pt x="14782" y="98420"/>
                  </a:lnTo>
                  <a:lnTo>
                    <a:pt x="12669" y="103309"/>
                  </a:lnTo>
                  <a:lnTo>
                    <a:pt x="10714" y="108262"/>
                  </a:lnTo>
                  <a:lnTo>
                    <a:pt x="8917" y="113276"/>
                  </a:lnTo>
                  <a:lnTo>
                    <a:pt x="7280" y="118344"/>
                  </a:lnTo>
                  <a:lnTo>
                    <a:pt x="5806" y="123462"/>
                  </a:lnTo>
                  <a:lnTo>
                    <a:pt x="4496" y="128624"/>
                  </a:lnTo>
                  <a:lnTo>
                    <a:pt x="3351" y="133825"/>
                  </a:lnTo>
                  <a:lnTo>
                    <a:pt x="2372" y="139060"/>
                  </a:lnTo>
                  <a:lnTo>
                    <a:pt x="1560" y="144324"/>
                  </a:lnTo>
                  <a:lnTo>
                    <a:pt x="916" y="149610"/>
                  </a:lnTo>
                  <a:lnTo>
                    <a:pt x="441" y="154915"/>
                  </a:lnTo>
                  <a:lnTo>
                    <a:pt x="136" y="160232"/>
                  </a:lnTo>
                  <a:lnTo>
                    <a:pt x="0" y="165556"/>
                  </a:lnTo>
                  <a:lnTo>
                    <a:pt x="33" y="170882"/>
                  </a:lnTo>
                  <a:lnTo>
                    <a:pt x="236" y="176204"/>
                  </a:lnTo>
                  <a:lnTo>
                    <a:pt x="609" y="181516"/>
                  </a:lnTo>
                  <a:lnTo>
                    <a:pt x="1150" y="186815"/>
                  </a:lnTo>
                  <a:lnTo>
                    <a:pt x="1860" y="192093"/>
                  </a:lnTo>
                  <a:lnTo>
                    <a:pt x="2738" y="197346"/>
                  </a:lnTo>
                  <a:lnTo>
                    <a:pt x="3783" y="202568"/>
                  </a:lnTo>
                  <a:lnTo>
                    <a:pt x="4994" y="207754"/>
                  </a:lnTo>
                  <a:lnTo>
                    <a:pt x="6369" y="212900"/>
                  </a:lnTo>
                  <a:lnTo>
                    <a:pt x="7907" y="217998"/>
                  </a:lnTo>
                  <a:lnTo>
                    <a:pt x="9607" y="223046"/>
                  </a:lnTo>
                  <a:lnTo>
                    <a:pt x="11467" y="228036"/>
                  </a:lnTo>
                  <a:lnTo>
                    <a:pt x="13485" y="232965"/>
                  </a:lnTo>
                  <a:lnTo>
                    <a:pt x="15659" y="237827"/>
                  </a:lnTo>
                  <a:lnTo>
                    <a:pt x="17987" y="242617"/>
                  </a:lnTo>
                  <a:lnTo>
                    <a:pt x="20466" y="247330"/>
                  </a:lnTo>
                  <a:lnTo>
                    <a:pt x="23094" y="251963"/>
                  </a:lnTo>
                  <a:lnTo>
                    <a:pt x="25869" y="256509"/>
                  </a:lnTo>
                  <a:lnTo>
                    <a:pt x="28786" y="260964"/>
                  </a:lnTo>
                  <a:lnTo>
                    <a:pt x="31845" y="265324"/>
                  </a:lnTo>
                  <a:lnTo>
                    <a:pt x="35040" y="269585"/>
                  </a:lnTo>
                  <a:lnTo>
                    <a:pt x="38370" y="273742"/>
                  </a:lnTo>
                  <a:lnTo>
                    <a:pt x="41830" y="277790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5419929" y="1238196"/>
              <a:ext cx="125329" cy="110623"/>
            </a:xfrm>
            <a:custGeom>
              <a:avLst/>
              <a:pathLst>
                <a:path w="125329" h="110623">
                  <a:moveTo>
                    <a:pt x="0" y="110623"/>
                  </a:moveTo>
                  <a:lnTo>
                    <a:pt x="125329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5419929" y="1238196"/>
              <a:ext cx="125329" cy="110623"/>
            </a:xfrm>
            <a:custGeom>
              <a:avLst/>
              <a:pathLst>
                <a:path w="125329" h="110623">
                  <a:moveTo>
                    <a:pt x="0" y="110623"/>
                  </a:moveTo>
                  <a:lnTo>
                    <a:pt x="125329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5419929" y="1238196"/>
              <a:ext cx="125329" cy="110623"/>
            </a:xfrm>
            <a:custGeom>
              <a:avLst/>
              <a:pathLst>
                <a:path w="125329" h="110623">
                  <a:moveTo>
                    <a:pt x="0" y="110623"/>
                  </a:moveTo>
                  <a:lnTo>
                    <a:pt x="125329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5419929" y="1238196"/>
              <a:ext cx="125329" cy="110623"/>
            </a:xfrm>
            <a:custGeom>
              <a:avLst/>
              <a:pathLst>
                <a:path w="125329" h="110623">
                  <a:moveTo>
                    <a:pt x="0" y="110623"/>
                  </a:moveTo>
                  <a:lnTo>
                    <a:pt x="125329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5419929" y="1238196"/>
              <a:ext cx="125329" cy="110623"/>
            </a:xfrm>
            <a:custGeom>
              <a:avLst/>
              <a:pathLst>
                <a:path w="125329" h="110623">
                  <a:moveTo>
                    <a:pt x="0" y="110623"/>
                  </a:moveTo>
                  <a:lnTo>
                    <a:pt x="125329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5419929" y="1238196"/>
              <a:ext cx="125329" cy="110623"/>
            </a:xfrm>
            <a:custGeom>
              <a:avLst/>
              <a:pathLst>
                <a:path w="125329" h="110623">
                  <a:moveTo>
                    <a:pt x="0" y="110623"/>
                  </a:moveTo>
                  <a:lnTo>
                    <a:pt x="125329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5419929" y="1238196"/>
              <a:ext cx="125329" cy="110623"/>
            </a:xfrm>
            <a:custGeom>
              <a:avLst/>
              <a:pathLst>
                <a:path w="125329" h="110623">
                  <a:moveTo>
                    <a:pt x="0" y="110623"/>
                  </a:moveTo>
                  <a:lnTo>
                    <a:pt x="12532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5419929" y="1238196"/>
              <a:ext cx="125329" cy="110623"/>
            </a:xfrm>
            <a:custGeom>
              <a:avLst/>
              <a:pathLst>
                <a:path w="125329" h="110623">
                  <a:moveTo>
                    <a:pt x="0" y="110623"/>
                  </a:moveTo>
                  <a:lnTo>
                    <a:pt x="12532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5419929" y="1238196"/>
              <a:ext cx="125329" cy="110623"/>
            </a:xfrm>
            <a:custGeom>
              <a:avLst/>
              <a:pathLst>
                <a:path w="125329" h="110623">
                  <a:moveTo>
                    <a:pt x="0" y="110623"/>
                  </a:moveTo>
                  <a:lnTo>
                    <a:pt x="12532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5419929" y="1238196"/>
              <a:ext cx="125329" cy="110623"/>
            </a:xfrm>
            <a:custGeom>
              <a:avLst/>
              <a:pathLst>
                <a:path w="125329" h="110623">
                  <a:moveTo>
                    <a:pt x="0" y="110623"/>
                  </a:moveTo>
                  <a:lnTo>
                    <a:pt x="12532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5419929" y="1238196"/>
              <a:ext cx="125329" cy="110623"/>
            </a:xfrm>
            <a:custGeom>
              <a:avLst/>
              <a:pathLst>
                <a:path w="125329" h="110623">
                  <a:moveTo>
                    <a:pt x="0" y="110623"/>
                  </a:moveTo>
                  <a:lnTo>
                    <a:pt x="125329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5419929" y="1238196"/>
              <a:ext cx="125329" cy="110623"/>
            </a:xfrm>
            <a:custGeom>
              <a:avLst/>
              <a:pathLst>
                <a:path w="125329" h="110623">
                  <a:moveTo>
                    <a:pt x="0" y="110623"/>
                  </a:moveTo>
                  <a:lnTo>
                    <a:pt x="12532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5419929" y="1238196"/>
              <a:ext cx="125329" cy="110623"/>
            </a:xfrm>
            <a:custGeom>
              <a:avLst/>
              <a:pathLst>
                <a:path w="125329" h="110623">
                  <a:moveTo>
                    <a:pt x="0" y="110623"/>
                  </a:moveTo>
                  <a:lnTo>
                    <a:pt x="12532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5419929" y="1238196"/>
              <a:ext cx="125329" cy="110623"/>
            </a:xfrm>
            <a:custGeom>
              <a:avLst/>
              <a:pathLst>
                <a:path w="125329" h="110623">
                  <a:moveTo>
                    <a:pt x="0" y="110623"/>
                  </a:moveTo>
                  <a:lnTo>
                    <a:pt x="125329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5419929" y="1238196"/>
              <a:ext cx="125329" cy="110623"/>
            </a:xfrm>
            <a:custGeom>
              <a:avLst/>
              <a:pathLst>
                <a:path w="125329" h="110623">
                  <a:moveTo>
                    <a:pt x="0" y="110623"/>
                  </a:moveTo>
                  <a:lnTo>
                    <a:pt x="12532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5419929" y="1238196"/>
              <a:ext cx="125329" cy="110623"/>
            </a:xfrm>
            <a:custGeom>
              <a:avLst/>
              <a:pathLst>
                <a:path w="125329" h="110623">
                  <a:moveTo>
                    <a:pt x="0" y="110623"/>
                  </a:moveTo>
                  <a:lnTo>
                    <a:pt x="12532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5419929" y="1238196"/>
              <a:ext cx="125329" cy="110623"/>
            </a:xfrm>
            <a:custGeom>
              <a:avLst/>
              <a:pathLst>
                <a:path w="125329" h="110623">
                  <a:moveTo>
                    <a:pt x="0" y="110623"/>
                  </a:moveTo>
                  <a:lnTo>
                    <a:pt x="12532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5419929" y="1238196"/>
              <a:ext cx="125329" cy="110623"/>
            </a:xfrm>
            <a:custGeom>
              <a:avLst/>
              <a:pathLst>
                <a:path w="125329" h="110623">
                  <a:moveTo>
                    <a:pt x="0" y="110623"/>
                  </a:moveTo>
                  <a:lnTo>
                    <a:pt x="12532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5419929" y="1238196"/>
              <a:ext cx="125329" cy="110623"/>
            </a:xfrm>
            <a:custGeom>
              <a:avLst/>
              <a:pathLst>
                <a:path w="125329" h="110623">
                  <a:moveTo>
                    <a:pt x="0" y="110623"/>
                  </a:moveTo>
                  <a:lnTo>
                    <a:pt x="125329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5419929" y="1238196"/>
              <a:ext cx="125329" cy="110623"/>
            </a:xfrm>
            <a:custGeom>
              <a:avLst/>
              <a:pathLst>
                <a:path w="125329" h="110623">
                  <a:moveTo>
                    <a:pt x="0" y="110623"/>
                  </a:moveTo>
                  <a:lnTo>
                    <a:pt x="125329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5419929" y="1120965"/>
              <a:ext cx="292487" cy="284378"/>
            </a:xfrm>
            <a:custGeom>
              <a:avLst/>
              <a:pathLst>
                <a:path w="292487" h="284378">
                  <a:moveTo>
                    <a:pt x="0" y="227853"/>
                  </a:moveTo>
                  <a:lnTo>
                    <a:pt x="3598" y="231801"/>
                  </a:lnTo>
                  <a:lnTo>
                    <a:pt x="7321" y="235632"/>
                  </a:lnTo>
                  <a:lnTo>
                    <a:pt x="11164" y="239342"/>
                  </a:lnTo>
                  <a:lnTo>
                    <a:pt x="15124" y="242927"/>
                  </a:lnTo>
                  <a:lnTo>
                    <a:pt x="19196" y="246384"/>
                  </a:lnTo>
                  <a:lnTo>
                    <a:pt x="23377" y="249709"/>
                  </a:lnTo>
                  <a:lnTo>
                    <a:pt x="27662" y="252899"/>
                  </a:lnTo>
                  <a:lnTo>
                    <a:pt x="32047" y="255951"/>
                  </a:lnTo>
                  <a:lnTo>
                    <a:pt x="36526" y="258860"/>
                  </a:lnTo>
                  <a:lnTo>
                    <a:pt x="41097" y="261625"/>
                  </a:lnTo>
                  <a:lnTo>
                    <a:pt x="45754" y="264243"/>
                  </a:lnTo>
                  <a:lnTo>
                    <a:pt x="50491" y="266710"/>
                  </a:lnTo>
                  <a:lnTo>
                    <a:pt x="55306" y="269025"/>
                  </a:lnTo>
                  <a:lnTo>
                    <a:pt x="60191" y="271185"/>
                  </a:lnTo>
                  <a:lnTo>
                    <a:pt x="65144" y="273187"/>
                  </a:lnTo>
                  <a:lnTo>
                    <a:pt x="70157" y="275031"/>
                  </a:lnTo>
                  <a:lnTo>
                    <a:pt x="75227" y="276713"/>
                  </a:lnTo>
                  <a:lnTo>
                    <a:pt x="80348" y="278232"/>
                  </a:lnTo>
                  <a:lnTo>
                    <a:pt x="85516" y="279587"/>
                  </a:lnTo>
                  <a:lnTo>
                    <a:pt x="90723" y="280776"/>
                  </a:lnTo>
                  <a:lnTo>
                    <a:pt x="95966" y="281799"/>
                  </a:lnTo>
                  <a:lnTo>
                    <a:pt x="101240" y="282653"/>
                  </a:lnTo>
                  <a:lnTo>
                    <a:pt x="106537" y="283338"/>
                  </a:lnTo>
                  <a:lnTo>
                    <a:pt x="111854" y="283853"/>
                  </a:lnTo>
                  <a:lnTo>
                    <a:pt x="117185" y="284199"/>
                  </a:lnTo>
                  <a:lnTo>
                    <a:pt x="122524" y="284374"/>
                  </a:lnTo>
                  <a:lnTo>
                    <a:pt x="127866" y="284378"/>
                  </a:lnTo>
                  <a:lnTo>
                    <a:pt x="133205" y="284212"/>
                  </a:lnTo>
                  <a:lnTo>
                    <a:pt x="138536" y="283875"/>
                  </a:lnTo>
                  <a:lnTo>
                    <a:pt x="143854" y="283368"/>
                  </a:lnTo>
                  <a:lnTo>
                    <a:pt x="149152" y="282691"/>
                  </a:lnTo>
                  <a:lnTo>
                    <a:pt x="154427" y="281845"/>
                  </a:lnTo>
                  <a:lnTo>
                    <a:pt x="159672" y="280832"/>
                  </a:lnTo>
                  <a:lnTo>
                    <a:pt x="164881" y="279651"/>
                  </a:lnTo>
                  <a:lnTo>
                    <a:pt x="170051" y="278304"/>
                  </a:lnTo>
                  <a:lnTo>
                    <a:pt x="175174" y="276793"/>
                  </a:lnTo>
                  <a:lnTo>
                    <a:pt x="180247" y="275119"/>
                  </a:lnTo>
                  <a:lnTo>
                    <a:pt x="185264" y="273284"/>
                  </a:lnTo>
                  <a:lnTo>
                    <a:pt x="190219" y="271289"/>
                  </a:lnTo>
                  <a:lnTo>
                    <a:pt x="195108" y="269137"/>
                  </a:lnTo>
                  <a:lnTo>
                    <a:pt x="199926" y="266830"/>
                  </a:lnTo>
                  <a:lnTo>
                    <a:pt x="204668" y="264370"/>
                  </a:lnTo>
                  <a:lnTo>
                    <a:pt x="209329" y="261760"/>
                  </a:lnTo>
                  <a:lnTo>
                    <a:pt x="213904" y="259003"/>
                  </a:lnTo>
                  <a:lnTo>
                    <a:pt x="218388" y="256100"/>
                  </a:lnTo>
                  <a:lnTo>
                    <a:pt x="222778" y="253056"/>
                  </a:lnTo>
                  <a:lnTo>
                    <a:pt x="227068" y="249873"/>
                  </a:lnTo>
                  <a:lnTo>
                    <a:pt x="231254" y="246555"/>
                  </a:lnTo>
                  <a:lnTo>
                    <a:pt x="235332" y="243104"/>
                  </a:lnTo>
                  <a:lnTo>
                    <a:pt x="239297" y="239525"/>
                  </a:lnTo>
                  <a:lnTo>
                    <a:pt x="243147" y="235821"/>
                  </a:lnTo>
                  <a:lnTo>
                    <a:pt x="246875" y="231997"/>
                  </a:lnTo>
                  <a:lnTo>
                    <a:pt x="250480" y="228054"/>
                  </a:lnTo>
                  <a:lnTo>
                    <a:pt x="253957" y="223999"/>
                  </a:lnTo>
                  <a:lnTo>
                    <a:pt x="257303" y="219835"/>
                  </a:lnTo>
                  <a:lnTo>
                    <a:pt x="260514" y="215566"/>
                  </a:lnTo>
                  <a:lnTo>
                    <a:pt x="263587" y="211196"/>
                  </a:lnTo>
                  <a:lnTo>
                    <a:pt x="266519" y="206731"/>
                  </a:lnTo>
                  <a:lnTo>
                    <a:pt x="269306" y="202174"/>
                  </a:lnTo>
                  <a:lnTo>
                    <a:pt x="271947" y="197530"/>
                  </a:lnTo>
                  <a:lnTo>
                    <a:pt x="274437" y="192805"/>
                  </a:lnTo>
                  <a:lnTo>
                    <a:pt x="276776" y="188002"/>
                  </a:lnTo>
                  <a:lnTo>
                    <a:pt x="278960" y="183127"/>
                  </a:lnTo>
                  <a:lnTo>
                    <a:pt x="280987" y="178185"/>
                  </a:lnTo>
                  <a:lnTo>
                    <a:pt x="282855" y="173180"/>
                  </a:lnTo>
                  <a:lnTo>
                    <a:pt x="284562" y="168119"/>
                  </a:lnTo>
                  <a:lnTo>
                    <a:pt x="286107" y="163005"/>
                  </a:lnTo>
                  <a:lnTo>
                    <a:pt x="287487" y="157845"/>
                  </a:lnTo>
                  <a:lnTo>
                    <a:pt x="288702" y="152643"/>
                  </a:lnTo>
                  <a:lnTo>
                    <a:pt x="289750" y="147405"/>
                  </a:lnTo>
                  <a:lnTo>
                    <a:pt x="290630" y="142136"/>
                  </a:lnTo>
                  <a:lnTo>
                    <a:pt x="291342" y="136842"/>
                  </a:lnTo>
                  <a:lnTo>
                    <a:pt x="291884" y="131528"/>
                  </a:lnTo>
                  <a:lnTo>
                    <a:pt x="292255" y="126199"/>
                  </a:lnTo>
                  <a:lnTo>
                    <a:pt x="292457" y="120861"/>
                  </a:lnTo>
                  <a:lnTo>
                    <a:pt x="292487" y="115519"/>
                  </a:lnTo>
                  <a:lnTo>
                    <a:pt x="292347" y="110179"/>
                  </a:lnTo>
                  <a:lnTo>
                    <a:pt x="292037" y="104846"/>
                  </a:lnTo>
                  <a:lnTo>
                    <a:pt x="291556" y="99526"/>
                  </a:lnTo>
                  <a:lnTo>
                    <a:pt x="290906" y="94224"/>
                  </a:lnTo>
                  <a:lnTo>
                    <a:pt x="290086" y="88945"/>
                  </a:lnTo>
                  <a:lnTo>
                    <a:pt x="289098" y="83696"/>
                  </a:lnTo>
                  <a:lnTo>
                    <a:pt x="287943" y="78480"/>
                  </a:lnTo>
                  <a:lnTo>
                    <a:pt x="286622" y="73304"/>
                  </a:lnTo>
                  <a:lnTo>
                    <a:pt x="285136" y="68173"/>
                  </a:lnTo>
                  <a:lnTo>
                    <a:pt x="283487" y="63092"/>
                  </a:lnTo>
                  <a:lnTo>
                    <a:pt x="281677" y="58067"/>
                  </a:lnTo>
                  <a:lnTo>
                    <a:pt x="279707" y="53102"/>
                  </a:lnTo>
                  <a:lnTo>
                    <a:pt x="277579" y="48202"/>
                  </a:lnTo>
                  <a:lnTo>
                    <a:pt x="275296" y="43373"/>
                  </a:lnTo>
                  <a:lnTo>
                    <a:pt x="272859" y="38619"/>
                  </a:lnTo>
                  <a:lnTo>
                    <a:pt x="270272" y="33945"/>
                  </a:lnTo>
                  <a:lnTo>
                    <a:pt x="267537" y="29357"/>
                  </a:lnTo>
                  <a:lnTo>
                    <a:pt x="264657" y="24858"/>
                  </a:lnTo>
                  <a:lnTo>
                    <a:pt x="261634" y="20453"/>
                  </a:lnTo>
                  <a:lnTo>
                    <a:pt x="258473" y="16148"/>
                  </a:lnTo>
                  <a:lnTo>
                    <a:pt x="255175" y="11945"/>
                  </a:lnTo>
                  <a:lnTo>
                    <a:pt x="251745" y="7850"/>
                  </a:lnTo>
                  <a:lnTo>
                    <a:pt x="248186" y="3867"/>
                  </a:lnTo>
                  <a:lnTo>
                    <a:pt x="244501" y="0"/>
                  </a:lnTo>
                  <a:lnTo>
                    <a:pt x="125329" y="11723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5545258" y="1071028"/>
              <a:ext cx="119171" cy="167167"/>
            </a:xfrm>
            <a:custGeom>
              <a:avLst/>
              <a:pathLst>
                <a:path w="119171" h="167167">
                  <a:moveTo>
                    <a:pt x="119171" y="49936"/>
                  </a:moveTo>
                  <a:lnTo>
                    <a:pt x="115231" y="46061"/>
                  </a:lnTo>
                  <a:lnTo>
                    <a:pt x="111164" y="42317"/>
                  </a:lnTo>
                  <a:lnTo>
                    <a:pt x="106975" y="38710"/>
                  </a:lnTo>
                  <a:lnTo>
                    <a:pt x="102670" y="35244"/>
                  </a:lnTo>
                  <a:lnTo>
                    <a:pt x="98252" y="31921"/>
                  </a:lnTo>
                  <a:lnTo>
                    <a:pt x="93727" y="28747"/>
                  </a:lnTo>
                  <a:lnTo>
                    <a:pt x="89100" y="25724"/>
                  </a:lnTo>
                  <a:lnTo>
                    <a:pt x="84375" y="22855"/>
                  </a:lnTo>
                  <a:lnTo>
                    <a:pt x="79557" y="20145"/>
                  </a:lnTo>
                  <a:lnTo>
                    <a:pt x="74653" y="17595"/>
                  </a:lnTo>
                  <a:lnTo>
                    <a:pt x="69667" y="15209"/>
                  </a:lnTo>
                  <a:lnTo>
                    <a:pt x="64605" y="12988"/>
                  </a:lnTo>
                  <a:lnTo>
                    <a:pt x="59473" y="10937"/>
                  </a:lnTo>
                  <a:lnTo>
                    <a:pt x="54275" y="9056"/>
                  </a:lnTo>
                  <a:lnTo>
                    <a:pt x="49018" y="7348"/>
                  </a:lnTo>
                  <a:lnTo>
                    <a:pt x="43707" y="5815"/>
                  </a:lnTo>
                  <a:lnTo>
                    <a:pt x="38349" y="4458"/>
                  </a:lnTo>
                  <a:lnTo>
                    <a:pt x="32949" y="3279"/>
                  </a:lnTo>
                  <a:lnTo>
                    <a:pt x="27512" y="2279"/>
                  </a:lnTo>
                  <a:lnTo>
                    <a:pt x="22046" y="1460"/>
                  </a:lnTo>
                  <a:lnTo>
                    <a:pt x="16556" y="821"/>
                  </a:lnTo>
                  <a:lnTo>
                    <a:pt x="11047" y="365"/>
                  </a:lnTo>
                  <a:lnTo>
                    <a:pt x="5526" y="9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4942484" y="941493"/>
              <a:ext cx="81060" cy="167167"/>
            </a:xfrm>
            <a:custGeom>
              <a:avLst/>
              <a:pathLst>
                <a:path w="81060" h="167167">
                  <a:moveTo>
                    <a:pt x="81060" y="0"/>
                  </a:moveTo>
                  <a:lnTo>
                    <a:pt x="75419" y="95"/>
                  </a:lnTo>
                  <a:lnTo>
                    <a:pt x="69784" y="380"/>
                  </a:lnTo>
                  <a:lnTo>
                    <a:pt x="64163" y="856"/>
                  </a:lnTo>
                  <a:lnTo>
                    <a:pt x="58560" y="1521"/>
                  </a:lnTo>
                  <a:lnTo>
                    <a:pt x="52984" y="2374"/>
                  </a:lnTo>
                  <a:lnTo>
                    <a:pt x="47439" y="3415"/>
                  </a:lnTo>
                  <a:lnTo>
                    <a:pt x="41932" y="4643"/>
                  </a:lnTo>
                  <a:lnTo>
                    <a:pt x="36471" y="6056"/>
                  </a:lnTo>
                  <a:lnTo>
                    <a:pt x="31059" y="7652"/>
                  </a:lnTo>
                  <a:lnTo>
                    <a:pt x="25705" y="9430"/>
                  </a:lnTo>
                  <a:lnTo>
                    <a:pt x="20414" y="11388"/>
                  </a:lnTo>
                  <a:lnTo>
                    <a:pt x="15192" y="13523"/>
                  </a:lnTo>
                  <a:lnTo>
                    <a:pt x="10045" y="15833"/>
                  </a:lnTo>
                  <a:lnTo>
                    <a:pt x="4979" y="18316"/>
                  </a:lnTo>
                  <a:lnTo>
                    <a:pt x="0" y="20968"/>
                  </a:lnTo>
                  <a:lnTo>
                    <a:pt x="8106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4942484" y="962461"/>
              <a:ext cx="81060" cy="146199"/>
            </a:xfrm>
            <a:custGeom>
              <a:avLst/>
              <a:pathLst>
                <a:path w="81060" h="146199">
                  <a:moveTo>
                    <a:pt x="0" y="0"/>
                  </a:moveTo>
                  <a:lnTo>
                    <a:pt x="81060" y="14619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4942484" y="962461"/>
              <a:ext cx="81060" cy="146199"/>
            </a:xfrm>
            <a:custGeom>
              <a:avLst/>
              <a:pathLst>
                <a:path w="81060" h="146199">
                  <a:moveTo>
                    <a:pt x="0" y="0"/>
                  </a:moveTo>
                  <a:lnTo>
                    <a:pt x="81060" y="14619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4942484" y="962461"/>
              <a:ext cx="81060" cy="146199"/>
            </a:xfrm>
            <a:custGeom>
              <a:avLst/>
              <a:pathLst>
                <a:path w="81060" h="146199">
                  <a:moveTo>
                    <a:pt x="0" y="0"/>
                  </a:moveTo>
                  <a:lnTo>
                    <a:pt x="81060" y="14619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4942484" y="962461"/>
              <a:ext cx="81060" cy="146199"/>
            </a:xfrm>
            <a:custGeom>
              <a:avLst/>
              <a:pathLst>
                <a:path w="81060" h="146199">
                  <a:moveTo>
                    <a:pt x="0" y="0"/>
                  </a:moveTo>
                  <a:lnTo>
                    <a:pt x="81060" y="14619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4942484" y="962461"/>
              <a:ext cx="81060" cy="146199"/>
            </a:xfrm>
            <a:custGeom>
              <a:avLst/>
              <a:pathLst>
                <a:path w="81060" h="146199">
                  <a:moveTo>
                    <a:pt x="0" y="0"/>
                  </a:moveTo>
                  <a:lnTo>
                    <a:pt x="81060" y="14619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4942484" y="962461"/>
              <a:ext cx="81060" cy="146199"/>
            </a:xfrm>
            <a:custGeom>
              <a:avLst/>
              <a:pathLst>
                <a:path w="81060" h="146199">
                  <a:moveTo>
                    <a:pt x="0" y="0"/>
                  </a:moveTo>
                  <a:lnTo>
                    <a:pt x="81060" y="1461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4942484" y="962461"/>
              <a:ext cx="81060" cy="146199"/>
            </a:xfrm>
            <a:custGeom>
              <a:avLst/>
              <a:pathLst>
                <a:path w="81060" h="146199">
                  <a:moveTo>
                    <a:pt x="0" y="0"/>
                  </a:moveTo>
                  <a:lnTo>
                    <a:pt x="81060" y="1461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4942484" y="962461"/>
              <a:ext cx="81060" cy="146199"/>
            </a:xfrm>
            <a:custGeom>
              <a:avLst/>
              <a:pathLst>
                <a:path w="81060" h="146199">
                  <a:moveTo>
                    <a:pt x="0" y="0"/>
                  </a:moveTo>
                  <a:lnTo>
                    <a:pt x="81060" y="1461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4942484" y="962461"/>
              <a:ext cx="81060" cy="146199"/>
            </a:xfrm>
            <a:custGeom>
              <a:avLst/>
              <a:pathLst>
                <a:path w="81060" h="146199">
                  <a:moveTo>
                    <a:pt x="0" y="0"/>
                  </a:moveTo>
                  <a:lnTo>
                    <a:pt x="81060" y="1461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4942484" y="962461"/>
              <a:ext cx="81060" cy="146199"/>
            </a:xfrm>
            <a:custGeom>
              <a:avLst/>
              <a:pathLst>
                <a:path w="81060" h="146199">
                  <a:moveTo>
                    <a:pt x="0" y="0"/>
                  </a:moveTo>
                  <a:lnTo>
                    <a:pt x="81060" y="14619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4942484" y="962461"/>
              <a:ext cx="81060" cy="146199"/>
            </a:xfrm>
            <a:custGeom>
              <a:avLst/>
              <a:pathLst>
                <a:path w="81060" h="146199">
                  <a:moveTo>
                    <a:pt x="0" y="0"/>
                  </a:moveTo>
                  <a:lnTo>
                    <a:pt x="81060" y="14619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4942484" y="962461"/>
              <a:ext cx="81060" cy="146199"/>
            </a:xfrm>
            <a:custGeom>
              <a:avLst/>
              <a:pathLst>
                <a:path w="81060" h="146199">
                  <a:moveTo>
                    <a:pt x="0" y="0"/>
                  </a:moveTo>
                  <a:lnTo>
                    <a:pt x="81060" y="14619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4942484" y="962461"/>
              <a:ext cx="81060" cy="146199"/>
            </a:xfrm>
            <a:custGeom>
              <a:avLst/>
              <a:pathLst>
                <a:path w="81060" h="146199">
                  <a:moveTo>
                    <a:pt x="0" y="0"/>
                  </a:moveTo>
                  <a:lnTo>
                    <a:pt x="81060" y="14619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4942484" y="962461"/>
              <a:ext cx="81060" cy="146199"/>
            </a:xfrm>
            <a:custGeom>
              <a:avLst/>
              <a:pathLst>
                <a:path w="81060" h="146199">
                  <a:moveTo>
                    <a:pt x="0" y="0"/>
                  </a:moveTo>
                  <a:lnTo>
                    <a:pt x="81060" y="1461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4942484" y="962461"/>
              <a:ext cx="81060" cy="146199"/>
            </a:xfrm>
            <a:custGeom>
              <a:avLst/>
              <a:pathLst>
                <a:path w="81060" h="146199">
                  <a:moveTo>
                    <a:pt x="0" y="0"/>
                  </a:moveTo>
                  <a:lnTo>
                    <a:pt x="81060" y="1461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4942484" y="962461"/>
              <a:ext cx="81060" cy="146199"/>
            </a:xfrm>
            <a:custGeom>
              <a:avLst/>
              <a:pathLst>
                <a:path w="81060" h="146199">
                  <a:moveTo>
                    <a:pt x="0" y="0"/>
                  </a:moveTo>
                  <a:lnTo>
                    <a:pt x="81060" y="1461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4942484" y="962461"/>
              <a:ext cx="81060" cy="146199"/>
            </a:xfrm>
            <a:custGeom>
              <a:avLst/>
              <a:pathLst>
                <a:path w="81060" h="146199">
                  <a:moveTo>
                    <a:pt x="0" y="0"/>
                  </a:moveTo>
                  <a:lnTo>
                    <a:pt x="81060" y="1461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4942484" y="962461"/>
              <a:ext cx="81060" cy="146199"/>
            </a:xfrm>
            <a:custGeom>
              <a:avLst/>
              <a:pathLst>
                <a:path w="81060" h="146199">
                  <a:moveTo>
                    <a:pt x="0" y="0"/>
                  </a:moveTo>
                  <a:lnTo>
                    <a:pt x="81060" y="14619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4942484" y="962461"/>
              <a:ext cx="81060" cy="146199"/>
            </a:xfrm>
            <a:custGeom>
              <a:avLst/>
              <a:pathLst>
                <a:path w="81060" h="146199">
                  <a:moveTo>
                    <a:pt x="0" y="0"/>
                  </a:moveTo>
                  <a:lnTo>
                    <a:pt x="81060" y="14619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4856396" y="948088"/>
              <a:ext cx="334300" cy="327739"/>
            </a:xfrm>
            <a:custGeom>
              <a:avLst/>
              <a:pathLst>
                <a:path w="334300" h="327739">
                  <a:moveTo>
                    <a:pt x="86087" y="14373"/>
                  </a:moveTo>
                  <a:lnTo>
                    <a:pt x="81485" y="17021"/>
                  </a:lnTo>
                  <a:lnTo>
                    <a:pt x="76969" y="19814"/>
                  </a:lnTo>
                  <a:lnTo>
                    <a:pt x="72544" y="22748"/>
                  </a:lnTo>
                  <a:lnTo>
                    <a:pt x="68215" y="25822"/>
                  </a:lnTo>
                  <a:lnTo>
                    <a:pt x="63986" y="29032"/>
                  </a:lnTo>
                  <a:lnTo>
                    <a:pt x="59860" y="32375"/>
                  </a:lnTo>
                  <a:lnTo>
                    <a:pt x="55843" y="35847"/>
                  </a:lnTo>
                  <a:lnTo>
                    <a:pt x="51938" y="39444"/>
                  </a:lnTo>
                  <a:lnTo>
                    <a:pt x="48149" y="43164"/>
                  </a:lnTo>
                  <a:lnTo>
                    <a:pt x="44481" y="47003"/>
                  </a:lnTo>
                  <a:lnTo>
                    <a:pt x="40936" y="50956"/>
                  </a:lnTo>
                  <a:lnTo>
                    <a:pt x="37518" y="55019"/>
                  </a:lnTo>
                  <a:lnTo>
                    <a:pt x="34232" y="59189"/>
                  </a:lnTo>
                  <a:lnTo>
                    <a:pt x="31079" y="63462"/>
                  </a:lnTo>
                  <a:lnTo>
                    <a:pt x="28063" y="67832"/>
                  </a:lnTo>
                  <a:lnTo>
                    <a:pt x="25188" y="72296"/>
                  </a:lnTo>
                  <a:lnTo>
                    <a:pt x="22456" y="76849"/>
                  </a:lnTo>
                  <a:lnTo>
                    <a:pt x="19871" y="81486"/>
                  </a:lnTo>
                  <a:lnTo>
                    <a:pt x="17433" y="86203"/>
                  </a:lnTo>
                  <a:lnTo>
                    <a:pt x="15147" y="90995"/>
                  </a:lnTo>
                  <a:lnTo>
                    <a:pt x="13014" y="95858"/>
                  </a:lnTo>
                  <a:lnTo>
                    <a:pt x="11036" y="100785"/>
                  </a:lnTo>
                  <a:lnTo>
                    <a:pt x="9216" y="105773"/>
                  </a:lnTo>
                  <a:lnTo>
                    <a:pt x="7556" y="110816"/>
                  </a:lnTo>
                  <a:lnTo>
                    <a:pt x="6056" y="115910"/>
                  </a:lnTo>
                  <a:lnTo>
                    <a:pt x="4719" y="121048"/>
                  </a:lnTo>
                  <a:lnTo>
                    <a:pt x="3546" y="126227"/>
                  </a:lnTo>
                  <a:lnTo>
                    <a:pt x="2538" y="131440"/>
                  </a:lnTo>
                  <a:lnTo>
                    <a:pt x="1695" y="136682"/>
                  </a:lnTo>
                  <a:lnTo>
                    <a:pt x="1020" y="141949"/>
                  </a:lnTo>
                  <a:lnTo>
                    <a:pt x="513" y="147234"/>
                  </a:lnTo>
                  <a:lnTo>
                    <a:pt x="173" y="152533"/>
                  </a:lnTo>
                  <a:lnTo>
                    <a:pt x="2" y="157840"/>
                  </a:lnTo>
                  <a:lnTo>
                    <a:pt x="0" y="163149"/>
                  </a:lnTo>
                  <a:lnTo>
                    <a:pt x="166" y="168456"/>
                  </a:lnTo>
                  <a:lnTo>
                    <a:pt x="500" y="173755"/>
                  </a:lnTo>
                  <a:lnTo>
                    <a:pt x="1003" y="179041"/>
                  </a:lnTo>
                  <a:lnTo>
                    <a:pt x="1673" y="184308"/>
                  </a:lnTo>
                  <a:lnTo>
                    <a:pt x="2511" y="189551"/>
                  </a:lnTo>
                  <a:lnTo>
                    <a:pt x="3514" y="194765"/>
                  </a:lnTo>
                  <a:lnTo>
                    <a:pt x="4683" y="199945"/>
                  </a:lnTo>
                  <a:lnTo>
                    <a:pt x="6015" y="205084"/>
                  </a:lnTo>
                  <a:lnTo>
                    <a:pt x="7510" y="210179"/>
                  </a:lnTo>
                  <a:lnTo>
                    <a:pt x="9166" y="215224"/>
                  </a:lnTo>
                  <a:lnTo>
                    <a:pt x="10981" y="220214"/>
                  </a:lnTo>
                  <a:lnTo>
                    <a:pt x="12954" y="225143"/>
                  </a:lnTo>
                  <a:lnTo>
                    <a:pt x="15082" y="230007"/>
                  </a:lnTo>
                  <a:lnTo>
                    <a:pt x="17364" y="234802"/>
                  </a:lnTo>
                  <a:lnTo>
                    <a:pt x="19797" y="239521"/>
                  </a:lnTo>
                  <a:lnTo>
                    <a:pt x="22379" y="244161"/>
                  </a:lnTo>
                  <a:lnTo>
                    <a:pt x="25107" y="248716"/>
                  </a:lnTo>
                  <a:lnTo>
                    <a:pt x="27978" y="253183"/>
                  </a:lnTo>
                  <a:lnTo>
                    <a:pt x="30989" y="257556"/>
                  </a:lnTo>
                  <a:lnTo>
                    <a:pt x="34138" y="261831"/>
                  </a:lnTo>
                  <a:lnTo>
                    <a:pt x="37421" y="266004"/>
                  </a:lnTo>
                  <a:lnTo>
                    <a:pt x="40834" y="270071"/>
                  </a:lnTo>
                  <a:lnTo>
                    <a:pt x="44376" y="274027"/>
                  </a:lnTo>
                  <a:lnTo>
                    <a:pt x="48041" y="277869"/>
                  </a:lnTo>
                  <a:lnTo>
                    <a:pt x="51826" y="281592"/>
                  </a:lnTo>
                  <a:lnTo>
                    <a:pt x="55727" y="285194"/>
                  </a:lnTo>
                  <a:lnTo>
                    <a:pt x="59741" y="288669"/>
                  </a:lnTo>
                  <a:lnTo>
                    <a:pt x="63864" y="292016"/>
                  </a:lnTo>
                  <a:lnTo>
                    <a:pt x="68090" y="295230"/>
                  </a:lnTo>
                  <a:lnTo>
                    <a:pt x="72417" y="298307"/>
                  </a:lnTo>
                  <a:lnTo>
                    <a:pt x="76839" y="301246"/>
                  </a:lnTo>
                  <a:lnTo>
                    <a:pt x="81352" y="304044"/>
                  </a:lnTo>
                  <a:lnTo>
                    <a:pt x="85952" y="306696"/>
                  </a:lnTo>
                  <a:lnTo>
                    <a:pt x="90633" y="309201"/>
                  </a:lnTo>
                  <a:lnTo>
                    <a:pt x="95392" y="311556"/>
                  </a:lnTo>
                  <a:lnTo>
                    <a:pt x="100223" y="313758"/>
                  </a:lnTo>
                  <a:lnTo>
                    <a:pt x="105122" y="315807"/>
                  </a:lnTo>
                  <a:lnTo>
                    <a:pt x="110083" y="317698"/>
                  </a:lnTo>
                  <a:lnTo>
                    <a:pt x="115102" y="319431"/>
                  </a:lnTo>
                  <a:lnTo>
                    <a:pt x="120173" y="321004"/>
                  </a:lnTo>
                  <a:lnTo>
                    <a:pt x="125292" y="322415"/>
                  </a:lnTo>
                  <a:lnTo>
                    <a:pt x="130453" y="323662"/>
                  </a:lnTo>
                  <a:lnTo>
                    <a:pt x="135651" y="324745"/>
                  </a:lnTo>
                  <a:lnTo>
                    <a:pt x="140881" y="325663"/>
                  </a:lnTo>
                  <a:lnTo>
                    <a:pt x="146137" y="326414"/>
                  </a:lnTo>
                  <a:lnTo>
                    <a:pt x="151414" y="326997"/>
                  </a:lnTo>
                  <a:lnTo>
                    <a:pt x="156708" y="327413"/>
                  </a:lnTo>
                  <a:lnTo>
                    <a:pt x="162012" y="327660"/>
                  </a:lnTo>
                  <a:lnTo>
                    <a:pt x="167321" y="327739"/>
                  </a:lnTo>
                  <a:lnTo>
                    <a:pt x="172629" y="327649"/>
                  </a:lnTo>
                  <a:lnTo>
                    <a:pt x="177933" y="327391"/>
                  </a:lnTo>
                  <a:lnTo>
                    <a:pt x="183225" y="326964"/>
                  </a:lnTo>
                  <a:lnTo>
                    <a:pt x="188501" y="326370"/>
                  </a:lnTo>
                  <a:lnTo>
                    <a:pt x="193756" y="325608"/>
                  </a:lnTo>
                  <a:lnTo>
                    <a:pt x="198984" y="324680"/>
                  </a:lnTo>
                  <a:lnTo>
                    <a:pt x="204180" y="323586"/>
                  </a:lnTo>
                  <a:lnTo>
                    <a:pt x="209338" y="322327"/>
                  </a:lnTo>
                  <a:lnTo>
                    <a:pt x="214454" y="320906"/>
                  </a:lnTo>
                  <a:lnTo>
                    <a:pt x="219522" y="319323"/>
                  </a:lnTo>
                  <a:lnTo>
                    <a:pt x="224537" y="317579"/>
                  </a:lnTo>
                  <a:lnTo>
                    <a:pt x="229494" y="315677"/>
                  </a:lnTo>
                  <a:lnTo>
                    <a:pt x="234389" y="313619"/>
                  </a:lnTo>
                  <a:lnTo>
                    <a:pt x="239215" y="311406"/>
                  </a:lnTo>
                  <a:lnTo>
                    <a:pt x="243969" y="309042"/>
                  </a:lnTo>
                  <a:lnTo>
                    <a:pt x="248646" y="306527"/>
                  </a:lnTo>
                  <a:lnTo>
                    <a:pt x="253240" y="303865"/>
                  </a:lnTo>
                  <a:lnTo>
                    <a:pt x="257747" y="301059"/>
                  </a:lnTo>
                  <a:lnTo>
                    <a:pt x="262163" y="298110"/>
                  </a:lnTo>
                  <a:lnTo>
                    <a:pt x="266483" y="295024"/>
                  </a:lnTo>
                  <a:lnTo>
                    <a:pt x="270703" y="291801"/>
                  </a:lnTo>
                  <a:lnTo>
                    <a:pt x="274818" y="288446"/>
                  </a:lnTo>
                  <a:lnTo>
                    <a:pt x="278825" y="284962"/>
                  </a:lnTo>
                  <a:lnTo>
                    <a:pt x="282719" y="281353"/>
                  </a:lnTo>
                  <a:lnTo>
                    <a:pt x="286497" y="277621"/>
                  </a:lnTo>
                  <a:lnTo>
                    <a:pt x="290154" y="273772"/>
                  </a:lnTo>
                  <a:lnTo>
                    <a:pt x="293687" y="269808"/>
                  </a:lnTo>
                  <a:lnTo>
                    <a:pt x="297092" y="265735"/>
                  </a:lnTo>
                  <a:lnTo>
                    <a:pt x="300366" y="261555"/>
                  </a:lnTo>
                  <a:lnTo>
                    <a:pt x="303506" y="257273"/>
                  </a:lnTo>
                  <a:lnTo>
                    <a:pt x="306509" y="252894"/>
                  </a:lnTo>
                  <a:lnTo>
                    <a:pt x="309370" y="248421"/>
                  </a:lnTo>
                  <a:lnTo>
                    <a:pt x="312088" y="243860"/>
                  </a:lnTo>
                  <a:lnTo>
                    <a:pt x="314660" y="239215"/>
                  </a:lnTo>
                  <a:lnTo>
                    <a:pt x="317084" y="234491"/>
                  </a:lnTo>
                  <a:lnTo>
                    <a:pt x="319355" y="229692"/>
                  </a:lnTo>
                  <a:lnTo>
                    <a:pt x="321474" y="224823"/>
                  </a:lnTo>
                  <a:lnTo>
                    <a:pt x="323436" y="219889"/>
                  </a:lnTo>
                  <a:lnTo>
                    <a:pt x="325241" y="214896"/>
                  </a:lnTo>
                  <a:lnTo>
                    <a:pt x="326887" y="209848"/>
                  </a:lnTo>
                  <a:lnTo>
                    <a:pt x="328371" y="204750"/>
                  </a:lnTo>
                  <a:lnTo>
                    <a:pt x="329693" y="199607"/>
                  </a:lnTo>
                  <a:lnTo>
                    <a:pt x="330851" y="194425"/>
                  </a:lnTo>
                  <a:lnTo>
                    <a:pt x="331843" y="189209"/>
                  </a:lnTo>
                  <a:lnTo>
                    <a:pt x="332670" y="183965"/>
                  </a:lnTo>
                  <a:lnTo>
                    <a:pt x="333329" y="178696"/>
                  </a:lnTo>
                  <a:lnTo>
                    <a:pt x="333821" y="173409"/>
                  </a:lnTo>
                  <a:lnTo>
                    <a:pt x="334144" y="168109"/>
                  </a:lnTo>
                  <a:lnTo>
                    <a:pt x="334300" y="162802"/>
                  </a:lnTo>
                  <a:lnTo>
                    <a:pt x="334286" y="157493"/>
                  </a:lnTo>
                  <a:lnTo>
                    <a:pt x="334104" y="152186"/>
                  </a:lnTo>
                  <a:lnTo>
                    <a:pt x="333754" y="146888"/>
                  </a:lnTo>
                  <a:lnTo>
                    <a:pt x="333235" y="141604"/>
                  </a:lnTo>
                  <a:lnTo>
                    <a:pt x="332549" y="136339"/>
                  </a:lnTo>
                  <a:lnTo>
                    <a:pt x="331696" y="131098"/>
                  </a:lnTo>
                  <a:lnTo>
                    <a:pt x="330677" y="125887"/>
                  </a:lnTo>
                  <a:lnTo>
                    <a:pt x="329493" y="120711"/>
                  </a:lnTo>
                  <a:lnTo>
                    <a:pt x="328145" y="115576"/>
                  </a:lnTo>
                  <a:lnTo>
                    <a:pt x="326635" y="110485"/>
                  </a:lnTo>
                  <a:lnTo>
                    <a:pt x="324964" y="105445"/>
                  </a:lnTo>
                  <a:lnTo>
                    <a:pt x="323133" y="100461"/>
                  </a:lnTo>
                  <a:lnTo>
                    <a:pt x="321146" y="95538"/>
                  </a:lnTo>
                  <a:lnTo>
                    <a:pt x="319002" y="90680"/>
                  </a:lnTo>
                  <a:lnTo>
                    <a:pt x="316706" y="85892"/>
                  </a:lnTo>
                  <a:lnTo>
                    <a:pt x="314259" y="81180"/>
                  </a:lnTo>
                  <a:lnTo>
                    <a:pt x="311664" y="76548"/>
                  </a:lnTo>
                  <a:lnTo>
                    <a:pt x="308922" y="72001"/>
                  </a:lnTo>
                  <a:lnTo>
                    <a:pt x="306038" y="67543"/>
                  </a:lnTo>
                  <a:lnTo>
                    <a:pt x="303013" y="63179"/>
                  </a:lnTo>
                  <a:lnTo>
                    <a:pt x="299852" y="58914"/>
                  </a:lnTo>
                  <a:lnTo>
                    <a:pt x="296556" y="54750"/>
                  </a:lnTo>
                  <a:lnTo>
                    <a:pt x="293130" y="50694"/>
                  </a:lnTo>
                  <a:lnTo>
                    <a:pt x="289577" y="46748"/>
                  </a:lnTo>
                  <a:lnTo>
                    <a:pt x="285901" y="42918"/>
                  </a:lnTo>
                  <a:lnTo>
                    <a:pt x="282104" y="39206"/>
                  </a:lnTo>
                  <a:lnTo>
                    <a:pt x="278192" y="35616"/>
                  </a:lnTo>
                  <a:lnTo>
                    <a:pt x="274168" y="32152"/>
                  </a:lnTo>
                  <a:lnTo>
                    <a:pt x="270035" y="28818"/>
                  </a:lnTo>
                  <a:lnTo>
                    <a:pt x="265799" y="25617"/>
                  </a:lnTo>
                  <a:lnTo>
                    <a:pt x="261463" y="22552"/>
                  </a:lnTo>
                  <a:lnTo>
                    <a:pt x="257033" y="19627"/>
                  </a:lnTo>
                  <a:lnTo>
                    <a:pt x="252511" y="16843"/>
                  </a:lnTo>
                  <a:lnTo>
                    <a:pt x="247903" y="14205"/>
                  </a:lnTo>
                  <a:lnTo>
                    <a:pt x="243214" y="11714"/>
                  </a:lnTo>
                  <a:lnTo>
                    <a:pt x="238448" y="9373"/>
                  </a:lnTo>
                  <a:lnTo>
                    <a:pt x="233611" y="7185"/>
                  </a:lnTo>
                  <a:lnTo>
                    <a:pt x="228706" y="5152"/>
                  </a:lnTo>
                  <a:lnTo>
                    <a:pt x="223739" y="3275"/>
                  </a:lnTo>
                  <a:lnTo>
                    <a:pt x="218715" y="1557"/>
                  </a:lnTo>
                  <a:lnTo>
                    <a:pt x="213639" y="0"/>
                  </a:lnTo>
                  <a:lnTo>
                    <a:pt x="167147" y="16057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5023544" y="941493"/>
              <a:ext cx="46491" cy="167167"/>
            </a:xfrm>
            <a:custGeom>
              <a:avLst/>
              <a:pathLst>
                <a:path w="46491" h="167167">
                  <a:moveTo>
                    <a:pt x="46491" y="6595"/>
                  </a:moveTo>
                  <a:lnTo>
                    <a:pt x="39991" y="4853"/>
                  </a:lnTo>
                  <a:lnTo>
                    <a:pt x="33425" y="3375"/>
                  </a:lnTo>
                  <a:lnTo>
                    <a:pt x="26805" y="2163"/>
                  </a:lnTo>
                  <a:lnTo>
                    <a:pt x="20142" y="1217"/>
                  </a:lnTo>
                  <a:lnTo>
                    <a:pt x="13446" y="541"/>
                  </a:lnTo>
                  <a:lnTo>
                    <a:pt x="6728" y="13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4433062" y="941493"/>
              <a:ext cx="53153" cy="167167"/>
            </a:xfrm>
            <a:custGeom>
              <a:avLst/>
              <a:pathLst>
                <a:path w="53153" h="167167">
                  <a:moveTo>
                    <a:pt x="53153" y="0"/>
                  </a:moveTo>
                  <a:lnTo>
                    <a:pt x="47144" y="108"/>
                  </a:lnTo>
                  <a:lnTo>
                    <a:pt x="41143" y="432"/>
                  </a:lnTo>
                  <a:lnTo>
                    <a:pt x="35157" y="971"/>
                  </a:lnTo>
                  <a:lnTo>
                    <a:pt x="29195" y="1725"/>
                  </a:lnTo>
                  <a:lnTo>
                    <a:pt x="23263" y="2693"/>
                  </a:lnTo>
                  <a:lnTo>
                    <a:pt x="17370" y="3874"/>
                  </a:lnTo>
                  <a:lnTo>
                    <a:pt x="11524" y="5266"/>
                  </a:lnTo>
                  <a:lnTo>
                    <a:pt x="5731" y="6867"/>
                  </a:lnTo>
                  <a:lnTo>
                    <a:pt x="0" y="8675"/>
                  </a:lnTo>
                  <a:lnTo>
                    <a:pt x="53153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4433062" y="950169"/>
              <a:ext cx="53153" cy="158491"/>
            </a:xfrm>
            <a:custGeom>
              <a:avLst/>
              <a:pathLst>
                <a:path w="53153" h="158491">
                  <a:moveTo>
                    <a:pt x="0" y="0"/>
                  </a:moveTo>
                  <a:lnTo>
                    <a:pt x="53153" y="15849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4433062" y="950169"/>
              <a:ext cx="53153" cy="158491"/>
            </a:xfrm>
            <a:custGeom>
              <a:avLst/>
              <a:pathLst>
                <a:path w="53153" h="158491">
                  <a:moveTo>
                    <a:pt x="0" y="0"/>
                  </a:moveTo>
                  <a:lnTo>
                    <a:pt x="53153" y="15849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4433062" y="950169"/>
              <a:ext cx="53153" cy="158491"/>
            </a:xfrm>
            <a:custGeom>
              <a:avLst/>
              <a:pathLst>
                <a:path w="53153" h="158491">
                  <a:moveTo>
                    <a:pt x="0" y="0"/>
                  </a:moveTo>
                  <a:lnTo>
                    <a:pt x="53153" y="15849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4433062" y="950169"/>
              <a:ext cx="53153" cy="158491"/>
            </a:xfrm>
            <a:custGeom>
              <a:avLst/>
              <a:pathLst>
                <a:path w="53153" h="158491">
                  <a:moveTo>
                    <a:pt x="0" y="0"/>
                  </a:moveTo>
                  <a:lnTo>
                    <a:pt x="53153" y="15849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4433062" y="950169"/>
              <a:ext cx="53153" cy="158491"/>
            </a:xfrm>
            <a:custGeom>
              <a:avLst/>
              <a:pathLst>
                <a:path w="53153" h="158491">
                  <a:moveTo>
                    <a:pt x="0" y="0"/>
                  </a:moveTo>
                  <a:lnTo>
                    <a:pt x="53153" y="15849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4433062" y="950169"/>
              <a:ext cx="53153" cy="158491"/>
            </a:xfrm>
            <a:custGeom>
              <a:avLst/>
              <a:pathLst>
                <a:path w="53153" h="158491">
                  <a:moveTo>
                    <a:pt x="0" y="0"/>
                  </a:moveTo>
                  <a:lnTo>
                    <a:pt x="53153" y="15849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4433062" y="950169"/>
              <a:ext cx="53153" cy="158491"/>
            </a:xfrm>
            <a:custGeom>
              <a:avLst/>
              <a:pathLst>
                <a:path w="53153" h="158491">
                  <a:moveTo>
                    <a:pt x="0" y="0"/>
                  </a:moveTo>
                  <a:lnTo>
                    <a:pt x="53153" y="15849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4433062" y="950169"/>
              <a:ext cx="53153" cy="158491"/>
            </a:xfrm>
            <a:custGeom>
              <a:avLst/>
              <a:pathLst>
                <a:path w="53153" h="158491">
                  <a:moveTo>
                    <a:pt x="0" y="0"/>
                  </a:moveTo>
                  <a:lnTo>
                    <a:pt x="53153" y="15849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4433062" y="950169"/>
              <a:ext cx="53153" cy="158491"/>
            </a:xfrm>
            <a:custGeom>
              <a:avLst/>
              <a:pathLst>
                <a:path w="53153" h="158491">
                  <a:moveTo>
                    <a:pt x="0" y="0"/>
                  </a:moveTo>
                  <a:lnTo>
                    <a:pt x="53153" y="15849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4433062" y="950169"/>
              <a:ext cx="53153" cy="158491"/>
            </a:xfrm>
            <a:custGeom>
              <a:avLst/>
              <a:pathLst>
                <a:path w="53153" h="158491">
                  <a:moveTo>
                    <a:pt x="0" y="0"/>
                  </a:moveTo>
                  <a:lnTo>
                    <a:pt x="53153" y="15849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4433062" y="950169"/>
              <a:ext cx="53153" cy="158491"/>
            </a:xfrm>
            <a:custGeom>
              <a:avLst/>
              <a:pathLst>
                <a:path w="53153" h="158491">
                  <a:moveTo>
                    <a:pt x="0" y="0"/>
                  </a:moveTo>
                  <a:lnTo>
                    <a:pt x="53153" y="15849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4433062" y="950169"/>
              <a:ext cx="53153" cy="158491"/>
            </a:xfrm>
            <a:custGeom>
              <a:avLst/>
              <a:pathLst>
                <a:path w="53153" h="158491">
                  <a:moveTo>
                    <a:pt x="0" y="0"/>
                  </a:moveTo>
                  <a:lnTo>
                    <a:pt x="53153" y="15849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4433062" y="950169"/>
              <a:ext cx="53153" cy="158491"/>
            </a:xfrm>
            <a:custGeom>
              <a:avLst/>
              <a:pathLst>
                <a:path w="53153" h="158491">
                  <a:moveTo>
                    <a:pt x="0" y="0"/>
                  </a:moveTo>
                  <a:lnTo>
                    <a:pt x="53153" y="15849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4433062" y="950169"/>
              <a:ext cx="53153" cy="158491"/>
            </a:xfrm>
            <a:custGeom>
              <a:avLst/>
              <a:pathLst>
                <a:path w="53153" h="158491">
                  <a:moveTo>
                    <a:pt x="0" y="0"/>
                  </a:moveTo>
                  <a:lnTo>
                    <a:pt x="53153" y="15849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433062" y="950169"/>
              <a:ext cx="53153" cy="158491"/>
            </a:xfrm>
            <a:custGeom>
              <a:avLst/>
              <a:pathLst>
                <a:path w="53153" h="158491">
                  <a:moveTo>
                    <a:pt x="0" y="0"/>
                  </a:moveTo>
                  <a:lnTo>
                    <a:pt x="53153" y="15849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433062" y="950169"/>
              <a:ext cx="53153" cy="158491"/>
            </a:xfrm>
            <a:custGeom>
              <a:avLst/>
              <a:pathLst>
                <a:path w="53153" h="158491">
                  <a:moveTo>
                    <a:pt x="0" y="0"/>
                  </a:moveTo>
                  <a:lnTo>
                    <a:pt x="53153" y="15849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433062" y="950169"/>
              <a:ext cx="53153" cy="158491"/>
            </a:xfrm>
            <a:custGeom>
              <a:avLst/>
              <a:pathLst>
                <a:path w="53153" h="158491">
                  <a:moveTo>
                    <a:pt x="0" y="0"/>
                  </a:moveTo>
                  <a:lnTo>
                    <a:pt x="53153" y="15849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433062" y="950169"/>
              <a:ext cx="53153" cy="158491"/>
            </a:xfrm>
            <a:custGeom>
              <a:avLst/>
              <a:pathLst>
                <a:path w="53153" h="158491">
                  <a:moveTo>
                    <a:pt x="0" y="0"/>
                  </a:moveTo>
                  <a:lnTo>
                    <a:pt x="53153" y="15849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319050" y="950169"/>
              <a:ext cx="167165" cy="323724"/>
            </a:xfrm>
            <a:custGeom>
              <a:avLst/>
              <a:pathLst>
                <a:path w="167165" h="323724">
                  <a:moveTo>
                    <a:pt x="114011" y="0"/>
                  </a:moveTo>
                  <a:lnTo>
                    <a:pt x="108949" y="1788"/>
                  </a:lnTo>
                  <a:lnTo>
                    <a:pt x="103947" y="3738"/>
                  </a:lnTo>
                  <a:lnTo>
                    <a:pt x="99010" y="5848"/>
                  </a:lnTo>
                  <a:lnTo>
                    <a:pt x="94144" y="8115"/>
                  </a:lnTo>
                  <a:lnTo>
                    <a:pt x="89352" y="10538"/>
                  </a:lnTo>
                  <a:lnTo>
                    <a:pt x="84641" y="13113"/>
                  </a:lnTo>
                  <a:lnTo>
                    <a:pt x="80016" y="15838"/>
                  </a:lnTo>
                  <a:lnTo>
                    <a:pt x="75480" y="18710"/>
                  </a:lnTo>
                  <a:lnTo>
                    <a:pt x="71038" y="21726"/>
                  </a:lnTo>
                  <a:lnTo>
                    <a:pt x="66696" y="24883"/>
                  </a:lnTo>
                  <a:lnTo>
                    <a:pt x="62458" y="28178"/>
                  </a:lnTo>
                  <a:lnTo>
                    <a:pt x="58327" y="31608"/>
                  </a:lnTo>
                  <a:lnTo>
                    <a:pt x="54309" y="35168"/>
                  </a:lnTo>
                  <a:lnTo>
                    <a:pt x="50407" y="38856"/>
                  </a:lnTo>
                  <a:lnTo>
                    <a:pt x="46625" y="42667"/>
                  </a:lnTo>
                  <a:lnTo>
                    <a:pt x="42968" y="46597"/>
                  </a:lnTo>
                  <a:lnTo>
                    <a:pt x="39439" y="50643"/>
                  </a:lnTo>
                  <a:lnTo>
                    <a:pt x="36042" y="54800"/>
                  </a:lnTo>
                  <a:lnTo>
                    <a:pt x="32780" y="59064"/>
                  </a:lnTo>
                  <a:lnTo>
                    <a:pt x="29656" y="63431"/>
                  </a:lnTo>
                  <a:lnTo>
                    <a:pt x="26675" y="67896"/>
                  </a:lnTo>
                  <a:lnTo>
                    <a:pt x="23838" y="72454"/>
                  </a:lnTo>
                  <a:lnTo>
                    <a:pt x="21149" y="77101"/>
                  </a:lnTo>
                  <a:lnTo>
                    <a:pt x="18611" y="81831"/>
                  </a:lnTo>
                  <a:lnTo>
                    <a:pt x="16226" y="86641"/>
                  </a:lnTo>
                  <a:lnTo>
                    <a:pt x="13996" y="91525"/>
                  </a:lnTo>
                  <a:lnTo>
                    <a:pt x="11925" y="96478"/>
                  </a:lnTo>
                  <a:lnTo>
                    <a:pt x="10014" y="101495"/>
                  </a:lnTo>
                  <a:lnTo>
                    <a:pt x="8264" y="106571"/>
                  </a:lnTo>
                  <a:lnTo>
                    <a:pt x="6679" y="111700"/>
                  </a:lnTo>
                  <a:lnTo>
                    <a:pt x="5259" y="116878"/>
                  </a:lnTo>
                  <a:lnTo>
                    <a:pt x="4007" y="122099"/>
                  </a:lnTo>
                  <a:lnTo>
                    <a:pt x="2922" y="127357"/>
                  </a:lnTo>
                  <a:lnTo>
                    <a:pt x="2007" y="132647"/>
                  </a:lnTo>
                  <a:lnTo>
                    <a:pt x="1262" y="137964"/>
                  </a:lnTo>
                  <a:lnTo>
                    <a:pt x="689" y="143302"/>
                  </a:lnTo>
                  <a:lnTo>
                    <a:pt x="287" y="148655"/>
                  </a:lnTo>
                  <a:lnTo>
                    <a:pt x="57" y="154019"/>
                  </a:lnTo>
                  <a:lnTo>
                    <a:pt x="0" y="159388"/>
                  </a:lnTo>
                  <a:lnTo>
                    <a:pt x="114" y="164755"/>
                  </a:lnTo>
                  <a:lnTo>
                    <a:pt x="402" y="170116"/>
                  </a:lnTo>
                  <a:lnTo>
                    <a:pt x="861" y="175465"/>
                  </a:lnTo>
                  <a:lnTo>
                    <a:pt x="1492" y="180797"/>
                  </a:lnTo>
                  <a:lnTo>
                    <a:pt x="2294" y="186105"/>
                  </a:lnTo>
                  <a:lnTo>
                    <a:pt x="3265" y="191385"/>
                  </a:lnTo>
                  <a:lnTo>
                    <a:pt x="4406" y="196631"/>
                  </a:lnTo>
                  <a:lnTo>
                    <a:pt x="5715" y="201838"/>
                  </a:lnTo>
                  <a:lnTo>
                    <a:pt x="7190" y="207000"/>
                  </a:lnTo>
                  <a:lnTo>
                    <a:pt x="8830" y="212112"/>
                  </a:lnTo>
                  <a:lnTo>
                    <a:pt x="10634" y="217169"/>
                  </a:lnTo>
                  <a:lnTo>
                    <a:pt x="12599" y="222165"/>
                  </a:lnTo>
                  <a:lnTo>
                    <a:pt x="14723" y="227096"/>
                  </a:lnTo>
                  <a:lnTo>
                    <a:pt x="17005" y="231956"/>
                  </a:lnTo>
                  <a:lnTo>
                    <a:pt x="19441" y="236740"/>
                  </a:lnTo>
                  <a:lnTo>
                    <a:pt x="22030" y="241443"/>
                  </a:lnTo>
                  <a:lnTo>
                    <a:pt x="24769" y="246061"/>
                  </a:lnTo>
                  <a:lnTo>
                    <a:pt x="27654" y="250588"/>
                  </a:lnTo>
                  <a:lnTo>
                    <a:pt x="30684" y="255020"/>
                  </a:lnTo>
                  <a:lnTo>
                    <a:pt x="33854" y="259353"/>
                  </a:lnTo>
                  <a:lnTo>
                    <a:pt x="37161" y="263582"/>
                  </a:lnTo>
                  <a:lnTo>
                    <a:pt x="40603" y="267703"/>
                  </a:lnTo>
                  <a:lnTo>
                    <a:pt x="44175" y="271710"/>
                  </a:lnTo>
                  <a:lnTo>
                    <a:pt x="47874" y="275601"/>
                  </a:lnTo>
                  <a:lnTo>
                    <a:pt x="51696" y="279372"/>
                  </a:lnTo>
                  <a:lnTo>
                    <a:pt x="55638" y="283017"/>
                  </a:lnTo>
                  <a:lnTo>
                    <a:pt x="59694" y="286534"/>
                  </a:lnTo>
                  <a:lnTo>
                    <a:pt x="63861" y="289919"/>
                  </a:lnTo>
                  <a:lnTo>
                    <a:pt x="68135" y="293169"/>
                  </a:lnTo>
                  <a:lnTo>
                    <a:pt x="72510" y="296279"/>
                  </a:lnTo>
                  <a:lnTo>
                    <a:pt x="76984" y="299248"/>
                  </a:lnTo>
                  <a:lnTo>
                    <a:pt x="81550" y="302071"/>
                  </a:lnTo>
                  <a:lnTo>
                    <a:pt x="86205" y="304746"/>
                  </a:lnTo>
                  <a:lnTo>
                    <a:pt x="90943" y="307271"/>
                  </a:lnTo>
                  <a:lnTo>
                    <a:pt x="95760" y="309641"/>
                  </a:lnTo>
                  <a:lnTo>
                    <a:pt x="100651" y="311856"/>
                  </a:lnTo>
                  <a:lnTo>
                    <a:pt x="105610" y="313913"/>
                  </a:lnTo>
                  <a:lnTo>
                    <a:pt x="110632" y="315810"/>
                  </a:lnTo>
                  <a:lnTo>
                    <a:pt x="115713" y="317544"/>
                  </a:lnTo>
                  <a:lnTo>
                    <a:pt x="120847" y="319114"/>
                  </a:lnTo>
                  <a:lnTo>
                    <a:pt x="126029" y="320519"/>
                  </a:lnTo>
                  <a:lnTo>
                    <a:pt x="131253" y="321756"/>
                  </a:lnTo>
                  <a:lnTo>
                    <a:pt x="136515" y="322825"/>
                  </a:lnTo>
                  <a:lnTo>
                    <a:pt x="141807" y="323724"/>
                  </a:lnTo>
                  <a:lnTo>
                    <a:pt x="167165" y="15849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4460858" y="941493"/>
              <a:ext cx="192523" cy="334330"/>
            </a:xfrm>
            <a:custGeom>
              <a:avLst/>
              <a:pathLst>
                <a:path w="192523" h="334330">
                  <a:moveTo>
                    <a:pt x="0" y="332400"/>
                  </a:moveTo>
                  <a:lnTo>
                    <a:pt x="5296" y="333126"/>
                  </a:lnTo>
                  <a:lnTo>
                    <a:pt x="10612" y="333683"/>
                  </a:lnTo>
                  <a:lnTo>
                    <a:pt x="15944" y="334069"/>
                  </a:lnTo>
                  <a:lnTo>
                    <a:pt x="21285" y="334285"/>
                  </a:lnTo>
                  <a:lnTo>
                    <a:pt x="26631" y="334330"/>
                  </a:lnTo>
                  <a:lnTo>
                    <a:pt x="31975" y="334203"/>
                  </a:lnTo>
                  <a:lnTo>
                    <a:pt x="37312" y="333906"/>
                  </a:lnTo>
                  <a:lnTo>
                    <a:pt x="42637" y="333439"/>
                  </a:lnTo>
                  <a:lnTo>
                    <a:pt x="47945" y="332801"/>
                  </a:lnTo>
                  <a:lnTo>
                    <a:pt x="53229" y="331994"/>
                  </a:lnTo>
                  <a:lnTo>
                    <a:pt x="58485" y="331019"/>
                  </a:lnTo>
                  <a:lnTo>
                    <a:pt x="63707" y="329876"/>
                  </a:lnTo>
                  <a:lnTo>
                    <a:pt x="68890" y="328566"/>
                  </a:lnTo>
                  <a:lnTo>
                    <a:pt x="74028" y="327092"/>
                  </a:lnTo>
                  <a:lnTo>
                    <a:pt x="79117" y="325454"/>
                  </a:lnTo>
                  <a:lnTo>
                    <a:pt x="84151" y="323654"/>
                  </a:lnTo>
                  <a:lnTo>
                    <a:pt x="89124" y="321694"/>
                  </a:lnTo>
                  <a:lnTo>
                    <a:pt x="94032" y="319576"/>
                  </a:lnTo>
                  <a:lnTo>
                    <a:pt x="98870" y="317303"/>
                  </a:lnTo>
                  <a:lnTo>
                    <a:pt x="103633" y="314875"/>
                  </a:lnTo>
                  <a:lnTo>
                    <a:pt x="108316" y="312297"/>
                  </a:lnTo>
                  <a:lnTo>
                    <a:pt x="112914" y="309570"/>
                  </a:lnTo>
                  <a:lnTo>
                    <a:pt x="117422" y="306698"/>
                  </a:lnTo>
                  <a:lnTo>
                    <a:pt x="121836" y="303683"/>
                  </a:lnTo>
                  <a:lnTo>
                    <a:pt x="126152" y="300528"/>
                  </a:lnTo>
                  <a:lnTo>
                    <a:pt x="130365" y="297237"/>
                  </a:lnTo>
                  <a:lnTo>
                    <a:pt x="134470" y="293813"/>
                  </a:lnTo>
                  <a:lnTo>
                    <a:pt x="138463" y="290260"/>
                  </a:lnTo>
                  <a:lnTo>
                    <a:pt x="142341" y="286580"/>
                  </a:lnTo>
                  <a:lnTo>
                    <a:pt x="146100" y="282779"/>
                  </a:lnTo>
                  <a:lnTo>
                    <a:pt x="149734" y="278859"/>
                  </a:lnTo>
                  <a:lnTo>
                    <a:pt x="153242" y="274825"/>
                  </a:lnTo>
                  <a:lnTo>
                    <a:pt x="156619" y="270681"/>
                  </a:lnTo>
                  <a:lnTo>
                    <a:pt x="159862" y="266431"/>
                  </a:lnTo>
                  <a:lnTo>
                    <a:pt x="162967" y="262080"/>
                  </a:lnTo>
                  <a:lnTo>
                    <a:pt x="165931" y="257631"/>
                  </a:lnTo>
                  <a:lnTo>
                    <a:pt x="168752" y="253090"/>
                  </a:lnTo>
                  <a:lnTo>
                    <a:pt x="171426" y="248462"/>
                  </a:lnTo>
                  <a:lnTo>
                    <a:pt x="173950" y="243750"/>
                  </a:lnTo>
                  <a:lnTo>
                    <a:pt x="176323" y="238959"/>
                  </a:lnTo>
                  <a:lnTo>
                    <a:pt x="178541" y="234096"/>
                  </a:lnTo>
                  <a:lnTo>
                    <a:pt x="180603" y="229164"/>
                  </a:lnTo>
                  <a:lnTo>
                    <a:pt x="182506" y="224168"/>
                  </a:lnTo>
                  <a:lnTo>
                    <a:pt x="184248" y="219114"/>
                  </a:lnTo>
                  <a:lnTo>
                    <a:pt x="185828" y="214007"/>
                  </a:lnTo>
                  <a:lnTo>
                    <a:pt x="187243" y="208853"/>
                  </a:lnTo>
                  <a:lnTo>
                    <a:pt x="188493" y="203655"/>
                  </a:lnTo>
                  <a:lnTo>
                    <a:pt x="189577" y="198420"/>
                  </a:lnTo>
                  <a:lnTo>
                    <a:pt x="190492" y="193154"/>
                  </a:lnTo>
                  <a:lnTo>
                    <a:pt x="191238" y="187860"/>
                  </a:lnTo>
                  <a:lnTo>
                    <a:pt x="191815" y="182546"/>
                  </a:lnTo>
                  <a:lnTo>
                    <a:pt x="192222" y="177216"/>
                  </a:lnTo>
                  <a:lnTo>
                    <a:pt x="192458" y="171875"/>
                  </a:lnTo>
                  <a:lnTo>
                    <a:pt x="192523" y="166530"/>
                  </a:lnTo>
                  <a:lnTo>
                    <a:pt x="192417" y="161185"/>
                  </a:lnTo>
                  <a:lnTo>
                    <a:pt x="192140" y="155847"/>
                  </a:lnTo>
                  <a:lnTo>
                    <a:pt x="191693" y="150520"/>
                  </a:lnTo>
                  <a:lnTo>
                    <a:pt x="191076" y="145210"/>
                  </a:lnTo>
                  <a:lnTo>
                    <a:pt x="190289" y="139922"/>
                  </a:lnTo>
                  <a:lnTo>
                    <a:pt x="189334" y="134663"/>
                  </a:lnTo>
                  <a:lnTo>
                    <a:pt x="188210" y="129437"/>
                  </a:lnTo>
                  <a:lnTo>
                    <a:pt x="186921" y="124249"/>
                  </a:lnTo>
                  <a:lnTo>
                    <a:pt x="185466" y="119105"/>
                  </a:lnTo>
                  <a:lnTo>
                    <a:pt x="183847" y="114010"/>
                  </a:lnTo>
                  <a:lnTo>
                    <a:pt x="182067" y="108970"/>
                  </a:lnTo>
                  <a:lnTo>
                    <a:pt x="180126" y="103989"/>
                  </a:lnTo>
                  <a:lnTo>
                    <a:pt x="178027" y="99073"/>
                  </a:lnTo>
                  <a:lnTo>
                    <a:pt x="175771" y="94226"/>
                  </a:lnTo>
                  <a:lnTo>
                    <a:pt x="173362" y="89454"/>
                  </a:lnTo>
                  <a:lnTo>
                    <a:pt x="170802" y="84761"/>
                  </a:lnTo>
                  <a:lnTo>
                    <a:pt x="168093" y="80153"/>
                  </a:lnTo>
                  <a:lnTo>
                    <a:pt x="165237" y="75634"/>
                  </a:lnTo>
                  <a:lnTo>
                    <a:pt x="162239" y="71208"/>
                  </a:lnTo>
                  <a:lnTo>
                    <a:pt x="159101" y="66880"/>
                  </a:lnTo>
                  <a:lnTo>
                    <a:pt x="155826" y="62655"/>
                  </a:lnTo>
                  <a:lnTo>
                    <a:pt x="152418" y="58537"/>
                  </a:lnTo>
                  <a:lnTo>
                    <a:pt x="148880" y="54530"/>
                  </a:lnTo>
                  <a:lnTo>
                    <a:pt x="145215" y="50638"/>
                  </a:lnTo>
                  <a:lnTo>
                    <a:pt x="141428" y="46865"/>
                  </a:lnTo>
                  <a:lnTo>
                    <a:pt x="137522" y="43216"/>
                  </a:lnTo>
                  <a:lnTo>
                    <a:pt x="133501" y="39693"/>
                  </a:lnTo>
                  <a:lnTo>
                    <a:pt x="129370" y="36300"/>
                  </a:lnTo>
                  <a:lnTo>
                    <a:pt x="125133" y="33041"/>
                  </a:lnTo>
                  <a:lnTo>
                    <a:pt x="120793" y="29920"/>
                  </a:lnTo>
                  <a:lnTo>
                    <a:pt x="116356" y="26938"/>
                  </a:lnTo>
                  <a:lnTo>
                    <a:pt x="111826" y="24100"/>
                  </a:lnTo>
                  <a:lnTo>
                    <a:pt x="107207" y="21409"/>
                  </a:lnTo>
                  <a:lnTo>
                    <a:pt x="102505" y="18866"/>
                  </a:lnTo>
                  <a:lnTo>
                    <a:pt x="97724" y="16475"/>
                  </a:lnTo>
                  <a:lnTo>
                    <a:pt x="92869" y="14239"/>
                  </a:lnTo>
                  <a:lnTo>
                    <a:pt x="87944" y="12158"/>
                  </a:lnTo>
                  <a:lnTo>
                    <a:pt x="82956" y="10236"/>
                  </a:lnTo>
                  <a:lnTo>
                    <a:pt x="77909" y="8475"/>
                  </a:lnTo>
                  <a:lnTo>
                    <a:pt x="72808" y="6876"/>
                  </a:lnTo>
                  <a:lnTo>
                    <a:pt x="67659" y="5440"/>
                  </a:lnTo>
                  <a:lnTo>
                    <a:pt x="62466" y="4171"/>
                  </a:lnTo>
                  <a:lnTo>
                    <a:pt x="57236" y="3067"/>
                  </a:lnTo>
                  <a:lnTo>
                    <a:pt x="51972" y="2132"/>
                  </a:lnTo>
                  <a:lnTo>
                    <a:pt x="46682" y="1365"/>
                  </a:lnTo>
                  <a:lnTo>
                    <a:pt x="41370" y="768"/>
                  </a:lnTo>
                  <a:lnTo>
                    <a:pt x="36041" y="341"/>
                  </a:lnTo>
                  <a:lnTo>
                    <a:pt x="30702" y="85"/>
                  </a:lnTo>
                  <a:lnTo>
                    <a:pt x="25357" y="0"/>
                  </a:lnTo>
                  <a:lnTo>
                    <a:pt x="2535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3797828" y="1071028"/>
              <a:ext cx="166673" cy="167167"/>
            </a:xfrm>
            <a:custGeom>
              <a:avLst/>
              <a:pathLst>
                <a:path w="166673" h="167167">
                  <a:moveTo>
                    <a:pt x="166673" y="0"/>
                  </a:moveTo>
                  <a:lnTo>
                    <a:pt x="161245" y="88"/>
                  </a:lnTo>
                  <a:lnTo>
                    <a:pt x="155823" y="352"/>
                  </a:lnTo>
                  <a:lnTo>
                    <a:pt x="150412" y="792"/>
                  </a:lnTo>
                  <a:lnTo>
                    <a:pt x="145018" y="1408"/>
                  </a:lnTo>
                  <a:lnTo>
                    <a:pt x="139647" y="2199"/>
                  </a:lnTo>
                  <a:lnTo>
                    <a:pt x="134305" y="3163"/>
                  </a:lnTo>
                  <a:lnTo>
                    <a:pt x="128997" y="4300"/>
                  </a:lnTo>
                  <a:lnTo>
                    <a:pt x="123728" y="5610"/>
                  </a:lnTo>
                  <a:lnTo>
                    <a:pt x="118505" y="7089"/>
                  </a:lnTo>
                  <a:lnTo>
                    <a:pt x="113333" y="8738"/>
                  </a:lnTo>
                  <a:lnTo>
                    <a:pt x="108217" y="10553"/>
                  </a:lnTo>
                  <a:lnTo>
                    <a:pt x="103162" y="12534"/>
                  </a:lnTo>
                  <a:lnTo>
                    <a:pt x="98175" y="14678"/>
                  </a:lnTo>
                  <a:lnTo>
                    <a:pt x="93260" y="16982"/>
                  </a:lnTo>
                  <a:lnTo>
                    <a:pt x="88422" y="19445"/>
                  </a:lnTo>
                  <a:lnTo>
                    <a:pt x="83667" y="22064"/>
                  </a:lnTo>
                  <a:lnTo>
                    <a:pt x="78999" y="24836"/>
                  </a:lnTo>
                  <a:lnTo>
                    <a:pt x="74424" y="27757"/>
                  </a:lnTo>
                  <a:lnTo>
                    <a:pt x="69946" y="30826"/>
                  </a:lnTo>
                  <a:lnTo>
                    <a:pt x="65570" y="34039"/>
                  </a:lnTo>
                  <a:lnTo>
                    <a:pt x="61300" y="37392"/>
                  </a:lnTo>
                  <a:lnTo>
                    <a:pt x="57142" y="40882"/>
                  </a:lnTo>
                  <a:lnTo>
                    <a:pt x="53099" y="44505"/>
                  </a:lnTo>
                  <a:lnTo>
                    <a:pt x="49176" y="48257"/>
                  </a:lnTo>
                  <a:lnTo>
                    <a:pt x="45377" y="52135"/>
                  </a:lnTo>
                  <a:lnTo>
                    <a:pt x="41706" y="56134"/>
                  </a:lnTo>
                  <a:lnTo>
                    <a:pt x="38167" y="60251"/>
                  </a:lnTo>
                  <a:lnTo>
                    <a:pt x="34763" y="64480"/>
                  </a:lnTo>
                  <a:lnTo>
                    <a:pt x="31498" y="68817"/>
                  </a:lnTo>
                  <a:lnTo>
                    <a:pt x="28376" y="73258"/>
                  </a:lnTo>
                  <a:lnTo>
                    <a:pt x="25400" y="77798"/>
                  </a:lnTo>
                  <a:lnTo>
                    <a:pt x="22572" y="82432"/>
                  </a:lnTo>
                  <a:lnTo>
                    <a:pt x="19897" y="87156"/>
                  </a:lnTo>
                  <a:lnTo>
                    <a:pt x="17376" y="91964"/>
                  </a:lnTo>
                  <a:lnTo>
                    <a:pt x="15013" y="96851"/>
                  </a:lnTo>
                  <a:lnTo>
                    <a:pt x="12810" y="101813"/>
                  </a:lnTo>
                  <a:lnTo>
                    <a:pt x="10769" y="106843"/>
                  </a:lnTo>
                  <a:lnTo>
                    <a:pt x="8893" y="111937"/>
                  </a:lnTo>
                  <a:lnTo>
                    <a:pt x="7182" y="117089"/>
                  </a:lnTo>
                  <a:lnTo>
                    <a:pt x="5640" y="122295"/>
                  </a:lnTo>
                  <a:lnTo>
                    <a:pt x="4268" y="127547"/>
                  </a:lnTo>
                  <a:lnTo>
                    <a:pt x="3068" y="132841"/>
                  </a:lnTo>
                  <a:lnTo>
                    <a:pt x="2039" y="138172"/>
                  </a:lnTo>
                  <a:lnTo>
                    <a:pt x="1185" y="143533"/>
                  </a:lnTo>
                  <a:lnTo>
                    <a:pt x="504" y="148918"/>
                  </a:lnTo>
                  <a:lnTo>
                    <a:pt x="0" y="154324"/>
                  </a:lnTo>
                  <a:lnTo>
                    <a:pt x="166673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3797828" y="1225352"/>
              <a:ext cx="166673" cy="12843"/>
            </a:xfrm>
            <a:custGeom>
              <a:avLst/>
              <a:pathLst>
                <a:path w="166673" h="12843">
                  <a:moveTo>
                    <a:pt x="0" y="0"/>
                  </a:moveTo>
                  <a:lnTo>
                    <a:pt x="166673" y="1284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3797828" y="1225352"/>
              <a:ext cx="166673" cy="12843"/>
            </a:xfrm>
            <a:custGeom>
              <a:avLst/>
              <a:pathLst>
                <a:path w="166673" h="12843">
                  <a:moveTo>
                    <a:pt x="0" y="0"/>
                  </a:moveTo>
                  <a:lnTo>
                    <a:pt x="166673" y="1284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3797828" y="1225352"/>
              <a:ext cx="166673" cy="12843"/>
            </a:xfrm>
            <a:custGeom>
              <a:avLst/>
              <a:pathLst>
                <a:path w="166673" h="12843">
                  <a:moveTo>
                    <a:pt x="0" y="0"/>
                  </a:moveTo>
                  <a:lnTo>
                    <a:pt x="166673" y="1284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3797828" y="1225352"/>
              <a:ext cx="166673" cy="12843"/>
            </a:xfrm>
            <a:custGeom>
              <a:avLst/>
              <a:pathLst>
                <a:path w="166673" h="12843">
                  <a:moveTo>
                    <a:pt x="0" y="0"/>
                  </a:moveTo>
                  <a:lnTo>
                    <a:pt x="166673" y="1284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3797828" y="1225352"/>
              <a:ext cx="166673" cy="12843"/>
            </a:xfrm>
            <a:custGeom>
              <a:avLst/>
              <a:pathLst>
                <a:path w="166673" h="12843">
                  <a:moveTo>
                    <a:pt x="0" y="0"/>
                  </a:moveTo>
                  <a:lnTo>
                    <a:pt x="166673" y="1284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3797828" y="1225352"/>
              <a:ext cx="166673" cy="12843"/>
            </a:xfrm>
            <a:custGeom>
              <a:avLst/>
              <a:pathLst>
                <a:path w="166673" h="12843">
                  <a:moveTo>
                    <a:pt x="0" y="0"/>
                  </a:moveTo>
                  <a:lnTo>
                    <a:pt x="166673" y="1284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3797828" y="1225352"/>
              <a:ext cx="166673" cy="12843"/>
            </a:xfrm>
            <a:custGeom>
              <a:avLst/>
              <a:pathLst>
                <a:path w="166673" h="12843">
                  <a:moveTo>
                    <a:pt x="0" y="0"/>
                  </a:moveTo>
                  <a:lnTo>
                    <a:pt x="166673" y="1284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3797828" y="1225352"/>
              <a:ext cx="166673" cy="12843"/>
            </a:xfrm>
            <a:custGeom>
              <a:avLst/>
              <a:pathLst>
                <a:path w="166673" h="12843">
                  <a:moveTo>
                    <a:pt x="0" y="0"/>
                  </a:moveTo>
                  <a:lnTo>
                    <a:pt x="166673" y="1284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3797828" y="1225352"/>
              <a:ext cx="166673" cy="12843"/>
            </a:xfrm>
            <a:custGeom>
              <a:avLst/>
              <a:pathLst>
                <a:path w="166673" h="12843">
                  <a:moveTo>
                    <a:pt x="0" y="0"/>
                  </a:moveTo>
                  <a:lnTo>
                    <a:pt x="166673" y="1284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3797828" y="1225352"/>
              <a:ext cx="166673" cy="12843"/>
            </a:xfrm>
            <a:custGeom>
              <a:avLst/>
              <a:pathLst>
                <a:path w="166673" h="12843">
                  <a:moveTo>
                    <a:pt x="0" y="0"/>
                  </a:moveTo>
                  <a:lnTo>
                    <a:pt x="166673" y="1284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3797828" y="1225352"/>
              <a:ext cx="166673" cy="12843"/>
            </a:xfrm>
            <a:custGeom>
              <a:avLst/>
              <a:pathLst>
                <a:path w="166673" h="12843">
                  <a:moveTo>
                    <a:pt x="0" y="0"/>
                  </a:moveTo>
                  <a:lnTo>
                    <a:pt x="166673" y="1284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3797828" y="1225352"/>
              <a:ext cx="166673" cy="12843"/>
            </a:xfrm>
            <a:custGeom>
              <a:avLst/>
              <a:pathLst>
                <a:path w="166673" h="12843">
                  <a:moveTo>
                    <a:pt x="0" y="0"/>
                  </a:moveTo>
                  <a:lnTo>
                    <a:pt x="166673" y="1284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3797828" y="1225352"/>
              <a:ext cx="166673" cy="12843"/>
            </a:xfrm>
            <a:custGeom>
              <a:avLst/>
              <a:pathLst>
                <a:path w="166673" h="12843">
                  <a:moveTo>
                    <a:pt x="0" y="0"/>
                  </a:moveTo>
                  <a:lnTo>
                    <a:pt x="166673" y="1284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3797828" y="1225352"/>
              <a:ext cx="166673" cy="12843"/>
            </a:xfrm>
            <a:custGeom>
              <a:avLst/>
              <a:pathLst>
                <a:path w="166673" h="12843">
                  <a:moveTo>
                    <a:pt x="0" y="0"/>
                  </a:moveTo>
                  <a:lnTo>
                    <a:pt x="166673" y="1284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3797828" y="1225352"/>
              <a:ext cx="166673" cy="12843"/>
            </a:xfrm>
            <a:custGeom>
              <a:avLst/>
              <a:pathLst>
                <a:path w="166673" h="12843">
                  <a:moveTo>
                    <a:pt x="0" y="0"/>
                  </a:moveTo>
                  <a:lnTo>
                    <a:pt x="166673" y="1284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3797828" y="1225352"/>
              <a:ext cx="166673" cy="12843"/>
            </a:xfrm>
            <a:custGeom>
              <a:avLst/>
              <a:pathLst>
                <a:path w="166673" h="12843">
                  <a:moveTo>
                    <a:pt x="0" y="0"/>
                  </a:moveTo>
                  <a:lnTo>
                    <a:pt x="166673" y="1284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3797828" y="1225352"/>
              <a:ext cx="166673" cy="12843"/>
            </a:xfrm>
            <a:custGeom>
              <a:avLst/>
              <a:pathLst>
                <a:path w="166673" h="12843">
                  <a:moveTo>
                    <a:pt x="0" y="0"/>
                  </a:moveTo>
                  <a:lnTo>
                    <a:pt x="166673" y="1284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3797348" y="1074744"/>
              <a:ext cx="334315" cy="330617"/>
            </a:xfrm>
            <a:custGeom>
              <a:avLst/>
              <a:pathLst>
                <a:path w="334315" h="330617">
                  <a:moveTo>
                    <a:pt x="479" y="150608"/>
                  </a:moveTo>
                  <a:lnTo>
                    <a:pt x="155" y="155913"/>
                  </a:lnTo>
                  <a:lnTo>
                    <a:pt x="0" y="161225"/>
                  </a:lnTo>
                  <a:lnTo>
                    <a:pt x="13" y="166539"/>
                  </a:lnTo>
                  <a:lnTo>
                    <a:pt x="196" y="171851"/>
                  </a:lnTo>
                  <a:lnTo>
                    <a:pt x="547" y="177153"/>
                  </a:lnTo>
                  <a:lnTo>
                    <a:pt x="1067" y="182442"/>
                  </a:lnTo>
                  <a:lnTo>
                    <a:pt x="1754" y="187712"/>
                  </a:lnTo>
                  <a:lnTo>
                    <a:pt x="2609" y="192957"/>
                  </a:lnTo>
                  <a:lnTo>
                    <a:pt x="3630" y="198173"/>
                  </a:lnTo>
                  <a:lnTo>
                    <a:pt x="4817" y="203353"/>
                  </a:lnTo>
                  <a:lnTo>
                    <a:pt x="6167" y="208493"/>
                  </a:lnTo>
                  <a:lnTo>
                    <a:pt x="7680" y="213587"/>
                  </a:lnTo>
                  <a:lnTo>
                    <a:pt x="9354" y="218631"/>
                  </a:lnTo>
                  <a:lnTo>
                    <a:pt x="11188" y="223619"/>
                  </a:lnTo>
                  <a:lnTo>
                    <a:pt x="13179" y="228546"/>
                  </a:lnTo>
                  <a:lnTo>
                    <a:pt x="15326" y="233408"/>
                  </a:lnTo>
                  <a:lnTo>
                    <a:pt x="17627" y="238199"/>
                  </a:lnTo>
                  <a:lnTo>
                    <a:pt x="20078" y="242914"/>
                  </a:lnTo>
                  <a:lnTo>
                    <a:pt x="22678" y="247549"/>
                  </a:lnTo>
                  <a:lnTo>
                    <a:pt x="25424" y="252098"/>
                  </a:lnTo>
                  <a:lnTo>
                    <a:pt x="28314" y="256559"/>
                  </a:lnTo>
                  <a:lnTo>
                    <a:pt x="31344" y="260925"/>
                  </a:lnTo>
                  <a:lnTo>
                    <a:pt x="34511" y="265193"/>
                  </a:lnTo>
                  <a:lnTo>
                    <a:pt x="37812" y="269357"/>
                  </a:lnTo>
                  <a:lnTo>
                    <a:pt x="41243" y="273415"/>
                  </a:lnTo>
                  <a:lnTo>
                    <a:pt x="44802" y="277362"/>
                  </a:lnTo>
                  <a:lnTo>
                    <a:pt x="48485" y="281193"/>
                  </a:lnTo>
                  <a:lnTo>
                    <a:pt x="52288" y="284906"/>
                  </a:lnTo>
                  <a:lnTo>
                    <a:pt x="56206" y="288496"/>
                  </a:lnTo>
                  <a:lnTo>
                    <a:pt x="60237" y="291959"/>
                  </a:lnTo>
                  <a:lnTo>
                    <a:pt x="64376" y="295293"/>
                  </a:lnTo>
                  <a:lnTo>
                    <a:pt x="68619" y="298493"/>
                  </a:lnTo>
                  <a:lnTo>
                    <a:pt x="72961" y="301557"/>
                  </a:lnTo>
                  <a:lnTo>
                    <a:pt x="77399" y="304481"/>
                  </a:lnTo>
                  <a:lnTo>
                    <a:pt x="81927" y="307263"/>
                  </a:lnTo>
                  <a:lnTo>
                    <a:pt x="86541" y="309899"/>
                  </a:lnTo>
                  <a:lnTo>
                    <a:pt x="91237" y="312388"/>
                  </a:lnTo>
                  <a:lnTo>
                    <a:pt x="96010" y="314725"/>
                  </a:lnTo>
                  <a:lnTo>
                    <a:pt x="100854" y="316910"/>
                  </a:lnTo>
                  <a:lnTo>
                    <a:pt x="105766" y="318940"/>
                  </a:lnTo>
                  <a:lnTo>
                    <a:pt x="110739" y="320813"/>
                  </a:lnTo>
                  <a:lnTo>
                    <a:pt x="115770" y="322527"/>
                  </a:lnTo>
                  <a:lnTo>
                    <a:pt x="120852" y="324079"/>
                  </a:lnTo>
                  <a:lnTo>
                    <a:pt x="125981" y="325470"/>
                  </a:lnTo>
                  <a:lnTo>
                    <a:pt x="131152" y="326697"/>
                  </a:lnTo>
                  <a:lnTo>
                    <a:pt x="136359" y="327759"/>
                  </a:lnTo>
                  <a:lnTo>
                    <a:pt x="141598" y="328654"/>
                  </a:lnTo>
                  <a:lnTo>
                    <a:pt x="146862" y="329383"/>
                  </a:lnTo>
                  <a:lnTo>
                    <a:pt x="152147" y="329944"/>
                  </a:lnTo>
                  <a:lnTo>
                    <a:pt x="157446" y="330337"/>
                  </a:lnTo>
                  <a:lnTo>
                    <a:pt x="162756" y="330561"/>
                  </a:lnTo>
                  <a:lnTo>
                    <a:pt x="168070" y="330617"/>
                  </a:lnTo>
                  <a:lnTo>
                    <a:pt x="173383" y="330503"/>
                  </a:lnTo>
                  <a:lnTo>
                    <a:pt x="178690" y="330221"/>
                  </a:lnTo>
                  <a:lnTo>
                    <a:pt x="183985" y="329770"/>
                  </a:lnTo>
                  <a:lnTo>
                    <a:pt x="189264" y="329150"/>
                  </a:lnTo>
                  <a:lnTo>
                    <a:pt x="194520" y="328364"/>
                  </a:lnTo>
                  <a:lnTo>
                    <a:pt x="199748" y="327411"/>
                  </a:lnTo>
                  <a:lnTo>
                    <a:pt x="204943" y="326292"/>
                  </a:lnTo>
                  <a:lnTo>
                    <a:pt x="210100" y="325008"/>
                  </a:lnTo>
                  <a:lnTo>
                    <a:pt x="215214" y="323561"/>
                  </a:lnTo>
                  <a:lnTo>
                    <a:pt x="220279" y="321953"/>
                  </a:lnTo>
                  <a:lnTo>
                    <a:pt x="225290" y="320184"/>
                  </a:lnTo>
                  <a:lnTo>
                    <a:pt x="230243" y="318257"/>
                  </a:lnTo>
                  <a:lnTo>
                    <a:pt x="235132" y="316173"/>
                  </a:lnTo>
                  <a:lnTo>
                    <a:pt x="239952" y="313935"/>
                  </a:lnTo>
                  <a:lnTo>
                    <a:pt x="244698" y="311545"/>
                  </a:lnTo>
                  <a:lnTo>
                    <a:pt x="249367" y="309005"/>
                  </a:lnTo>
                  <a:lnTo>
                    <a:pt x="253952" y="306318"/>
                  </a:lnTo>
                  <a:lnTo>
                    <a:pt x="258449" y="303487"/>
                  </a:lnTo>
                  <a:lnTo>
                    <a:pt x="262854" y="300514"/>
                  </a:lnTo>
                  <a:lnTo>
                    <a:pt x="267163" y="297403"/>
                  </a:lnTo>
                  <a:lnTo>
                    <a:pt x="271370" y="294156"/>
                  </a:lnTo>
                  <a:lnTo>
                    <a:pt x="275472" y="290777"/>
                  </a:lnTo>
                  <a:lnTo>
                    <a:pt x="279465" y="287270"/>
                  </a:lnTo>
                  <a:lnTo>
                    <a:pt x="283344" y="283637"/>
                  </a:lnTo>
                  <a:lnTo>
                    <a:pt x="287105" y="279883"/>
                  </a:lnTo>
                  <a:lnTo>
                    <a:pt x="290746" y="276011"/>
                  </a:lnTo>
                  <a:lnTo>
                    <a:pt x="294261" y="272026"/>
                  </a:lnTo>
                  <a:lnTo>
                    <a:pt x="297648" y="267930"/>
                  </a:lnTo>
                  <a:lnTo>
                    <a:pt x="300903" y="263730"/>
                  </a:lnTo>
                  <a:lnTo>
                    <a:pt x="304023" y="259427"/>
                  </a:lnTo>
                  <a:lnTo>
                    <a:pt x="307005" y="255028"/>
                  </a:lnTo>
                  <a:lnTo>
                    <a:pt x="309845" y="250536"/>
                  </a:lnTo>
                  <a:lnTo>
                    <a:pt x="312541" y="245957"/>
                  </a:lnTo>
                  <a:lnTo>
                    <a:pt x="315090" y="241293"/>
                  </a:lnTo>
                  <a:lnTo>
                    <a:pt x="317490" y="236552"/>
                  </a:lnTo>
                  <a:lnTo>
                    <a:pt x="319737" y="231736"/>
                  </a:lnTo>
                  <a:lnTo>
                    <a:pt x="321831" y="226851"/>
                  </a:lnTo>
                  <a:lnTo>
                    <a:pt x="323768" y="221903"/>
                  </a:lnTo>
                  <a:lnTo>
                    <a:pt x="325547" y="216895"/>
                  </a:lnTo>
                  <a:lnTo>
                    <a:pt x="327165" y="211833"/>
                  </a:lnTo>
                  <a:lnTo>
                    <a:pt x="328622" y="206722"/>
                  </a:lnTo>
                  <a:lnTo>
                    <a:pt x="329916" y="201568"/>
                  </a:lnTo>
                  <a:lnTo>
                    <a:pt x="331046" y="196375"/>
                  </a:lnTo>
                  <a:lnTo>
                    <a:pt x="332009" y="191148"/>
                  </a:lnTo>
                  <a:lnTo>
                    <a:pt x="332806" y="185894"/>
                  </a:lnTo>
                  <a:lnTo>
                    <a:pt x="333436" y="180617"/>
                  </a:lnTo>
                  <a:lnTo>
                    <a:pt x="333898" y="175323"/>
                  </a:lnTo>
                  <a:lnTo>
                    <a:pt x="334191" y="170016"/>
                  </a:lnTo>
                  <a:lnTo>
                    <a:pt x="334315" y="164703"/>
                  </a:lnTo>
                  <a:lnTo>
                    <a:pt x="334270" y="159389"/>
                  </a:lnTo>
                  <a:lnTo>
                    <a:pt x="334057" y="154079"/>
                  </a:lnTo>
                  <a:lnTo>
                    <a:pt x="333674" y="148779"/>
                  </a:lnTo>
                  <a:lnTo>
                    <a:pt x="333124" y="143493"/>
                  </a:lnTo>
                  <a:lnTo>
                    <a:pt x="332405" y="138227"/>
                  </a:lnTo>
                  <a:lnTo>
                    <a:pt x="331520" y="132987"/>
                  </a:lnTo>
                  <a:lnTo>
                    <a:pt x="330469" y="127778"/>
                  </a:lnTo>
                  <a:lnTo>
                    <a:pt x="329252" y="122604"/>
                  </a:lnTo>
                  <a:lnTo>
                    <a:pt x="327872" y="117472"/>
                  </a:lnTo>
                  <a:lnTo>
                    <a:pt x="326329" y="112387"/>
                  </a:lnTo>
                  <a:lnTo>
                    <a:pt x="324625" y="107353"/>
                  </a:lnTo>
                  <a:lnTo>
                    <a:pt x="322763" y="102376"/>
                  </a:lnTo>
                  <a:lnTo>
                    <a:pt x="320743" y="97460"/>
                  </a:lnTo>
                  <a:lnTo>
                    <a:pt x="318567" y="92611"/>
                  </a:lnTo>
                  <a:lnTo>
                    <a:pt x="316239" y="87834"/>
                  </a:lnTo>
                  <a:lnTo>
                    <a:pt x="313760" y="83133"/>
                  </a:lnTo>
                  <a:lnTo>
                    <a:pt x="311133" y="78514"/>
                  </a:lnTo>
                  <a:lnTo>
                    <a:pt x="308360" y="73980"/>
                  </a:lnTo>
                  <a:lnTo>
                    <a:pt x="305445" y="69537"/>
                  </a:lnTo>
                  <a:lnTo>
                    <a:pt x="302390" y="65188"/>
                  </a:lnTo>
                  <a:lnTo>
                    <a:pt x="299198" y="60939"/>
                  </a:lnTo>
                  <a:lnTo>
                    <a:pt x="295873" y="56794"/>
                  </a:lnTo>
                  <a:lnTo>
                    <a:pt x="292417" y="52756"/>
                  </a:lnTo>
                  <a:lnTo>
                    <a:pt x="288835" y="48830"/>
                  </a:lnTo>
                  <a:lnTo>
                    <a:pt x="285130" y="45020"/>
                  </a:lnTo>
                  <a:lnTo>
                    <a:pt x="281306" y="41330"/>
                  </a:lnTo>
                  <a:lnTo>
                    <a:pt x="277367" y="37763"/>
                  </a:lnTo>
                  <a:lnTo>
                    <a:pt x="273316" y="34323"/>
                  </a:lnTo>
                  <a:lnTo>
                    <a:pt x="269157" y="31014"/>
                  </a:lnTo>
                  <a:lnTo>
                    <a:pt x="264896" y="27838"/>
                  </a:lnTo>
                  <a:lnTo>
                    <a:pt x="260536" y="24800"/>
                  </a:lnTo>
                  <a:lnTo>
                    <a:pt x="256081" y="21901"/>
                  </a:lnTo>
                  <a:lnTo>
                    <a:pt x="251537" y="19146"/>
                  </a:lnTo>
                  <a:lnTo>
                    <a:pt x="246907" y="16537"/>
                  </a:lnTo>
                  <a:lnTo>
                    <a:pt x="242197" y="14076"/>
                  </a:lnTo>
                  <a:lnTo>
                    <a:pt x="237411" y="11766"/>
                  </a:lnTo>
                  <a:lnTo>
                    <a:pt x="232554" y="9609"/>
                  </a:lnTo>
                  <a:lnTo>
                    <a:pt x="227631" y="7608"/>
                  </a:lnTo>
                  <a:lnTo>
                    <a:pt x="222646" y="5764"/>
                  </a:lnTo>
                  <a:lnTo>
                    <a:pt x="217606" y="4080"/>
                  </a:lnTo>
                  <a:lnTo>
                    <a:pt x="212514" y="2557"/>
                  </a:lnTo>
                  <a:lnTo>
                    <a:pt x="207377" y="1196"/>
                  </a:lnTo>
                  <a:lnTo>
                    <a:pt x="202199" y="0"/>
                  </a:lnTo>
                  <a:lnTo>
                    <a:pt x="167152" y="16345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3964501" y="1071028"/>
              <a:ext cx="35047" cy="167167"/>
            </a:xfrm>
            <a:custGeom>
              <a:avLst/>
              <a:pathLst>
                <a:path w="35047" h="167167">
                  <a:moveTo>
                    <a:pt x="35047" y="3715"/>
                  </a:moveTo>
                  <a:lnTo>
                    <a:pt x="28113" y="2380"/>
                  </a:lnTo>
                  <a:lnTo>
                    <a:pt x="21128" y="1340"/>
                  </a:lnTo>
                  <a:lnTo>
                    <a:pt x="14106" y="596"/>
                  </a:lnTo>
                  <a:lnTo>
                    <a:pt x="7059" y="14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3418410" y="1322571"/>
              <a:ext cx="70310" cy="167167"/>
            </a:xfrm>
            <a:custGeom>
              <a:avLst/>
              <a:pathLst>
                <a:path w="70310" h="167167">
                  <a:moveTo>
                    <a:pt x="70310" y="0"/>
                  </a:moveTo>
                  <a:lnTo>
                    <a:pt x="64264" y="109"/>
                  </a:lnTo>
                  <a:lnTo>
                    <a:pt x="58226" y="437"/>
                  </a:lnTo>
                  <a:lnTo>
                    <a:pt x="52204" y="983"/>
                  </a:lnTo>
                  <a:lnTo>
                    <a:pt x="46205" y="1747"/>
                  </a:lnTo>
                  <a:lnTo>
                    <a:pt x="40238" y="2727"/>
                  </a:lnTo>
                  <a:lnTo>
                    <a:pt x="34310" y="3922"/>
                  </a:lnTo>
                  <a:lnTo>
                    <a:pt x="28429" y="5331"/>
                  </a:lnTo>
                  <a:lnTo>
                    <a:pt x="22604" y="6951"/>
                  </a:lnTo>
                  <a:lnTo>
                    <a:pt x="16840" y="8782"/>
                  </a:lnTo>
                  <a:lnTo>
                    <a:pt x="11147" y="10819"/>
                  </a:lnTo>
                  <a:lnTo>
                    <a:pt x="5531" y="13061"/>
                  </a:lnTo>
                  <a:lnTo>
                    <a:pt x="0" y="15505"/>
                  </a:lnTo>
                  <a:lnTo>
                    <a:pt x="7031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3418410" y="1338077"/>
              <a:ext cx="70310" cy="151662"/>
            </a:xfrm>
            <a:custGeom>
              <a:avLst/>
              <a:pathLst>
                <a:path w="70310" h="151662">
                  <a:moveTo>
                    <a:pt x="0" y="0"/>
                  </a:moveTo>
                  <a:lnTo>
                    <a:pt x="70310" y="15166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3418410" y="1338077"/>
              <a:ext cx="70310" cy="151662"/>
            </a:xfrm>
            <a:custGeom>
              <a:avLst/>
              <a:pathLst>
                <a:path w="70310" h="151662">
                  <a:moveTo>
                    <a:pt x="0" y="0"/>
                  </a:moveTo>
                  <a:lnTo>
                    <a:pt x="70310" y="15166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3418410" y="1338077"/>
              <a:ext cx="70310" cy="151662"/>
            </a:xfrm>
            <a:custGeom>
              <a:avLst/>
              <a:pathLst>
                <a:path w="70310" h="151662">
                  <a:moveTo>
                    <a:pt x="0" y="0"/>
                  </a:moveTo>
                  <a:lnTo>
                    <a:pt x="70310" y="15166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3418410" y="1338077"/>
              <a:ext cx="70310" cy="151662"/>
            </a:xfrm>
            <a:custGeom>
              <a:avLst/>
              <a:pathLst>
                <a:path w="70310" h="151662">
                  <a:moveTo>
                    <a:pt x="0" y="0"/>
                  </a:moveTo>
                  <a:lnTo>
                    <a:pt x="70310" y="15166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3418410" y="1338077"/>
              <a:ext cx="70310" cy="151662"/>
            </a:xfrm>
            <a:custGeom>
              <a:avLst/>
              <a:pathLst>
                <a:path w="70310" h="151662">
                  <a:moveTo>
                    <a:pt x="0" y="0"/>
                  </a:moveTo>
                  <a:lnTo>
                    <a:pt x="70310" y="15166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3418410" y="1338077"/>
              <a:ext cx="70310" cy="151662"/>
            </a:xfrm>
            <a:custGeom>
              <a:avLst/>
              <a:pathLst>
                <a:path w="70310" h="151662">
                  <a:moveTo>
                    <a:pt x="0" y="0"/>
                  </a:moveTo>
                  <a:lnTo>
                    <a:pt x="70310" y="15166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3418410" y="1338077"/>
              <a:ext cx="70310" cy="151662"/>
            </a:xfrm>
            <a:custGeom>
              <a:avLst/>
              <a:pathLst>
                <a:path w="70310" h="151662">
                  <a:moveTo>
                    <a:pt x="0" y="0"/>
                  </a:moveTo>
                  <a:lnTo>
                    <a:pt x="70310" y="15166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418410" y="1338077"/>
              <a:ext cx="70310" cy="151662"/>
            </a:xfrm>
            <a:custGeom>
              <a:avLst/>
              <a:pathLst>
                <a:path w="70310" h="151662">
                  <a:moveTo>
                    <a:pt x="0" y="0"/>
                  </a:moveTo>
                  <a:lnTo>
                    <a:pt x="70310" y="15166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418410" y="1338077"/>
              <a:ext cx="70310" cy="151662"/>
            </a:xfrm>
            <a:custGeom>
              <a:avLst/>
              <a:pathLst>
                <a:path w="70310" h="151662">
                  <a:moveTo>
                    <a:pt x="0" y="0"/>
                  </a:moveTo>
                  <a:lnTo>
                    <a:pt x="70310" y="15166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418410" y="1338077"/>
              <a:ext cx="70310" cy="151662"/>
            </a:xfrm>
            <a:custGeom>
              <a:avLst/>
              <a:pathLst>
                <a:path w="70310" h="151662">
                  <a:moveTo>
                    <a:pt x="0" y="0"/>
                  </a:moveTo>
                  <a:lnTo>
                    <a:pt x="70310" y="15166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418410" y="1338077"/>
              <a:ext cx="70310" cy="151662"/>
            </a:xfrm>
            <a:custGeom>
              <a:avLst/>
              <a:pathLst>
                <a:path w="70310" h="151662">
                  <a:moveTo>
                    <a:pt x="0" y="0"/>
                  </a:moveTo>
                  <a:lnTo>
                    <a:pt x="70310" y="1516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418410" y="1338077"/>
              <a:ext cx="70310" cy="151662"/>
            </a:xfrm>
            <a:custGeom>
              <a:avLst/>
              <a:pathLst>
                <a:path w="70310" h="151662">
                  <a:moveTo>
                    <a:pt x="0" y="0"/>
                  </a:moveTo>
                  <a:lnTo>
                    <a:pt x="70310" y="1516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418410" y="1338077"/>
              <a:ext cx="70310" cy="151662"/>
            </a:xfrm>
            <a:custGeom>
              <a:avLst/>
              <a:pathLst>
                <a:path w="70310" h="151662">
                  <a:moveTo>
                    <a:pt x="0" y="0"/>
                  </a:moveTo>
                  <a:lnTo>
                    <a:pt x="70310" y="1516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418410" y="1338077"/>
              <a:ext cx="70310" cy="151662"/>
            </a:xfrm>
            <a:custGeom>
              <a:avLst/>
              <a:pathLst>
                <a:path w="70310" h="151662">
                  <a:moveTo>
                    <a:pt x="0" y="0"/>
                  </a:moveTo>
                  <a:lnTo>
                    <a:pt x="70310" y="1516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418410" y="1338077"/>
              <a:ext cx="70310" cy="151662"/>
            </a:xfrm>
            <a:custGeom>
              <a:avLst/>
              <a:pathLst>
                <a:path w="70310" h="151662">
                  <a:moveTo>
                    <a:pt x="0" y="0"/>
                  </a:moveTo>
                  <a:lnTo>
                    <a:pt x="70310" y="15166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418410" y="1338077"/>
              <a:ext cx="70310" cy="151662"/>
            </a:xfrm>
            <a:custGeom>
              <a:avLst/>
              <a:pathLst>
                <a:path w="70310" h="151662">
                  <a:moveTo>
                    <a:pt x="0" y="0"/>
                  </a:moveTo>
                  <a:lnTo>
                    <a:pt x="70310" y="15166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321556" y="1338077"/>
              <a:ext cx="334330" cy="318820"/>
            </a:xfrm>
            <a:custGeom>
              <a:avLst/>
              <a:pathLst>
                <a:path w="334330" h="318820">
                  <a:moveTo>
                    <a:pt x="96854" y="0"/>
                  </a:moveTo>
                  <a:lnTo>
                    <a:pt x="92078" y="2306"/>
                  </a:lnTo>
                  <a:lnTo>
                    <a:pt x="87378" y="4763"/>
                  </a:lnTo>
                  <a:lnTo>
                    <a:pt x="82758" y="7368"/>
                  </a:lnTo>
                  <a:lnTo>
                    <a:pt x="78223" y="10119"/>
                  </a:lnTo>
                  <a:lnTo>
                    <a:pt x="73777" y="13011"/>
                  </a:lnTo>
                  <a:lnTo>
                    <a:pt x="69426" y="16044"/>
                  </a:lnTo>
                  <a:lnTo>
                    <a:pt x="65173" y="19213"/>
                  </a:lnTo>
                  <a:lnTo>
                    <a:pt x="61023" y="22515"/>
                  </a:lnTo>
                  <a:lnTo>
                    <a:pt x="56979" y="25947"/>
                  </a:lnTo>
                  <a:lnTo>
                    <a:pt x="53047" y="29506"/>
                  </a:lnTo>
                  <a:lnTo>
                    <a:pt x="49229" y="33187"/>
                  </a:lnTo>
                  <a:lnTo>
                    <a:pt x="45530" y="36988"/>
                  </a:lnTo>
                  <a:lnTo>
                    <a:pt x="41953" y="40904"/>
                  </a:lnTo>
                  <a:lnTo>
                    <a:pt x="38503" y="44932"/>
                  </a:lnTo>
                  <a:lnTo>
                    <a:pt x="35182" y="49068"/>
                  </a:lnTo>
                  <a:lnTo>
                    <a:pt x="31994" y="53306"/>
                  </a:lnTo>
                  <a:lnTo>
                    <a:pt x="28941" y="57644"/>
                  </a:lnTo>
                  <a:lnTo>
                    <a:pt x="26028" y="62076"/>
                  </a:lnTo>
                  <a:lnTo>
                    <a:pt x="23258" y="66598"/>
                  </a:lnTo>
                  <a:lnTo>
                    <a:pt x="20632" y="71206"/>
                  </a:lnTo>
                  <a:lnTo>
                    <a:pt x="18153" y="75895"/>
                  </a:lnTo>
                  <a:lnTo>
                    <a:pt x="15824" y="80660"/>
                  </a:lnTo>
                  <a:lnTo>
                    <a:pt x="13648" y="85497"/>
                  </a:lnTo>
                  <a:lnTo>
                    <a:pt x="11627" y="90400"/>
                  </a:lnTo>
                  <a:lnTo>
                    <a:pt x="9761" y="95365"/>
                  </a:lnTo>
                  <a:lnTo>
                    <a:pt x="8055" y="100387"/>
                  </a:lnTo>
                  <a:lnTo>
                    <a:pt x="6508" y="105460"/>
                  </a:lnTo>
                  <a:lnTo>
                    <a:pt x="5123" y="110580"/>
                  </a:lnTo>
                  <a:lnTo>
                    <a:pt x="3902" y="115741"/>
                  </a:lnTo>
                  <a:lnTo>
                    <a:pt x="2844" y="120938"/>
                  </a:lnTo>
                  <a:lnTo>
                    <a:pt x="1953" y="126167"/>
                  </a:lnTo>
                  <a:lnTo>
                    <a:pt x="1227" y="131420"/>
                  </a:lnTo>
                  <a:lnTo>
                    <a:pt x="668" y="136695"/>
                  </a:lnTo>
                  <a:lnTo>
                    <a:pt x="277" y="141984"/>
                  </a:lnTo>
                  <a:lnTo>
                    <a:pt x="54" y="147283"/>
                  </a:lnTo>
                  <a:lnTo>
                    <a:pt x="0" y="152586"/>
                  </a:lnTo>
                  <a:lnTo>
                    <a:pt x="113" y="157889"/>
                  </a:lnTo>
                  <a:lnTo>
                    <a:pt x="395" y="163185"/>
                  </a:lnTo>
                  <a:lnTo>
                    <a:pt x="844" y="168470"/>
                  </a:lnTo>
                  <a:lnTo>
                    <a:pt x="1461" y="173738"/>
                  </a:lnTo>
                  <a:lnTo>
                    <a:pt x="2245" y="178983"/>
                  </a:lnTo>
                  <a:lnTo>
                    <a:pt x="3194" y="184201"/>
                  </a:lnTo>
                  <a:lnTo>
                    <a:pt x="4309" y="189386"/>
                  </a:lnTo>
                  <a:lnTo>
                    <a:pt x="5588" y="194534"/>
                  </a:lnTo>
                  <a:lnTo>
                    <a:pt x="7029" y="199638"/>
                  </a:lnTo>
                  <a:lnTo>
                    <a:pt x="8632" y="204694"/>
                  </a:lnTo>
                  <a:lnTo>
                    <a:pt x="10394" y="209696"/>
                  </a:lnTo>
                  <a:lnTo>
                    <a:pt x="12314" y="214640"/>
                  </a:lnTo>
                  <a:lnTo>
                    <a:pt x="14390" y="219521"/>
                  </a:lnTo>
                  <a:lnTo>
                    <a:pt x="16619" y="224333"/>
                  </a:lnTo>
                  <a:lnTo>
                    <a:pt x="19000" y="229072"/>
                  </a:lnTo>
                  <a:lnTo>
                    <a:pt x="21531" y="233733"/>
                  </a:lnTo>
                  <a:lnTo>
                    <a:pt x="24208" y="238312"/>
                  </a:lnTo>
                  <a:lnTo>
                    <a:pt x="27028" y="242804"/>
                  </a:lnTo>
                  <a:lnTo>
                    <a:pt x="29990" y="247203"/>
                  </a:lnTo>
                  <a:lnTo>
                    <a:pt x="33090" y="251507"/>
                  </a:lnTo>
                  <a:lnTo>
                    <a:pt x="36325" y="255710"/>
                  </a:lnTo>
                  <a:lnTo>
                    <a:pt x="39692" y="259808"/>
                  </a:lnTo>
                  <a:lnTo>
                    <a:pt x="43187" y="263797"/>
                  </a:lnTo>
                  <a:lnTo>
                    <a:pt x="46806" y="267674"/>
                  </a:lnTo>
                  <a:lnTo>
                    <a:pt x="50547" y="271434"/>
                  </a:lnTo>
                  <a:lnTo>
                    <a:pt x="54405" y="275073"/>
                  </a:lnTo>
                  <a:lnTo>
                    <a:pt x="58377" y="278588"/>
                  </a:lnTo>
                  <a:lnTo>
                    <a:pt x="62458" y="281975"/>
                  </a:lnTo>
                  <a:lnTo>
                    <a:pt x="66645" y="285231"/>
                  </a:lnTo>
                  <a:lnTo>
                    <a:pt x="70933" y="288353"/>
                  </a:lnTo>
                  <a:lnTo>
                    <a:pt x="75317" y="291336"/>
                  </a:lnTo>
                  <a:lnTo>
                    <a:pt x="79795" y="294180"/>
                  </a:lnTo>
                  <a:lnTo>
                    <a:pt x="84360" y="296880"/>
                  </a:lnTo>
                  <a:lnTo>
                    <a:pt x="89008" y="299433"/>
                  </a:lnTo>
                  <a:lnTo>
                    <a:pt x="93735" y="301838"/>
                  </a:lnTo>
                  <a:lnTo>
                    <a:pt x="98536" y="304092"/>
                  </a:lnTo>
                  <a:lnTo>
                    <a:pt x="103406" y="306193"/>
                  </a:lnTo>
                  <a:lnTo>
                    <a:pt x="108341" y="308137"/>
                  </a:lnTo>
                  <a:lnTo>
                    <a:pt x="113334" y="309925"/>
                  </a:lnTo>
                  <a:lnTo>
                    <a:pt x="118382" y="311553"/>
                  </a:lnTo>
                  <a:lnTo>
                    <a:pt x="123479" y="313020"/>
                  </a:lnTo>
                  <a:lnTo>
                    <a:pt x="128619" y="314324"/>
                  </a:lnTo>
                  <a:lnTo>
                    <a:pt x="133799" y="315465"/>
                  </a:lnTo>
                  <a:lnTo>
                    <a:pt x="139012" y="316441"/>
                  </a:lnTo>
                  <a:lnTo>
                    <a:pt x="144254" y="317252"/>
                  </a:lnTo>
                  <a:lnTo>
                    <a:pt x="149518" y="317895"/>
                  </a:lnTo>
                  <a:lnTo>
                    <a:pt x="154801" y="318371"/>
                  </a:lnTo>
                  <a:lnTo>
                    <a:pt x="160095" y="318679"/>
                  </a:lnTo>
                  <a:lnTo>
                    <a:pt x="165397" y="318820"/>
                  </a:lnTo>
                  <a:lnTo>
                    <a:pt x="170701" y="318792"/>
                  </a:lnTo>
                  <a:lnTo>
                    <a:pt x="176001" y="318595"/>
                  </a:lnTo>
                  <a:lnTo>
                    <a:pt x="181292" y="318231"/>
                  </a:lnTo>
                  <a:lnTo>
                    <a:pt x="186569" y="317699"/>
                  </a:lnTo>
                  <a:lnTo>
                    <a:pt x="191827" y="317000"/>
                  </a:lnTo>
                  <a:lnTo>
                    <a:pt x="197059" y="316134"/>
                  </a:lnTo>
                  <a:lnTo>
                    <a:pt x="202262" y="315103"/>
                  </a:lnTo>
                  <a:lnTo>
                    <a:pt x="207429" y="313907"/>
                  </a:lnTo>
                  <a:lnTo>
                    <a:pt x="212556" y="312548"/>
                  </a:lnTo>
                  <a:lnTo>
                    <a:pt x="217637" y="311027"/>
                  </a:lnTo>
                  <a:lnTo>
                    <a:pt x="222667" y="309346"/>
                  </a:lnTo>
                  <a:lnTo>
                    <a:pt x="227641" y="307506"/>
                  </a:lnTo>
                  <a:lnTo>
                    <a:pt x="232555" y="305509"/>
                  </a:lnTo>
                  <a:lnTo>
                    <a:pt x="237402" y="303357"/>
                  </a:lnTo>
                  <a:lnTo>
                    <a:pt x="242179" y="301053"/>
                  </a:lnTo>
                  <a:lnTo>
                    <a:pt x="246880" y="298598"/>
                  </a:lnTo>
                  <a:lnTo>
                    <a:pt x="251502" y="295995"/>
                  </a:lnTo>
                  <a:lnTo>
                    <a:pt x="256038" y="293247"/>
                  </a:lnTo>
                  <a:lnTo>
                    <a:pt x="260485" y="290356"/>
                  </a:lnTo>
                  <a:lnTo>
                    <a:pt x="264837" y="287326"/>
                  </a:lnTo>
                  <a:lnTo>
                    <a:pt x="269092" y="284159"/>
                  </a:lnTo>
                  <a:lnTo>
                    <a:pt x="273244" y="280859"/>
                  </a:lnTo>
                  <a:lnTo>
                    <a:pt x="277289" y="277429"/>
                  </a:lnTo>
                  <a:lnTo>
                    <a:pt x="281223" y="273872"/>
                  </a:lnTo>
                  <a:lnTo>
                    <a:pt x="285043" y="270193"/>
                  </a:lnTo>
                  <a:lnTo>
                    <a:pt x="288744" y="266393"/>
                  </a:lnTo>
                  <a:lnTo>
                    <a:pt x="292322" y="262479"/>
                  </a:lnTo>
                  <a:lnTo>
                    <a:pt x="295775" y="258453"/>
                  </a:lnTo>
                  <a:lnTo>
                    <a:pt x="299098" y="254319"/>
                  </a:lnTo>
                  <a:lnTo>
                    <a:pt x="302288" y="250082"/>
                  </a:lnTo>
                  <a:lnTo>
                    <a:pt x="305342" y="245746"/>
                  </a:lnTo>
                  <a:lnTo>
                    <a:pt x="308257" y="241315"/>
                  </a:lnTo>
                  <a:lnTo>
                    <a:pt x="311030" y="236794"/>
                  </a:lnTo>
                  <a:lnTo>
                    <a:pt x="313659" y="232187"/>
                  </a:lnTo>
                  <a:lnTo>
                    <a:pt x="316139" y="227500"/>
                  </a:lnTo>
                  <a:lnTo>
                    <a:pt x="318470" y="222735"/>
                  </a:lnTo>
                  <a:lnTo>
                    <a:pt x="320649" y="217900"/>
                  </a:lnTo>
                  <a:lnTo>
                    <a:pt x="322673" y="212997"/>
                  </a:lnTo>
                  <a:lnTo>
                    <a:pt x="324540" y="208033"/>
                  </a:lnTo>
                  <a:lnTo>
                    <a:pt x="326249" y="203013"/>
                  </a:lnTo>
                  <a:lnTo>
                    <a:pt x="327798" y="197940"/>
                  </a:lnTo>
                  <a:lnTo>
                    <a:pt x="329186" y="192821"/>
                  </a:lnTo>
                  <a:lnTo>
                    <a:pt x="330410" y="187660"/>
                  </a:lnTo>
                  <a:lnTo>
                    <a:pt x="331470" y="182464"/>
                  </a:lnTo>
                  <a:lnTo>
                    <a:pt x="332364" y="177236"/>
                  </a:lnTo>
                  <a:lnTo>
                    <a:pt x="333092" y="171982"/>
                  </a:lnTo>
                  <a:lnTo>
                    <a:pt x="333653" y="166708"/>
                  </a:lnTo>
                  <a:lnTo>
                    <a:pt x="334047" y="161419"/>
                  </a:lnTo>
                  <a:lnTo>
                    <a:pt x="334272" y="156120"/>
                  </a:lnTo>
                  <a:lnTo>
                    <a:pt x="334330" y="150817"/>
                  </a:lnTo>
                  <a:lnTo>
                    <a:pt x="334219" y="145514"/>
                  </a:lnTo>
                  <a:lnTo>
                    <a:pt x="333940" y="140218"/>
                  </a:lnTo>
                  <a:lnTo>
                    <a:pt x="333493" y="134933"/>
                  </a:lnTo>
                  <a:lnTo>
                    <a:pt x="332878" y="129665"/>
                  </a:lnTo>
                  <a:lnTo>
                    <a:pt x="332097" y="124419"/>
                  </a:lnTo>
                  <a:lnTo>
                    <a:pt x="331150" y="119201"/>
                  </a:lnTo>
                  <a:lnTo>
                    <a:pt x="330038" y="114015"/>
                  </a:lnTo>
                  <a:lnTo>
                    <a:pt x="328761" y="108867"/>
                  </a:lnTo>
                  <a:lnTo>
                    <a:pt x="327322" y="103762"/>
                  </a:lnTo>
                  <a:lnTo>
                    <a:pt x="325722" y="98706"/>
                  </a:lnTo>
                  <a:lnTo>
                    <a:pt x="323963" y="93702"/>
                  </a:lnTo>
                  <a:lnTo>
                    <a:pt x="322045" y="88757"/>
                  </a:lnTo>
                  <a:lnTo>
                    <a:pt x="319972" y="83876"/>
                  </a:lnTo>
                  <a:lnTo>
                    <a:pt x="317744" y="79062"/>
                  </a:lnTo>
                  <a:lnTo>
                    <a:pt x="315365" y="74322"/>
                  </a:lnTo>
                  <a:lnTo>
                    <a:pt x="312837" y="69660"/>
                  </a:lnTo>
                  <a:lnTo>
                    <a:pt x="310163" y="65080"/>
                  </a:lnTo>
                  <a:lnTo>
                    <a:pt x="307344" y="60587"/>
                  </a:lnTo>
                  <a:lnTo>
                    <a:pt x="304384" y="56186"/>
                  </a:lnTo>
                  <a:lnTo>
                    <a:pt x="301287" y="51881"/>
                  </a:lnTo>
                  <a:lnTo>
                    <a:pt x="298054" y="47676"/>
                  </a:lnTo>
                  <a:lnTo>
                    <a:pt x="294689" y="43576"/>
                  </a:lnTo>
                  <a:lnTo>
                    <a:pt x="291196" y="39585"/>
                  </a:lnTo>
                  <a:lnTo>
                    <a:pt x="287578" y="35707"/>
                  </a:lnTo>
                  <a:lnTo>
                    <a:pt x="283839" y="31945"/>
                  </a:lnTo>
                  <a:lnTo>
                    <a:pt x="279983" y="28304"/>
                  </a:lnTo>
                  <a:lnTo>
                    <a:pt x="167164" y="15166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488720" y="1322571"/>
              <a:ext cx="112818" cy="167167"/>
            </a:xfrm>
            <a:custGeom>
              <a:avLst/>
              <a:pathLst>
                <a:path w="112818" h="167167">
                  <a:moveTo>
                    <a:pt x="112818" y="43810"/>
                  </a:moveTo>
                  <a:lnTo>
                    <a:pt x="108601" y="40082"/>
                  </a:lnTo>
                  <a:lnTo>
                    <a:pt x="104261" y="36497"/>
                  </a:lnTo>
                  <a:lnTo>
                    <a:pt x="99803" y="33061"/>
                  </a:lnTo>
                  <a:lnTo>
                    <a:pt x="95231" y="29777"/>
                  </a:lnTo>
                  <a:lnTo>
                    <a:pt x="90552" y="26649"/>
                  </a:lnTo>
                  <a:lnTo>
                    <a:pt x="85770" y="23680"/>
                  </a:lnTo>
                  <a:lnTo>
                    <a:pt x="80890" y="20874"/>
                  </a:lnTo>
                  <a:lnTo>
                    <a:pt x="75919" y="18234"/>
                  </a:lnTo>
                  <a:lnTo>
                    <a:pt x="70862" y="15762"/>
                  </a:lnTo>
                  <a:lnTo>
                    <a:pt x="65725" y="13462"/>
                  </a:lnTo>
                  <a:lnTo>
                    <a:pt x="60513" y="11337"/>
                  </a:lnTo>
                  <a:lnTo>
                    <a:pt x="55232" y="9388"/>
                  </a:lnTo>
                  <a:lnTo>
                    <a:pt x="49889" y="7618"/>
                  </a:lnTo>
                  <a:lnTo>
                    <a:pt x="44489" y="6028"/>
                  </a:lnTo>
                  <a:lnTo>
                    <a:pt x="39039" y="4622"/>
                  </a:lnTo>
                  <a:lnTo>
                    <a:pt x="33544" y="3400"/>
                  </a:lnTo>
                  <a:lnTo>
                    <a:pt x="28012" y="2363"/>
                  </a:lnTo>
                  <a:lnTo>
                    <a:pt x="22448" y="1514"/>
                  </a:lnTo>
                  <a:lnTo>
                    <a:pt x="16858" y="852"/>
                  </a:lnTo>
                  <a:lnTo>
                    <a:pt x="11249" y="378"/>
                  </a:lnTo>
                  <a:lnTo>
                    <a:pt x="5627" y="9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084574" y="1681503"/>
              <a:ext cx="1950" cy="167167"/>
            </a:xfrm>
            <a:custGeom>
              <a:avLst/>
              <a:pathLst>
                <a:path w="1950" h="167167">
                  <a:moveTo>
                    <a:pt x="1950" y="0"/>
                  </a:moveTo>
                  <a:lnTo>
                    <a:pt x="0" y="11"/>
                  </a:lnTo>
                  <a:lnTo>
                    <a:pt x="195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084574" y="1681514"/>
              <a:ext cx="1950" cy="167156"/>
            </a:xfrm>
            <a:custGeom>
              <a:avLst/>
              <a:pathLst>
                <a:path w="1950" h="167156">
                  <a:moveTo>
                    <a:pt x="0" y="0"/>
                  </a:moveTo>
                  <a:lnTo>
                    <a:pt x="1950" y="16715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084574" y="1681514"/>
              <a:ext cx="1950" cy="167156"/>
            </a:xfrm>
            <a:custGeom>
              <a:avLst/>
              <a:pathLst>
                <a:path w="1950" h="167156">
                  <a:moveTo>
                    <a:pt x="0" y="0"/>
                  </a:moveTo>
                  <a:lnTo>
                    <a:pt x="1950" y="16715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084574" y="1681514"/>
              <a:ext cx="1950" cy="167156"/>
            </a:xfrm>
            <a:custGeom>
              <a:avLst/>
              <a:pathLst>
                <a:path w="1950" h="167156">
                  <a:moveTo>
                    <a:pt x="0" y="0"/>
                  </a:moveTo>
                  <a:lnTo>
                    <a:pt x="1950" y="16715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084574" y="1681514"/>
              <a:ext cx="1950" cy="167156"/>
            </a:xfrm>
            <a:custGeom>
              <a:avLst/>
              <a:pathLst>
                <a:path w="1950" h="167156">
                  <a:moveTo>
                    <a:pt x="0" y="0"/>
                  </a:moveTo>
                  <a:lnTo>
                    <a:pt x="1950" y="16715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084574" y="1681514"/>
              <a:ext cx="1950" cy="167156"/>
            </a:xfrm>
            <a:custGeom>
              <a:avLst/>
              <a:pathLst>
                <a:path w="1950" h="167156">
                  <a:moveTo>
                    <a:pt x="0" y="0"/>
                  </a:moveTo>
                  <a:lnTo>
                    <a:pt x="1950" y="16715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084574" y="1681514"/>
              <a:ext cx="1950" cy="167156"/>
            </a:xfrm>
            <a:custGeom>
              <a:avLst/>
              <a:pathLst>
                <a:path w="1950" h="167156">
                  <a:moveTo>
                    <a:pt x="0" y="0"/>
                  </a:moveTo>
                  <a:lnTo>
                    <a:pt x="1950" y="16715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084574" y="1681514"/>
              <a:ext cx="1950" cy="167156"/>
            </a:xfrm>
            <a:custGeom>
              <a:avLst/>
              <a:pathLst>
                <a:path w="1950" h="167156">
                  <a:moveTo>
                    <a:pt x="0" y="0"/>
                  </a:moveTo>
                  <a:lnTo>
                    <a:pt x="1950" y="16715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084574" y="1681514"/>
              <a:ext cx="1950" cy="167156"/>
            </a:xfrm>
            <a:custGeom>
              <a:avLst/>
              <a:pathLst>
                <a:path w="1950" h="167156">
                  <a:moveTo>
                    <a:pt x="0" y="0"/>
                  </a:moveTo>
                  <a:lnTo>
                    <a:pt x="1950" y="16715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084574" y="1681514"/>
              <a:ext cx="1950" cy="167156"/>
            </a:xfrm>
            <a:custGeom>
              <a:avLst/>
              <a:pathLst>
                <a:path w="1950" h="167156">
                  <a:moveTo>
                    <a:pt x="0" y="0"/>
                  </a:moveTo>
                  <a:lnTo>
                    <a:pt x="1950" y="16715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084574" y="1681514"/>
              <a:ext cx="1950" cy="167156"/>
            </a:xfrm>
            <a:custGeom>
              <a:avLst/>
              <a:pathLst>
                <a:path w="1950" h="167156">
                  <a:moveTo>
                    <a:pt x="0" y="0"/>
                  </a:moveTo>
                  <a:lnTo>
                    <a:pt x="1950" y="1671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084574" y="1681514"/>
              <a:ext cx="1950" cy="167156"/>
            </a:xfrm>
            <a:custGeom>
              <a:avLst/>
              <a:pathLst>
                <a:path w="1950" h="167156">
                  <a:moveTo>
                    <a:pt x="0" y="0"/>
                  </a:moveTo>
                  <a:lnTo>
                    <a:pt x="1950" y="1671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084574" y="1681514"/>
              <a:ext cx="1950" cy="167156"/>
            </a:xfrm>
            <a:custGeom>
              <a:avLst/>
              <a:pathLst>
                <a:path w="1950" h="167156">
                  <a:moveTo>
                    <a:pt x="0" y="0"/>
                  </a:moveTo>
                  <a:lnTo>
                    <a:pt x="1950" y="1671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084574" y="1681514"/>
              <a:ext cx="1950" cy="167156"/>
            </a:xfrm>
            <a:custGeom>
              <a:avLst/>
              <a:pathLst>
                <a:path w="1950" h="167156">
                  <a:moveTo>
                    <a:pt x="0" y="0"/>
                  </a:moveTo>
                  <a:lnTo>
                    <a:pt x="1950" y="1671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084574" y="1681514"/>
              <a:ext cx="1950" cy="167156"/>
            </a:xfrm>
            <a:custGeom>
              <a:avLst/>
              <a:pathLst>
                <a:path w="1950" h="167156">
                  <a:moveTo>
                    <a:pt x="0" y="0"/>
                  </a:moveTo>
                  <a:lnTo>
                    <a:pt x="1950" y="16715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084574" y="1681514"/>
              <a:ext cx="1950" cy="167156"/>
            </a:xfrm>
            <a:custGeom>
              <a:avLst/>
              <a:pathLst>
                <a:path w="1950" h="167156">
                  <a:moveTo>
                    <a:pt x="0" y="0"/>
                  </a:moveTo>
                  <a:lnTo>
                    <a:pt x="1950" y="16715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2954140" y="1681514"/>
              <a:ext cx="132384" cy="167156"/>
            </a:xfrm>
            <a:custGeom>
              <a:avLst/>
              <a:pathLst>
                <a:path w="132384" h="167156">
                  <a:moveTo>
                    <a:pt x="130434" y="0"/>
                  </a:moveTo>
                  <a:lnTo>
                    <a:pt x="124850" y="158"/>
                  </a:lnTo>
                  <a:lnTo>
                    <a:pt x="119274" y="503"/>
                  </a:lnTo>
                  <a:lnTo>
                    <a:pt x="113713" y="1034"/>
                  </a:lnTo>
                  <a:lnTo>
                    <a:pt x="108173" y="1751"/>
                  </a:lnTo>
                  <a:lnTo>
                    <a:pt x="102660" y="2652"/>
                  </a:lnTo>
                  <a:lnTo>
                    <a:pt x="97180" y="3737"/>
                  </a:lnTo>
                  <a:lnTo>
                    <a:pt x="91740" y="5004"/>
                  </a:lnTo>
                  <a:lnTo>
                    <a:pt x="86345" y="6453"/>
                  </a:lnTo>
                  <a:lnTo>
                    <a:pt x="81001" y="8081"/>
                  </a:lnTo>
                  <a:lnTo>
                    <a:pt x="75715" y="9886"/>
                  </a:lnTo>
                  <a:lnTo>
                    <a:pt x="70492" y="11868"/>
                  </a:lnTo>
                  <a:lnTo>
                    <a:pt x="65338" y="14022"/>
                  </a:lnTo>
                  <a:lnTo>
                    <a:pt x="60259" y="16348"/>
                  </a:lnTo>
                  <a:lnTo>
                    <a:pt x="55260" y="18842"/>
                  </a:lnTo>
                  <a:lnTo>
                    <a:pt x="50348" y="21502"/>
                  </a:lnTo>
                  <a:lnTo>
                    <a:pt x="45527" y="24324"/>
                  </a:lnTo>
                  <a:lnTo>
                    <a:pt x="40803" y="27306"/>
                  </a:lnTo>
                  <a:lnTo>
                    <a:pt x="36182" y="30444"/>
                  </a:lnTo>
                  <a:lnTo>
                    <a:pt x="31668" y="33734"/>
                  </a:lnTo>
                  <a:lnTo>
                    <a:pt x="27266" y="37174"/>
                  </a:lnTo>
                  <a:lnTo>
                    <a:pt x="22982" y="40759"/>
                  </a:lnTo>
                  <a:lnTo>
                    <a:pt x="18820" y="44485"/>
                  </a:lnTo>
                  <a:lnTo>
                    <a:pt x="14785" y="48347"/>
                  </a:lnTo>
                  <a:lnTo>
                    <a:pt x="10881" y="52343"/>
                  </a:lnTo>
                  <a:lnTo>
                    <a:pt x="7112" y="56467"/>
                  </a:lnTo>
                  <a:lnTo>
                    <a:pt x="3484" y="60714"/>
                  </a:lnTo>
                  <a:lnTo>
                    <a:pt x="0" y="65080"/>
                  </a:lnTo>
                  <a:lnTo>
                    <a:pt x="132384" y="16715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2919366" y="1681503"/>
              <a:ext cx="334309" cy="334333"/>
            </a:xfrm>
            <a:custGeom>
              <a:avLst/>
              <a:pathLst>
                <a:path w="334309" h="334333">
                  <a:moveTo>
                    <a:pt x="34774" y="65092"/>
                  </a:moveTo>
                  <a:lnTo>
                    <a:pt x="31598" y="69348"/>
                  </a:lnTo>
                  <a:lnTo>
                    <a:pt x="28559" y="73704"/>
                  </a:lnTo>
                  <a:lnTo>
                    <a:pt x="25660" y="78154"/>
                  </a:lnTo>
                  <a:lnTo>
                    <a:pt x="22904" y="82693"/>
                  </a:lnTo>
                  <a:lnTo>
                    <a:pt x="20294" y="87318"/>
                  </a:lnTo>
                  <a:lnTo>
                    <a:pt x="17831" y="92024"/>
                  </a:lnTo>
                  <a:lnTo>
                    <a:pt x="15520" y="96805"/>
                  </a:lnTo>
                  <a:lnTo>
                    <a:pt x="13361" y="101657"/>
                  </a:lnTo>
                  <a:lnTo>
                    <a:pt x="11358" y="106576"/>
                  </a:lnTo>
                  <a:lnTo>
                    <a:pt x="9512" y="111555"/>
                  </a:lnTo>
                  <a:lnTo>
                    <a:pt x="7825" y="116591"/>
                  </a:lnTo>
                  <a:lnTo>
                    <a:pt x="6299" y="121678"/>
                  </a:lnTo>
                  <a:lnTo>
                    <a:pt x="4935" y="126811"/>
                  </a:lnTo>
                  <a:lnTo>
                    <a:pt x="3735" y="131984"/>
                  </a:lnTo>
                  <a:lnTo>
                    <a:pt x="2700" y="137193"/>
                  </a:lnTo>
                  <a:lnTo>
                    <a:pt x="1831" y="142432"/>
                  </a:lnTo>
                  <a:lnTo>
                    <a:pt x="1128" y="147696"/>
                  </a:lnTo>
                  <a:lnTo>
                    <a:pt x="594" y="152980"/>
                  </a:lnTo>
                  <a:lnTo>
                    <a:pt x="227" y="158278"/>
                  </a:lnTo>
                  <a:lnTo>
                    <a:pt x="29" y="163585"/>
                  </a:lnTo>
                  <a:lnTo>
                    <a:pt x="0" y="168896"/>
                  </a:lnTo>
                  <a:lnTo>
                    <a:pt x="139" y="174205"/>
                  </a:lnTo>
                  <a:lnTo>
                    <a:pt x="447" y="179507"/>
                  </a:lnTo>
                  <a:lnTo>
                    <a:pt x="923" y="184796"/>
                  </a:lnTo>
                  <a:lnTo>
                    <a:pt x="1567" y="190068"/>
                  </a:lnTo>
                  <a:lnTo>
                    <a:pt x="2378" y="195316"/>
                  </a:lnTo>
                  <a:lnTo>
                    <a:pt x="3355" y="200536"/>
                  </a:lnTo>
                  <a:lnTo>
                    <a:pt x="4498" y="205723"/>
                  </a:lnTo>
                  <a:lnTo>
                    <a:pt x="5804" y="210870"/>
                  </a:lnTo>
                  <a:lnTo>
                    <a:pt x="7274" y="215974"/>
                  </a:lnTo>
                  <a:lnTo>
                    <a:pt x="8905" y="221028"/>
                  </a:lnTo>
                  <a:lnTo>
                    <a:pt x="10696" y="226027"/>
                  </a:lnTo>
                  <a:lnTo>
                    <a:pt x="12645" y="230968"/>
                  </a:lnTo>
                  <a:lnTo>
                    <a:pt x="14749" y="235844"/>
                  </a:lnTo>
                  <a:lnTo>
                    <a:pt x="17008" y="240650"/>
                  </a:lnTo>
                  <a:lnTo>
                    <a:pt x="19418" y="245383"/>
                  </a:lnTo>
                  <a:lnTo>
                    <a:pt x="21977" y="250036"/>
                  </a:lnTo>
                  <a:lnTo>
                    <a:pt x="24682" y="254606"/>
                  </a:lnTo>
                  <a:lnTo>
                    <a:pt x="27532" y="259088"/>
                  </a:lnTo>
                  <a:lnTo>
                    <a:pt x="30522" y="263477"/>
                  </a:lnTo>
                  <a:lnTo>
                    <a:pt x="33650" y="267769"/>
                  </a:lnTo>
                  <a:lnTo>
                    <a:pt x="36913" y="271959"/>
                  </a:lnTo>
                  <a:lnTo>
                    <a:pt x="40308" y="276043"/>
                  </a:lnTo>
                  <a:lnTo>
                    <a:pt x="43830" y="280017"/>
                  </a:lnTo>
                  <a:lnTo>
                    <a:pt x="47477" y="283878"/>
                  </a:lnTo>
                  <a:lnTo>
                    <a:pt x="51245" y="287621"/>
                  </a:lnTo>
                  <a:lnTo>
                    <a:pt x="55130" y="291242"/>
                  </a:lnTo>
                  <a:lnTo>
                    <a:pt x="59128" y="294738"/>
                  </a:lnTo>
                  <a:lnTo>
                    <a:pt x="63234" y="298105"/>
                  </a:lnTo>
                  <a:lnTo>
                    <a:pt x="67446" y="301340"/>
                  </a:lnTo>
                  <a:lnTo>
                    <a:pt x="71759" y="304440"/>
                  </a:lnTo>
                  <a:lnTo>
                    <a:pt x="76167" y="307401"/>
                  </a:lnTo>
                  <a:lnTo>
                    <a:pt x="80668" y="310221"/>
                  </a:lnTo>
                  <a:lnTo>
                    <a:pt x="85255" y="312896"/>
                  </a:lnTo>
                  <a:lnTo>
                    <a:pt x="89926" y="315424"/>
                  </a:lnTo>
                  <a:lnTo>
                    <a:pt x="94674" y="317803"/>
                  </a:lnTo>
                  <a:lnTo>
                    <a:pt x="99496" y="320029"/>
                  </a:lnTo>
                  <a:lnTo>
                    <a:pt x="104386" y="322101"/>
                  </a:lnTo>
                  <a:lnTo>
                    <a:pt x="109339" y="324017"/>
                  </a:lnTo>
                  <a:lnTo>
                    <a:pt x="114350" y="325774"/>
                  </a:lnTo>
                  <a:lnTo>
                    <a:pt x="119415" y="327372"/>
                  </a:lnTo>
                  <a:lnTo>
                    <a:pt x="124528" y="328807"/>
                  </a:lnTo>
                  <a:lnTo>
                    <a:pt x="129684" y="330080"/>
                  </a:lnTo>
                  <a:lnTo>
                    <a:pt x="134878" y="331188"/>
                  </a:lnTo>
                  <a:lnTo>
                    <a:pt x="140105" y="332131"/>
                  </a:lnTo>
                  <a:lnTo>
                    <a:pt x="145359" y="332907"/>
                  </a:lnTo>
                  <a:lnTo>
                    <a:pt x="150634" y="333516"/>
                  </a:lnTo>
                  <a:lnTo>
                    <a:pt x="155927" y="333957"/>
                  </a:lnTo>
                  <a:lnTo>
                    <a:pt x="161231" y="334229"/>
                  </a:lnTo>
                  <a:lnTo>
                    <a:pt x="166540" y="334333"/>
                  </a:lnTo>
                  <a:lnTo>
                    <a:pt x="171851" y="334269"/>
                  </a:lnTo>
                  <a:lnTo>
                    <a:pt x="177156" y="334035"/>
                  </a:lnTo>
                  <a:lnTo>
                    <a:pt x="182452" y="333633"/>
                  </a:lnTo>
                  <a:lnTo>
                    <a:pt x="187732" y="333063"/>
                  </a:lnTo>
                  <a:lnTo>
                    <a:pt x="192991" y="332326"/>
                  </a:lnTo>
                  <a:lnTo>
                    <a:pt x="198225" y="331422"/>
                  </a:lnTo>
                  <a:lnTo>
                    <a:pt x="203427" y="330353"/>
                  </a:lnTo>
                  <a:lnTo>
                    <a:pt x="208592" y="329118"/>
                  </a:lnTo>
                  <a:lnTo>
                    <a:pt x="213715" y="327720"/>
                  </a:lnTo>
                  <a:lnTo>
                    <a:pt x="218792" y="326160"/>
                  </a:lnTo>
                  <a:lnTo>
                    <a:pt x="223816" y="324440"/>
                  </a:lnTo>
                  <a:lnTo>
                    <a:pt x="228784" y="322561"/>
                  </a:lnTo>
                  <a:lnTo>
                    <a:pt x="233689" y="320525"/>
                  </a:lnTo>
                  <a:lnTo>
                    <a:pt x="238527" y="318334"/>
                  </a:lnTo>
                  <a:lnTo>
                    <a:pt x="243292" y="315991"/>
                  </a:lnTo>
                  <a:lnTo>
                    <a:pt x="247981" y="313497"/>
                  </a:lnTo>
                  <a:lnTo>
                    <a:pt x="252589" y="310856"/>
                  </a:lnTo>
                  <a:lnTo>
                    <a:pt x="257110" y="308070"/>
                  </a:lnTo>
                  <a:lnTo>
                    <a:pt x="261540" y="305141"/>
                  </a:lnTo>
                  <a:lnTo>
                    <a:pt x="265876" y="302074"/>
                  </a:lnTo>
                  <a:lnTo>
                    <a:pt x="270111" y="298870"/>
                  </a:lnTo>
                  <a:lnTo>
                    <a:pt x="274243" y="295533"/>
                  </a:lnTo>
                  <a:lnTo>
                    <a:pt x="278266" y="292067"/>
                  </a:lnTo>
                  <a:lnTo>
                    <a:pt x="282178" y="288474"/>
                  </a:lnTo>
                  <a:lnTo>
                    <a:pt x="285973" y="284759"/>
                  </a:lnTo>
                  <a:lnTo>
                    <a:pt x="289648" y="280926"/>
                  </a:lnTo>
                  <a:lnTo>
                    <a:pt x="293200" y="276977"/>
                  </a:lnTo>
                  <a:lnTo>
                    <a:pt x="296625" y="272918"/>
                  </a:lnTo>
                  <a:lnTo>
                    <a:pt x="299919" y="268752"/>
                  </a:lnTo>
                  <a:lnTo>
                    <a:pt x="303078" y="264484"/>
                  </a:lnTo>
                  <a:lnTo>
                    <a:pt x="306101" y="260117"/>
                  </a:lnTo>
                  <a:lnTo>
                    <a:pt x="308984" y="255657"/>
                  </a:lnTo>
                  <a:lnTo>
                    <a:pt x="311723" y="251107"/>
                  </a:lnTo>
                  <a:lnTo>
                    <a:pt x="314316" y="246473"/>
                  </a:lnTo>
                  <a:lnTo>
                    <a:pt x="316761" y="241758"/>
                  </a:lnTo>
                  <a:lnTo>
                    <a:pt x="319055" y="236968"/>
                  </a:lnTo>
                  <a:lnTo>
                    <a:pt x="321196" y="232108"/>
                  </a:lnTo>
                  <a:lnTo>
                    <a:pt x="323181" y="227182"/>
                  </a:lnTo>
                  <a:lnTo>
                    <a:pt x="325009" y="222196"/>
                  </a:lnTo>
                  <a:lnTo>
                    <a:pt x="326677" y="217154"/>
                  </a:lnTo>
                  <a:lnTo>
                    <a:pt x="328184" y="212061"/>
                  </a:lnTo>
                  <a:lnTo>
                    <a:pt x="329529" y="206924"/>
                  </a:lnTo>
                  <a:lnTo>
                    <a:pt x="330710" y="201746"/>
                  </a:lnTo>
                  <a:lnTo>
                    <a:pt x="331726" y="196533"/>
                  </a:lnTo>
                  <a:lnTo>
                    <a:pt x="332576" y="191291"/>
                  </a:lnTo>
                  <a:lnTo>
                    <a:pt x="333258" y="186024"/>
                  </a:lnTo>
                  <a:lnTo>
                    <a:pt x="333774" y="180738"/>
                  </a:lnTo>
                  <a:lnTo>
                    <a:pt x="334121" y="175439"/>
                  </a:lnTo>
                  <a:lnTo>
                    <a:pt x="334299" y="170131"/>
                  </a:lnTo>
                  <a:lnTo>
                    <a:pt x="334309" y="164820"/>
                  </a:lnTo>
                  <a:lnTo>
                    <a:pt x="334150" y="159512"/>
                  </a:lnTo>
                  <a:lnTo>
                    <a:pt x="333823" y="154211"/>
                  </a:lnTo>
                  <a:lnTo>
                    <a:pt x="333327" y="148924"/>
                  </a:lnTo>
                  <a:lnTo>
                    <a:pt x="332664" y="143654"/>
                  </a:lnTo>
                  <a:lnTo>
                    <a:pt x="331833" y="138409"/>
                  </a:lnTo>
                  <a:lnTo>
                    <a:pt x="330837" y="133193"/>
                  </a:lnTo>
                  <a:lnTo>
                    <a:pt x="329675" y="128010"/>
                  </a:lnTo>
                  <a:lnTo>
                    <a:pt x="328349" y="122868"/>
                  </a:lnTo>
                  <a:lnTo>
                    <a:pt x="326860" y="117770"/>
                  </a:lnTo>
                  <a:lnTo>
                    <a:pt x="325211" y="112722"/>
                  </a:lnTo>
                  <a:lnTo>
                    <a:pt x="323402" y="107729"/>
                  </a:lnTo>
                  <a:lnTo>
                    <a:pt x="321435" y="102796"/>
                  </a:lnTo>
                  <a:lnTo>
                    <a:pt x="319312" y="97927"/>
                  </a:lnTo>
                  <a:lnTo>
                    <a:pt x="317036" y="93129"/>
                  </a:lnTo>
                  <a:lnTo>
                    <a:pt x="314608" y="88406"/>
                  </a:lnTo>
                  <a:lnTo>
                    <a:pt x="312032" y="83762"/>
                  </a:lnTo>
                  <a:lnTo>
                    <a:pt x="309310" y="79202"/>
                  </a:lnTo>
                  <a:lnTo>
                    <a:pt x="306444" y="74731"/>
                  </a:lnTo>
                  <a:lnTo>
                    <a:pt x="303437" y="70353"/>
                  </a:lnTo>
                  <a:lnTo>
                    <a:pt x="300293" y="66073"/>
                  </a:lnTo>
                  <a:lnTo>
                    <a:pt x="297015" y="61895"/>
                  </a:lnTo>
                  <a:lnTo>
                    <a:pt x="293605" y="57823"/>
                  </a:lnTo>
                  <a:lnTo>
                    <a:pt x="290068" y="53861"/>
                  </a:lnTo>
                  <a:lnTo>
                    <a:pt x="286407" y="50014"/>
                  </a:lnTo>
                  <a:lnTo>
                    <a:pt x="282625" y="46286"/>
                  </a:lnTo>
                  <a:lnTo>
                    <a:pt x="278727" y="42679"/>
                  </a:lnTo>
                  <a:lnTo>
                    <a:pt x="274716" y="39198"/>
                  </a:lnTo>
                  <a:lnTo>
                    <a:pt x="270597" y="35845"/>
                  </a:lnTo>
                  <a:lnTo>
                    <a:pt x="266373" y="32626"/>
                  </a:lnTo>
                  <a:lnTo>
                    <a:pt x="262050" y="29542"/>
                  </a:lnTo>
                  <a:lnTo>
                    <a:pt x="257630" y="26597"/>
                  </a:lnTo>
                  <a:lnTo>
                    <a:pt x="253119" y="23795"/>
                  </a:lnTo>
                  <a:lnTo>
                    <a:pt x="248521" y="21136"/>
                  </a:lnTo>
                  <a:lnTo>
                    <a:pt x="243842" y="18626"/>
                  </a:lnTo>
                  <a:lnTo>
                    <a:pt x="239085" y="16265"/>
                  </a:lnTo>
                  <a:lnTo>
                    <a:pt x="234255" y="14056"/>
                  </a:lnTo>
                  <a:lnTo>
                    <a:pt x="229357" y="12002"/>
                  </a:lnTo>
                  <a:lnTo>
                    <a:pt x="224397" y="10104"/>
                  </a:lnTo>
                  <a:lnTo>
                    <a:pt x="219379" y="8365"/>
                  </a:lnTo>
                  <a:lnTo>
                    <a:pt x="214308" y="6787"/>
                  </a:lnTo>
                  <a:lnTo>
                    <a:pt x="209190" y="5370"/>
                  </a:lnTo>
                  <a:lnTo>
                    <a:pt x="204029" y="4116"/>
                  </a:lnTo>
                  <a:lnTo>
                    <a:pt x="198831" y="3028"/>
                  </a:lnTo>
                  <a:lnTo>
                    <a:pt x="193601" y="2104"/>
                  </a:lnTo>
                  <a:lnTo>
                    <a:pt x="188345" y="1348"/>
                  </a:lnTo>
                  <a:lnTo>
                    <a:pt x="183067" y="758"/>
                  </a:lnTo>
                  <a:lnTo>
                    <a:pt x="177773" y="337"/>
                  </a:lnTo>
                  <a:lnTo>
                    <a:pt x="172468" y="84"/>
                  </a:lnTo>
                  <a:lnTo>
                    <a:pt x="167158" y="0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2759537" y="2126963"/>
              <a:ext cx="21749" cy="167167"/>
            </a:xfrm>
            <a:custGeom>
              <a:avLst/>
              <a:pathLst>
                <a:path w="21749" h="167167">
                  <a:moveTo>
                    <a:pt x="21749" y="0"/>
                  </a:moveTo>
                  <a:lnTo>
                    <a:pt x="14481" y="158"/>
                  </a:lnTo>
                  <a:lnTo>
                    <a:pt x="7227" y="632"/>
                  </a:lnTo>
                  <a:lnTo>
                    <a:pt x="0" y="1420"/>
                  </a:lnTo>
                  <a:lnTo>
                    <a:pt x="21749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2759537" y="2128384"/>
              <a:ext cx="21749" cy="165746"/>
            </a:xfrm>
            <a:custGeom>
              <a:avLst/>
              <a:pathLst>
                <a:path w="21749" h="165746">
                  <a:moveTo>
                    <a:pt x="0" y="0"/>
                  </a:moveTo>
                  <a:lnTo>
                    <a:pt x="21749" y="16574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2759537" y="2128384"/>
              <a:ext cx="21749" cy="165746"/>
            </a:xfrm>
            <a:custGeom>
              <a:avLst/>
              <a:pathLst>
                <a:path w="21749" h="165746">
                  <a:moveTo>
                    <a:pt x="0" y="0"/>
                  </a:moveTo>
                  <a:lnTo>
                    <a:pt x="21749" y="16574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2759537" y="2128384"/>
              <a:ext cx="21749" cy="165746"/>
            </a:xfrm>
            <a:custGeom>
              <a:avLst/>
              <a:pathLst>
                <a:path w="21749" h="165746">
                  <a:moveTo>
                    <a:pt x="0" y="0"/>
                  </a:moveTo>
                  <a:lnTo>
                    <a:pt x="21749" y="16574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2759537" y="2128384"/>
              <a:ext cx="21749" cy="165746"/>
            </a:xfrm>
            <a:custGeom>
              <a:avLst/>
              <a:pathLst>
                <a:path w="21749" h="165746">
                  <a:moveTo>
                    <a:pt x="0" y="0"/>
                  </a:moveTo>
                  <a:lnTo>
                    <a:pt x="21749" y="16574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2759537" y="2128384"/>
              <a:ext cx="21749" cy="165746"/>
            </a:xfrm>
            <a:custGeom>
              <a:avLst/>
              <a:pathLst>
                <a:path w="21749" h="165746">
                  <a:moveTo>
                    <a:pt x="0" y="0"/>
                  </a:moveTo>
                  <a:lnTo>
                    <a:pt x="21749" y="16574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2759537" y="2128384"/>
              <a:ext cx="21749" cy="165746"/>
            </a:xfrm>
            <a:custGeom>
              <a:avLst/>
              <a:pathLst>
                <a:path w="21749" h="165746">
                  <a:moveTo>
                    <a:pt x="0" y="0"/>
                  </a:moveTo>
                  <a:lnTo>
                    <a:pt x="21749" y="16574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2759537" y="2128384"/>
              <a:ext cx="21749" cy="165746"/>
            </a:xfrm>
            <a:custGeom>
              <a:avLst/>
              <a:pathLst>
                <a:path w="21749" h="165746">
                  <a:moveTo>
                    <a:pt x="0" y="0"/>
                  </a:moveTo>
                  <a:lnTo>
                    <a:pt x="21749" y="16574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2759537" y="2128384"/>
              <a:ext cx="21749" cy="165746"/>
            </a:xfrm>
            <a:custGeom>
              <a:avLst/>
              <a:pathLst>
                <a:path w="21749" h="165746">
                  <a:moveTo>
                    <a:pt x="0" y="0"/>
                  </a:moveTo>
                  <a:lnTo>
                    <a:pt x="21749" y="16574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2759537" y="2128384"/>
              <a:ext cx="21749" cy="165746"/>
            </a:xfrm>
            <a:custGeom>
              <a:avLst/>
              <a:pathLst>
                <a:path w="21749" h="165746">
                  <a:moveTo>
                    <a:pt x="0" y="0"/>
                  </a:moveTo>
                  <a:lnTo>
                    <a:pt x="21749" y="1657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2759537" y="2128384"/>
              <a:ext cx="21749" cy="165746"/>
            </a:xfrm>
            <a:custGeom>
              <a:avLst/>
              <a:pathLst>
                <a:path w="21749" h="165746">
                  <a:moveTo>
                    <a:pt x="0" y="0"/>
                  </a:moveTo>
                  <a:lnTo>
                    <a:pt x="21749" y="1657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2759537" y="2128384"/>
              <a:ext cx="21749" cy="165746"/>
            </a:xfrm>
            <a:custGeom>
              <a:avLst/>
              <a:pathLst>
                <a:path w="21749" h="165746">
                  <a:moveTo>
                    <a:pt x="0" y="0"/>
                  </a:moveTo>
                  <a:lnTo>
                    <a:pt x="21749" y="1657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2759537" y="2128384"/>
              <a:ext cx="21749" cy="165746"/>
            </a:xfrm>
            <a:custGeom>
              <a:avLst/>
              <a:pathLst>
                <a:path w="21749" h="165746">
                  <a:moveTo>
                    <a:pt x="0" y="0"/>
                  </a:moveTo>
                  <a:lnTo>
                    <a:pt x="21749" y="1657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2759537" y="2128384"/>
              <a:ext cx="21749" cy="165746"/>
            </a:xfrm>
            <a:custGeom>
              <a:avLst/>
              <a:pathLst>
                <a:path w="21749" h="165746">
                  <a:moveTo>
                    <a:pt x="0" y="0"/>
                  </a:moveTo>
                  <a:lnTo>
                    <a:pt x="21749" y="16574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2759537" y="2128384"/>
              <a:ext cx="21749" cy="165746"/>
            </a:xfrm>
            <a:custGeom>
              <a:avLst/>
              <a:pathLst>
                <a:path w="21749" h="165746">
                  <a:moveTo>
                    <a:pt x="0" y="0"/>
                  </a:moveTo>
                  <a:lnTo>
                    <a:pt x="21749" y="16574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2614139" y="2127857"/>
              <a:ext cx="334306" cy="333440"/>
            </a:xfrm>
            <a:custGeom>
              <a:avLst/>
              <a:pathLst>
                <a:path w="334306" h="333440">
                  <a:moveTo>
                    <a:pt x="145398" y="527"/>
                  </a:moveTo>
                  <a:lnTo>
                    <a:pt x="140160" y="1298"/>
                  </a:lnTo>
                  <a:lnTo>
                    <a:pt x="134950" y="2236"/>
                  </a:lnTo>
                  <a:lnTo>
                    <a:pt x="129772" y="3338"/>
                  </a:lnTo>
                  <a:lnTo>
                    <a:pt x="124631" y="4603"/>
                  </a:lnTo>
                  <a:lnTo>
                    <a:pt x="119533" y="6030"/>
                  </a:lnTo>
                  <a:lnTo>
                    <a:pt x="114482" y="7618"/>
                  </a:lnTo>
                  <a:lnTo>
                    <a:pt x="109485" y="9366"/>
                  </a:lnTo>
                  <a:lnTo>
                    <a:pt x="104545" y="11270"/>
                  </a:lnTo>
                  <a:lnTo>
                    <a:pt x="99668" y="13330"/>
                  </a:lnTo>
                  <a:lnTo>
                    <a:pt x="94859" y="15544"/>
                  </a:lnTo>
                  <a:lnTo>
                    <a:pt x="90122" y="17909"/>
                  </a:lnTo>
                  <a:lnTo>
                    <a:pt x="85462" y="20422"/>
                  </a:lnTo>
                  <a:lnTo>
                    <a:pt x="80885" y="23082"/>
                  </a:lnTo>
                  <a:lnTo>
                    <a:pt x="76394" y="25885"/>
                  </a:lnTo>
                  <a:lnTo>
                    <a:pt x="71994" y="28830"/>
                  </a:lnTo>
                  <a:lnTo>
                    <a:pt x="67689" y="31912"/>
                  </a:lnTo>
                  <a:lnTo>
                    <a:pt x="63484" y="35129"/>
                  </a:lnTo>
                  <a:lnTo>
                    <a:pt x="59384" y="38477"/>
                  </a:lnTo>
                  <a:lnTo>
                    <a:pt x="55391" y="41954"/>
                  </a:lnTo>
                  <a:lnTo>
                    <a:pt x="51510" y="45555"/>
                  </a:lnTo>
                  <a:lnTo>
                    <a:pt x="47745" y="49277"/>
                  </a:lnTo>
                  <a:lnTo>
                    <a:pt x="44101" y="53117"/>
                  </a:lnTo>
                  <a:lnTo>
                    <a:pt x="40579" y="57070"/>
                  </a:lnTo>
                  <a:lnTo>
                    <a:pt x="37184" y="61133"/>
                  </a:lnTo>
                  <a:lnTo>
                    <a:pt x="33920" y="65301"/>
                  </a:lnTo>
                  <a:lnTo>
                    <a:pt x="30790" y="69570"/>
                  </a:lnTo>
                  <a:lnTo>
                    <a:pt x="27796" y="73937"/>
                  </a:lnTo>
                  <a:lnTo>
                    <a:pt x="24942" y="78396"/>
                  </a:lnTo>
                  <a:lnTo>
                    <a:pt x="22230" y="82943"/>
                  </a:lnTo>
                  <a:lnTo>
                    <a:pt x="19664" y="87574"/>
                  </a:lnTo>
                  <a:lnTo>
                    <a:pt x="17246" y="92284"/>
                  </a:lnTo>
                  <a:lnTo>
                    <a:pt x="14978" y="97067"/>
                  </a:lnTo>
                  <a:lnTo>
                    <a:pt x="12863" y="101921"/>
                  </a:lnTo>
                  <a:lnTo>
                    <a:pt x="10903" y="106839"/>
                  </a:lnTo>
                  <a:lnTo>
                    <a:pt x="9099" y="111816"/>
                  </a:lnTo>
                  <a:lnTo>
                    <a:pt x="7454" y="116848"/>
                  </a:lnTo>
                  <a:lnTo>
                    <a:pt x="5969" y="121930"/>
                  </a:lnTo>
                  <a:lnTo>
                    <a:pt x="4646" y="127056"/>
                  </a:lnTo>
                  <a:lnTo>
                    <a:pt x="3485" y="132222"/>
                  </a:lnTo>
                  <a:lnTo>
                    <a:pt x="2489" y="137421"/>
                  </a:lnTo>
                  <a:lnTo>
                    <a:pt x="1658" y="142650"/>
                  </a:lnTo>
                  <a:lnTo>
                    <a:pt x="993" y="147902"/>
                  </a:lnTo>
                  <a:lnTo>
                    <a:pt x="495" y="153173"/>
                  </a:lnTo>
                  <a:lnTo>
                    <a:pt x="163" y="158457"/>
                  </a:lnTo>
                  <a:lnTo>
                    <a:pt x="0" y="163748"/>
                  </a:lnTo>
                  <a:lnTo>
                    <a:pt x="3" y="169043"/>
                  </a:lnTo>
                  <a:lnTo>
                    <a:pt x="175" y="174334"/>
                  </a:lnTo>
                  <a:lnTo>
                    <a:pt x="514" y="179617"/>
                  </a:lnTo>
                  <a:lnTo>
                    <a:pt x="1020" y="184887"/>
                  </a:lnTo>
                  <a:lnTo>
                    <a:pt x="1693" y="190139"/>
                  </a:lnTo>
                  <a:lnTo>
                    <a:pt x="2531" y="195366"/>
                  </a:lnTo>
                  <a:lnTo>
                    <a:pt x="3535" y="200564"/>
                  </a:lnTo>
                  <a:lnTo>
                    <a:pt x="4703" y="205728"/>
                  </a:lnTo>
                  <a:lnTo>
                    <a:pt x="6034" y="210852"/>
                  </a:lnTo>
                  <a:lnTo>
                    <a:pt x="7527" y="215932"/>
                  </a:lnTo>
                  <a:lnTo>
                    <a:pt x="9179" y="220961"/>
                  </a:lnTo>
                  <a:lnTo>
                    <a:pt x="10990" y="225936"/>
                  </a:lnTo>
                  <a:lnTo>
                    <a:pt x="12958" y="230851"/>
                  </a:lnTo>
                  <a:lnTo>
                    <a:pt x="15080" y="235701"/>
                  </a:lnTo>
                  <a:lnTo>
                    <a:pt x="17355" y="240482"/>
                  </a:lnTo>
                  <a:lnTo>
                    <a:pt x="19780" y="245188"/>
                  </a:lnTo>
                  <a:lnTo>
                    <a:pt x="22353" y="249815"/>
                  </a:lnTo>
                  <a:lnTo>
                    <a:pt x="25071" y="254358"/>
                  </a:lnTo>
                  <a:lnTo>
                    <a:pt x="27931" y="258813"/>
                  </a:lnTo>
                  <a:lnTo>
                    <a:pt x="30931" y="263175"/>
                  </a:lnTo>
                  <a:lnTo>
                    <a:pt x="34068" y="267440"/>
                  </a:lnTo>
                  <a:lnTo>
                    <a:pt x="37339" y="271603"/>
                  </a:lnTo>
                  <a:lnTo>
                    <a:pt x="40739" y="275661"/>
                  </a:lnTo>
                  <a:lnTo>
                    <a:pt x="44266" y="279609"/>
                  </a:lnTo>
                  <a:lnTo>
                    <a:pt x="47917" y="283444"/>
                  </a:lnTo>
                  <a:lnTo>
                    <a:pt x="51687" y="287160"/>
                  </a:lnTo>
                  <a:lnTo>
                    <a:pt x="55573" y="290756"/>
                  </a:lnTo>
                  <a:lnTo>
                    <a:pt x="59571" y="294227"/>
                  </a:lnTo>
                  <a:lnTo>
                    <a:pt x="63677" y="297569"/>
                  </a:lnTo>
                  <a:lnTo>
                    <a:pt x="67886" y="300780"/>
                  </a:lnTo>
                  <a:lnTo>
                    <a:pt x="72195" y="303856"/>
                  </a:lnTo>
                  <a:lnTo>
                    <a:pt x="76600" y="306793"/>
                  </a:lnTo>
                  <a:lnTo>
                    <a:pt x="81095" y="309590"/>
                  </a:lnTo>
                  <a:lnTo>
                    <a:pt x="85676" y="312243"/>
                  </a:lnTo>
                  <a:lnTo>
                    <a:pt x="90339" y="314750"/>
                  </a:lnTo>
                  <a:lnTo>
                    <a:pt x="95080" y="317108"/>
                  </a:lnTo>
                  <a:lnTo>
                    <a:pt x="99892" y="319314"/>
                  </a:lnTo>
                  <a:lnTo>
                    <a:pt x="104772" y="321367"/>
                  </a:lnTo>
                  <a:lnTo>
                    <a:pt x="109715" y="323265"/>
                  </a:lnTo>
                  <a:lnTo>
                    <a:pt x="114715" y="325005"/>
                  </a:lnTo>
                  <a:lnTo>
                    <a:pt x="119767" y="326585"/>
                  </a:lnTo>
                  <a:lnTo>
                    <a:pt x="124868" y="328005"/>
                  </a:lnTo>
                  <a:lnTo>
                    <a:pt x="130010" y="329263"/>
                  </a:lnTo>
                  <a:lnTo>
                    <a:pt x="135190" y="330357"/>
                  </a:lnTo>
                  <a:lnTo>
                    <a:pt x="140402" y="331287"/>
                  </a:lnTo>
                  <a:lnTo>
                    <a:pt x="145641" y="332051"/>
                  </a:lnTo>
                  <a:lnTo>
                    <a:pt x="150901" y="332649"/>
                  </a:lnTo>
                  <a:lnTo>
                    <a:pt x="156178" y="333080"/>
                  </a:lnTo>
                  <a:lnTo>
                    <a:pt x="161465" y="333344"/>
                  </a:lnTo>
                  <a:lnTo>
                    <a:pt x="166759" y="333440"/>
                  </a:lnTo>
                  <a:lnTo>
                    <a:pt x="172053" y="333369"/>
                  </a:lnTo>
                  <a:lnTo>
                    <a:pt x="177341" y="333129"/>
                  </a:lnTo>
                  <a:lnTo>
                    <a:pt x="182620" y="332723"/>
                  </a:lnTo>
                  <a:lnTo>
                    <a:pt x="187883" y="332150"/>
                  </a:lnTo>
                  <a:lnTo>
                    <a:pt x="193125" y="331410"/>
                  </a:lnTo>
                  <a:lnTo>
                    <a:pt x="198341" y="330504"/>
                  </a:lnTo>
                  <a:lnTo>
                    <a:pt x="203526" y="329434"/>
                  </a:lnTo>
                  <a:lnTo>
                    <a:pt x="208675" y="328200"/>
                  </a:lnTo>
                  <a:lnTo>
                    <a:pt x="213782" y="326804"/>
                  </a:lnTo>
                  <a:lnTo>
                    <a:pt x="218842" y="325247"/>
                  </a:lnTo>
                  <a:lnTo>
                    <a:pt x="223850" y="323530"/>
                  </a:lnTo>
                  <a:lnTo>
                    <a:pt x="228801" y="321656"/>
                  </a:lnTo>
                  <a:lnTo>
                    <a:pt x="233691" y="319626"/>
                  </a:lnTo>
                  <a:lnTo>
                    <a:pt x="238513" y="317442"/>
                  </a:lnTo>
                  <a:lnTo>
                    <a:pt x="243264" y="315106"/>
                  </a:lnTo>
                  <a:lnTo>
                    <a:pt x="247939" y="312621"/>
                  </a:lnTo>
                  <a:lnTo>
                    <a:pt x="252533" y="309989"/>
                  </a:lnTo>
                  <a:lnTo>
                    <a:pt x="257041" y="307213"/>
                  </a:lnTo>
                  <a:lnTo>
                    <a:pt x="261459" y="304296"/>
                  </a:lnTo>
                  <a:lnTo>
                    <a:pt x="265782" y="301240"/>
                  </a:lnTo>
                  <a:lnTo>
                    <a:pt x="270007" y="298049"/>
                  </a:lnTo>
                  <a:lnTo>
                    <a:pt x="274128" y="294726"/>
                  </a:lnTo>
                  <a:lnTo>
                    <a:pt x="278142" y="291274"/>
                  </a:lnTo>
                  <a:lnTo>
                    <a:pt x="282045" y="287697"/>
                  </a:lnTo>
                  <a:lnTo>
                    <a:pt x="285832" y="283997"/>
                  </a:lnTo>
                  <a:lnTo>
                    <a:pt x="289500" y="280180"/>
                  </a:lnTo>
                  <a:lnTo>
                    <a:pt x="293046" y="276248"/>
                  </a:lnTo>
                  <a:lnTo>
                    <a:pt x="296465" y="272207"/>
                  </a:lnTo>
                  <a:lnTo>
                    <a:pt x="299755" y="268058"/>
                  </a:lnTo>
                  <a:lnTo>
                    <a:pt x="302912" y="263808"/>
                  </a:lnTo>
                  <a:lnTo>
                    <a:pt x="305932" y="259460"/>
                  </a:lnTo>
                  <a:lnTo>
                    <a:pt x="308814" y="255019"/>
                  </a:lnTo>
                  <a:lnTo>
                    <a:pt x="311553" y="250488"/>
                  </a:lnTo>
                  <a:lnTo>
                    <a:pt x="314147" y="245873"/>
                  </a:lnTo>
                  <a:lnTo>
                    <a:pt x="316594" y="241178"/>
                  </a:lnTo>
                  <a:lnTo>
                    <a:pt x="318891" y="236408"/>
                  </a:lnTo>
                  <a:lnTo>
                    <a:pt x="321036" y="231568"/>
                  </a:lnTo>
                  <a:lnTo>
                    <a:pt x="323026" y="226662"/>
                  </a:lnTo>
                  <a:lnTo>
                    <a:pt x="324860" y="221696"/>
                  </a:lnTo>
                  <a:lnTo>
                    <a:pt x="326536" y="216674"/>
                  </a:lnTo>
                  <a:lnTo>
                    <a:pt x="328052" y="211602"/>
                  </a:lnTo>
                  <a:lnTo>
                    <a:pt x="329407" y="206484"/>
                  </a:lnTo>
                  <a:lnTo>
                    <a:pt x="330599" y="201325"/>
                  </a:lnTo>
                  <a:lnTo>
                    <a:pt x="331627" y="196132"/>
                  </a:lnTo>
                  <a:lnTo>
                    <a:pt x="332490" y="190908"/>
                  </a:lnTo>
                  <a:lnTo>
                    <a:pt x="333187" y="185660"/>
                  </a:lnTo>
                  <a:lnTo>
                    <a:pt x="333718" y="180393"/>
                  </a:lnTo>
                  <a:lnTo>
                    <a:pt x="334082" y="175111"/>
                  </a:lnTo>
                  <a:lnTo>
                    <a:pt x="334278" y="169821"/>
                  </a:lnTo>
                  <a:lnTo>
                    <a:pt x="334306" y="164526"/>
                  </a:lnTo>
                  <a:lnTo>
                    <a:pt x="334167" y="159234"/>
                  </a:lnTo>
                  <a:lnTo>
                    <a:pt x="333860" y="153949"/>
                  </a:lnTo>
                  <a:lnTo>
                    <a:pt x="333387" y="148676"/>
                  </a:lnTo>
                  <a:lnTo>
                    <a:pt x="332746" y="143420"/>
                  </a:lnTo>
                  <a:lnTo>
                    <a:pt x="331939" y="138188"/>
                  </a:lnTo>
                  <a:lnTo>
                    <a:pt x="330967" y="132984"/>
                  </a:lnTo>
                  <a:lnTo>
                    <a:pt x="329831" y="127813"/>
                  </a:lnTo>
                  <a:lnTo>
                    <a:pt x="328531" y="122681"/>
                  </a:lnTo>
                  <a:lnTo>
                    <a:pt x="327070" y="117592"/>
                  </a:lnTo>
                  <a:lnTo>
                    <a:pt x="325448" y="112552"/>
                  </a:lnTo>
                  <a:lnTo>
                    <a:pt x="323668" y="107567"/>
                  </a:lnTo>
                  <a:lnTo>
                    <a:pt x="321730" y="102640"/>
                  </a:lnTo>
                  <a:lnTo>
                    <a:pt x="319638" y="97777"/>
                  </a:lnTo>
                  <a:lnTo>
                    <a:pt x="317392" y="92982"/>
                  </a:lnTo>
                  <a:lnTo>
                    <a:pt x="314996" y="88261"/>
                  </a:lnTo>
                  <a:lnTo>
                    <a:pt x="312452" y="83619"/>
                  </a:lnTo>
                  <a:lnTo>
                    <a:pt x="309761" y="79059"/>
                  </a:lnTo>
                  <a:lnTo>
                    <a:pt x="306928" y="74587"/>
                  </a:lnTo>
                  <a:lnTo>
                    <a:pt x="303955" y="70206"/>
                  </a:lnTo>
                  <a:lnTo>
                    <a:pt x="300844" y="65922"/>
                  </a:lnTo>
                  <a:lnTo>
                    <a:pt x="297599" y="61739"/>
                  </a:lnTo>
                  <a:lnTo>
                    <a:pt x="294224" y="57660"/>
                  </a:lnTo>
                  <a:lnTo>
                    <a:pt x="290721" y="53691"/>
                  </a:lnTo>
                  <a:lnTo>
                    <a:pt x="287094" y="49834"/>
                  </a:lnTo>
                  <a:lnTo>
                    <a:pt x="283346" y="46094"/>
                  </a:lnTo>
                  <a:lnTo>
                    <a:pt x="279482" y="42475"/>
                  </a:lnTo>
                  <a:lnTo>
                    <a:pt x="275506" y="38980"/>
                  </a:lnTo>
                  <a:lnTo>
                    <a:pt x="271421" y="35613"/>
                  </a:lnTo>
                  <a:lnTo>
                    <a:pt x="267231" y="32376"/>
                  </a:lnTo>
                  <a:lnTo>
                    <a:pt x="262941" y="29274"/>
                  </a:lnTo>
                  <a:lnTo>
                    <a:pt x="258554" y="26309"/>
                  </a:lnTo>
                  <a:lnTo>
                    <a:pt x="254076" y="23485"/>
                  </a:lnTo>
                  <a:lnTo>
                    <a:pt x="249511" y="20804"/>
                  </a:lnTo>
                  <a:lnTo>
                    <a:pt x="244864" y="18269"/>
                  </a:lnTo>
                  <a:lnTo>
                    <a:pt x="240138" y="15882"/>
                  </a:lnTo>
                  <a:lnTo>
                    <a:pt x="235339" y="13646"/>
                  </a:lnTo>
                  <a:lnTo>
                    <a:pt x="230472" y="11563"/>
                  </a:lnTo>
                  <a:lnTo>
                    <a:pt x="225541" y="9636"/>
                  </a:lnTo>
                  <a:lnTo>
                    <a:pt x="220551" y="7865"/>
                  </a:lnTo>
                  <a:lnTo>
                    <a:pt x="215508" y="6254"/>
                  </a:lnTo>
                  <a:lnTo>
                    <a:pt x="210417" y="4803"/>
                  </a:lnTo>
                  <a:lnTo>
                    <a:pt x="205282" y="3513"/>
                  </a:lnTo>
                  <a:lnTo>
                    <a:pt x="200109" y="2387"/>
                  </a:lnTo>
                  <a:lnTo>
                    <a:pt x="194903" y="1426"/>
                  </a:lnTo>
                  <a:lnTo>
                    <a:pt x="189669" y="630"/>
                  </a:lnTo>
                  <a:lnTo>
                    <a:pt x="184412" y="0"/>
                  </a:lnTo>
                  <a:lnTo>
                    <a:pt x="167148" y="16627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2781287" y="2126963"/>
              <a:ext cx="17264" cy="167167"/>
            </a:xfrm>
            <a:custGeom>
              <a:avLst/>
              <a:pathLst>
                <a:path w="17264" h="167167">
                  <a:moveTo>
                    <a:pt x="17264" y="893"/>
                  </a:moveTo>
                  <a:lnTo>
                    <a:pt x="8643" y="22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586797" y="2633064"/>
              <a:ext cx="3951" cy="167167"/>
            </a:xfrm>
            <a:custGeom>
              <a:avLst/>
              <a:pathLst>
                <a:path w="3951" h="167167">
                  <a:moveTo>
                    <a:pt x="3951" y="0"/>
                  </a:moveTo>
                  <a:lnTo>
                    <a:pt x="0" y="46"/>
                  </a:lnTo>
                  <a:lnTo>
                    <a:pt x="3951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586797" y="2633111"/>
              <a:ext cx="3951" cy="167120"/>
            </a:xfrm>
            <a:custGeom>
              <a:avLst/>
              <a:pathLst>
                <a:path w="3951" h="167120">
                  <a:moveTo>
                    <a:pt x="0" y="0"/>
                  </a:moveTo>
                  <a:lnTo>
                    <a:pt x="3951" y="16712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586797" y="2633111"/>
              <a:ext cx="3951" cy="167120"/>
            </a:xfrm>
            <a:custGeom>
              <a:avLst/>
              <a:pathLst>
                <a:path w="3951" h="167120">
                  <a:moveTo>
                    <a:pt x="0" y="0"/>
                  </a:moveTo>
                  <a:lnTo>
                    <a:pt x="3951" y="16712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586797" y="2633111"/>
              <a:ext cx="3951" cy="167120"/>
            </a:xfrm>
            <a:custGeom>
              <a:avLst/>
              <a:pathLst>
                <a:path w="3951" h="167120">
                  <a:moveTo>
                    <a:pt x="0" y="0"/>
                  </a:moveTo>
                  <a:lnTo>
                    <a:pt x="3951" y="16712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586797" y="2633111"/>
              <a:ext cx="3951" cy="167120"/>
            </a:xfrm>
            <a:custGeom>
              <a:avLst/>
              <a:pathLst>
                <a:path w="3951" h="167120">
                  <a:moveTo>
                    <a:pt x="0" y="0"/>
                  </a:moveTo>
                  <a:lnTo>
                    <a:pt x="3951" y="16712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586797" y="2633111"/>
              <a:ext cx="3951" cy="167120"/>
            </a:xfrm>
            <a:custGeom>
              <a:avLst/>
              <a:pathLst>
                <a:path w="3951" h="167120">
                  <a:moveTo>
                    <a:pt x="0" y="0"/>
                  </a:moveTo>
                  <a:lnTo>
                    <a:pt x="3951" y="16712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586797" y="2633111"/>
              <a:ext cx="3951" cy="167120"/>
            </a:xfrm>
            <a:custGeom>
              <a:avLst/>
              <a:pathLst>
                <a:path w="3951" h="167120">
                  <a:moveTo>
                    <a:pt x="0" y="0"/>
                  </a:moveTo>
                  <a:lnTo>
                    <a:pt x="3951" y="16712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586797" y="2633111"/>
              <a:ext cx="3951" cy="167120"/>
            </a:xfrm>
            <a:custGeom>
              <a:avLst/>
              <a:pathLst>
                <a:path w="3951" h="167120">
                  <a:moveTo>
                    <a:pt x="0" y="0"/>
                  </a:moveTo>
                  <a:lnTo>
                    <a:pt x="3951" y="16712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586797" y="2633111"/>
              <a:ext cx="3951" cy="167120"/>
            </a:xfrm>
            <a:custGeom>
              <a:avLst/>
              <a:pathLst>
                <a:path w="3951" h="167120">
                  <a:moveTo>
                    <a:pt x="0" y="0"/>
                  </a:moveTo>
                  <a:lnTo>
                    <a:pt x="3951" y="1671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586797" y="2633111"/>
              <a:ext cx="3951" cy="167120"/>
            </a:xfrm>
            <a:custGeom>
              <a:avLst/>
              <a:pathLst>
                <a:path w="3951" h="167120">
                  <a:moveTo>
                    <a:pt x="0" y="0"/>
                  </a:moveTo>
                  <a:lnTo>
                    <a:pt x="3951" y="1671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586797" y="2633111"/>
              <a:ext cx="3951" cy="167120"/>
            </a:xfrm>
            <a:custGeom>
              <a:avLst/>
              <a:pathLst>
                <a:path w="3951" h="167120">
                  <a:moveTo>
                    <a:pt x="0" y="0"/>
                  </a:moveTo>
                  <a:lnTo>
                    <a:pt x="3951" y="1671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586797" y="2633111"/>
              <a:ext cx="3951" cy="167120"/>
            </a:xfrm>
            <a:custGeom>
              <a:avLst/>
              <a:pathLst>
                <a:path w="3951" h="167120">
                  <a:moveTo>
                    <a:pt x="0" y="0"/>
                  </a:moveTo>
                  <a:lnTo>
                    <a:pt x="3951" y="1671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586797" y="2633111"/>
              <a:ext cx="3951" cy="167120"/>
            </a:xfrm>
            <a:custGeom>
              <a:avLst/>
              <a:pathLst>
                <a:path w="3951" h="167120">
                  <a:moveTo>
                    <a:pt x="0" y="0"/>
                  </a:moveTo>
                  <a:lnTo>
                    <a:pt x="3951" y="16712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586797" y="2633111"/>
              <a:ext cx="3951" cy="167120"/>
            </a:xfrm>
            <a:custGeom>
              <a:avLst/>
              <a:pathLst>
                <a:path w="3951" h="167120">
                  <a:moveTo>
                    <a:pt x="0" y="0"/>
                  </a:moveTo>
                  <a:lnTo>
                    <a:pt x="3951" y="16712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423587" y="2633111"/>
              <a:ext cx="334319" cy="334284"/>
            </a:xfrm>
            <a:custGeom>
              <a:avLst/>
              <a:pathLst>
                <a:path w="334319" h="334284">
                  <a:moveTo>
                    <a:pt x="163209" y="0"/>
                  </a:moveTo>
                  <a:lnTo>
                    <a:pt x="157906" y="209"/>
                  </a:lnTo>
                  <a:lnTo>
                    <a:pt x="152612" y="587"/>
                  </a:lnTo>
                  <a:lnTo>
                    <a:pt x="147333" y="1133"/>
                  </a:lnTo>
                  <a:lnTo>
                    <a:pt x="142073" y="1846"/>
                  </a:lnTo>
                  <a:lnTo>
                    <a:pt x="136839" y="2726"/>
                  </a:lnTo>
                  <a:lnTo>
                    <a:pt x="131636" y="3771"/>
                  </a:lnTo>
                  <a:lnTo>
                    <a:pt x="126468" y="4981"/>
                  </a:lnTo>
                  <a:lnTo>
                    <a:pt x="121342" y="6355"/>
                  </a:lnTo>
                  <a:lnTo>
                    <a:pt x="116261" y="7890"/>
                  </a:lnTo>
                  <a:lnTo>
                    <a:pt x="111232" y="9586"/>
                  </a:lnTo>
                  <a:lnTo>
                    <a:pt x="106259" y="11441"/>
                  </a:lnTo>
                  <a:lnTo>
                    <a:pt x="101348" y="13453"/>
                  </a:lnTo>
                  <a:lnTo>
                    <a:pt x="96503" y="15620"/>
                  </a:lnTo>
                  <a:lnTo>
                    <a:pt x="91729" y="17939"/>
                  </a:lnTo>
                  <a:lnTo>
                    <a:pt x="87031" y="20409"/>
                  </a:lnTo>
                  <a:lnTo>
                    <a:pt x="82414" y="23027"/>
                  </a:lnTo>
                  <a:lnTo>
                    <a:pt x="77883" y="25789"/>
                  </a:lnTo>
                  <a:lnTo>
                    <a:pt x="73441" y="28695"/>
                  </a:lnTo>
                  <a:lnTo>
                    <a:pt x="69094" y="31740"/>
                  </a:lnTo>
                  <a:lnTo>
                    <a:pt x="64846" y="34921"/>
                  </a:lnTo>
                  <a:lnTo>
                    <a:pt x="60701" y="38236"/>
                  </a:lnTo>
                  <a:lnTo>
                    <a:pt x="56663" y="41680"/>
                  </a:lnTo>
                  <a:lnTo>
                    <a:pt x="52736" y="45251"/>
                  </a:lnTo>
                  <a:lnTo>
                    <a:pt x="48925" y="48945"/>
                  </a:lnTo>
                  <a:lnTo>
                    <a:pt x="45233" y="52758"/>
                  </a:lnTo>
                  <a:lnTo>
                    <a:pt x="41664" y="56686"/>
                  </a:lnTo>
                  <a:lnTo>
                    <a:pt x="38222" y="60726"/>
                  </a:lnTo>
                  <a:lnTo>
                    <a:pt x="34909" y="64873"/>
                  </a:lnTo>
                  <a:lnTo>
                    <a:pt x="31730" y="69123"/>
                  </a:lnTo>
                  <a:lnTo>
                    <a:pt x="28687" y="73471"/>
                  </a:lnTo>
                  <a:lnTo>
                    <a:pt x="25784" y="77914"/>
                  </a:lnTo>
                  <a:lnTo>
                    <a:pt x="23024" y="82447"/>
                  </a:lnTo>
                  <a:lnTo>
                    <a:pt x="20408" y="87066"/>
                  </a:lnTo>
                  <a:lnTo>
                    <a:pt x="17941" y="91765"/>
                  </a:lnTo>
                  <a:lnTo>
                    <a:pt x="15624" y="96540"/>
                  </a:lnTo>
                  <a:lnTo>
                    <a:pt x="13460" y="101386"/>
                  </a:lnTo>
                  <a:lnTo>
                    <a:pt x="11451" y="106298"/>
                  </a:lnTo>
                  <a:lnTo>
                    <a:pt x="9598" y="111272"/>
                  </a:lnTo>
                  <a:lnTo>
                    <a:pt x="7905" y="116302"/>
                  </a:lnTo>
                  <a:lnTo>
                    <a:pt x="6372" y="121383"/>
                  </a:lnTo>
                  <a:lnTo>
                    <a:pt x="5001" y="126511"/>
                  </a:lnTo>
                  <a:lnTo>
                    <a:pt x="3793" y="131679"/>
                  </a:lnTo>
                  <a:lnTo>
                    <a:pt x="2751" y="136883"/>
                  </a:lnTo>
                  <a:lnTo>
                    <a:pt x="1874" y="142117"/>
                  </a:lnTo>
                  <a:lnTo>
                    <a:pt x="1163" y="147377"/>
                  </a:lnTo>
                  <a:lnTo>
                    <a:pt x="620" y="152657"/>
                  </a:lnTo>
                  <a:lnTo>
                    <a:pt x="245" y="157951"/>
                  </a:lnTo>
                  <a:lnTo>
                    <a:pt x="38" y="163254"/>
                  </a:lnTo>
                  <a:lnTo>
                    <a:pt x="0" y="168562"/>
                  </a:lnTo>
                  <a:lnTo>
                    <a:pt x="130" y="173867"/>
                  </a:lnTo>
                  <a:lnTo>
                    <a:pt x="428" y="179167"/>
                  </a:lnTo>
                  <a:lnTo>
                    <a:pt x="894" y="184453"/>
                  </a:lnTo>
                  <a:lnTo>
                    <a:pt x="1528" y="189723"/>
                  </a:lnTo>
                  <a:lnTo>
                    <a:pt x="2329" y="194970"/>
                  </a:lnTo>
                  <a:lnTo>
                    <a:pt x="3297" y="200188"/>
                  </a:lnTo>
                  <a:lnTo>
                    <a:pt x="4429" y="205373"/>
                  </a:lnTo>
                  <a:lnTo>
                    <a:pt x="5725" y="210520"/>
                  </a:lnTo>
                  <a:lnTo>
                    <a:pt x="7184" y="215623"/>
                  </a:lnTo>
                  <a:lnTo>
                    <a:pt x="8805" y="220677"/>
                  </a:lnTo>
                  <a:lnTo>
                    <a:pt x="10585" y="225677"/>
                  </a:lnTo>
                  <a:lnTo>
                    <a:pt x="12523" y="230618"/>
                  </a:lnTo>
                  <a:lnTo>
                    <a:pt x="14616" y="235495"/>
                  </a:lnTo>
                  <a:lnTo>
                    <a:pt x="16864" y="240303"/>
                  </a:lnTo>
                  <a:lnTo>
                    <a:pt x="19263" y="245038"/>
                  </a:lnTo>
                  <a:lnTo>
                    <a:pt x="21811" y="249693"/>
                  </a:lnTo>
                  <a:lnTo>
                    <a:pt x="24505" y="254266"/>
                  </a:lnTo>
                  <a:lnTo>
                    <a:pt x="27344" y="258751"/>
                  </a:lnTo>
                  <a:lnTo>
                    <a:pt x="30323" y="263143"/>
                  </a:lnTo>
                  <a:lnTo>
                    <a:pt x="33440" y="267439"/>
                  </a:lnTo>
                  <a:lnTo>
                    <a:pt x="36692" y="271633"/>
                  </a:lnTo>
                  <a:lnTo>
                    <a:pt x="40076" y="275722"/>
                  </a:lnTo>
                  <a:lnTo>
                    <a:pt x="43587" y="279702"/>
                  </a:lnTo>
                  <a:lnTo>
                    <a:pt x="47224" y="283568"/>
                  </a:lnTo>
                  <a:lnTo>
                    <a:pt x="50981" y="287317"/>
                  </a:lnTo>
                  <a:lnTo>
                    <a:pt x="54855" y="290944"/>
                  </a:lnTo>
                  <a:lnTo>
                    <a:pt x="58842" y="294447"/>
                  </a:lnTo>
                  <a:lnTo>
                    <a:pt x="62939" y="297821"/>
                  </a:lnTo>
                  <a:lnTo>
                    <a:pt x="67141" y="301064"/>
                  </a:lnTo>
                  <a:lnTo>
                    <a:pt x="71443" y="304172"/>
                  </a:lnTo>
                  <a:lnTo>
                    <a:pt x="75842" y="307141"/>
                  </a:lnTo>
                  <a:lnTo>
                    <a:pt x="80333" y="309970"/>
                  </a:lnTo>
                  <a:lnTo>
                    <a:pt x="84912" y="312654"/>
                  </a:lnTo>
                  <a:lnTo>
                    <a:pt x="89573" y="315192"/>
                  </a:lnTo>
                  <a:lnTo>
                    <a:pt x="94313" y="317580"/>
                  </a:lnTo>
                  <a:lnTo>
                    <a:pt x="99126" y="319817"/>
                  </a:lnTo>
                  <a:lnTo>
                    <a:pt x="104008" y="321900"/>
                  </a:lnTo>
                  <a:lnTo>
                    <a:pt x="108953" y="323826"/>
                  </a:lnTo>
                  <a:lnTo>
                    <a:pt x="113957" y="325595"/>
                  </a:lnTo>
                  <a:lnTo>
                    <a:pt x="119015" y="327204"/>
                  </a:lnTo>
                  <a:lnTo>
                    <a:pt x="124121" y="328652"/>
                  </a:lnTo>
                  <a:lnTo>
                    <a:pt x="129270" y="329937"/>
                  </a:lnTo>
                  <a:lnTo>
                    <a:pt x="134458" y="331058"/>
                  </a:lnTo>
                  <a:lnTo>
                    <a:pt x="139679" y="332013"/>
                  </a:lnTo>
                  <a:lnTo>
                    <a:pt x="144927" y="332803"/>
                  </a:lnTo>
                  <a:lnTo>
                    <a:pt x="150198" y="333425"/>
                  </a:lnTo>
                  <a:lnTo>
                    <a:pt x="155486" y="333880"/>
                  </a:lnTo>
                  <a:lnTo>
                    <a:pt x="160786" y="334166"/>
                  </a:lnTo>
                  <a:lnTo>
                    <a:pt x="166092" y="334284"/>
                  </a:lnTo>
                  <a:lnTo>
                    <a:pt x="171399" y="334234"/>
                  </a:lnTo>
                  <a:lnTo>
                    <a:pt x="176702" y="334015"/>
                  </a:lnTo>
                  <a:lnTo>
                    <a:pt x="181995" y="333628"/>
                  </a:lnTo>
                  <a:lnTo>
                    <a:pt x="187274" y="333073"/>
                  </a:lnTo>
                  <a:lnTo>
                    <a:pt x="192532" y="332351"/>
                  </a:lnTo>
                  <a:lnTo>
                    <a:pt x="197764" y="331463"/>
                  </a:lnTo>
                  <a:lnTo>
                    <a:pt x="202966" y="330408"/>
                  </a:lnTo>
                  <a:lnTo>
                    <a:pt x="208131" y="329189"/>
                  </a:lnTo>
                  <a:lnTo>
                    <a:pt x="213256" y="327807"/>
                  </a:lnTo>
                  <a:lnTo>
                    <a:pt x="218334" y="326263"/>
                  </a:lnTo>
                  <a:lnTo>
                    <a:pt x="223360" y="324558"/>
                  </a:lnTo>
                  <a:lnTo>
                    <a:pt x="228329" y="322695"/>
                  </a:lnTo>
                  <a:lnTo>
                    <a:pt x="233237" y="320674"/>
                  </a:lnTo>
                  <a:lnTo>
                    <a:pt x="238079" y="318499"/>
                  </a:lnTo>
                  <a:lnTo>
                    <a:pt x="242848" y="316172"/>
                  </a:lnTo>
                  <a:lnTo>
                    <a:pt x="247542" y="313694"/>
                  </a:lnTo>
                  <a:lnTo>
                    <a:pt x="252154" y="311068"/>
                  </a:lnTo>
                  <a:lnTo>
                    <a:pt x="256681" y="308298"/>
                  </a:lnTo>
                  <a:lnTo>
                    <a:pt x="261118" y="305385"/>
                  </a:lnTo>
                  <a:lnTo>
                    <a:pt x="265460" y="302332"/>
                  </a:lnTo>
                  <a:lnTo>
                    <a:pt x="269703" y="299143"/>
                  </a:lnTo>
                  <a:lnTo>
                    <a:pt x="273842" y="295822"/>
                  </a:lnTo>
                  <a:lnTo>
                    <a:pt x="277874" y="292370"/>
                  </a:lnTo>
                  <a:lnTo>
                    <a:pt x="281794" y="288792"/>
                  </a:lnTo>
                  <a:lnTo>
                    <a:pt x="285599" y="285092"/>
                  </a:lnTo>
                  <a:lnTo>
                    <a:pt x="289284" y="281273"/>
                  </a:lnTo>
                  <a:lnTo>
                    <a:pt x="292846" y="277338"/>
                  </a:lnTo>
                  <a:lnTo>
                    <a:pt x="296282" y="273293"/>
                  </a:lnTo>
                  <a:lnTo>
                    <a:pt x="299587" y="269140"/>
                  </a:lnTo>
                  <a:lnTo>
                    <a:pt x="302759" y="264885"/>
                  </a:lnTo>
                  <a:lnTo>
                    <a:pt x="305795" y="260531"/>
                  </a:lnTo>
                  <a:lnTo>
                    <a:pt x="308690" y="256083"/>
                  </a:lnTo>
                  <a:lnTo>
                    <a:pt x="311443" y="251545"/>
                  </a:lnTo>
                  <a:lnTo>
                    <a:pt x="314050" y="246923"/>
                  </a:lnTo>
                  <a:lnTo>
                    <a:pt x="316510" y="242219"/>
                  </a:lnTo>
                  <a:lnTo>
                    <a:pt x="318818" y="237440"/>
                  </a:lnTo>
                  <a:lnTo>
                    <a:pt x="320974" y="232591"/>
                  </a:lnTo>
                  <a:lnTo>
                    <a:pt x="322975" y="227675"/>
                  </a:lnTo>
                  <a:lnTo>
                    <a:pt x="324819" y="222698"/>
                  </a:lnTo>
                  <a:lnTo>
                    <a:pt x="326504" y="217665"/>
                  </a:lnTo>
                  <a:lnTo>
                    <a:pt x="328028" y="212581"/>
                  </a:lnTo>
                  <a:lnTo>
                    <a:pt x="329390" y="207451"/>
                  </a:lnTo>
                  <a:lnTo>
                    <a:pt x="330589" y="202281"/>
                  </a:lnTo>
                  <a:lnTo>
                    <a:pt x="331622" y="197075"/>
                  </a:lnTo>
                  <a:lnTo>
                    <a:pt x="332490" y="191839"/>
                  </a:lnTo>
                  <a:lnTo>
                    <a:pt x="333192" y="186578"/>
                  </a:lnTo>
                  <a:lnTo>
                    <a:pt x="333726" y="181298"/>
                  </a:lnTo>
                  <a:lnTo>
                    <a:pt x="334092" y="176003"/>
                  </a:lnTo>
                  <a:lnTo>
                    <a:pt x="334290" y="170699"/>
                  </a:lnTo>
                  <a:lnTo>
                    <a:pt x="334319" y="165392"/>
                  </a:lnTo>
                  <a:lnTo>
                    <a:pt x="334180" y="160086"/>
                  </a:lnTo>
                  <a:lnTo>
                    <a:pt x="333873" y="154788"/>
                  </a:lnTo>
                  <a:lnTo>
                    <a:pt x="333397" y="149502"/>
                  </a:lnTo>
                  <a:lnTo>
                    <a:pt x="332754" y="144233"/>
                  </a:lnTo>
                  <a:lnTo>
                    <a:pt x="331944" y="138988"/>
                  </a:lnTo>
                  <a:lnTo>
                    <a:pt x="330968" y="133771"/>
                  </a:lnTo>
                  <a:lnTo>
                    <a:pt x="329827" y="128588"/>
                  </a:lnTo>
                  <a:lnTo>
                    <a:pt x="328521" y="123443"/>
                  </a:lnTo>
                  <a:lnTo>
                    <a:pt x="327054" y="118343"/>
                  </a:lnTo>
                  <a:lnTo>
                    <a:pt x="325425" y="113292"/>
                  </a:lnTo>
                  <a:lnTo>
                    <a:pt x="323636" y="108295"/>
                  </a:lnTo>
                  <a:lnTo>
                    <a:pt x="321690" y="103357"/>
                  </a:lnTo>
                  <a:lnTo>
                    <a:pt x="319588" y="98484"/>
                  </a:lnTo>
                  <a:lnTo>
                    <a:pt x="317332" y="93679"/>
                  </a:lnTo>
                  <a:lnTo>
                    <a:pt x="314925" y="88949"/>
                  </a:lnTo>
                  <a:lnTo>
                    <a:pt x="312369" y="84298"/>
                  </a:lnTo>
                  <a:lnTo>
                    <a:pt x="309666" y="79730"/>
                  </a:lnTo>
                  <a:lnTo>
                    <a:pt x="306820" y="75250"/>
                  </a:lnTo>
                  <a:lnTo>
                    <a:pt x="303833" y="70863"/>
                  </a:lnTo>
                  <a:lnTo>
                    <a:pt x="300709" y="66573"/>
                  </a:lnTo>
                  <a:lnTo>
                    <a:pt x="297450" y="62384"/>
                  </a:lnTo>
                  <a:lnTo>
                    <a:pt x="167161" y="1671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590748" y="2633064"/>
              <a:ext cx="130288" cy="167167"/>
            </a:xfrm>
            <a:custGeom>
              <a:avLst/>
              <a:pathLst>
                <a:path w="130288" h="167167">
                  <a:moveTo>
                    <a:pt x="130288" y="62430"/>
                  </a:moveTo>
                  <a:lnTo>
                    <a:pt x="126751" y="58176"/>
                  </a:lnTo>
                  <a:lnTo>
                    <a:pt x="123075" y="54041"/>
                  </a:lnTo>
                  <a:lnTo>
                    <a:pt x="119263" y="50030"/>
                  </a:lnTo>
                  <a:lnTo>
                    <a:pt x="115322" y="46147"/>
                  </a:lnTo>
                  <a:lnTo>
                    <a:pt x="111253" y="42397"/>
                  </a:lnTo>
                  <a:lnTo>
                    <a:pt x="107063" y="38784"/>
                  </a:lnTo>
                  <a:lnTo>
                    <a:pt x="102756" y="35311"/>
                  </a:lnTo>
                  <a:lnTo>
                    <a:pt x="98336" y="31982"/>
                  </a:lnTo>
                  <a:lnTo>
                    <a:pt x="93809" y="28802"/>
                  </a:lnTo>
                  <a:lnTo>
                    <a:pt x="89178" y="25773"/>
                  </a:lnTo>
                  <a:lnTo>
                    <a:pt x="84450" y="22900"/>
                  </a:lnTo>
                  <a:lnTo>
                    <a:pt x="79629" y="20184"/>
                  </a:lnTo>
                  <a:lnTo>
                    <a:pt x="74722" y="17629"/>
                  </a:lnTo>
                  <a:lnTo>
                    <a:pt x="69732" y="15238"/>
                  </a:lnTo>
                  <a:lnTo>
                    <a:pt x="64666" y="13014"/>
                  </a:lnTo>
                  <a:lnTo>
                    <a:pt x="59529" y="10958"/>
                  </a:lnTo>
                  <a:lnTo>
                    <a:pt x="54327" y="9074"/>
                  </a:lnTo>
                  <a:lnTo>
                    <a:pt x="49065" y="7362"/>
                  </a:lnTo>
                  <a:lnTo>
                    <a:pt x="43750" y="5826"/>
                  </a:lnTo>
                  <a:lnTo>
                    <a:pt x="38386" y="4467"/>
                  </a:lnTo>
                  <a:lnTo>
                    <a:pt x="32981" y="3285"/>
                  </a:lnTo>
                  <a:lnTo>
                    <a:pt x="27539" y="2284"/>
                  </a:lnTo>
                  <a:lnTo>
                    <a:pt x="22068" y="1463"/>
                  </a:lnTo>
                  <a:lnTo>
                    <a:pt x="16572" y="823"/>
                  </a:lnTo>
                  <a:lnTo>
                    <a:pt x="11058" y="366"/>
                  </a:lnTo>
                  <a:lnTo>
                    <a:pt x="5532" y="9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510503" y="3170392"/>
              <a:ext cx="15476" cy="167167"/>
            </a:xfrm>
            <a:custGeom>
              <a:avLst/>
              <a:pathLst>
                <a:path w="15476" h="167167">
                  <a:moveTo>
                    <a:pt x="15476" y="0"/>
                  </a:moveTo>
                  <a:lnTo>
                    <a:pt x="0" y="717"/>
                  </a:lnTo>
                  <a:lnTo>
                    <a:pt x="15476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510503" y="3171110"/>
              <a:ext cx="15476" cy="166449"/>
            </a:xfrm>
            <a:custGeom>
              <a:avLst/>
              <a:pathLst>
                <a:path w="15476" h="166449">
                  <a:moveTo>
                    <a:pt x="0" y="0"/>
                  </a:moveTo>
                  <a:lnTo>
                    <a:pt x="15476" y="16644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510503" y="3171110"/>
              <a:ext cx="15476" cy="166449"/>
            </a:xfrm>
            <a:custGeom>
              <a:avLst/>
              <a:pathLst>
                <a:path w="15476" h="166449">
                  <a:moveTo>
                    <a:pt x="0" y="0"/>
                  </a:moveTo>
                  <a:lnTo>
                    <a:pt x="15476" y="16644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510503" y="3171110"/>
              <a:ext cx="15476" cy="166449"/>
            </a:xfrm>
            <a:custGeom>
              <a:avLst/>
              <a:pathLst>
                <a:path w="15476" h="166449">
                  <a:moveTo>
                    <a:pt x="0" y="0"/>
                  </a:moveTo>
                  <a:lnTo>
                    <a:pt x="15476" y="16644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510503" y="3171110"/>
              <a:ext cx="15476" cy="166449"/>
            </a:xfrm>
            <a:custGeom>
              <a:avLst/>
              <a:pathLst>
                <a:path w="15476" h="166449">
                  <a:moveTo>
                    <a:pt x="0" y="0"/>
                  </a:moveTo>
                  <a:lnTo>
                    <a:pt x="15476" y="16644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10503" y="3171110"/>
              <a:ext cx="15476" cy="166449"/>
            </a:xfrm>
            <a:custGeom>
              <a:avLst/>
              <a:pathLst>
                <a:path w="15476" h="166449">
                  <a:moveTo>
                    <a:pt x="0" y="0"/>
                  </a:moveTo>
                  <a:lnTo>
                    <a:pt x="15476" y="16644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10503" y="3171110"/>
              <a:ext cx="15476" cy="166449"/>
            </a:xfrm>
            <a:custGeom>
              <a:avLst/>
              <a:pathLst>
                <a:path w="15476" h="166449">
                  <a:moveTo>
                    <a:pt x="0" y="0"/>
                  </a:moveTo>
                  <a:lnTo>
                    <a:pt x="15476" y="16644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10503" y="3171110"/>
              <a:ext cx="15476" cy="166449"/>
            </a:xfrm>
            <a:custGeom>
              <a:avLst/>
              <a:pathLst>
                <a:path w="15476" h="166449">
                  <a:moveTo>
                    <a:pt x="0" y="0"/>
                  </a:moveTo>
                  <a:lnTo>
                    <a:pt x="15476" y="1664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10503" y="3171110"/>
              <a:ext cx="15476" cy="166449"/>
            </a:xfrm>
            <a:custGeom>
              <a:avLst/>
              <a:pathLst>
                <a:path w="15476" h="166449">
                  <a:moveTo>
                    <a:pt x="0" y="0"/>
                  </a:moveTo>
                  <a:lnTo>
                    <a:pt x="15476" y="1664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10503" y="3171110"/>
              <a:ext cx="15476" cy="166449"/>
            </a:xfrm>
            <a:custGeom>
              <a:avLst/>
              <a:pathLst>
                <a:path w="15476" h="166449">
                  <a:moveTo>
                    <a:pt x="0" y="0"/>
                  </a:moveTo>
                  <a:lnTo>
                    <a:pt x="15476" y="1664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10503" y="3171110"/>
              <a:ext cx="15476" cy="166449"/>
            </a:xfrm>
            <a:custGeom>
              <a:avLst/>
              <a:pathLst>
                <a:path w="15476" h="166449">
                  <a:moveTo>
                    <a:pt x="0" y="0"/>
                  </a:moveTo>
                  <a:lnTo>
                    <a:pt x="15476" y="1664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10503" y="3171110"/>
              <a:ext cx="15476" cy="166449"/>
            </a:xfrm>
            <a:custGeom>
              <a:avLst/>
              <a:pathLst>
                <a:path w="15476" h="166449">
                  <a:moveTo>
                    <a:pt x="0" y="0"/>
                  </a:moveTo>
                  <a:lnTo>
                    <a:pt x="15476" y="16644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10503" y="3171110"/>
              <a:ext cx="15476" cy="166449"/>
            </a:xfrm>
            <a:custGeom>
              <a:avLst/>
              <a:pathLst>
                <a:path w="15476" h="166449">
                  <a:moveTo>
                    <a:pt x="0" y="0"/>
                  </a:moveTo>
                  <a:lnTo>
                    <a:pt x="15476" y="16644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358818" y="3171110"/>
              <a:ext cx="334328" cy="333602"/>
            </a:xfrm>
            <a:custGeom>
              <a:avLst/>
              <a:pathLst>
                <a:path w="334328" h="333602">
                  <a:moveTo>
                    <a:pt x="151684" y="0"/>
                  </a:moveTo>
                  <a:lnTo>
                    <a:pt x="146429" y="572"/>
                  </a:lnTo>
                  <a:lnTo>
                    <a:pt x="141195" y="1311"/>
                  </a:lnTo>
                  <a:lnTo>
                    <a:pt x="135987" y="2214"/>
                  </a:lnTo>
                  <a:lnTo>
                    <a:pt x="130809" y="3282"/>
                  </a:lnTo>
                  <a:lnTo>
                    <a:pt x="125669" y="4513"/>
                  </a:lnTo>
                  <a:lnTo>
                    <a:pt x="120569" y="5906"/>
                  </a:lnTo>
                  <a:lnTo>
                    <a:pt x="115516" y="7459"/>
                  </a:lnTo>
                  <a:lnTo>
                    <a:pt x="110515" y="9172"/>
                  </a:lnTo>
                  <a:lnTo>
                    <a:pt x="105571" y="11041"/>
                  </a:lnTo>
                  <a:lnTo>
                    <a:pt x="100688" y="13066"/>
                  </a:lnTo>
                  <a:lnTo>
                    <a:pt x="95871" y="15245"/>
                  </a:lnTo>
                  <a:lnTo>
                    <a:pt x="91126" y="17574"/>
                  </a:lnTo>
                  <a:lnTo>
                    <a:pt x="86457" y="20053"/>
                  </a:lnTo>
                  <a:lnTo>
                    <a:pt x="81869" y="22678"/>
                  </a:lnTo>
                  <a:lnTo>
                    <a:pt x="77366" y="25447"/>
                  </a:lnTo>
                  <a:lnTo>
                    <a:pt x="72952" y="28356"/>
                  </a:lnTo>
                  <a:lnTo>
                    <a:pt x="68633" y="31404"/>
                  </a:lnTo>
                  <a:lnTo>
                    <a:pt x="64412" y="34587"/>
                  </a:lnTo>
                  <a:lnTo>
                    <a:pt x="60295" y="37901"/>
                  </a:lnTo>
                  <a:lnTo>
                    <a:pt x="56284" y="41345"/>
                  </a:lnTo>
                  <a:lnTo>
                    <a:pt x="52383" y="44913"/>
                  </a:lnTo>
                  <a:lnTo>
                    <a:pt x="48598" y="48603"/>
                  </a:lnTo>
                  <a:lnTo>
                    <a:pt x="44931" y="52410"/>
                  </a:lnTo>
                  <a:lnTo>
                    <a:pt x="41387" y="56332"/>
                  </a:lnTo>
                  <a:lnTo>
                    <a:pt x="37968" y="60364"/>
                  </a:lnTo>
                  <a:lnTo>
                    <a:pt x="34678" y="64502"/>
                  </a:lnTo>
                  <a:lnTo>
                    <a:pt x="31521" y="68742"/>
                  </a:lnTo>
                  <a:lnTo>
                    <a:pt x="28500" y="73079"/>
                  </a:lnTo>
                  <a:lnTo>
                    <a:pt x="25617" y="77510"/>
                  </a:lnTo>
                  <a:lnTo>
                    <a:pt x="22876" y="82030"/>
                  </a:lnTo>
                  <a:lnTo>
                    <a:pt x="20279" y="86634"/>
                  </a:lnTo>
                  <a:lnTo>
                    <a:pt x="17828" y="91318"/>
                  </a:lnTo>
                  <a:lnTo>
                    <a:pt x="15528" y="96077"/>
                  </a:lnTo>
                  <a:lnTo>
                    <a:pt x="13378" y="100907"/>
                  </a:lnTo>
                  <a:lnTo>
                    <a:pt x="11383" y="105802"/>
                  </a:lnTo>
                  <a:lnTo>
                    <a:pt x="9543" y="110758"/>
                  </a:lnTo>
                  <a:lnTo>
                    <a:pt x="7861" y="115769"/>
                  </a:lnTo>
                  <a:lnTo>
                    <a:pt x="6338" y="120831"/>
                  </a:lnTo>
                  <a:lnTo>
                    <a:pt x="4977" y="125939"/>
                  </a:lnTo>
                  <a:lnTo>
                    <a:pt x="3777" y="131087"/>
                  </a:lnTo>
                  <a:lnTo>
                    <a:pt x="2740" y="136271"/>
                  </a:lnTo>
                  <a:lnTo>
                    <a:pt x="1868" y="141485"/>
                  </a:lnTo>
                  <a:lnTo>
                    <a:pt x="1162" y="146723"/>
                  </a:lnTo>
                  <a:lnTo>
                    <a:pt x="621" y="151982"/>
                  </a:lnTo>
                  <a:lnTo>
                    <a:pt x="247" y="157255"/>
                  </a:lnTo>
                  <a:lnTo>
                    <a:pt x="40" y="162537"/>
                  </a:lnTo>
                  <a:lnTo>
                    <a:pt x="0" y="167823"/>
                  </a:lnTo>
                  <a:lnTo>
                    <a:pt x="127" y="173108"/>
                  </a:lnTo>
                  <a:lnTo>
                    <a:pt x="421" y="178386"/>
                  </a:lnTo>
                  <a:lnTo>
                    <a:pt x="881" y="183652"/>
                  </a:lnTo>
                  <a:lnTo>
                    <a:pt x="1508" y="188901"/>
                  </a:lnTo>
                  <a:lnTo>
                    <a:pt x="2301" y="194127"/>
                  </a:lnTo>
                  <a:lnTo>
                    <a:pt x="3259" y="199326"/>
                  </a:lnTo>
                  <a:lnTo>
                    <a:pt x="4380" y="204492"/>
                  </a:lnTo>
                  <a:lnTo>
                    <a:pt x="5664" y="209619"/>
                  </a:lnTo>
                  <a:lnTo>
                    <a:pt x="7110" y="214704"/>
                  </a:lnTo>
                  <a:lnTo>
                    <a:pt x="8716" y="219740"/>
                  </a:lnTo>
                  <a:lnTo>
                    <a:pt x="10480" y="224724"/>
                  </a:lnTo>
                  <a:lnTo>
                    <a:pt x="12401" y="229648"/>
                  </a:lnTo>
                  <a:lnTo>
                    <a:pt x="14476" y="234510"/>
                  </a:lnTo>
                  <a:lnTo>
                    <a:pt x="16705" y="239304"/>
                  </a:lnTo>
                  <a:lnTo>
                    <a:pt x="19084" y="244024"/>
                  </a:lnTo>
                  <a:lnTo>
                    <a:pt x="21610" y="248667"/>
                  </a:lnTo>
                  <a:lnTo>
                    <a:pt x="24283" y="253228"/>
                  </a:lnTo>
                  <a:lnTo>
                    <a:pt x="27098" y="257703"/>
                  </a:lnTo>
                  <a:lnTo>
                    <a:pt x="30053" y="262085"/>
                  </a:lnTo>
                  <a:lnTo>
                    <a:pt x="33146" y="266373"/>
                  </a:lnTo>
                  <a:lnTo>
                    <a:pt x="36372" y="270560"/>
                  </a:lnTo>
                  <a:lnTo>
                    <a:pt x="39729" y="274643"/>
                  </a:lnTo>
                  <a:lnTo>
                    <a:pt x="43214" y="278618"/>
                  </a:lnTo>
                  <a:lnTo>
                    <a:pt x="46822" y="282481"/>
                  </a:lnTo>
                  <a:lnTo>
                    <a:pt x="50551" y="286228"/>
                  </a:lnTo>
                  <a:lnTo>
                    <a:pt x="54397" y="289855"/>
                  </a:lnTo>
                  <a:lnTo>
                    <a:pt x="58355" y="293359"/>
                  </a:lnTo>
                  <a:lnTo>
                    <a:pt x="62422" y="296736"/>
                  </a:lnTo>
                  <a:lnTo>
                    <a:pt x="66594" y="299982"/>
                  </a:lnTo>
                  <a:lnTo>
                    <a:pt x="70866" y="303095"/>
                  </a:lnTo>
                  <a:lnTo>
                    <a:pt x="75235" y="306072"/>
                  </a:lnTo>
                  <a:lnTo>
                    <a:pt x="79696" y="308908"/>
                  </a:lnTo>
                  <a:lnTo>
                    <a:pt x="84244" y="311603"/>
                  </a:lnTo>
                  <a:lnTo>
                    <a:pt x="88875" y="314152"/>
                  </a:lnTo>
                  <a:lnTo>
                    <a:pt x="93584" y="316553"/>
                  </a:lnTo>
                  <a:lnTo>
                    <a:pt x="98367" y="318805"/>
                  </a:lnTo>
                  <a:lnTo>
                    <a:pt x="103218" y="320904"/>
                  </a:lnTo>
                  <a:lnTo>
                    <a:pt x="108134" y="322848"/>
                  </a:lnTo>
                  <a:lnTo>
                    <a:pt x="113108" y="324636"/>
                  </a:lnTo>
                  <a:lnTo>
                    <a:pt x="118137" y="326266"/>
                  </a:lnTo>
                  <a:lnTo>
                    <a:pt x="123215" y="327736"/>
                  </a:lnTo>
                  <a:lnTo>
                    <a:pt x="128336" y="329045"/>
                  </a:lnTo>
                  <a:lnTo>
                    <a:pt x="133496" y="330192"/>
                  </a:lnTo>
                  <a:lnTo>
                    <a:pt x="138691" y="331174"/>
                  </a:lnTo>
                  <a:lnTo>
                    <a:pt x="143913" y="331992"/>
                  </a:lnTo>
                  <a:lnTo>
                    <a:pt x="149159" y="332644"/>
                  </a:lnTo>
                  <a:lnTo>
                    <a:pt x="154423" y="333130"/>
                  </a:lnTo>
                  <a:lnTo>
                    <a:pt x="159699" y="333450"/>
                  </a:lnTo>
                  <a:lnTo>
                    <a:pt x="164983" y="333602"/>
                  </a:lnTo>
                  <a:lnTo>
                    <a:pt x="170269" y="333587"/>
                  </a:lnTo>
                  <a:lnTo>
                    <a:pt x="175552" y="333406"/>
                  </a:lnTo>
                  <a:lnTo>
                    <a:pt x="180827" y="333057"/>
                  </a:lnTo>
                  <a:lnTo>
                    <a:pt x="186088" y="332541"/>
                  </a:lnTo>
                  <a:lnTo>
                    <a:pt x="191330" y="331860"/>
                  </a:lnTo>
                  <a:lnTo>
                    <a:pt x="196548" y="331013"/>
                  </a:lnTo>
                  <a:lnTo>
                    <a:pt x="201737" y="330002"/>
                  </a:lnTo>
                  <a:lnTo>
                    <a:pt x="206891" y="328827"/>
                  </a:lnTo>
                  <a:lnTo>
                    <a:pt x="212005" y="327489"/>
                  </a:lnTo>
                  <a:lnTo>
                    <a:pt x="217074" y="325991"/>
                  </a:lnTo>
                  <a:lnTo>
                    <a:pt x="222094" y="324333"/>
                  </a:lnTo>
                  <a:lnTo>
                    <a:pt x="227058" y="322517"/>
                  </a:lnTo>
                  <a:lnTo>
                    <a:pt x="231963" y="320545"/>
                  </a:lnTo>
                  <a:lnTo>
                    <a:pt x="236803" y="318419"/>
                  </a:lnTo>
                  <a:lnTo>
                    <a:pt x="241573" y="316142"/>
                  </a:lnTo>
                  <a:lnTo>
                    <a:pt x="246269" y="313714"/>
                  </a:lnTo>
                  <a:lnTo>
                    <a:pt x="250885" y="311139"/>
                  </a:lnTo>
                  <a:lnTo>
                    <a:pt x="255418" y="308420"/>
                  </a:lnTo>
                  <a:lnTo>
                    <a:pt x="259863" y="305558"/>
                  </a:lnTo>
                  <a:lnTo>
                    <a:pt x="264215" y="302557"/>
                  </a:lnTo>
                  <a:lnTo>
                    <a:pt x="268470" y="299421"/>
                  </a:lnTo>
                  <a:lnTo>
                    <a:pt x="272624" y="296151"/>
                  </a:lnTo>
                  <a:lnTo>
                    <a:pt x="276672" y="292752"/>
                  </a:lnTo>
                  <a:lnTo>
                    <a:pt x="280611" y="289226"/>
                  </a:lnTo>
                  <a:lnTo>
                    <a:pt x="284436" y="285578"/>
                  </a:lnTo>
                  <a:lnTo>
                    <a:pt x="288144" y="281810"/>
                  </a:lnTo>
                  <a:lnTo>
                    <a:pt x="291731" y="277927"/>
                  </a:lnTo>
                  <a:lnTo>
                    <a:pt x="295193" y="273933"/>
                  </a:lnTo>
                  <a:lnTo>
                    <a:pt x="298528" y="269831"/>
                  </a:lnTo>
                  <a:lnTo>
                    <a:pt x="301731" y="265626"/>
                  </a:lnTo>
                  <a:lnTo>
                    <a:pt x="304799" y="261321"/>
                  </a:lnTo>
                  <a:lnTo>
                    <a:pt x="307730" y="256922"/>
                  </a:lnTo>
                  <a:lnTo>
                    <a:pt x="310520" y="252432"/>
                  </a:lnTo>
                  <a:lnTo>
                    <a:pt x="313167" y="247856"/>
                  </a:lnTo>
                  <a:lnTo>
                    <a:pt x="315668" y="243199"/>
                  </a:lnTo>
                  <a:lnTo>
                    <a:pt x="318021" y="238465"/>
                  </a:lnTo>
                  <a:lnTo>
                    <a:pt x="320222" y="233659"/>
                  </a:lnTo>
                  <a:lnTo>
                    <a:pt x="322271" y="228786"/>
                  </a:lnTo>
                  <a:lnTo>
                    <a:pt x="324164" y="223851"/>
                  </a:lnTo>
                  <a:lnTo>
                    <a:pt x="325901" y="218858"/>
                  </a:lnTo>
                  <a:lnTo>
                    <a:pt x="327479" y="213813"/>
                  </a:lnTo>
                  <a:lnTo>
                    <a:pt x="328896" y="208720"/>
                  </a:lnTo>
                  <a:lnTo>
                    <a:pt x="330152" y="203585"/>
                  </a:lnTo>
                  <a:lnTo>
                    <a:pt x="331244" y="198413"/>
                  </a:lnTo>
                  <a:lnTo>
                    <a:pt x="332173" y="193209"/>
                  </a:lnTo>
                  <a:lnTo>
                    <a:pt x="332937" y="187979"/>
                  </a:lnTo>
                  <a:lnTo>
                    <a:pt x="333534" y="182726"/>
                  </a:lnTo>
                  <a:lnTo>
                    <a:pt x="333966" y="177458"/>
                  </a:lnTo>
                  <a:lnTo>
                    <a:pt x="334231" y="172178"/>
                  </a:lnTo>
                  <a:lnTo>
                    <a:pt x="334328" y="166893"/>
                  </a:lnTo>
                  <a:lnTo>
                    <a:pt x="334259" y="161607"/>
                  </a:lnTo>
                  <a:lnTo>
                    <a:pt x="334022" y="156326"/>
                  </a:lnTo>
                  <a:lnTo>
                    <a:pt x="333618" y="151056"/>
                  </a:lnTo>
                  <a:lnTo>
                    <a:pt x="333049" y="145800"/>
                  </a:lnTo>
                  <a:lnTo>
                    <a:pt x="332313" y="140565"/>
                  </a:lnTo>
                  <a:lnTo>
                    <a:pt x="331412" y="135357"/>
                  </a:lnTo>
                  <a:lnTo>
                    <a:pt x="330347" y="130179"/>
                  </a:lnTo>
                  <a:lnTo>
                    <a:pt x="329118" y="125037"/>
                  </a:lnTo>
                  <a:lnTo>
                    <a:pt x="327728" y="119937"/>
                  </a:lnTo>
                  <a:lnTo>
                    <a:pt x="326177" y="114884"/>
                  </a:lnTo>
                  <a:lnTo>
                    <a:pt x="324467" y="109882"/>
                  </a:lnTo>
                  <a:lnTo>
                    <a:pt x="322600" y="104936"/>
                  </a:lnTo>
                  <a:lnTo>
                    <a:pt x="320577" y="100052"/>
                  </a:lnTo>
                  <a:lnTo>
                    <a:pt x="318401" y="95235"/>
                  </a:lnTo>
                  <a:lnTo>
                    <a:pt x="316074" y="90489"/>
                  </a:lnTo>
                  <a:lnTo>
                    <a:pt x="313598" y="85818"/>
                  </a:lnTo>
                  <a:lnTo>
                    <a:pt x="310975" y="81228"/>
                  </a:lnTo>
                  <a:lnTo>
                    <a:pt x="308209" y="76724"/>
                  </a:lnTo>
                  <a:lnTo>
                    <a:pt x="305301" y="72309"/>
                  </a:lnTo>
                  <a:lnTo>
                    <a:pt x="302256" y="67989"/>
                  </a:lnTo>
                  <a:lnTo>
                    <a:pt x="299075" y="63766"/>
                  </a:lnTo>
                  <a:lnTo>
                    <a:pt x="295762" y="59647"/>
                  </a:lnTo>
                  <a:lnTo>
                    <a:pt x="292321" y="55634"/>
                  </a:lnTo>
                  <a:lnTo>
                    <a:pt x="288755" y="51732"/>
                  </a:lnTo>
                  <a:lnTo>
                    <a:pt x="285067" y="47945"/>
                  </a:lnTo>
                  <a:lnTo>
                    <a:pt x="281261" y="44276"/>
                  </a:lnTo>
                  <a:lnTo>
                    <a:pt x="167161" y="16644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25980" y="3170392"/>
              <a:ext cx="114099" cy="167167"/>
            </a:xfrm>
            <a:custGeom>
              <a:avLst/>
              <a:pathLst>
                <a:path w="114099" h="167167">
                  <a:moveTo>
                    <a:pt x="114099" y="44994"/>
                  </a:moveTo>
                  <a:lnTo>
                    <a:pt x="109862" y="41170"/>
                  </a:lnTo>
                  <a:lnTo>
                    <a:pt x="105496" y="37493"/>
                  </a:lnTo>
                  <a:lnTo>
                    <a:pt x="101007" y="33966"/>
                  </a:lnTo>
                  <a:lnTo>
                    <a:pt x="96401" y="30596"/>
                  </a:lnTo>
                  <a:lnTo>
                    <a:pt x="91682" y="27384"/>
                  </a:lnTo>
                  <a:lnTo>
                    <a:pt x="86856" y="24335"/>
                  </a:lnTo>
                  <a:lnTo>
                    <a:pt x="81929" y="21453"/>
                  </a:lnTo>
                  <a:lnTo>
                    <a:pt x="76907" y="18741"/>
                  </a:lnTo>
                  <a:lnTo>
                    <a:pt x="71795" y="16202"/>
                  </a:lnTo>
                  <a:lnTo>
                    <a:pt x="66599" y="13839"/>
                  </a:lnTo>
                  <a:lnTo>
                    <a:pt x="61325" y="11654"/>
                  </a:lnTo>
                  <a:lnTo>
                    <a:pt x="55980" y="9651"/>
                  </a:lnTo>
                  <a:lnTo>
                    <a:pt x="50570" y="7832"/>
                  </a:lnTo>
                  <a:lnTo>
                    <a:pt x="45100" y="6198"/>
                  </a:lnTo>
                  <a:lnTo>
                    <a:pt x="39578" y="4752"/>
                  </a:lnTo>
                  <a:lnTo>
                    <a:pt x="34010" y="3496"/>
                  </a:lnTo>
                  <a:lnTo>
                    <a:pt x="28403" y="2430"/>
                  </a:lnTo>
                  <a:lnTo>
                    <a:pt x="22762" y="1556"/>
                  </a:lnTo>
                  <a:lnTo>
                    <a:pt x="17095" y="876"/>
                  </a:lnTo>
                  <a:lnTo>
                    <a:pt x="11407" y="389"/>
                  </a:lnTo>
                  <a:lnTo>
                    <a:pt x="5707" y="9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86951" y="3707720"/>
              <a:ext cx="3797" cy="167167"/>
            </a:xfrm>
            <a:custGeom>
              <a:avLst/>
              <a:pathLst>
                <a:path w="3797" h="167167">
                  <a:moveTo>
                    <a:pt x="3797" y="0"/>
                  </a:moveTo>
                  <a:lnTo>
                    <a:pt x="0" y="43"/>
                  </a:lnTo>
                  <a:lnTo>
                    <a:pt x="3797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86951" y="3707763"/>
              <a:ext cx="3797" cy="167124"/>
            </a:xfrm>
            <a:custGeom>
              <a:avLst/>
              <a:pathLst>
                <a:path w="3797" h="167124">
                  <a:moveTo>
                    <a:pt x="0" y="0"/>
                  </a:moveTo>
                  <a:lnTo>
                    <a:pt x="3797" y="16712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86951" y="3707763"/>
              <a:ext cx="3797" cy="167124"/>
            </a:xfrm>
            <a:custGeom>
              <a:avLst/>
              <a:pathLst>
                <a:path w="3797" h="167124">
                  <a:moveTo>
                    <a:pt x="0" y="0"/>
                  </a:moveTo>
                  <a:lnTo>
                    <a:pt x="3797" y="16712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86951" y="3707763"/>
              <a:ext cx="3797" cy="167124"/>
            </a:xfrm>
            <a:custGeom>
              <a:avLst/>
              <a:pathLst>
                <a:path w="3797" h="167124">
                  <a:moveTo>
                    <a:pt x="0" y="0"/>
                  </a:moveTo>
                  <a:lnTo>
                    <a:pt x="3797" y="16712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86951" y="3707763"/>
              <a:ext cx="3797" cy="167124"/>
            </a:xfrm>
            <a:custGeom>
              <a:avLst/>
              <a:pathLst>
                <a:path w="3797" h="167124">
                  <a:moveTo>
                    <a:pt x="0" y="0"/>
                  </a:moveTo>
                  <a:lnTo>
                    <a:pt x="3797" y="16712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86951" y="3707763"/>
              <a:ext cx="3797" cy="167124"/>
            </a:xfrm>
            <a:custGeom>
              <a:avLst/>
              <a:pathLst>
                <a:path w="3797" h="167124">
                  <a:moveTo>
                    <a:pt x="0" y="0"/>
                  </a:moveTo>
                  <a:lnTo>
                    <a:pt x="3797" y="16712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86951" y="3707763"/>
              <a:ext cx="3797" cy="167124"/>
            </a:xfrm>
            <a:custGeom>
              <a:avLst/>
              <a:pathLst>
                <a:path w="3797" h="167124">
                  <a:moveTo>
                    <a:pt x="0" y="0"/>
                  </a:moveTo>
                  <a:lnTo>
                    <a:pt x="3797" y="1671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86951" y="3707763"/>
              <a:ext cx="3797" cy="167124"/>
            </a:xfrm>
            <a:custGeom>
              <a:avLst/>
              <a:pathLst>
                <a:path w="3797" h="167124">
                  <a:moveTo>
                    <a:pt x="0" y="0"/>
                  </a:moveTo>
                  <a:lnTo>
                    <a:pt x="3797" y="1671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86951" y="3707763"/>
              <a:ext cx="3797" cy="167124"/>
            </a:xfrm>
            <a:custGeom>
              <a:avLst/>
              <a:pathLst>
                <a:path w="3797" h="167124">
                  <a:moveTo>
                    <a:pt x="0" y="0"/>
                  </a:moveTo>
                  <a:lnTo>
                    <a:pt x="3797" y="1671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86951" y="3707763"/>
              <a:ext cx="3797" cy="167124"/>
            </a:xfrm>
            <a:custGeom>
              <a:avLst/>
              <a:pathLst>
                <a:path w="3797" h="167124">
                  <a:moveTo>
                    <a:pt x="0" y="0"/>
                  </a:moveTo>
                  <a:lnTo>
                    <a:pt x="3797" y="1671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86951" y="3707763"/>
              <a:ext cx="3797" cy="167124"/>
            </a:xfrm>
            <a:custGeom>
              <a:avLst/>
              <a:pathLst>
                <a:path w="3797" h="167124">
                  <a:moveTo>
                    <a:pt x="0" y="0"/>
                  </a:moveTo>
                  <a:lnTo>
                    <a:pt x="3797" y="16712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86951" y="3707763"/>
              <a:ext cx="3797" cy="167124"/>
            </a:xfrm>
            <a:custGeom>
              <a:avLst/>
              <a:pathLst>
                <a:path w="3797" h="167124">
                  <a:moveTo>
                    <a:pt x="0" y="0"/>
                  </a:moveTo>
                  <a:lnTo>
                    <a:pt x="3797" y="16712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423584" y="3707763"/>
              <a:ext cx="334328" cy="334284"/>
            </a:xfrm>
            <a:custGeom>
              <a:avLst/>
              <a:pathLst>
                <a:path w="334328" h="334284">
                  <a:moveTo>
                    <a:pt x="163366" y="0"/>
                  </a:moveTo>
                  <a:lnTo>
                    <a:pt x="158066" y="204"/>
                  </a:lnTo>
                  <a:lnTo>
                    <a:pt x="152776" y="577"/>
                  </a:lnTo>
                  <a:lnTo>
                    <a:pt x="147500" y="1117"/>
                  </a:lnTo>
                  <a:lnTo>
                    <a:pt x="142244" y="1824"/>
                  </a:lnTo>
                  <a:lnTo>
                    <a:pt x="137012" y="2698"/>
                  </a:lnTo>
                  <a:lnTo>
                    <a:pt x="131812" y="3737"/>
                  </a:lnTo>
                  <a:lnTo>
                    <a:pt x="126646" y="4941"/>
                  </a:lnTo>
                  <a:lnTo>
                    <a:pt x="121522" y="6308"/>
                  </a:lnTo>
                  <a:lnTo>
                    <a:pt x="116444" y="7836"/>
                  </a:lnTo>
                  <a:lnTo>
                    <a:pt x="111416" y="9526"/>
                  </a:lnTo>
                  <a:lnTo>
                    <a:pt x="106445" y="11373"/>
                  </a:lnTo>
                  <a:lnTo>
                    <a:pt x="101535" y="13378"/>
                  </a:lnTo>
                  <a:lnTo>
                    <a:pt x="96691" y="15537"/>
                  </a:lnTo>
                  <a:lnTo>
                    <a:pt x="91917" y="17849"/>
                  </a:lnTo>
                  <a:lnTo>
                    <a:pt x="87220" y="20311"/>
                  </a:lnTo>
                  <a:lnTo>
                    <a:pt x="82603" y="22921"/>
                  </a:lnTo>
                  <a:lnTo>
                    <a:pt x="78071" y="25676"/>
                  </a:lnTo>
                  <a:lnTo>
                    <a:pt x="73629" y="28573"/>
                  </a:lnTo>
                  <a:lnTo>
                    <a:pt x="69281" y="31610"/>
                  </a:lnTo>
                  <a:lnTo>
                    <a:pt x="65031" y="34783"/>
                  </a:lnTo>
                  <a:lnTo>
                    <a:pt x="60885" y="38090"/>
                  </a:lnTo>
                  <a:lnTo>
                    <a:pt x="56845" y="41526"/>
                  </a:lnTo>
                  <a:lnTo>
                    <a:pt x="52916" y="45089"/>
                  </a:lnTo>
                  <a:lnTo>
                    <a:pt x="49102" y="48774"/>
                  </a:lnTo>
                  <a:lnTo>
                    <a:pt x="45408" y="52579"/>
                  </a:lnTo>
                  <a:lnTo>
                    <a:pt x="41835" y="56499"/>
                  </a:lnTo>
                  <a:lnTo>
                    <a:pt x="38389" y="60531"/>
                  </a:lnTo>
                  <a:lnTo>
                    <a:pt x="35072" y="64669"/>
                  </a:lnTo>
                  <a:lnTo>
                    <a:pt x="31889" y="68911"/>
                  </a:lnTo>
                  <a:lnTo>
                    <a:pt x="28841" y="73252"/>
                  </a:lnTo>
                  <a:lnTo>
                    <a:pt x="25933" y="77687"/>
                  </a:lnTo>
                  <a:lnTo>
                    <a:pt x="23167" y="82212"/>
                  </a:lnTo>
                  <a:lnTo>
                    <a:pt x="20546" y="86822"/>
                  </a:lnTo>
                  <a:lnTo>
                    <a:pt x="18072" y="91514"/>
                  </a:lnTo>
                  <a:lnTo>
                    <a:pt x="15749" y="96281"/>
                  </a:lnTo>
                  <a:lnTo>
                    <a:pt x="13578" y="101120"/>
                  </a:lnTo>
                  <a:lnTo>
                    <a:pt x="11561" y="106025"/>
                  </a:lnTo>
                  <a:lnTo>
                    <a:pt x="9702" y="110992"/>
                  </a:lnTo>
                  <a:lnTo>
                    <a:pt x="8000" y="116016"/>
                  </a:lnTo>
                  <a:lnTo>
                    <a:pt x="6459" y="121090"/>
                  </a:lnTo>
                  <a:lnTo>
                    <a:pt x="5080" y="126211"/>
                  </a:lnTo>
                  <a:lnTo>
                    <a:pt x="3863" y="131374"/>
                  </a:lnTo>
                  <a:lnTo>
                    <a:pt x="2811" y="136572"/>
                  </a:lnTo>
                  <a:lnTo>
                    <a:pt x="1925" y="141801"/>
                  </a:lnTo>
                  <a:lnTo>
                    <a:pt x="1205" y="147055"/>
                  </a:lnTo>
                  <a:lnTo>
                    <a:pt x="652" y="152330"/>
                  </a:lnTo>
                  <a:lnTo>
                    <a:pt x="266" y="157619"/>
                  </a:lnTo>
                  <a:lnTo>
                    <a:pt x="49" y="162919"/>
                  </a:lnTo>
                  <a:lnTo>
                    <a:pt x="0" y="168222"/>
                  </a:lnTo>
                  <a:lnTo>
                    <a:pt x="118" y="173524"/>
                  </a:lnTo>
                  <a:lnTo>
                    <a:pt x="406" y="178820"/>
                  </a:lnTo>
                  <a:lnTo>
                    <a:pt x="861" y="184104"/>
                  </a:lnTo>
                  <a:lnTo>
                    <a:pt x="1483" y="189371"/>
                  </a:lnTo>
                  <a:lnTo>
                    <a:pt x="2272" y="194615"/>
                  </a:lnTo>
                  <a:lnTo>
                    <a:pt x="3227" y="199832"/>
                  </a:lnTo>
                  <a:lnTo>
                    <a:pt x="4347" y="205016"/>
                  </a:lnTo>
                  <a:lnTo>
                    <a:pt x="5631" y="210162"/>
                  </a:lnTo>
                  <a:lnTo>
                    <a:pt x="7078" y="215265"/>
                  </a:lnTo>
                  <a:lnTo>
                    <a:pt x="8685" y="220319"/>
                  </a:lnTo>
                  <a:lnTo>
                    <a:pt x="10453" y="225319"/>
                  </a:lnTo>
                  <a:lnTo>
                    <a:pt x="12378" y="230261"/>
                  </a:lnTo>
                  <a:lnTo>
                    <a:pt x="14458" y="235139"/>
                  </a:lnTo>
                  <a:lnTo>
                    <a:pt x="16693" y="239949"/>
                  </a:lnTo>
                  <a:lnTo>
                    <a:pt x="19079" y="244686"/>
                  </a:lnTo>
                  <a:lnTo>
                    <a:pt x="21614" y="249344"/>
                  </a:lnTo>
                  <a:lnTo>
                    <a:pt x="24295" y="253920"/>
                  </a:lnTo>
                  <a:lnTo>
                    <a:pt x="27120" y="258409"/>
                  </a:lnTo>
                  <a:lnTo>
                    <a:pt x="30087" y="262805"/>
                  </a:lnTo>
                  <a:lnTo>
                    <a:pt x="33191" y="267105"/>
                  </a:lnTo>
                  <a:lnTo>
                    <a:pt x="36430" y="271305"/>
                  </a:lnTo>
                  <a:lnTo>
                    <a:pt x="39800" y="275400"/>
                  </a:lnTo>
                  <a:lnTo>
                    <a:pt x="43299" y="279385"/>
                  </a:lnTo>
                  <a:lnTo>
                    <a:pt x="46923" y="283258"/>
                  </a:lnTo>
                  <a:lnTo>
                    <a:pt x="50667" y="287014"/>
                  </a:lnTo>
                  <a:lnTo>
                    <a:pt x="54529" y="290649"/>
                  </a:lnTo>
                  <a:lnTo>
                    <a:pt x="58504" y="294160"/>
                  </a:lnTo>
                  <a:lnTo>
                    <a:pt x="62589" y="297543"/>
                  </a:lnTo>
                  <a:lnTo>
                    <a:pt x="66779" y="300795"/>
                  </a:lnTo>
                  <a:lnTo>
                    <a:pt x="71070" y="303912"/>
                  </a:lnTo>
                  <a:lnTo>
                    <a:pt x="75457" y="306891"/>
                  </a:lnTo>
                  <a:lnTo>
                    <a:pt x="79937" y="309730"/>
                  </a:lnTo>
                  <a:lnTo>
                    <a:pt x="84505" y="312425"/>
                  </a:lnTo>
                  <a:lnTo>
                    <a:pt x="89156" y="314974"/>
                  </a:lnTo>
                  <a:lnTo>
                    <a:pt x="93885" y="317374"/>
                  </a:lnTo>
                  <a:lnTo>
                    <a:pt x="98688" y="319623"/>
                  </a:lnTo>
                  <a:lnTo>
                    <a:pt x="103560" y="321719"/>
                  </a:lnTo>
                  <a:lnTo>
                    <a:pt x="108496" y="323659"/>
                  </a:lnTo>
                  <a:lnTo>
                    <a:pt x="113491" y="325441"/>
                  </a:lnTo>
                  <a:lnTo>
                    <a:pt x="118541" y="327064"/>
                  </a:lnTo>
                  <a:lnTo>
                    <a:pt x="123639" y="328526"/>
                  </a:lnTo>
                  <a:lnTo>
                    <a:pt x="128781" y="329825"/>
                  </a:lnTo>
                  <a:lnTo>
                    <a:pt x="133961" y="330961"/>
                  </a:lnTo>
                  <a:lnTo>
                    <a:pt x="139175" y="331932"/>
                  </a:lnTo>
                  <a:lnTo>
                    <a:pt x="144417" y="332737"/>
                  </a:lnTo>
                  <a:lnTo>
                    <a:pt x="149682" y="333375"/>
                  </a:lnTo>
                  <a:lnTo>
                    <a:pt x="154965" y="333846"/>
                  </a:lnTo>
                  <a:lnTo>
                    <a:pt x="160260" y="334149"/>
                  </a:lnTo>
                  <a:lnTo>
                    <a:pt x="165562" y="334284"/>
                  </a:lnTo>
                  <a:lnTo>
                    <a:pt x="170865" y="334250"/>
                  </a:lnTo>
                  <a:lnTo>
                    <a:pt x="176165" y="334049"/>
                  </a:lnTo>
                  <a:lnTo>
                    <a:pt x="181456" y="333679"/>
                  </a:lnTo>
                  <a:lnTo>
                    <a:pt x="186732" y="333142"/>
                  </a:lnTo>
                  <a:lnTo>
                    <a:pt x="191989" y="332438"/>
                  </a:lnTo>
                  <a:lnTo>
                    <a:pt x="197220" y="331567"/>
                  </a:lnTo>
                  <a:lnTo>
                    <a:pt x="202422" y="330531"/>
                  </a:lnTo>
                  <a:lnTo>
                    <a:pt x="207587" y="329330"/>
                  </a:lnTo>
                  <a:lnTo>
                    <a:pt x="212713" y="327966"/>
                  </a:lnTo>
                  <a:lnTo>
                    <a:pt x="217792" y="326440"/>
                  </a:lnTo>
                  <a:lnTo>
                    <a:pt x="222820" y="324754"/>
                  </a:lnTo>
                  <a:lnTo>
                    <a:pt x="227793" y="322909"/>
                  </a:lnTo>
                  <a:lnTo>
                    <a:pt x="232704" y="320907"/>
                  </a:lnTo>
                  <a:lnTo>
                    <a:pt x="237549" y="318751"/>
                  </a:lnTo>
                  <a:lnTo>
                    <a:pt x="242324" y="316442"/>
                  </a:lnTo>
                  <a:lnTo>
                    <a:pt x="247023" y="313982"/>
                  </a:lnTo>
                  <a:lnTo>
                    <a:pt x="251641" y="311375"/>
                  </a:lnTo>
                  <a:lnTo>
                    <a:pt x="256175" y="308623"/>
                  </a:lnTo>
                  <a:lnTo>
                    <a:pt x="260619" y="305728"/>
                  </a:lnTo>
                  <a:lnTo>
                    <a:pt x="264968" y="302693"/>
                  </a:lnTo>
                  <a:lnTo>
                    <a:pt x="269220" y="299523"/>
                  </a:lnTo>
                  <a:lnTo>
                    <a:pt x="273368" y="296219"/>
                  </a:lnTo>
                  <a:lnTo>
                    <a:pt x="277410" y="292785"/>
                  </a:lnTo>
                  <a:lnTo>
                    <a:pt x="281341" y="289224"/>
                  </a:lnTo>
                  <a:lnTo>
                    <a:pt x="285157" y="285541"/>
                  </a:lnTo>
                  <a:lnTo>
                    <a:pt x="288854" y="281738"/>
                  </a:lnTo>
                  <a:lnTo>
                    <a:pt x="292428" y="277820"/>
                  </a:lnTo>
                  <a:lnTo>
                    <a:pt x="295877" y="273791"/>
                  </a:lnTo>
                  <a:lnTo>
                    <a:pt x="299196" y="269654"/>
                  </a:lnTo>
                  <a:lnTo>
                    <a:pt x="302382" y="265414"/>
                  </a:lnTo>
                  <a:lnTo>
                    <a:pt x="305432" y="261075"/>
                  </a:lnTo>
                  <a:lnTo>
                    <a:pt x="308342" y="256642"/>
                  </a:lnTo>
                  <a:lnTo>
                    <a:pt x="311111" y="252118"/>
                  </a:lnTo>
                  <a:lnTo>
                    <a:pt x="313735" y="247509"/>
                  </a:lnTo>
                  <a:lnTo>
                    <a:pt x="316211" y="242819"/>
                  </a:lnTo>
                  <a:lnTo>
                    <a:pt x="318537" y="238053"/>
                  </a:lnTo>
                  <a:lnTo>
                    <a:pt x="320711" y="233215"/>
                  </a:lnTo>
                  <a:lnTo>
                    <a:pt x="322730" y="228311"/>
                  </a:lnTo>
                  <a:lnTo>
                    <a:pt x="324593" y="223345"/>
                  </a:lnTo>
                  <a:lnTo>
                    <a:pt x="326297" y="218323"/>
                  </a:lnTo>
                  <a:lnTo>
                    <a:pt x="327841" y="213249"/>
                  </a:lnTo>
                  <a:lnTo>
                    <a:pt x="329224" y="208129"/>
                  </a:lnTo>
                  <a:lnTo>
                    <a:pt x="330443" y="202967"/>
                  </a:lnTo>
                  <a:lnTo>
                    <a:pt x="331498" y="197770"/>
                  </a:lnTo>
                  <a:lnTo>
                    <a:pt x="332387" y="192541"/>
                  </a:lnTo>
                  <a:lnTo>
                    <a:pt x="333110" y="187287"/>
                  </a:lnTo>
                  <a:lnTo>
                    <a:pt x="333666" y="182013"/>
                  </a:lnTo>
                  <a:lnTo>
                    <a:pt x="334055" y="176724"/>
                  </a:lnTo>
                  <a:lnTo>
                    <a:pt x="334275" y="171425"/>
                  </a:lnTo>
                  <a:lnTo>
                    <a:pt x="334328" y="166121"/>
                  </a:lnTo>
                  <a:lnTo>
                    <a:pt x="334212" y="160819"/>
                  </a:lnTo>
                  <a:lnTo>
                    <a:pt x="333928" y="155523"/>
                  </a:lnTo>
                  <a:lnTo>
                    <a:pt x="333476" y="150239"/>
                  </a:lnTo>
                  <a:lnTo>
                    <a:pt x="332857" y="144971"/>
                  </a:lnTo>
                  <a:lnTo>
                    <a:pt x="332070" y="139726"/>
                  </a:lnTo>
                  <a:lnTo>
                    <a:pt x="331118" y="134509"/>
                  </a:lnTo>
                  <a:lnTo>
                    <a:pt x="330001" y="129324"/>
                  </a:lnTo>
                  <a:lnTo>
                    <a:pt x="328720" y="124178"/>
                  </a:lnTo>
                  <a:lnTo>
                    <a:pt x="327276" y="119075"/>
                  </a:lnTo>
                  <a:lnTo>
                    <a:pt x="325672" y="114020"/>
                  </a:lnTo>
                  <a:lnTo>
                    <a:pt x="323907" y="109018"/>
                  </a:lnTo>
                  <a:lnTo>
                    <a:pt x="321985" y="104075"/>
                  </a:lnTo>
                  <a:lnTo>
                    <a:pt x="319907" y="99196"/>
                  </a:lnTo>
                  <a:lnTo>
                    <a:pt x="317676" y="94384"/>
                  </a:lnTo>
                  <a:lnTo>
                    <a:pt x="315292" y="89646"/>
                  </a:lnTo>
                  <a:lnTo>
                    <a:pt x="312760" y="84986"/>
                  </a:lnTo>
                  <a:lnTo>
                    <a:pt x="310081" y="80409"/>
                  </a:lnTo>
                  <a:lnTo>
                    <a:pt x="307258" y="75919"/>
                  </a:lnTo>
                  <a:lnTo>
                    <a:pt x="304295" y="71521"/>
                  </a:lnTo>
                  <a:lnTo>
                    <a:pt x="301193" y="67219"/>
                  </a:lnTo>
                  <a:lnTo>
                    <a:pt x="297956" y="63017"/>
                  </a:lnTo>
                  <a:lnTo>
                    <a:pt x="294588" y="58921"/>
                  </a:lnTo>
                  <a:lnTo>
                    <a:pt x="291091" y="54933"/>
                  </a:lnTo>
                  <a:lnTo>
                    <a:pt x="287470" y="51058"/>
                  </a:lnTo>
                  <a:lnTo>
                    <a:pt x="283728" y="47300"/>
                  </a:lnTo>
                  <a:lnTo>
                    <a:pt x="279868" y="43663"/>
                  </a:lnTo>
                  <a:lnTo>
                    <a:pt x="167163" y="16712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90748" y="3707720"/>
              <a:ext cx="112704" cy="167167"/>
            </a:xfrm>
            <a:custGeom>
              <a:avLst/>
              <a:pathLst>
                <a:path w="112704" h="167167">
                  <a:moveTo>
                    <a:pt x="112704" y="43706"/>
                  </a:moveTo>
                  <a:lnTo>
                    <a:pt x="108489" y="39986"/>
                  </a:lnTo>
                  <a:lnTo>
                    <a:pt x="104151" y="36410"/>
                  </a:lnTo>
                  <a:lnTo>
                    <a:pt x="99696" y="32982"/>
                  </a:lnTo>
                  <a:lnTo>
                    <a:pt x="95128" y="29706"/>
                  </a:lnTo>
                  <a:lnTo>
                    <a:pt x="90452" y="26585"/>
                  </a:lnTo>
                  <a:lnTo>
                    <a:pt x="85673" y="23623"/>
                  </a:lnTo>
                  <a:lnTo>
                    <a:pt x="80798" y="20823"/>
                  </a:lnTo>
                  <a:lnTo>
                    <a:pt x="75832" y="18189"/>
                  </a:lnTo>
                  <a:lnTo>
                    <a:pt x="70780" y="15723"/>
                  </a:lnTo>
                  <a:lnTo>
                    <a:pt x="65647" y="13429"/>
                  </a:lnTo>
                  <a:lnTo>
                    <a:pt x="60441" y="11309"/>
                  </a:lnTo>
                  <a:lnTo>
                    <a:pt x="55166" y="9364"/>
                  </a:lnTo>
                  <a:lnTo>
                    <a:pt x="49829" y="7599"/>
                  </a:lnTo>
                  <a:lnTo>
                    <a:pt x="44435" y="6013"/>
                  </a:lnTo>
                  <a:lnTo>
                    <a:pt x="38991" y="4610"/>
                  </a:lnTo>
                  <a:lnTo>
                    <a:pt x="33503" y="3391"/>
                  </a:lnTo>
                  <a:lnTo>
                    <a:pt x="27977" y="2357"/>
                  </a:lnTo>
                  <a:lnTo>
                    <a:pt x="22420" y="1510"/>
                  </a:lnTo>
                  <a:lnTo>
                    <a:pt x="16837" y="850"/>
                  </a:lnTo>
                  <a:lnTo>
                    <a:pt x="11235" y="378"/>
                  </a:lnTo>
                  <a:lnTo>
                    <a:pt x="5620" y="9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778824" y="4213821"/>
              <a:ext cx="2463" cy="167167"/>
            </a:xfrm>
            <a:custGeom>
              <a:avLst/>
              <a:pathLst>
                <a:path w="2463" h="167167">
                  <a:moveTo>
                    <a:pt x="2463" y="0"/>
                  </a:moveTo>
                  <a:lnTo>
                    <a:pt x="0" y="18"/>
                  </a:lnTo>
                  <a:lnTo>
                    <a:pt x="2463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778824" y="4213839"/>
              <a:ext cx="2463" cy="167149"/>
            </a:xfrm>
            <a:custGeom>
              <a:avLst/>
              <a:pathLst>
                <a:path w="2463" h="167149">
                  <a:moveTo>
                    <a:pt x="0" y="0"/>
                  </a:moveTo>
                  <a:lnTo>
                    <a:pt x="2463" y="16714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778824" y="4213839"/>
              <a:ext cx="2463" cy="167149"/>
            </a:xfrm>
            <a:custGeom>
              <a:avLst/>
              <a:pathLst>
                <a:path w="2463" h="167149">
                  <a:moveTo>
                    <a:pt x="0" y="0"/>
                  </a:moveTo>
                  <a:lnTo>
                    <a:pt x="2463" y="16714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778824" y="4213839"/>
              <a:ext cx="2463" cy="167149"/>
            </a:xfrm>
            <a:custGeom>
              <a:avLst/>
              <a:pathLst>
                <a:path w="2463" h="167149">
                  <a:moveTo>
                    <a:pt x="0" y="0"/>
                  </a:moveTo>
                  <a:lnTo>
                    <a:pt x="2463" y="16714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778824" y="4213839"/>
              <a:ext cx="2463" cy="167149"/>
            </a:xfrm>
            <a:custGeom>
              <a:avLst/>
              <a:pathLst>
                <a:path w="2463" h="167149">
                  <a:moveTo>
                    <a:pt x="0" y="0"/>
                  </a:moveTo>
                  <a:lnTo>
                    <a:pt x="2463" y="16714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778824" y="4213839"/>
              <a:ext cx="2463" cy="167149"/>
            </a:xfrm>
            <a:custGeom>
              <a:avLst/>
              <a:pathLst>
                <a:path w="2463" h="167149">
                  <a:moveTo>
                    <a:pt x="0" y="0"/>
                  </a:moveTo>
                  <a:lnTo>
                    <a:pt x="2463" y="1671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778824" y="4213839"/>
              <a:ext cx="2463" cy="167149"/>
            </a:xfrm>
            <a:custGeom>
              <a:avLst/>
              <a:pathLst>
                <a:path w="2463" h="167149">
                  <a:moveTo>
                    <a:pt x="0" y="0"/>
                  </a:moveTo>
                  <a:lnTo>
                    <a:pt x="2463" y="1671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778824" y="4213839"/>
              <a:ext cx="2463" cy="167149"/>
            </a:xfrm>
            <a:custGeom>
              <a:avLst/>
              <a:pathLst>
                <a:path w="2463" h="167149">
                  <a:moveTo>
                    <a:pt x="0" y="0"/>
                  </a:moveTo>
                  <a:lnTo>
                    <a:pt x="2463" y="1671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778824" y="4213839"/>
              <a:ext cx="2463" cy="167149"/>
            </a:xfrm>
            <a:custGeom>
              <a:avLst/>
              <a:pathLst>
                <a:path w="2463" h="167149">
                  <a:moveTo>
                    <a:pt x="0" y="0"/>
                  </a:moveTo>
                  <a:lnTo>
                    <a:pt x="2463" y="1671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778824" y="4213839"/>
              <a:ext cx="2463" cy="167149"/>
            </a:xfrm>
            <a:custGeom>
              <a:avLst/>
              <a:pathLst>
                <a:path w="2463" h="167149">
                  <a:moveTo>
                    <a:pt x="0" y="0"/>
                  </a:moveTo>
                  <a:lnTo>
                    <a:pt x="2463" y="16714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778824" y="4213839"/>
              <a:ext cx="2463" cy="167149"/>
            </a:xfrm>
            <a:custGeom>
              <a:avLst/>
              <a:pathLst>
                <a:path w="2463" h="167149">
                  <a:moveTo>
                    <a:pt x="0" y="0"/>
                  </a:moveTo>
                  <a:lnTo>
                    <a:pt x="2463" y="16714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614122" y="4213839"/>
              <a:ext cx="167165" cy="262811"/>
            </a:xfrm>
            <a:custGeom>
              <a:avLst/>
              <a:pathLst>
                <a:path w="167165" h="262811">
                  <a:moveTo>
                    <a:pt x="164702" y="0"/>
                  </a:moveTo>
                  <a:lnTo>
                    <a:pt x="159302" y="166"/>
                  </a:lnTo>
                  <a:lnTo>
                    <a:pt x="153910" y="508"/>
                  </a:lnTo>
                  <a:lnTo>
                    <a:pt x="148533" y="1023"/>
                  </a:lnTo>
                  <a:lnTo>
                    <a:pt x="143175" y="1712"/>
                  </a:lnTo>
                  <a:lnTo>
                    <a:pt x="137841" y="2573"/>
                  </a:lnTo>
                  <a:lnTo>
                    <a:pt x="132539" y="3607"/>
                  </a:lnTo>
                  <a:lnTo>
                    <a:pt x="127273" y="4811"/>
                  </a:lnTo>
                  <a:lnTo>
                    <a:pt x="122048" y="6185"/>
                  </a:lnTo>
                  <a:lnTo>
                    <a:pt x="116870" y="7727"/>
                  </a:lnTo>
                  <a:lnTo>
                    <a:pt x="111745" y="9435"/>
                  </a:lnTo>
                  <a:lnTo>
                    <a:pt x="106678" y="11308"/>
                  </a:lnTo>
                  <a:lnTo>
                    <a:pt x="101674" y="13344"/>
                  </a:lnTo>
                  <a:lnTo>
                    <a:pt x="96738" y="15541"/>
                  </a:lnTo>
                  <a:lnTo>
                    <a:pt x="91876" y="17895"/>
                  </a:lnTo>
                  <a:lnTo>
                    <a:pt x="87093" y="20406"/>
                  </a:lnTo>
                  <a:lnTo>
                    <a:pt x="82393" y="23070"/>
                  </a:lnTo>
                  <a:lnTo>
                    <a:pt x="77782" y="25885"/>
                  </a:lnTo>
                  <a:lnTo>
                    <a:pt x="73264" y="28846"/>
                  </a:lnTo>
                  <a:lnTo>
                    <a:pt x="68844" y="31953"/>
                  </a:lnTo>
                  <a:lnTo>
                    <a:pt x="64527" y="35200"/>
                  </a:lnTo>
                  <a:lnTo>
                    <a:pt x="60317" y="38586"/>
                  </a:lnTo>
                  <a:lnTo>
                    <a:pt x="56218" y="42106"/>
                  </a:lnTo>
                  <a:lnTo>
                    <a:pt x="52236" y="45756"/>
                  </a:lnTo>
                  <a:lnTo>
                    <a:pt x="48373" y="49533"/>
                  </a:lnTo>
                  <a:lnTo>
                    <a:pt x="44635" y="53433"/>
                  </a:lnTo>
                  <a:lnTo>
                    <a:pt x="41025" y="57451"/>
                  </a:lnTo>
                  <a:lnTo>
                    <a:pt x="37546" y="61585"/>
                  </a:lnTo>
                  <a:lnTo>
                    <a:pt x="34202" y="65828"/>
                  </a:lnTo>
                  <a:lnTo>
                    <a:pt x="30998" y="70177"/>
                  </a:lnTo>
                  <a:lnTo>
                    <a:pt x="27936" y="74628"/>
                  </a:lnTo>
                  <a:lnTo>
                    <a:pt x="25019" y="79175"/>
                  </a:lnTo>
                  <a:lnTo>
                    <a:pt x="22250" y="83814"/>
                  </a:lnTo>
                  <a:lnTo>
                    <a:pt x="19633" y="88540"/>
                  </a:lnTo>
                  <a:lnTo>
                    <a:pt x="17170" y="93348"/>
                  </a:lnTo>
                  <a:lnTo>
                    <a:pt x="14864" y="98233"/>
                  </a:lnTo>
                  <a:lnTo>
                    <a:pt x="12717" y="103191"/>
                  </a:lnTo>
                  <a:lnTo>
                    <a:pt x="10731" y="108215"/>
                  </a:lnTo>
                  <a:lnTo>
                    <a:pt x="8908" y="113300"/>
                  </a:lnTo>
                  <a:lnTo>
                    <a:pt x="7251" y="118442"/>
                  </a:lnTo>
                  <a:lnTo>
                    <a:pt x="5760" y="123635"/>
                  </a:lnTo>
                  <a:lnTo>
                    <a:pt x="4439" y="128873"/>
                  </a:lnTo>
                  <a:lnTo>
                    <a:pt x="3287" y="134151"/>
                  </a:lnTo>
                  <a:lnTo>
                    <a:pt x="2306" y="139463"/>
                  </a:lnTo>
                  <a:lnTo>
                    <a:pt x="1498" y="144805"/>
                  </a:lnTo>
                  <a:lnTo>
                    <a:pt x="862" y="150170"/>
                  </a:lnTo>
                  <a:lnTo>
                    <a:pt x="400" y="155552"/>
                  </a:lnTo>
                  <a:lnTo>
                    <a:pt x="113" y="160947"/>
                  </a:lnTo>
                  <a:lnTo>
                    <a:pt x="0" y="166348"/>
                  </a:lnTo>
                  <a:lnTo>
                    <a:pt x="61" y="171750"/>
                  </a:lnTo>
                  <a:lnTo>
                    <a:pt x="297" y="177147"/>
                  </a:lnTo>
                  <a:lnTo>
                    <a:pt x="707" y="182534"/>
                  </a:lnTo>
                  <a:lnTo>
                    <a:pt x="1291" y="187904"/>
                  </a:lnTo>
                  <a:lnTo>
                    <a:pt x="2048" y="193253"/>
                  </a:lnTo>
                  <a:lnTo>
                    <a:pt x="2978" y="198575"/>
                  </a:lnTo>
                  <a:lnTo>
                    <a:pt x="4079" y="203864"/>
                  </a:lnTo>
                  <a:lnTo>
                    <a:pt x="5351" y="209114"/>
                  </a:lnTo>
                  <a:lnTo>
                    <a:pt x="6791" y="214321"/>
                  </a:lnTo>
                  <a:lnTo>
                    <a:pt x="8399" y="219479"/>
                  </a:lnTo>
                  <a:lnTo>
                    <a:pt x="10173" y="224581"/>
                  </a:lnTo>
                  <a:lnTo>
                    <a:pt x="12111" y="229624"/>
                  </a:lnTo>
                  <a:lnTo>
                    <a:pt x="14211" y="234602"/>
                  </a:lnTo>
                  <a:lnTo>
                    <a:pt x="16470" y="239509"/>
                  </a:lnTo>
                  <a:lnTo>
                    <a:pt x="18887" y="244340"/>
                  </a:lnTo>
                  <a:lnTo>
                    <a:pt x="21459" y="249091"/>
                  </a:lnTo>
                  <a:lnTo>
                    <a:pt x="24182" y="253757"/>
                  </a:lnTo>
                  <a:lnTo>
                    <a:pt x="27056" y="258332"/>
                  </a:lnTo>
                  <a:lnTo>
                    <a:pt x="30075" y="262811"/>
                  </a:lnTo>
                  <a:lnTo>
                    <a:pt x="167165" y="16714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644197" y="4213821"/>
              <a:ext cx="304244" cy="334330"/>
            </a:xfrm>
            <a:custGeom>
              <a:avLst/>
              <a:pathLst>
                <a:path w="304244" h="334330">
                  <a:moveTo>
                    <a:pt x="0" y="262829"/>
                  </a:moveTo>
                  <a:lnTo>
                    <a:pt x="3111" y="267141"/>
                  </a:lnTo>
                  <a:lnTo>
                    <a:pt x="6358" y="271351"/>
                  </a:lnTo>
                  <a:lnTo>
                    <a:pt x="9738" y="275456"/>
                  </a:lnTo>
                  <a:lnTo>
                    <a:pt x="13246" y="279451"/>
                  </a:lnTo>
                  <a:lnTo>
                    <a:pt x="16879" y="283333"/>
                  </a:lnTo>
                  <a:lnTo>
                    <a:pt x="20634" y="287097"/>
                  </a:lnTo>
                  <a:lnTo>
                    <a:pt x="24507" y="290740"/>
                  </a:lnTo>
                  <a:lnTo>
                    <a:pt x="28494" y="294257"/>
                  </a:lnTo>
                  <a:lnTo>
                    <a:pt x="32591" y="297647"/>
                  </a:lnTo>
                  <a:lnTo>
                    <a:pt x="36793" y="300904"/>
                  </a:lnTo>
                  <a:lnTo>
                    <a:pt x="41097" y="304026"/>
                  </a:lnTo>
                  <a:lnTo>
                    <a:pt x="45498" y="307009"/>
                  </a:lnTo>
                  <a:lnTo>
                    <a:pt x="49991" y="309852"/>
                  </a:lnTo>
                  <a:lnTo>
                    <a:pt x="54573" y="312549"/>
                  </a:lnTo>
                  <a:lnTo>
                    <a:pt x="59238" y="315100"/>
                  </a:lnTo>
                  <a:lnTo>
                    <a:pt x="63982" y="317501"/>
                  </a:lnTo>
                  <a:lnTo>
                    <a:pt x="68800" y="319750"/>
                  </a:lnTo>
                  <a:lnTo>
                    <a:pt x="73687" y="321844"/>
                  </a:lnTo>
                  <a:lnTo>
                    <a:pt x="78638" y="323782"/>
                  </a:lnTo>
                  <a:lnTo>
                    <a:pt x="83648" y="325562"/>
                  </a:lnTo>
                  <a:lnTo>
                    <a:pt x="88713" y="327181"/>
                  </a:lnTo>
                  <a:lnTo>
                    <a:pt x="93826" y="328639"/>
                  </a:lnTo>
                  <a:lnTo>
                    <a:pt x="98983" y="329933"/>
                  </a:lnTo>
                  <a:lnTo>
                    <a:pt x="104178" y="331063"/>
                  </a:lnTo>
                  <a:lnTo>
                    <a:pt x="109407" y="332026"/>
                  </a:lnTo>
                  <a:lnTo>
                    <a:pt x="114664" y="332823"/>
                  </a:lnTo>
                  <a:lnTo>
                    <a:pt x="119944" y="333453"/>
                  </a:lnTo>
                  <a:lnTo>
                    <a:pt x="125241" y="333914"/>
                  </a:lnTo>
                  <a:lnTo>
                    <a:pt x="130549" y="334206"/>
                  </a:lnTo>
                  <a:lnTo>
                    <a:pt x="135865" y="334330"/>
                  </a:lnTo>
                  <a:lnTo>
                    <a:pt x="141182" y="334284"/>
                  </a:lnTo>
                  <a:lnTo>
                    <a:pt x="146494" y="334070"/>
                  </a:lnTo>
                  <a:lnTo>
                    <a:pt x="151797" y="333686"/>
                  </a:lnTo>
                  <a:lnTo>
                    <a:pt x="157085" y="333134"/>
                  </a:lnTo>
                  <a:lnTo>
                    <a:pt x="162353" y="332414"/>
                  </a:lnTo>
                  <a:lnTo>
                    <a:pt x="167596" y="331527"/>
                  </a:lnTo>
                  <a:lnTo>
                    <a:pt x="172807" y="330474"/>
                  </a:lnTo>
                  <a:lnTo>
                    <a:pt x="177983" y="329255"/>
                  </a:lnTo>
                  <a:lnTo>
                    <a:pt x="183117" y="327873"/>
                  </a:lnTo>
                  <a:lnTo>
                    <a:pt x="188204" y="326328"/>
                  </a:lnTo>
                  <a:lnTo>
                    <a:pt x="193240" y="324622"/>
                  </a:lnTo>
                  <a:lnTo>
                    <a:pt x="198219" y="322757"/>
                  </a:lnTo>
                  <a:lnTo>
                    <a:pt x="203136" y="320734"/>
                  </a:lnTo>
                  <a:lnTo>
                    <a:pt x="207986" y="318556"/>
                  </a:lnTo>
                  <a:lnTo>
                    <a:pt x="212765" y="316225"/>
                  </a:lnTo>
                  <a:lnTo>
                    <a:pt x="217467" y="313743"/>
                  </a:lnTo>
                  <a:lnTo>
                    <a:pt x="222088" y="311112"/>
                  </a:lnTo>
                  <a:lnTo>
                    <a:pt x="226622" y="308336"/>
                  </a:lnTo>
                  <a:lnTo>
                    <a:pt x="231067" y="305418"/>
                  </a:lnTo>
                  <a:lnTo>
                    <a:pt x="235416" y="302359"/>
                  </a:lnTo>
                  <a:lnTo>
                    <a:pt x="239665" y="299164"/>
                  </a:lnTo>
                  <a:lnTo>
                    <a:pt x="243811" y="295835"/>
                  </a:lnTo>
                  <a:lnTo>
                    <a:pt x="247849" y="292376"/>
                  </a:lnTo>
                  <a:lnTo>
                    <a:pt x="251775" y="288790"/>
                  </a:lnTo>
                  <a:lnTo>
                    <a:pt x="255585" y="285081"/>
                  </a:lnTo>
                  <a:lnTo>
                    <a:pt x="259275" y="281253"/>
                  </a:lnTo>
                  <a:lnTo>
                    <a:pt x="262841" y="277310"/>
                  </a:lnTo>
                  <a:lnTo>
                    <a:pt x="266280" y="273255"/>
                  </a:lnTo>
                  <a:lnTo>
                    <a:pt x="269589" y="269093"/>
                  </a:lnTo>
                  <a:lnTo>
                    <a:pt x="272763" y="264828"/>
                  </a:lnTo>
                  <a:lnTo>
                    <a:pt x="275800" y="260463"/>
                  </a:lnTo>
                  <a:lnTo>
                    <a:pt x="278697" y="256005"/>
                  </a:lnTo>
                  <a:lnTo>
                    <a:pt x="281451" y="251457"/>
                  </a:lnTo>
                  <a:lnTo>
                    <a:pt x="284058" y="246823"/>
                  </a:lnTo>
                  <a:lnTo>
                    <a:pt x="286517" y="242109"/>
                  </a:lnTo>
                  <a:lnTo>
                    <a:pt x="288825" y="237319"/>
                  </a:lnTo>
                  <a:lnTo>
                    <a:pt x="290979" y="232458"/>
                  </a:lnTo>
                  <a:lnTo>
                    <a:pt x="292978" y="227531"/>
                  </a:lnTo>
                  <a:lnTo>
                    <a:pt x="294818" y="222543"/>
                  </a:lnTo>
                  <a:lnTo>
                    <a:pt x="296500" y="217499"/>
                  </a:lnTo>
                  <a:lnTo>
                    <a:pt x="298020" y="212404"/>
                  </a:lnTo>
                  <a:lnTo>
                    <a:pt x="299377" y="207263"/>
                  </a:lnTo>
                  <a:lnTo>
                    <a:pt x="300570" y="202082"/>
                  </a:lnTo>
                  <a:lnTo>
                    <a:pt x="301598" y="196865"/>
                  </a:lnTo>
                  <a:lnTo>
                    <a:pt x="302459" y="191618"/>
                  </a:lnTo>
                  <a:lnTo>
                    <a:pt x="303153" y="186347"/>
                  </a:lnTo>
                  <a:lnTo>
                    <a:pt x="303679" y="181056"/>
                  </a:lnTo>
                  <a:lnTo>
                    <a:pt x="304036" y="175751"/>
                  </a:lnTo>
                  <a:lnTo>
                    <a:pt x="304225" y="170438"/>
                  </a:lnTo>
                  <a:lnTo>
                    <a:pt x="304244" y="165121"/>
                  </a:lnTo>
                  <a:lnTo>
                    <a:pt x="304095" y="159806"/>
                  </a:lnTo>
                  <a:lnTo>
                    <a:pt x="303776" y="154499"/>
                  </a:lnTo>
                  <a:lnTo>
                    <a:pt x="303289" y="149204"/>
                  </a:lnTo>
                  <a:lnTo>
                    <a:pt x="302634" y="143928"/>
                  </a:lnTo>
                  <a:lnTo>
                    <a:pt x="301811" y="138675"/>
                  </a:lnTo>
                  <a:lnTo>
                    <a:pt x="300821" y="133451"/>
                  </a:lnTo>
                  <a:lnTo>
                    <a:pt x="299666" y="128261"/>
                  </a:lnTo>
                  <a:lnTo>
                    <a:pt x="298347" y="123110"/>
                  </a:lnTo>
                  <a:lnTo>
                    <a:pt x="296864" y="118004"/>
                  </a:lnTo>
                  <a:lnTo>
                    <a:pt x="295220" y="112948"/>
                  </a:lnTo>
                  <a:lnTo>
                    <a:pt x="293416" y="107946"/>
                  </a:lnTo>
                  <a:lnTo>
                    <a:pt x="291453" y="103005"/>
                  </a:lnTo>
                  <a:lnTo>
                    <a:pt x="289335" y="98128"/>
                  </a:lnTo>
                  <a:lnTo>
                    <a:pt x="287062" y="93322"/>
                  </a:lnTo>
                  <a:lnTo>
                    <a:pt x="284638" y="88590"/>
                  </a:lnTo>
                  <a:lnTo>
                    <a:pt x="282064" y="83937"/>
                  </a:lnTo>
                  <a:lnTo>
                    <a:pt x="279344" y="79369"/>
                  </a:lnTo>
                  <a:lnTo>
                    <a:pt x="276480" y="74889"/>
                  </a:lnTo>
                  <a:lnTo>
                    <a:pt x="273475" y="70503"/>
                  </a:lnTo>
                  <a:lnTo>
                    <a:pt x="270332" y="66214"/>
                  </a:lnTo>
                  <a:lnTo>
                    <a:pt x="267054" y="62028"/>
                  </a:lnTo>
                  <a:lnTo>
                    <a:pt x="263645" y="57948"/>
                  </a:lnTo>
                  <a:lnTo>
                    <a:pt x="260107" y="53979"/>
                  </a:lnTo>
                  <a:lnTo>
                    <a:pt x="256445" y="50124"/>
                  </a:lnTo>
                  <a:lnTo>
                    <a:pt x="252663" y="46387"/>
                  </a:lnTo>
                  <a:lnTo>
                    <a:pt x="248763" y="42773"/>
                  </a:lnTo>
                  <a:lnTo>
                    <a:pt x="244751" y="39284"/>
                  </a:lnTo>
                  <a:lnTo>
                    <a:pt x="240630" y="35925"/>
                  </a:lnTo>
                  <a:lnTo>
                    <a:pt x="236403" y="32699"/>
                  </a:lnTo>
                  <a:lnTo>
                    <a:pt x="232077" y="29608"/>
                  </a:lnTo>
                  <a:lnTo>
                    <a:pt x="227654" y="26657"/>
                  </a:lnTo>
                  <a:lnTo>
                    <a:pt x="223140" y="23848"/>
                  </a:lnTo>
                  <a:lnTo>
                    <a:pt x="218539" y="21184"/>
                  </a:lnTo>
                  <a:lnTo>
                    <a:pt x="213855" y="18668"/>
                  </a:lnTo>
                  <a:lnTo>
                    <a:pt x="209093" y="16302"/>
                  </a:lnTo>
                  <a:lnTo>
                    <a:pt x="204259" y="14088"/>
                  </a:lnTo>
                  <a:lnTo>
                    <a:pt x="199357" y="12029"/>
                  </a:lnTo>
                  <a:lnTo>
                    <a:pt x="194392" y="10128"/>
                  </a:lnTo>
                  <a:lnTo>
                    <a:pt x="189369" y="8385"/>
                  </a:lnTo>
                  <a:lnTo>
                    <a:pt x="184293" y="6802"/>
                  </a:lnTo>
                  <a:lnTo>
                    <a:pt x="179169" y="5382"/>
                  </a:lnTo>
                  <a:lnTo>
                    <a:pt x="174003" y="4126"/>
                  </a:lnTo>
                  <a:lnTo>
                    <a:pt x="168799" y="3034"/>
                  </a:lnTo>
                  <a:lnTo>
                    <a:pt x="163563" y="2109"/>
                  </a:lnTo>
                  <a:lnTo>
                    <a:pt x="158301" y="1351"/>
                  </a:lnTo>
                  <a:lnTo>
                    <a:pt x="153017" y="760"/>
                  </a:lnTo>
                  <a:lnTo>
                    <a:pt x="147717" y="338"/>
                  </a:lnTo>
                  <a:lnTo>
                    <a:pt x="142406" y="84"/>
                  </a:lnTo>
                  <a:lnTo>
                    <a:pt x="137089" y="0"/>
                  </a:lnTo>
                  <a:lnTo>
                    <a:pt x="13708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3084985" y="4659281"/>
              <a:ext cx="1539" cy="167167"/>
            </a:xfrm>
            <a:custGeom>
              <a:avLst/>
              <a:pathLst>
                <a:path w="1539" h="167167">
                  <a:moveTo>
                    <a:pt x="1539" y="0"/>
                  </a:moveTo>
                  <a:lnTo>
                    <a:pt x="0" y="7"/>
                  </a:lnTo>
                  <a:lnTo>
                    <a:pt x="1539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3084985" y="4659288"/>
              <a:ext cx="1539" cy="167160"/>
            </a:xfrm>
            <a:custGeom>
              <a:avLst/>
              <a:pathLst>
                <a:path w="1539" h="167160">
                  <a:moveTo>
                    <a:pt x="0" y="0"/>
                  </a:moveTo>
                  <a:lnTo>
                    <a:pt x="1539" y="16716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3084985" y="4659288"/>
              <a:ext cx="1539" cy="167160"/>
            </a:xfrm>
            <a:custGeom>
              <a:avLst/>
              <a:pathLst>
                <a:path w="1539" h="167160">
                  <a:moveTo>
                    <a:pt x="0" y="0"/>
                  </a:moveTo>
                  <a:lnTo>
                    <a:pt x="1539" y="16716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3084985" y="4659288"/>
              <a:ext cx="1539" cy="167160"/>
            </a:xfrm>
            <a:custGeom>
              <a:avLst/>
              <a:pathLst>
                <a:path w="1539" h="167160">
                  <a:moveTo>
                    <a:pt x="0" y="0"/>
                  </a:moveTo>
                  <a:lnTo>
                    <a:pt x="1539" y="16716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3084985" y="4659288"/>
              <a:ext cx="1539" cy="167160"/>
            </a:xfrm>
            <a:custGeom>
              <a:avLst/>
              <a:pathLst>
                <a:path w="1539" h="167160">
                  <a:moveTo>
                    <a:pt x="0" y="0"/>
                  </a:moveTo>
                  <a:lnTo>
                    <a:pt x="1539" y="1671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3084985" y="4659288"/>
              <a:ext cx="1539" cy="167160"/>
            </a:xfrm>
            <a:custGeom>
              <a:avLst/>
              <a:pathLst>
                <a:path w="1539" h="167160">
                  <a:moveTo>
                    <a:pt x="0" y="0"/>
                  </a:moveTo>
                  <a:lnTo>
                    <a:pt x="1539" y="1671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3084985" y="4659288"/>
              <a:ext cx="1539" cy="167160"/>
            </a:xfrm>
            <a:custGeom>
              <a:avLst/>
              <a:pathLst>
                <a:path w="1539" h="167160">
                  <a:moveTo>
                    <a:pt x="0" y="0"/>
                  </a:moveTo>
                  <a:lnTo>
                    <a:pt x="1539" y="1671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3084985" y="4659288"/>
              <a:ext cx="1539" cy="167160"/>
            </a:xfrm>
            <a:custGeom>
              <a:avLst/>
              <a:pathLst>
                <a:path w="1539" h="167160">
                  <a:moveTo>
                    <a:pt x="0" y="0"/>
                  </a:moveTo>
                  <a:lnTo>
                    <a:pt x="1539" y="1671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3084985" y="4659288"/>
              <a:ext cx="1539" cy="167160"/>
            </a:xfrm>
            <a:custGeom>
              <a:avLst/>
              <a:pathLst>
                <a:path w="1539" h="167160">
                  <a:moveTo>
                    <a:pt x="0" y="0"/>
                  </a:moveTo>
                  <a:lnTo>
                    <a:pt x="1539" y="16716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3084985" y="4659288"/>
              <a:ext cx="1539" cy="167160"/>
            </a:xfrm>
            <a:custGeom>
              <a:avLst/>
              <a:pathLst>
                <a:path w="1539" h="167160">
                  <a:moveTo>
                    <a:pt x="0" y="0"/>
                  </a:moveTo>
                  <a:lnTo>
                    <a:pt x="1539" y="16716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919464" y="4659288"/>
              <a:ext cx="167060" cy="167160"/>
            </a:xfrm>
            <a:custGeom>
              <a:avLst/>
              <a:pathLst>
                <a:path w="167060" h="167160">
                  <a:moveTo>
                    <a:pt x="165520" y="0"/>
                  </a:moveTo>
                  <a:lnTo>
                    <a:pt x="160095" y="138"/>
                  </a:lnTo>
                  <a:lnTo>
                    <a:pt x="154678" y="452"/>
                  </a:lnTo>
                  <a:lnTo>
                    <a:pt x="149273" y="941"/>
                  </a:lnTo>
                  <a:lnTo>
                    <a:pt x="143887" y="1606"/>
                  </a:lnTo>
                  <a:lnTo>
                    <a:pt x="138526" y="2446"/>
                  </a:lnTo>
                  <a:lnTo>
                    <a:pt x="133195" y="3459"/>
                  </a:lnTo>
                  <a:lnTo>
                    <a:pt x="127899" y="4644"/>
                  </a:lnTo>
                  <a:lnTo>
                    <a:pt x="122645" y="6001"/>
                  </a:lnTo>
                  <a:lnTo>
                    <a:pt x="117437" y="7527"/>
                  </a:lnTo>
                  <a:lnTo>
                    <a:pt x="112282" y="9222"/>
                  </a:lnTo>
                  <a:lnTo>
                    <a:pt x="107184" y="11083"/>
                  </a:lnTo>
                  <a:lnTo>
                    <a:pt x="102150" y="13109"/>
                  </a:lnTo>
                  <a:lnTo>
                    <a:pt x="97184" y="15297"/>
                  </a:lnTo>
                  <a:lnTo>
                    <a:pt x="92291" y="17645"/>
                  </a:lnTo>
                  <a:lnTo>
                    <a:pt x="87478" y="20151"/>
                  </a:lnTo>
                  <a:lnTo>
                    <a:pt x="82748" y="22812"/>
                  </a:lnTo>
                  <a:lnTo>
                    <a:pt x="78107" y="25624"/>
                  </a:lnTo>
                  <a:lnTo>
                    <a:pt x="73560" y="28586"/>
                  </a:lnTo>
                  <a:lnTo>
                    <a:pt x="69111" y="31694"/>
                  </a:lnTo>
                  <a:lnTo>
                    <a:pt x="64766" y="34945"/>
                  </a:lnTo>
                  <a:lnTo>
                    <a:pt x="60528" y="38335"/>
                  </a:lnTo>
                  <a:lnTo>
                    <a:pt x="56403" y="41861"/>
                  </a:lnTo>
                  <a:lnTo>
                    <a:pt x="52394" y="45518"/>
                  </a:lnTo>
                  <a:lnTo>
                    <a:pt x="48506" y="49304"/>
                  </a:lnTo>
                  <a:lnTo>
                    <a:pt x="44743" y="53215"/>
                  </a:lnTo>
                  <a:lnTo>
                    <a:pt x="41109" y="57245"/>
                  </a:lnTo>
                  <a:lnTo>
                    <a:pt x="37608" y="61391"/>
                  </a:lnTo>
                  <a:lnTo>
                    <a:pt x="34243" y="65648"/>
                  </a:lnTo>
                  <a:lnTo>
                    <a:pt x="31018" y="70013"/>
                  </a:lnTo>
                  <a:lnTo>
                    <a:pt x="27936" y="74480"/>
                  </a:lnTo>
                  <a:lnTo>
                    <a:pt x="25001" y="79044"/>
                  </a:lnTo>
                  <a:lnTo>
                    <a:pt x="22216" y="83702"/>
                  </a:lnTo>
                  <a:lnTo>
                    <a:pt x="19584" y="88447"/>
                  </a:lnTo>
                  <a:lnTo>
                    <a:pt x="17106" y="93276"/>
                  </a:lnTo>
                  <a:lnTo>
                    <a:pt x="14787" y="98182"/>
                  </a:lnTo>
                  <a:lnTo>
                    <a:pt x="12629" y="103161"/>
                  </a:lnTo>
                  <a:lnTo>
                    <a:pt x="10633" y="108207"/>
                  </a:lnTo>
                  <a:lnTo>
                    <a:pt x="8802" y="113316"/>
                  </a:lnTo>
                  <a:lnTo>
                    <a:pt x="7137" y="118481"/>
                  </a:lnTo>
                  <a:lnTo>
                    <a:pt x="5641" y="123697"/>
                  </a:lnTo>
                  <a:lnTo>
                    <a:pt x="4316" y="128960"/>
                  </a:lnTo>
                  <a:lnTo>
                    <a:pt x="3162" y="134262"/>
                  </a:lnTo>
                  <a:lnTo>
                    <a:pt x="2180" y="139599"/>
                  </a:lnTo>
                  <a:lnTo>
                    <a:pt x="1372" y="144966"/>
                  </a:lnTo>
                  <a:lnTo>
                    <a:pt x="739" y="150355"/>
                  </a:lnTo>
                  <a:lnTo>
                    <a:pt x="282" y="155763"/>
                  </a:lnTo>
                  <a:lnTo>
                    <a:pt x="0" y="161182"/>
                  </a:lnTo>
                  <a:lnTo>
                    <a:pt x="167060" y="16716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919358" y="4659281"/>
              <a:ext cx="334321" cy="334329"/>
            </a:xfrm>
            <a:custGeom>
              <a:avLst/>
              <a:pathLst>
                <a:path w="334321" h="334329">
                  <a:moveTo>
                    <a:pt x="105" y="161189"/>
                  </a:moveTo>
                  <a:lnTo>
                    <a:pt x="0" y="166480"/>
                  </a:lnTo>
                  <a:lnTo>
                    <a:pt x="61" y="171771"/>
                  </a:lnTo>
                  <a:lnTo>
                    <a:pt x="291" y="177057"/>
                  </a:lnTo>
                  <a:lnTo>
                    <a:pt x="688" y="182333"/>
                  </a:lnTo>
                  <a:lnTo>
                    <a:pt x="1251" y="187595"/>
                  </a:lnTo>
                  <a:lnTo>
                    <a:pt x="1981" y="192836"/>
                  </a:lnTo>
                  <a:lnTo>
                    <a:pt x="2876" y="198051"/>
                  </a:lnTo>
                  <a:lnTo>
                    <a:pt x="3935" y="203235"/>
                  </a:lnTo>
                  <a:lnTo>
                    <a:pt x="5159" y="208383"/>
                  </a:lnTo>
                  <a:lnTo>
                    <a:pt x="6544" y="213490"/>
                  </a:lnTo>
                  <a:lnTo>
                    <a:pt x="8091" y="218550"/>
                  </a:lnTo>
                  <a:lnTo>
                    <a:pt x="9797" y="223559"/>
                  </a:lnTo>
                  <a:lnTo>
                    <a:pt x="11660" y="228511"/>
                  </a:lnTo>
                  <a:lnTo>
                    <a:pt x="13680" y="233402"/>
                  </a:lnTo>
                  <a:lnTo>
                    <a:pt x="15853" y="238226"/>
                  </a:lnTo>
                  <a:lnTo>
                    <a:pt x="18178" y="242980"/>
                  </a:lnTo>
                  <a:lnTo>
                    <a:pt x="20652" y="247657"/>
                  </a:lnTo>
                  <a:lnTo>
                    <a:pt x="23273" y="252254"/>
                  </a:lnTo>
                  <a:lnTo>
                    <a:pt x="26038" y="256765"/>
                  </a:lnTo>
                  <a:lnTo>
                    <a:pt x="28944" y="261187"/>
                  </a:lnTo>
                  <a:lnTo>
                    <a:pt x="31989" y="265514"/>
                  </a:lnTo>
                  <a:lnTo>
                    <a:pt x="35169" y="269743"/>
                  </a:lnTo>
                  <a:lnTo>
                    <a:pt x="38482" y="273869"/>
                  </a:lnTo>
                  <a:lnTo>
                    <a:pt x="41923" y="277889"/>
                  </a:lnTo>
                  <a:lnTo>
                    <a:pt x="45490" y="281797"/>
                  </a:lnTo>
                  <a:lnTo>
                    <a:pt x="49179" y="285591"/>
                  </a:lnTo>
                  <a:lnTo>
                    <a:pt x="52986" y="289265"/>
                  </a:lnTo>
                  <a:lnTo>
                    <a:pt x="56908" y="292818"/>
                  </a:lnTo>
                  <a:lnTo>
                    <a:pt x="60940" y="296245"/>
                  </a:lnTo>
                  <a:lnTo>
                    <a:pt x="65078" y="299542"/>
                  </a:lnTo>
                  <a:lnTo>
                    <a:pt x="69319" y="302706"/>
                  </a:lnTo>
                  <a:lnTo>
                    <a:pt x="73657" y="305735"/>
                  </a:lnTo>
                  <a:lnTo>
                    <a:pt x="78090" y="308625"/>
                  </a:lnTo>
                  <a:lnTo>
                    <a:pt x="82612" y="311374"/>
                  </a:lnTo>
                  <a:lnTo>
                    <a:pt x="87218" y="313977"/>
                  </a:lnTo>
                  <a:lnTo>
                    <a:pt x="91904" y="316434"/>
                  </a:lnTo>
                  <a:lnTo>
                    <a:pt x="96666" y="318741"/>
                  </a:lnTo>
                  <a:lnTo>
                    <a:pt x="101499" y="320897"/>
                  </a:lnTo>
                  <a:lnTo>
                    <a:pt x="106397" y="322898"/>
                  </a:lnTo>
                  <a:lnTo>
                    <a:pt x="111356" y="324743"/>
                  </a:lnTo>
                  <a:lnTo>
                    <a:pt x="116371" y="326431"/>
                  </a:lnTo>
                  <a:lnTo>
                    <a:pt x="121437" y="327958"/>
                  </a:lnTo>
                  <a:lnTo>
                    <a:pt x="126549" y="329325"/>
                  </a:lnTo>
                  <a:lnTo>
                    <a:pt x="131702" y="330529"/>
                  </a:lnTo>
                  <a:lnTo>
                    <a:pt x="136890" y="331570"/>
                  </a:lnTo>
                  <a:lnTo>
                    <a:pt x="142108" y="332446"/>
                  </a:lnTo>
                  <a:lnTo>
                    <a:pt x="147352" y="333156"/>
                  </a:lnTo>
                  <a:lnTo>
                    <a:pt x="152615" y="333700"/>
                  </a:lnTo>
                  <a:lnTo>
                    <a:pt x="157893" y="334077"/>
                  </a:lnTo>
                  <a:lnTo>
                    <a:pt x="163180" y="334287"/>
                  </a:lnTo>
                  <a:lnTo>
                    <a:pt x="168471" y="334329"/>
                  </a:lnTo>
                  <a:lnTo>
                    <a:pt x="173761" y="334204"/>
                  </a:lnTo>
                  <a:lnTo>
                    <a:pt x="179044" y="333912"/>
                  </a:lnTo>
                  <a:lnTo>
                    <a:pt x="184316" y="333452"/>
                  </a:lnTo>
                  <a:lnTo>
                    <a:pt x="189570" y="332826"/>
                  </a:lnTo>
                  <a:lnTo>
                    <a:pt x="194802" y="332034"/>
                  </a:lnTo>
                  <a:lnTo>
                    <a:pt x="200006" y="331077"/>
                  </a:lnTo>
                  <a:lnTo>
                    <a:pt x="205177" y="329955"/>
                  </a:lnTo>
                  <a:lnTo>
                    <a:pt x="210310" y="328671"/>
                  </a:lnTo>
                  <a:lnTo>
                    <a:pt x="215400" y="327224"/>
                  </a:lnTo>
                  <a:lnTo>
                    <a:pt x="220441" y="325618"/>
                  </a:lnTo>
                  <a:lnTo>
                    <a:pt x="225429" y="323852"/>
                  </a:lnTo>
                  <a:lnTo>
                    <a:pt x="230359" y="321930"/>
                  </a:lnTo>
                  <a:lnTo>
                    <a:pt x="235226" y="319852"/>
                  </a:lnTo>
                  <a:lnTo>
                    <a:pt x="240024" y="317622"/>
                  </a:lnTo>
                  <a:lnTo>
                    <a:pt x="244749" y="315240"/>
                  </a:lnTo>
                  <a:lnTo>
                    <a:pt x="249397" y="312711"/>
                  </a:lnTo>
                  <a:lnTo>
                    <a:pt x="253962" y="310035"/>
                  </a:lnTo>
                  <a:lnTo>
                    <a:pt x="258440" y="307217"/>
                  </a:lnTo>
                  <a:lnTo>
                    <a:pt x="262827" y="304258"/>
                  </a:lnTo>
                  <a:lnTo>
                    <a:pt x="267117" y="301162"/>
                  </a:lnTo>
                  <a:lnTo>
                    <a:pt x="271308" y="297931"/>
                  </a:lnTo>
                  <a:lnTo>
                    <a:pt x="275395" y="294570"/>
                  </a:lnTo>
                  <a:lnTo>
                    <a:pt x="279373" y="291080"/>
                  </a:lnTo>
                  <a:lnTo>
                    <a:pt x="283238" y="287467"/>
                  </a:lnTo>
                  <a:lnTo>
                    <a:pt x="286987" y="283733"/>
                  </a:lnTo>
                  <a:lnTo>
                    <a:pt x="290617" y="279883"/>
                  </a:lnTo>
                  <a:lnTo>
                    <a:pt x="294122" y="275919"/>
                  </a:lnTo>
                  <a:lnTo>
                    <a:pt x="297500" y="271846"/>
                  </a:lnTo>
                  <a:lnTo>
                    <a:pt x="300748" y="267669"/>
                  </a:lnTo>
                  <a:lnTo>
                    <a:pt x="303862" y="263391"/>
                  </a:lnTo>
                  <a:lnTo>
                    <a:pt x="306839" y="259016"/>
                  </a:lnTo>
                  <a:lnTo>
                    <a:pt x="309676" y="254550"/>
                  </a:lnTo>
                  <a:lnTo>
                    <a:pt x="312370" y="249996"/>
                  </a:lnTo>
                  <a:lnTo>
                    <a:pt x="314919" y="245359"/>
                  </a:lnTo>
                  <a:lnTo>
                    <a:pt x="317319" y="240643"/>
                  </a:lnTo>
                  <a:lnTo>
                    <a:pt x="319570" y="235854"/>
                  </a:lnTo>
                  <a:lnTo>
                    <a:pt x="321667" y="230996"/>
                  </a:lnTo>
                  <a:lnTo>
                    <a:pt x="323610" y="226075"/>
                  </a:lnTo>
                  <a:lnTo>
                    <a:pt x="325396" y="221094"/>
                  </a:lnTo>
                  <a:lnTo>
                    <a:pt x="327023" y="216059"/>
                  </a:lnTo>
                  <a:lnTo>
                    <a:pt x="328491" y="210975"/>
                  </a:lnTo>
                  <a:lnTo>
                    <a:pt x="329796" y="205847"/>
                  </a:lnTo>
                  <a:lnTo>
                    <a:pt x="330939" y="200681"/>
                  </a:lnTo>
                  <a:lnTo>
                    <a:pt x="331918" y="195481"/>
                  </a:lnTo>
                  <a:lnTo>
                    <a:pt x="332731" y="190252"/>
                  </a:lnTo>
                  <a:lnTo>
                    <a:pt x="333379" y="185001"/>
                  </a:lnTo>
                  <a:lnTo>
                    <a:pt x="333860" y="179731"/>
                  </a:lnTo>
                  <a:lnTo>
                    <a:pt x="334174" y="174449"/>
                  </a:lnTo>
                  <a:lnTo>
                    <a:pt x="334321" y="169160"/>
                  </a:lnTo>
                  <a:lnTo>
                    <a:pt x="334300" y="163869"/>
                  </a:lnTo>
                  <a:lnTo>
                    <a:pt x="334112" y="158581"/>
                  </a:lnTo>
                  <a:lnTo>
                    <a:pt x="333757" y="153301"/>
                  </a:lnTo>
                  <a:lnTo>
                    <a:pt x="333235" y="148036"/>
                  </a:lnTo>
                  <a:lnTo>
                    <a:pt x="332546" y="142789"/>
                  </a:lnTo>
                  <a:lnTo>
                    <a:pt x="331692" y="137567"/>
                  </a:lnTo>
                  <a:lnTo>
                    <a:pt x="330672" y="132375"/>
                  </a:lnTo>
                  <a:lnTo>
                    <a:pt x="329489" y="127218"/>
                  </a:lnTo>
                  <a:lnTo>
                    <a:pt x="328144" y="122100"/>
                  </a:lnTo>
                  <a:lnTo>
                    <a:pt x="326637" y="117028"/>
                  </a:lnTo>
                  <a:lnTo>
                    <a:pt x="324970" y="112006"/>
                  </a:lnTo>
                  <a:lnTo>
                    <a:pt x="323145" y="107039"/>
                  </a:lnTo>
                  <a:lnTo>
                    <a:pt x="321164" y="102133"/>
                  </a:lnTo>
                  <a:lnTo>
                    <a:pt x="319029" y="97291"/>
                  </a:lnTo>
                  <a:lnTo>
                    <a:pt x="316741" y="92520"/>
                  </a:lnTo>
                  <a:lnTo>
                    <a:pt x="314304" y="87824"/>
                  </a:lnTo>
                  <a:lnTo>
                    <a:pt x="311719" y="83207"/>
                  </a:lnTo>
                  <a:lnTo>
                    <a:pt x="308989" y="78674"/>
                  </a:lnTo>
                  <a:lnTo>
                    <a:pt x="306117" y="74229"/>
                  </a:lnTo>
                  <a:lnTo>
                    <a:pt x="303106" y="69878"/>
                  </a:lnTo>
                  <a:lnTo>
                    <a:pt x="299959" y="65625"/>
                  </a:lnTo>
                  <a:lnTo>
                    <a:pt x="296679" y="61473"/>
                  </a:lnTo>
                  <a:lnTo>
                    <a:pt x="293269" y="57427"/>
                  </a:lnTo>
                  <a:lnTo>
                    <a:pt x="289732" y="53491"/>
                  </a:lnTo>
                  <a:lnTo>
                    <a:pt x="286073" y="49668"/>
                  </a:lnTo>
                  <a:lnTo>
                    <a:pt x="282295" y="45964"/>
                  </a:lnTo>
                  <a:lnTo>
                    <a:pt x="278401" y="42381"/>
                  </a:lnTo>
                  <a:lnTo>
                    <a:pt x="274396" y="38923"/>
                  </a:lnTo>
                  <a:lnTo>
                    <a:pt x="270284" y="35593"/>
                  </a:lnTo>
                  <a:lnTo>
                    <a:pt x="266068" y="32396"/>
                  </a:lnTo>
                  <a:lnTo>
                    <a:pt x="261753" y="29333"/>
                  </a:lnTo>
                  <a:lnTo>
                    <a:pt x="257343" y="26409"/>
                  </a:lnTo>
                  <a:lnTo>
                    <a:pt x="252843" y="23625"/>
                  </a:lnTo>
                  <a:lnTo>
                    <a:pt x="248257" y="20985"/>
                  </a:lnTo>
                  <a:lnTo>
                    <a:pt x="243590" y="18492"/>
                  </a:lnTo>
                  <a:lnTo>
                    <a:pt x="238846" y="16148"/>
                  </a:lnTo>
                  <a:lnTo>
                    <a:pt x="234031" y="13955"/>
                  </a:lnTo>
                  <a:lnTo>
                    <a:pt x="229148" y="11915"/>
                  </a:lnTo>
                  <a:lnTo>
                    <a:pt x="224204" y="10031"/>
                  </a:lnTo>
                  <a:lnTo>
                    <a:pt x="219202" y="8305"/>
                  </a:lnTo>
                  <a:lnTo>
                    <a:pt x="214148" y="6738"/>
                  </a:lnTo>
                  <a:lnTo>
                    <a:pt x="209047" y="5331"/>
                  </a:lnTo>
                  <a:lnTo>
                    <a:pt x="203904" y="4087"/>
                  </a:lnTo>
                  <a:lnTo>
                    <a:pt x="198724" y="3005"/>
                  </a:lnTo>
                  <a:lnTo>
                    <a:pt x="193513" y="2089"/>
                  </a:lnTo>
                  <a:lnTo>
                    <a:pt x="188275" y="1338"/>
                  </a:lnTo>
                  <a:lnTo>
                    <a:pt x="183016" y="753"/>
                  </a:lnTo>
                  <a:lnTo>
                    <a:pt x="177742" y="334"/>
                  </a:lnTo>
                  <a:lnTo>
                    <a:pt x="172456" y="83"/>
                  </a:lnTo>
                  <a:lnTo>
                    <a:pt x="167166" y="0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321569" y="5018213"/>
              <a:ext cx="334310" cy="334333"/>
            </a:xfrm>
            <a:custGeom>
              <a:avLst/>
              <a:pathLst>
                <a:path w="334310" h="334333">
                  <a:moveTo>
                    <a:pt x="167151" y="0"/>
                  </a:moveTo>
                  <a:lnTo>
                    <a:pt x="161853" y="83"/>
                  </a:lnTo>
                  <a:lnTo>
                    <a:pt x="156561" y="335"/>
                  </a:lnTo>
                  <a:lnTo>
                    <a:pt x="151280" y="755"/>
                  </a:lnTo>
                  <a:lnTo>
                    <a:pt x="146014" y="1341"/>
                  </a:lnTo>
                  <a:lnTo>
                    <a:pt x="140770" y="2094"/>
                  </a:lnTo>
                  <a:lnTo>
                    <a:pt x="135552" y="3013"/>
                  </a:lnTo>
                  <a:lnTo>
                    <a:pt x="130366" y="4097"/>
                  </a:lnTo>
                  <a:lnTo>
                    <a:pt x="125217" y="5345"/>
                  </a:lnTo>
                  <a:lnTo>
                    <a:pt x="120110" y="6755"/>
                  </a:lnTo>
                  <a:lnTo>
                    <a:pt x="115050" y="8326"/>
                  </a:lnTo>
                  <a:lnTo>
                    <a:pt x="110042" y="10057"/>
                  </a:lnTo>
                  <a:lnTo>
                    <a:pt x="105092" y="11945"/>
                  </a:lnTo>
                  <a:lnTo>
                    <a:pt x="100205" y="13990"/>
                  </a:lnTo>
                  <a:lnTo>
                    <a:pt x="95384" y="16188"/>
                  </a:lnTo>
                  <a:lnTo>
                    <a:pt x="90636" y="18539"/>
                  </a:lnTo>
                  <a:lnTo>
                    <a:pt x="85964" y="21038"/>
                  </a:lnTo>
                  <a:lnTo>
                    <a:pt x="81374" y="23684"/>
                  </a:lnTo>
                  <a:lnTo>
                    <a:pt x="76870" y="26474"/>
                  </a:lnTo>
                  <a:lnTo>
                    <a:pt x="72457" y="29406"/>
                  </a:lnTo>
                  <a:lnTo>
                    <a:pt x="68139" y="32476"/>
                  </a:lnTo>
                  <a:lnTo>
                    <a:pt x="63921" y="35681"/>
                  </a:lnTo>
                  <a:lnTo>
                    <a:pt x="59806" y="39019"/>
                  </a:lnTo>
                  <a:lnTo>
                    <a:pt x="55799" y="42485"/>
                  </a:lnTo>
                  <a:lnTo>
                    <a:pt x="51903" y="46076"/>
                  </a:lnTo>
                  <a:lnTo>
                    <a:pt x="48124" y="49789"/>
                  </a:lnTo>
                  <a:lnTo>
                    <a:pt x="44464" y="53620"/>
                  </a:lnTo>
                  <a:lnTo>
                    <a:pt x="40928" y="57565"/>
                  </a:lnTo>
                  <a:lnTo>
                    <a:pt x="37518" y="61620"/>
                  </a:lnTo>
                  <a:lnTo>
                    <a:pt x="34238" y="65781"/>
                  </a:lnTo>
                  <a:lnTo>
                    <a:pt x="31092" y="70044"/>
                  </a:lnTo>
                  <a:lnTo>
                    <a:pt x="28082" y="74404"/>
                  </a:lnTo>
                  <a:lnTo>
                    <a:pt x="25213" y="78858"/>
                  </a:lnTo>
                  <a:lnTo>
                    <a:pt x="22485" y="83400"/>
                  </a:lnTo>
                  <a:lnTo>
                    <a:pt x="19904" y="88026"/>
                  </a:lnTo>
                  <a:lnTo>
                    <a:pt x="17470" y="92732"/>
                  </a:lnTo>
                  <a:lnTo>
                    <a:pt x="15186" y="97513"/>
                  </a:lnTo>
                  <a:lnTo>
                    <a:pt x="13055" y="102364"/>
                  </a:lnTo>
                  <a:lnTo>
                    <a:pt x="11079" y="107279"/>
                  </a:lnTo>
                  <a:lnTo>
                    <a:pt x="9259" y="112255"/>
                  </a:lnTo>
                  <a:lnTo>
                    <a:pt x="7599" y="117286"/>
                  </a:lnTo>
                  <a:lnTo>
                    <a:pt x="6098" y="122368"/>
                  </a:lnTo>
                  <a:lnTo>
                    <a:pt x="4759" y="127494"/>
                  </a:lnTo>
                  <a:lnTo>
                    <a:pt x="3584" y="132660"/>
                  </a:lnTo>
                  <a:lnTo>
                    <a:pt x="2572" y="137861"/>
                  </a:lnTo>
                  <a:lnTo>
                    <a:pt x="1726" y="143091"/>
                  </a:lnTo>
                  <a:lnTo>
                    <a:pt x="1046" y="148345"/>
                  </a:lnTo>
                  <a:lnTo>
                    <a:pt x="533" y="153618"/>
                  </a:lnTo>
                  <a:lnTo>
                    <a:pt x="188" y="158905"/>
                  </a:lnTo>
                  <a:lnTo>
                    <a:pt x="10" y="164200"/>
                  </a:lnTo>
                  <a:lnTo>
                    <a:pt x="0" y="169498"/>
                  </a:lnTo>
                  <a:lnTo>
                    <a:pt x="157" y="174794"/>
                  </a:lnTo>
                  <a:lnTo>
                    <a:pt x="483" y="180082"/>
                  </a:lnTo>
                  <a:lnTo>
                    <a:pt x="976" y="185357"/>
                  </a:lnTo>
                  <a:lnTo>
                    <a:pt x="1636" y="190614"/>
                  </a:lnTo>
                  <a:lnTo>
                    <a:pt x="2462" y="195848"/>
                  </a:lnTo>
                  <a:lnTo>
                    <a:pt x="3454" y="201052"/>
                  </a:lnTo>
                  <a:lnTo>
                    <a:pt x="4610" y="206223"/>
                  </a:lnTo>
                  <a:lnTo>
                    <a:pt x="5929" y="211354"/>
                  </a:lnTo>
                  <a:lnTo>
                    <a:pt x="7410" y="216441"/>
                  </a:lnTo>
                  <a:lnTo>
                    <a:pt x="9052" y="221478"/>
                  </a:lnTo>
                  <a:lnTo>
                    <a:pt x="10852" y="226461"/>
                  </a:lnTo>
                  <a:lnTo>
                    <a:pt x="12810" y="231384"/>
                  </a:lnTo>
                  <a:lnTo>
                    <a:pt x="14922" y="236243"/>
                  </a:lnTo>
                  <a:lnTo>
                    <a:pt x="17188" y="241032"/>
                  </a:lnTo>
                  <a:lnTo>
                    <a:pt x="19604" y="245747"/>
                  </a:lnTo>
                  <a:lnTo>
                    <a:pt x="22168" y="250384"/>
                  </a:lnTo>
                  <a:lnTo>
                    <a:pt x="24878" y="254936"/>
                  </a:lnTo>
                  <a:lnTo>
                    <a:pt x="27731" y="259401"/>
                  </a:lnTo>
                  <a:lnTo>
                    <a:pt x="30724" y="263772"/>
                  </a:lnTo>
                  <a:lnTo>
                    <a:pt x="33854" y="268047"/>
                  </a:lnTo>
                  <a:lnTo>
                    <a:pt x="37117" y="272221"/>
                  </a:lnTo>
                  <a:lnTo>
                    <a:pt x="40512" y="276289"/>
                  </a:lnTo>
                  <a:lnTo>
                    <a:pt x="44033" y="280247"/>
                  </a:lnTo>
                  <a:lnTo>
                    <a:pt x="47679" y="284092"/>
                  </a:lnTo>
                  <a:lnTo>
                    <a:pt x="51444" y="287819"/>
                  </a:lnTo>
                  <a:lnTo>
                    <a:pt x="55326" y="291425"/>
                  </a:lnTo>
                  <a:lnTo>
                    <a:pt x="59319" y="294906"/>
                  </a:lnTo>
                  <a:lnTo>
                    <a:pt x="63422" y="298259"/>
                  </a:lnTo>
                  <a:lnTo>
                    <a:pt x="67628" y="301481"/>
                  </a:lnTo>
                  <a:lnTo>
                    <a:pt x="71934" y="304567"/>
                  </a:lnTo>
                  <a:lnTo>
                    <a:pt x="76336" y="307515"/>
                  </a:lnTo>
                  <a:lnTo>
                    <a:pt x="80829" y="310323"/>
                  </a:lnTo>
                  <a:lnTo>
                    <a:pt x="85409" y="312986"/>
                  </a:lnTo>
                  <a:lnTo>
                    <a:pt x="90071" y="315503"/>
                  </a:lnTo>
                  <a:lnTo>
                    <a:pt x="94811" y="317872"/>
                  </a:lnTo>
                  <a:lnTo>
                    <a:pt x="99623" y="320088"/>
                  </a:lnTo>
                  <a:lnTo>
                    <a:pt x="104503" y="322151"/>
                  </a:lnTo>
                  <a:lnTo>
                    <a:pt x="109446" y="324059"/>
                  </a:lnTo>
                  <a:lnTo>
                    <a:pt x="114446" y="325809"/>
                  </a:lnTo>
                  <a:lnTo>
                    <a:pt x="119500" y="327399"/>
                  </a:lnTo>
                  <a:lnTo>
                    <a:pt x="124602" y="328829"/>
                  </a:lnTo>
                  <a:lnTo>
                    <a:pt x="129746" y="330096"/>
                  </a:lnTo>
                  <a:lnTo>
                    <a:pt x="134928" y="331199"/>
                  </a:lnTo>
                  <a:lnTo>
                    <a:pt x="140142" y="332138"/>
                  </a:lnTo>
                  <a:lnTo>
                    <a:pt x="145384" y="332911"/>
                  </a:lnTo>
                  <a:lnTo>
                    <a:pt x="150647" y="333518"/>
                  </a:lnTo>
                  <a:lnTo>
                    <a:pt x="155927" y="333957"/>
                  </a:lnTo>
                  <a:lnTo>
                    <a:pt x="161218" y="334229"/>
                  </a:lnTo>
                  <a:lnTo>
                    <a:pt x="166515" y="334333"/>
                  </a:lnTo>
                  <a:lnTo>
                    <a:pt x="171813" y="334269"/>
                  </a:lnTo>
                  <a:lnTo>
                    <a:pt x="177106" y="334038"/>
                  </a:lnTo>
                  <a:lnTo>
                    <a:pt x="182389" y="333638"/>
                  </a:lnTo>
                  <a:lnTo>
                    <a:pt x="187657" y="333072"/>
                  </a:lnTo>
                  <a:lnTo>
                    <a:pt x="192904" y="332339"/>
                  </a:lnTo>
                  <a:lnTo>
                    <a:pt x="198125" y="331440"/>
                  </a:lnTo>
                  <a:lnTo>
                    <a:pt x="203316" y="330376"/>
                  </a:lnTo>
                  <a:lnTo>
                    <a:pt x="208469" y="329148"/>
                  </a:lnTo>
                  <a:lnTo>
                    <a:pt x="213582" y="327757"/>
                  </a:lnTo>
                  <a:lnTo>
                    <a:pt x="218647" y="326205"/>
                  </a:lnTo>
                  <a:lnTo>
                    <a:pt x="223661" y="324493"/>
                  </a:lnTo>
                  <a:lnTo>
                    <a:pt x="228619" y="322623"/>
                  </a:lnTo>
                  <a:lnTo>
                    <a:pt x="233514" y="320597"/>
                  </a:lnTo>
                  <a:lnTo>
                    <a:pt x="238343" y="318417"/>
                  </a:lnTo>
                  <a:lnTo>
                    <a:pt x="243100" y="316085"/>
                  </a:lnTo>
                  <a:lnTo>
                    <a:pt x="247781" y="313604"/>
                  </a:lnTo>
                  <a:lnTo>
                    <a:pt x="252381" y="310975"/>
                  </a:lnTo>
                  <a:lnTo>
                    <a:pt x="256896" y="308202"/>
                  </a:lnTo>
                  <a:lnTo>
                    <a:pt x="261320" y="305287"/>
                  </a:lnTo>
                  <a:lnTo>
                    <a:pt x="265650" y="302233"/>
                  </a:lnTo>
                  <a:lnTo>
                    <a:pt x="269880" y="299044"/>
                  </a:lnTo>
                  <a:lnTo>
                    <a:pt x="274008" y="295722"/>
                  </a:lnTo>
                  <a:lnTo>
                    <a:pt x="278028" y="292272"/>
                  </a:lnTo>
                  <a:lnTo>
                    <a:pt x="281937" y="288695"/>
                  </a:lnTo>
                  <a:lnTo>
                    <a:pt x="285730" y="284997"/>
                  </a:lnTo>
                  <a:lnTo>
                    <a:pt x="289405" y="281180"/>
                  </a:lnTo>
                  <a:lnTo>
                    <a:pt x="292956" y="277248"/>
                  </a:lnTo>
                  <a:lnTo>
                    <a:pt x="296382" y="273206"/>
                  </a:lnTo>
                  <a:lnTo>
                    <a:pt x="299677" y="269058"/>
                  </a:lnTo>
                  <a:lnTo>
                    <a:pt x="302839" y="264807"/>
                  </a:lnTo>
                  <a:lnTo>
                    <a:pt x="305865" y="260458"/>
                  </a:lnTo>
                  <a:lnTo>
                    <a:pt x="308752" y="256015"/>
                  </a:lnTo>
                  <a:lnTo>
                    <a:pt x="311496" y="251483"/>
                  </a:lnTo>
                  <a:lnTo>
                    <a:pt x="314096" y="246867"/>
                  </a:lnTo>
                  <a:lnTo>
                    <a:pt x="316548" y="242170"/>
                  </a:lnTo>
                  <a:lnTo>
                    <a:pt x="318850" y="237398"/>
                  </a:lnTo>
                  <a:lnTo>
                    <a:pt x="320999" y="232555"/>
                  </a:lnTo>
                  <a:lnTo>
                    <a:pt x="322994" y="227647"/>
                  </a:lnTo>
                  <a:lnTo>
                    <a:pt x="324832" y="222678"/>
                  </a:lnTo>
                  <a:lnTo>
                    <a:pt x="326512" y="217654"/>
                  </a:lnTo>
                  <a:lnTo>
                    <a:pt x="328032" y="212578"/>
                  </a:lnTo>
                  <a:lnTo>
                    <a:pt x="329390" y="207457"/>
                  </a:lnTo>
                  <a:lnTo>
                    <a:pt x="330585" y="202295"/>
                  </a:lnTo>
                  <a:lnTo>
                    <a:pt x="331617" y="197099"/>
                  </a:lnTo>
                  <a:lnTo>
                    <a:pt x="332483" y="191872"/>
                  </a:lnTo>
                  <a:lnTo>
                    <a:pt x="333182" y="186620"/>
                  </a:lnTo>
                  <a:lnTo>
                    <a:pt x="333715" y="181349"/>
                  </a:lnTo>
                  <a:lnTo>
                    <a:pt x="334081" y="176063"/>
                  </a:lnTo>
                  <a:lnTo>
                    <a:pt x="334279" y="170769"/>
                  </a:lnTo>
                  <a:lnTo>
                    <a:pt x="334310" y="165471"/>
                  </a:lnTo>
                  <a:lnTo>
                    <a:pt x="334172" y="160175"/>
                  </a:lnTo>
                  <a:lnTo>
                    <a:pt x="333866" y="154885"/>
                  </a:lnTo>
                  <a:lnTo>
                    <a:pt x="333393" y="149608"/>
                  </a:lnTo>
                  <a:lnTo>
                    <a:pt x="332753" y="144349"/>
                  </a:lnTo>
                  <a:lnTo>
                    <a:pt x="331947" y="139112"/>
                  </a:lnTo>
                  <a:lnTo>
                    <a:pt x="330975" y="133904"/>
                  </a:lnTo>
                  <a:lnTo>
                    <a:pt x="329839" y="128729"/>
                  </a:lnTo>
                  <a:lnTo>
                    <a:pt x="328539" y="123593"/>
                  </a:lnTo>
                  <a:lnTo>
                    <a:pt x="327077" y="118501"/>
                  </a:lnTo>
                  <a:lnTo>
                    <a:pt x="325455" y="113457"/>
                  </a:lnTo>
                  <a:lnTo>
                    <a:pt x="323673" y="108468"/>
                  </a:lnTo>
                  <a:lnTo>
                    <a:pt x="321735" y="103537"/>
                  </a:lnTo>
                  <a:lnTo>
                    <a:pt x="319641" y="98670"/>
                  </a:lnTo>
                  <a:lnTo>
                    <a:pt x="317393" y="93872"/>
                  </a:lnTo>
                  <a:lnTo>
                    <a:pt x="314995" y="89148"/>
                  </a:lnTo>
                  <a:lnTo>
                    <a:pt x="312449" y="84502"/>
                  </a:lnTo>
                  <a:lnTo>
                    <a:pt x="309756" y="79939"/>
                  </a:lnTo>
                  <a:lnTo>
                    <a:pt x="306920" y="75464"/>
                  </a:lnTo>
                  <a:lnTo>
                    <a:pt x="303944" y="71081"/>
                  </a:lnTo>
                  <a:lnTo>
                    <a:pt x="300830" y="66794"/>
                  </a:lnTo>
                  <a:lnTo>
                    <a:pt x="297582" y="62608"/>
                  </a:lnTo>
                  <a:lnTo>
                    <a:pt x="294203" y="58527"/>
                  </a:lnTo>
                  <a:lnTo>
                    <a:pt x="290697" y="54556"/>
                  </a:lnTo>
                  <a:lnTo>
                    <a:pt x="287066" y="50697"/>
                  </a:lnTo>
                  <a:lnTo>
                    <a:pt x="283315" y="46956"/>
                  </a:lnTo>
                  <a:lnTo>
                    <a:pt x="279447" y="43335"/>
                  </a:lnTo>
                  <a:lnTo>
                    <a:pt x="275467" y="39838"/>
                  </a:lnTo>
                  <a:lnTo>
                    <a:pt x="271377" y="36470"/>
                  </a:lnTo>
                  <a:lnTo>
                    <a:pt x="267183" y="33232"/>
                  </a:lnTo>
                  <a:lnTo>
                    <a:pt x="262889" y="30130"/>
                  </a:lnTo>
                  <a:lnTo>
                    <a:pt x="258498" y="27165"/>
                  </a:lnTo>
                  <a:lnTo>
                    <a:pt x="254015" y="24340"/>
                  </a:lnTo>
                  <a:lnTo>
                    <a:pt x="249446" y="21659"/>
                  </a:lnTo>
                  <a:lnTo>
                    <a:pt x="244793" y="19124"/>
                  </a:lnTo>
                  <a:lnTo>
                    <a:pt x="240063" y="16738"/>
                  </a:lnTo>
                  <a:lnTo>
                    <a:pt x="235259" y="14503"/>
                  </a:lnTo>
                  <a:lnTo>
                    <a:pt x="230387" y="12422"/>
                  </a:lnTo>
                  <a:lnTo>
                    <a:pt x="225452" y="10495"/>
                  </a:lnTo>
                  <a:lnTo>
                    <a:pt x="220458" y="8727"/>
                  </a:lnTo>
                  <a:lnTo>
                    <a:pt x="215410" y="7117"/>
                  </a:lnTo>
                  <a:lnTo>
                    <a:pt x="210314" y="5668"/>
                  </a:lnTo>
                  <a:lnTo>
                    <a:pt x="205174" y="4381"/>
                  </a:lnTo>
                  <a:lnTo>
                    <a:pt x="199996" y="3258"/>
                  </a:lnTo>
                  <a:lnTo>
                    <a:pt x="194786" y="2300"/>
                  </a:lnTo>
                  <a:lnTo>
                    <a:pt x="189547" y="1507"/>
                  </a:lnTo>
                  <a:lnTo>
                    <a:pt x="184286" y="880"/>
                  </a:lnTo>
                  <a:lnTo>
                    <a:pt x="179008" y="421"/>
                  </a:lnTo>
                  <a:lnTo>
                    <a:pt x="173718" y="129"/>
                  </a:lnTo>
                  <a:lnTo>
                    <a:pt x="167151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488720" y="5018213"/>
              <a:ext cx="6567" cy="167167"/>
            </a:xfrm>
            <a:custGeom>
              <a:avLst/>
              <a:pathLst>
                <a:path w="6567" h="167167">
                  <a:moveTo>
                    <a:pt x="6567" y="129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797347" y="5269756"/>
              <a:ext cx="167154" cy="170477"/>
            </a:xfrm>
            <a:custGeom>
              <a:avLst/>
              <a:pathLst>
                <a:path w="167154" h="170477">
                  <a:moveTo>
                    <a:pt x="167154" y="0"/>
                  </a:moveTo>
                  <a:lnTo>
                    <a:pt x="161728" y="88"/>
                  </a:lnTo>
                  <a:lnTo>
                    <a:pt x="156308" y="352"/>
                  </a:lnTo>
                  <a:lnTo>
                    <a:pt x="150900" y="792"/>
                  </a:lnTo>
                  <a:lnTo>
                    <a:pt x="145509" y="1407"/>
                  </a:lnTo>
                  <a:lnTo>
                    <a:pt x="140140" y="2197"/>
                  </a:lnTo>
                  <a:lnTo>
                    <a:pt x="134800" y="3160"/>
                  </a:lnTo>
                  <a:lnTo>
                    <a:pt x="129494" y="4297"/>
                  </a:lnTo>
                  <a:lnTo>
                    <a:pt x="124228" y="5605"/>
                  </a:lnTo>
                  <a:lnTo>
                    <a:pt x="119007" y="7083"/>
                  </a:lnTo>
                  <a:lnTo>
                    <a:pt x="113837" y="8730"/>
                  </a:lnTo>
                  <a:lnTo>
                    <a:pt x="108723" y="10544"/>
                  </a:lnTo>
                  <a:lnTo>
                    <a:pt x="103670" y="12523"/>
                  </a:lnTo>
                  <a:lnTo>
                    <a:pt x="98685" y="14665"/>
                  </a:lnTo>
                  <a:lnTo>
                    <a:pt x="93771" y="16967"/>
                  </a:lnTo>
                  <a:lnTo>
                    <a:pt x="88935" y="19428"/>
                  </a:lnTo>
                  <a:lnTo>
                    <a:pt x="84181" y="22044"/>
                  </a:lnTo>
                  <a:lnTo>
                    <a:pt x="79515" y="24814"/>
                  </a:lnTo>
                  <a:lnTo>
                    <a:pt x="74941" y="27733"/>
                  </a:lnTo>
                  <a:lnTo>
                    <a:pt x="70464" y="30799"/>
                  </a:lnTo>
                  <a:lnTo>
                    <a:pt x="66089" y="34009"/>
                  </a:lnTo>
                  <a:lnTo>
                    <a:pt x="61821" y="37359"/>
                  </a:lnTo>
                  <a:lnTo>
                    <a:pt x="57663" y="40846"/>
                  </a:lnTo>
                  <a:lnTo>
                    <a:pt x="53621" y="44467"/>
                  </a:lnTo>
                  <a:lnTo>
                    <a:pt x="49699" y="48216"/>
                  </a:lnTo>
                  <a:lnTo>
                    <a:pt x="45900" y="52091"/>
                  </a:lnTo>
                  <a:lnTo>
                    <a:pt x="42229" y="56087"/>
                  </a:lnTo>
                  <a:lnTo>
                    <a:pt x="38690" y="60200"/>
                  </a:lnTo>
                  <a:lnTo>
                    <a:pt x="35286" y="64425"/>
                  </a:lnTo>
                  <a:lnTo>
                    <a:pt x="32021" y="68759"/>
                  </a:lnTo>
                  <a:lnTo>
                    <a:pt x="28898" y="73197"/>
                  </a:lnTo>
                  <a:lnTo>
                    <a:pt x="25921" y="77734"/>
                  </a:lnTo>
                  <a:lnTo>
                    <a:pt x="23093" y="82364"/>
                  </a:lnTo>
                  <a:lnTo>
                    <a:pt x="20416" y="87085"/>
                  </a:lnTo>
                  <a:lnTo>
                    <a:pt x="17895" y="91889"/>
                  </a:lnTo>
                  <a:lnTo>
                    <a:pt x="15530" y="96773"/>
                  </a:lnTo>
                  <a:lnTo>
                    <a:pt x="13325" y="101731"/>
                  </a:lnTo>
                  <a:lnTo>
                    <a:pt x="11283" y="106758"/>
                  </a:lnTo>
                  <a:lnTo>
                    <a:pt x="9404" y="111849"/>
                  </a:lnTo>
                  <a:lnTo>
                    <a:pt x="7692" y="116998"/>
                  </a:lnTo>
                  <a:lnTo>
                    <a:pt x="6148" y="122200"/>
                  </a:lnTo>
                  <a:lnTo>
                    <a:pt x="4773" y="127449"/>
                  </a:lnTo>
                  <a:lnTo>
                    <a:pt x="3569" y="132740"/>
                  </a:lnTo>
                  <a:lnTo>
                    <a:pt x="2538" y="138067"/>
                  </a:lnTo>
                  <a:lnTo>
                    <a:pt x="1681" y="143425"/>
                  </a:lnTo>
                  <a:lnTo>
                    <a:pt x="997" y="148808"/>
                  </a:lnTo>
                  <a:lnTo>
                    <a:pt x="489" y="154211"/>
                  </a:lnTo>
                  <a:lnTo>
                    <a:pt x="156" y="159627"/>
                  </a:lnTo>
                  <a:lnTo>
                    <a:pt x="0" y="165051"/>
                  </a:lnTo>
                  <a:lnTo>
                    <a:pt x="19" y="170477"/>
                  </a:lnTo>
                  <a:lnTo>
                    <a:pt x="167154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797366" y="5269756"/>
              <a:ext cx="334284" cy="334334"/>
            </a:xfrm>
            <a:custGeom>
              <a:avLst/>
              <a:pathLst>
                <a:path w="334284" h="334334">
                  <a:moveTo>
                    <a:pt x="0" y="170477"/>
                  </a:moveTo>
                  <a:lnTo>
                    <a:pt x="188" y="175774"/>
                  </a:lnTo>
                  <a:lnTo>
                    <a:pt x="545" y="181062"/>
                  </a:lnTo>
                  <a:lnTo>
                    <a:pt x="1069" y="186336"/>
                  </a:lnTo>
                  <a:lnTo>
                    <a:pt x="1761" y="191591"/>
                  </a:lnTo>
                  <a:lnTo>
                    <a:pt x="2618" y="196821"/>
                  </a:lnTo>
                  <a:lnTo>
                    <a:pt x="3641" y="202022"/>
                  </a:lnTo>
                  <a:lnTo>
                    <a:pt x="4828" y="207187"/>
                  </a:lnTo>
                  <a:lnTo>
                    <a:pt x="6178" y="212312"/>
                  </a:lnTo>
                  <a:lnTo>
                    <a:pt x="7690" y="217392"/>
                  </a:lnTo>
                  <a:lnTo>
                    <a:pt x="9362" y="222421"/>
                  </a:lnTo>
                  <a:lnTo>
                    <a:pt x="11193" y="227395"/>
                  </a:lnTo>
                  <a:lnTo>
                    <a:pt x="13181" y="232308"/>
                  </a:lnTo>
                  <a:lnTo>
                    <a:pt x="15324" y="237156"/>
                  </a:lnTo>
                  <a:lnTo>
                    <a:pt x="17619" y="241934"/>
                  </a:lnTo>
                  <a:lnTo>
                    <a:pt x="20064" y="246636"/>
                  </a:lnTo>
                  <a:lnTo>
                    <a:pt x="22657" y="251258"/>
                  </a:lnTo>
                  <a:lnTo>
                    <a:pt x="25396" y="255796"/>
                  </a:lnTo>
                  <a:lnTo>
                    <a:pt x="28277" y="260245"/>
                  </a:lnTo>
                  <a:lnTo>
                    <a:pt x="31297" y="264600"/>
                  </a:lnTo>
                  <a:lnTo>
                    <a:pt x="34454" y="268857"/>
                  </a:lnTo>
                  <a:lnTo>
                    <a:pt x="37744" y="273012"/>
                  </a:lnTo>
                  <a:lnTo>
                    <a:pt x="41165" y="277061"/>
                  </a:lnTo>
                  <a:lnTo>
                    <a:pt x="44712" y="280999"/>
                  </a:lnTo>
                  <a:lnTo>
                    <a:pt x="48382" y="284823"/>
                  </a:lnTo>
                  <a:lnTo>
                    <a:pt x="52172" y="288528"/>
                  </a:lnTo>
                  <a:lnTo>
                    <a:pt x="56077" y="292112"/>
                  </a:lnTo>
                  <a:lnTo>
                    <a:pt x="60094" y="295570"/>
                  </a:lnTo>
                  <a:lnTo>
                    <a:pt x="64218" y="298898"/>
                  </a:lnTo>
                  <a:lnTo>
                    <a:pt x="68446" y="302095"/>
                  </a:lnTo>
                  <a:lnTo>
                    <a:pt x="72773" y="305156"/>
                  </a:lnTo>
                  <a:lnTo>
                    <a:pt x="77195" y="308078"/>
                  </a:lnTo>
                  <a:lnTo>
                    <a:pt x="81707" y="310858"/>
                  </a:lnTo>
                  <a:lnTo>
                    <a:pt x="86305" y="313494"/>
                  </a:lnTo>
                  <a:lnTo>
                    <a:pt x="90984" y="315983"/>
                  </a:lnTo>
                  <a:lnTo>
                    <a:pt x="95740" y="318322"/>
                  </a:lnTo>
                  <a:lnTo>
                    <a:pt x="100568" y="320509"/>
                  </a:lnTo>
                  <a:lnTo>
                    <a:pt x="105463" y="322543"/>
                  </a:lnTo>
                  <a:lnTo>
                    <a:pt x="110419" y="324420"/>
                  </a:lnTo>
                  <a:lnTo>
                    <a:pt x="115433" y="326138"/>
                  </a:lnTo>
                  <a:lnTo>
                    <a:pt x="120498" y="327698"/>
                  </a:lnTo>
                  <a:lnTo>
                    <a:pt x="125611" y="329095"/>
                  </a:lnTo>
                  <a:lnTo>
                    <a:pt x="130765" y="330330"/>
                  </a:lnTo>
                  <a:lnTo>
                    <a:pt x="135956" y="331401"/>
                  </a:lnTo>
                  <a:lnTo>
                    <a:pt x="141178" y="332307"/>
                  </a:lnTo>
                  <a:lnTo>
                    <a:pt x="146426" y="333047"/>
                  </a:lnTo>
                  <a:lnTo>
                    <a:pt x="151695" y="333620"/>
                  </a:lnTo>
                  <a:lnTo>
                    <a:pt x="156980" y="334026"/>
                  </a:lnTo>
                  <a:lnTo>
                    <a:pt x="162275" y="334264"/>
                  </a:lnTo>
                  <a:lnTo>
                    <a:pt x="167574" y="334334"/>
                  </a:lnTo>
                  <a:lnTo>
                    <a:pt x="172873" y="334236"/>
                  </a:lnTo>
                  <a:lnTo>
                    <a:pt x="178167" y="333970"/>
                  </a:lnTo>
                  <a:lnTo>
                    <a:pt x="183449" y="333536"/>
                  </a:lnTo>
                  <a:lnTo>
                    <a:pt x="188715" y="332936"/>
                  </a:lnTo>
                  <a:lnTo>
                    <a:pt x="193959" y="332168"/>
                  </a:lnTo>
                  <a:lnTo>
                    <a:pt x="199177" y="331235"/>
                  </a:lnTo>
                  <a:lnTo>
                    <a:pt x="204362" y="330136"/>
                  </a:lnTo>
                  <a:lnTo>
                    <a:pt x="209509" y="328874"/>
                  </a:lnTo>
                  <a:lnTo>
                    <a:pt x="214614" y="327450"/>
                  </a:lnTo>
                  <a:lnTo>
                    <a:pt x="219672" y="325864"/>
                  </a:lnTo>
                  <a:lnTo>
                    <a:pt x="224676" y="324119"/>
                  </a:lnTo>
                  <a:lnTo>
                    <a:pt x="229623" y="322216"/>
                  </a:lnTo>
                  <a:lnTo>
                    <a:pt x="234507" y="320157"/>
                  </a:lnTo>
                  <a:lnTo>
                    <a:pt x="239323" y="317944"/>
                  </a:lnTo>
                  <a:lnTo>
                    <a:pt x="244066" y="315580"/>
                  </a:lnTo>
                  <a:lnTo>
                    <a:pt x="248733" y="313066"/>
                  </a:lnTo>
                  <a:lnTo>
                    <a:pt x="253317" y="310406"/>
                  </a:lnTo>
                  <a:lnTo>
                    <a:pt x="257814" y="307602"/>
                  </a:lnTo>
                  <a:lnTo>
                    <a:pt x="262221" y="304657"/>
                  </a:lnTo>
                  <a:lnTo>
                    <a:pt x="266532" y="301573"/>
                  </a:lnTo>
                  <a:lnTo>
                    <a:pt x="270743" y="298355"/>
                  </a:lnTo>
                  <a:lnTo>
                    <a:pt x="274849" y="295004"/>
                  </a:lnTo>
                  <a:lnTo>
                    <a:pt x="278848" y="291525"/>
                  </a:lnTo>
                  <a:lnTo>
                    <a:pt x="282734" y="287921"/>
                  </a:lnTo>
                  <a:lnTo>
                    <a:pt x="286504" y="284196"/>
                  </a:lnTo>
                  <a:lnTo>
                    <a:pt x="290154" y="280353"/>
                  </a:lnTo>
                  <a:lnTo>
                    <a:pt x="293680" y="276396"/>
                  </a:lnTo>
                  <a:lnTo>
                    <a:pt x="297079" y="272330"/>
                  </a:lnTo>
                  <a:lnTo>
                    <a:pt x="300348" y="268157"/>
                  </a:lnTo>
                  <a:lnTo>
                    <a:pt x="303482" y="263884"/>
                  </a:lnTo>
                  <a:lnTo>
                    <a:pt x="306480" y="259513"/>
                  </a:lnTo>
                  <a:lnTo>
                    <a:pt x="309337" y="255049"/>
                  </a:lnTo>
                  <a:lnTo>
                    <a:pt x="312052" y="250496"/>
                  </a:lnTo>
                  <a:lnTo>
                    <a:pt x="314621" y="245861"/>
                  </a:lnTo>
                  <a:lnTo>
                    <a:pt x="317041" y="241145"/>
                  </a:lnTo>
                  <a:lnTo>
                    <a:pt x="319311" y="236356"/>
                  </a:lnTo>
                  <a:lnTo>
                    <a:pt x="321428" y="231497"/>
                  </a:lnTo>
                  <a:lnTo>
                    <a:pt x="323390" y="226573"/>
                  </a:lnTo>
                  <a:lnTo>
                    <a:pt x="325195" y="221590"/>
                  </a:lnTo>
                  <a:lnTo>
                    <a:pt x="326840" y="216552"/>
                  </a:lnTo>
                  <a:lnTo>
                    <a:pt x="328326" y="211464"/>
                  </a:lnTo>
                  <a:lnTo>
                    <a:pt x="329649" y="206332"/>
                  </a:lnTo>
                  <a:lnTo>
                    <a:pt x="330809" y="201160"/>
                  </a:lnTo>
                  <a:lnTo>
                    <a:pt x="331804" y="195954"/>
                  </a:lnTo>
                  <a:lnTo>
                    <a:pt x="332634" y="190720"/>
                  </a:lnTo>
                  <a:lnTo>
                    <a:pt x="333298" y="185461"/>
                  </a:lnTo>
                  <a:lnTo>
                    <a:pt x="333794" y="180185"/>
                  </a:lnTo>
                  <a:lnTo>
                    <a:pt x="334123" y="174895"/>
                  </a:lnTo>
                  <a:lnTo>
                    <a:pt x="334284" y="169597"/>
                  </a:lnTo>
                  <a:lnTo>
                    <a:pt x="334277" y="164297"/>
                  </a:lnTo>
                  <a:lnTo>
                    <a:pt x="334102" y="159000"/>
                  </a:lnTo>
                  <a:lnTo>
                    <a:pt x="333759" y="153711"/>
                  </a:lnTo>
                  <a:lnTo>
                    <a:pt x="333249" y="148435"/>
                  </a:lnTo>
                  <a:lnTo>
                    <a:pt x="332572" y="143179"/>
                  </a:lnTo>
                  <a:lnTo>
                    <a:pt x="331728" y="137946"/>
                  </a:lnTo>
                  <a:lnTo>
                    <a:pt x="330719" y="132743"/>
                  </a:lnTo>
                  <a:lnTo>
                    <a:pt x="329545" y="127574"/>
                  </a:lnTo>
                  <a:lnTo>
                    <a:pt x="328209" y="122446"/>
                  </a:lnTo>
                  <a:lnTo>
                    <a:pt x="326710" y="117362"/>
                  </a:lnTo>
                  <a:lnTo>
                    <a:pt x="325051" y="112328"/>
                  </a:lnTo>
                  <a:lnTo>
                    <a:pt x="323233" y="107349"/>
                  </a:lnTo>
                  <a:lnTo>
                    <a:pt x="321258" y="102431"/>
                  </a:lnTo>
                  <a:lnTo>
                    <a:pt x="319128" y="97578"/>
                  </a:lnTo>
                  <a:lnTo>
                    <a:pt x="316846" y="92794"/>
                  </a:lnTo>
                  <a:lnTo>
                    <a:pt x="314413" y="88085"/>
                  </a:lnTo>
                  <a:lnTo>
                    <a:pt x="311832" y="83456"/>
                  </a:lnTo>
                  <a:lnTo>
                    <a:pt x="309106" y="78911"/>
                  </a:lnTo>
                  <a:lnTo>
                    <a:pt x="306236" y="74455"/>
                  </a:lnTo>
                  <a:lnTo>
                    <a:pt x="303227" y="70092"/>
                  </a:lnTo>
                  <a:lnTo>
                    <a:pt x="300082" y="65826"/>
                  </a:lnTo>
                  <a:lnTo>
                    <a:pt x="296802" y="61662"/>
                  </a:lnTo>
                  <a:lnTo>
                    <a:pt x="293392" y="57605"/>
                  </a:lnTo>
                  <a:lnTo>
                    <a:pt x="289856" y="53657"/>
                  </a:lnTo>
                  <a:lnTo>
                    <a:pt x="286195" y="49824"/>
                  </a:lnTo>
                  <a:lnTo>
                    <a:pt x="282416" y="46109"/>
                  </a:lnTo>
                  <a:lnTo>
                    <a:pt x="278520" y="42515"/>
                  </a:lnTo>
                  <a:lnTo>
                    <a:pt x="274512" y="39046"/>
                  </a:lnTo>
                  <a:lnTo>
                    <a:pt x="270397" y="35707"/>
                  </a:lnTo>
                  <a:lnTo>
                    <a:pt x="266177" y="32499"/>
                  </a:lnTo>
                  <a:lnTo>
                    <a:pt x="261859" y="29427"/>
                  </a:lnTo>
                  <a:lnTo>
                    <a:pt x="257444" y="26494"/>
                  </a:lnTo>
                  <a:lnTo>
                    <a:pt x="252939" y="23701"/>
                  </a:lnTo>
                  <a:lnTo>
                    <a:pt x="248348" y="21053"/>
                  </a:lnTo>
                  <a:lnTo>
                    <a:pt x="243675" y="18552"/>
                  </a:lnTo>
                  <a:lnTo>
                    <a:pt x="238926" y="16200"/>
                  </a:lnTo>
                  <a:lnTo>
                    <a:pt x="234104" y="14000"/>
                  </a:lnTo>
                  <a:lnTo>
                    <a:pt x="229215" y="11954"/>
                  </a:lnTo>
                  <a:lnTo>
                    <a:pt x="224263" y="10064"/>
                  </a:lnTo>
                  <a:lnTo>
                    <a:pt x="219254" y="8332"/>
                  </a:lnTo>
                  <a:lnTo>
                    <a:pt x="214192" y="6760"/>
                  </a:lnTo>
                  <a:lnTo>
                    <a:pt x="209084" y="5349"/>
                  </a:lnTo>
                  <a:lnTo>
                    <a:pt x="203933" y="4100"/>
                  </a:lnTo>
                  <a:lnTo>
                    <a:pt x="198745" y="3015"/>
                  </a:lnTo>
                  <a:lnTo>
                    <a:pt x="193525" y="2096"/>
                  </a:lnTo>
                  <a:lnTo>
                    <a:pt x="188279" y="1342"/>
                  </a:lnTo>
                  <a:lnTo>
                    <a:pt x="183011" y="755"/>
                  </a:lnTo>
                  <a:lnTo>
                    <a:pt x="177728" y="335"/>
                  </a:lnTo>
                  <a:lnTo>
                    <a:pt x="172434" y="84"/>
                  </a:lnTo>
                  <a:lnTo>
                    <a:pt x="167134" y="0"/>
                  </a:lnTo>
                  <a:lnTo>
                    <a:pt x="16713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4481956" y="5399291"/>
              <a:ext cx="4259" cy="167167"/>
            </a:xfrm>
            <a:custGeom>
              <a:avLst/>
              <a:pathLst>
                <a:path w="4259" h="167167">
                  <a:moveTo>
                    <a:pt x="4259" y="0"/>
                  </a:moveTo>
                  <a:lnTo>
                    <a:pt x="0" y="54"/>
                  </a:lnTo>
                  <a:lnTo>
                    <a:pt x="4259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4481956" y="5399346"/>
              <a:ext cx="4259" cy="167113"/>
            </a:xfrm>
            <a:custGeom>
              <a:avLst/>
              <a:pathLst>
                <a:path w="4259" h="167113">
                  <a:moveTo>
                    <a:pt x="0" y="0"/>
                  </a:moveTo>
                  <a:lnTo>
                    <a:pt x="4259" y="16711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4481956" y="5399346"/>
              <a:ext cx="4259" cy="167113"/>
            </a:xfrm>
            <a:custGeom>
              <a:avLst/>
              <a:pathLst>
                <a:path w="4259" h="167113">
                  <a:moveTo>
                    <a:pt x="0" y="0"/>
                  </a:moveTo>
                  <a:lnTo>
                    <a:pt x="4259" y="16711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4481956" y="5399346"/>
              <a:ext cx="4259" cy="167113"/>
            </a:xfrm>
            <a:custGeom>
              <a:avLst/>
              <a:pathLst>
                <a:path w="4259" h="167113">
                  <a:moveTo>
                    <a:pt x="0" y="0"/>
                  </a:moveTo>
                  <a:lnTo>
                    <a:pt x="4259" y="16711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4481956" y="5399346"/>
              <a:ext cx="4259" cy="167113"/>
            </a:xfrm>
            <a:custGeom>
              <a:avLst/>
              <a:pathLst>
                <a:path w="4259" h="167113">
                  <a:moveTo>
                    <a:pt x="0" y="0"/>
                  </a:moveTo>
                  <a:lnTo>
                    <a:pt x="4259" y="16711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4481956" y="5399346"/>
              <a:ext cx="4259" cy="167113"/>
            </a:xfrm>
            <a:custGeom>
              <a:avLst/>
              <a:pathLst>
                <a:path w="4259" h="167113">
                  <a:moveTo>
                    <a:pt x="0" y="0"/>
                  </a:moveTo>
                  <a:lnTo>
                    <a:pt x="4259" y="16711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4481956" y="5399346"/>
              <a:ext cx="4259" cy="167113"/>
            </a:xfrm>
            <a:custGeom>
              <a:avLst/>
              <a:pathLst>
                <a:path w="4259" h="167113">
                  <a:moveTo>
                    <a:pt x="0" y="0"/>
                  </a:moveTo>
                  <a:lnTo>
                    <a:pt x="4259" y="16711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4319053" y="5399346"/>
              <a:ext cx="334328" cy="334272"/>
            </a:xfrm>
            <a:custGeom>
              <a:avLst/>
              <a:pathLst>
                <a:path w="334328" h="334272">
                  <a:moveTo>
                    <a:pt x="162903" y="0"/>
                  </a:moveTo>
                  <a:lnTo>
                    <a:pt x="157609" y="218"/>
                  </a:lnTo>
                  <a:lnTo>
                    <a:pt x="152325" y="605"/>
                  </a:lnTo>
                  <a:lnTo>
                    <a:pt x="147056" y="1159"/>
                  </a:lnTo>
                  <a:lnTo>
                    <a:pt x="141807" y="1879"/>
                  </a:lnTo>
                  <a:lnTo>
                    <a:pt x="136584" y="2766"/>
                  </a:lnTo>
                  <a:lnTo>
                    <a:pt x="131391" y="3817"/>
                  </a:lnTo>
                  <a:lnTo>
                    <a:pt x="126234" y="5033"/>
                  </a:lnTo>
                  <a:lnTo>
                    <a:pt x="121119" y="6411"/>
                  </a:lnTo>
                  <a:lnTo>
                    <a:pt x="116049" y="7951"/>
                  </a:lnTo>
                  <a:lnTo>
                    <a:pt x="111031" y="9651"/>
                  </a:lnTo>
                  <a:lnTo>
                    <a:pt x="106069" y="11508"/>
                  </a:lnTo>
                  <a:lnTo>
                    <a:pt x="101169" y="13523"/>
                  </a:lnTo>
                  <a:lnTo>
                    <a:pt x="96335" y="15691"/>
                  </a:lnTo>
                  <a:lnTo>
                    <a:pt x="91572" y="18012"/>
                  </a:lnTo>
                  <a:lnTo>
                    <a:pt x="86885" y="20482"/>
                  </a:lnTo>
                  <a:lnTo>
                    <a:pt x="82279" y="23099"/>
                  </a:lnTo>
                  <a:lnTo>
                    <a:pt x="77758" y="25862"/>
                  </a:lnTo>
                  <a:lnTo>
                    <a:pt x="73327" y="28766"/>
                  </a:lnTo>
                  <a:lnTo>
                    <a:pt x="68990" y="31809"/>
                  </a:lnTo>
                  <a:lnTo>
                    <a:pt x="64751" y="34988"/>
                  </a:lnTo>
                  <a:lnTo>
                    <a:pt x="60616" y="38299"/>
                  </a:lnTo>
                  <a:lnTo>
                    <a:pt x="56587" y="41741"/>
                  </a:lnTo>
                  <a:lnTo>
                    <a:pt x="52670" y="45308"/>
                  </a:lnTo>
                  <a:lnTo>
                    <a:pt x="48867" y="48997"/>
                  </a:lnTo>
                  <a:lnTo>
                    <a:pt x="45184" y="52805"/>
                  </a:lnTo>
                  <a:lnTo>
                    <a:pt x="41623" y="56728"/>
                  </a:lnTo>
                  <a:lnTo>
                    <a:pt x="38188" y="60761"/>
                  </a:lnTo>
                  <a:lnTo>
                    <a:pt x="34882" y="64902"/>
                  </a:lnTo>
                  <a:lnTo>
                    <a:pt x="31710" y="69145"/>
                  </a:lnTo>
                  <a:lnTo>
                    <a:pt x="28673" y="73487"/>
                  </a:lnTo>
                  <a:lnTo>
                    <a:pt x="25776" y="77922"/>
                  </a:lnTo>
                  <a:lnTo>
                    <a:pt x="23020" y="82448"/>
                  </a:lnTo>
                  <a:lnTo>
                    <a:pt x="20410" y="87058"/>
                  </a:lnTo>
                  <a:lnTo>
                    <a:pt x="17947" y="91749"/>
                  </a:lnTo>
                  <a:lnTo>
                    <a:pt x="15633" y="96515"/>
                  </a:lnTo>
                  <a:lnTo>
                    <a:pt x="13472" y="101352"/>
                  </a:lnTo>
                  <a:lnTo>
                    <a:pt x="11465" y="106256"/>
                  </a:lnTo>
                  <a:lnTo>
                    <a:pt x="9615" y="111220"/>
                  </a:lnTo>
                  <a:lnTo>
                    <a:pt x="7923" y="116241"/>
                  </a:lnTo>
                  <a:lnTo>
                    <a:pt x="6391" y="121313"/>
                  </a:lnTo>
                  <a:lnTo>
                    <a:pt x="5020" y="126430"/>
                  </a:lnTo>
                  <a:lnTo>
                    <a:pt x="3813" y="131589"/>
                  </a:lnTo>
                  <a:lnTo>
                    <a:pt x="2769" y="136783"/>
                  </a:lnTo>
                  <a:lnTo>
                    <a:pt x="1890" y="142008"/>
                  </a:lnTo>
                  <a:lnTo>
                    <a:pt x="1178" y="147258"/>
                  </a:lnTo>
                  <a:lnTo>
                    <a:pt x="632" y="152528"/>
                  </a:lnTo>
                  <a:lnTo>
                    <a:pt x="253" y="157812"/>
                  </a:lnTo>
                  <a:lnTo>
                    <a:pt x="43" y="163106"/>
                  </a:lnTo>
                  <a:lnTo>
                    <a:pt x="0" y="168404"/>
                  </a:lnTo>
                  <a:lnTo>
                    <a:pt x="124" y="173701"/>
                  </a:lnTo>
                  <a:lnTo>
                    <a:pt x="417" y="178991"/>
                  </a:lnTo>
                  <a:lnTo>
                    <a:pt x="877" y="184269"/>
                  </a:lnTo>
                  <a:lnTo>
                    <a:pt x="1504" y="189530"/>
                  </a:lnTo>
                  <a:lnTo>
                    <a:pt x="2298" y="194768"/>
                  </a:lnTo>
                  <a:lnTo>
                    <a:pt x="3257" y="199979"/>
                  </a:lnTo>
                  <a:lnTo>
                    <a:pt x="4381" y="205156"/>
                  </a:lnTo>
                  <a:lnTo>
                    <a:pt x="5668" y="210296"/>
                  </a:lnTo>
                  <a:lnTo>
                    <a:pt x="7118" y="215392"/>
                  </a:lnTo>
                  <a:lnTo>
                    <a:pt x="8728" y="220439"/>
                  </a:lnTo>
                  <a:lnTo>
                    <a:pt x="10498" y="225433"/>
                  </a:lnTo>
                  <a:lnTo>
                    <a:pt x="12424" y="230368"/>
                  </a:lnTo>
                  <a:lnTo>
                    <a:pt x="14507" y="235240"/>
                  </a:lnTo>
                  <a:lnTo>
                    <a:pt x="16742" y="240043"/>
                  </a:lnTo>
                  <a:lnTo>
                    <a:pt x="19129" y="244773"/>
                  </a:lnTo>
                  <a:lnTo>
                    <a:pt x="21664" y="249425"/>
                  </a:lnTo>
                  <a:lnTo>
                    <a:pt x="24346" y="253995"/>
                  </a:lnTo>
                  <a:lnTo>
                    <a:pt x="27171" y="258477"/>
                  </a:lnTo>
                  <a:lnTo>
                    <a:pt x="30136" y="262867"/>
                  </a:lnTo>
                  <a:lnTo>
                    <a:pt x="33240" y="267161"/>
                  </a:lnTo>
                  <a:lnTo>
                    <a:pt x="36477" y="271355"/>
                  </a:lnTo>
                  <a:lnTo>
                    <a:pt x="39846" y="275444"/>
                  </a:lnTo>
                  <a:lnTo>
                    <a:pt x="43343" y="279424"/>
                  </a:lnTo>
                  <a:lnTo>
                    <a:pt x="46965" y="283292"/>
                  </a:lnTo>
                  <a:lnTo>
                    <a:pt x="50707" y="287042"/>
                  </a:lnTo>
                  <a:lnTo>
                    <a:pt x="54566" y="290672"/>
                  </a:lnTo>
                  <a:lnTo>
                    <a:pt x="58538" y="294178"/>
                  </a:lnTo>
                  <a:lnTo>
                    <a:pt x="62619" y="297557"/>
                  </a:lnTo>
                  <a:lnTo>
                    <a:pt x="66805" y="300804"/>
                  </a:lnTo>
                  <a:lnTo>
                    <a:pt x="71092" y="303917"/>
                  </a:lnTo>
                  <a:lnTo>
                    <a:pt x="75476" y="306893"/>
                  </a:lnTo>
                  <a:lnTo>
                    <a:pt x="79951" y="309728"/>
                  </a:lnTo>
                  <a:lnTo>
                    <a:pt x="84514" y="312420"/>
                  </a:lnTo>
                  <a:lnTo>
                    <a:pt x="89161" y="314966"/>
                  </a:lnTo>
                  <a:lnTo>
                    <a:pt x="93885" y="317364"/>
                  </a:lnTo>
                  <a:lnTo>
                    <a:pt x="98683" y="319611"/>
                  </a:lnTo>
                  <a:lnTo>
                    <a:pt x="103550" y="321704"/>
                  </a:lnTo>
                  <a:lnTo>
                    <a:pt x="108481" y="323642"/>
                  </a:lnTo>
                  <a:lnTo>
                    <a:pt x="113471" y="325423"/>
                  </a:lnTo>
                  <a:lnTo>
                    <a:pt x="118515" y="327045"/>
                  </a:lnTo>
                  <a:lnTo>
                    <a:pt x="123607" y="328506"/>
                  </a:lnTo>
                  <a:lnTo>
                    <a:pt x="128744" y="329806"/>
                  </a:lnTo>
                  <a:lnTo>
                    <a:pt x="133919" y="330941"/>
                  </a:lnTo>
                  <a:lnTo>
                    <a:pt x="139127" y="331913"/>
                  </a:lnTo>
                  <a:lnTo>
                    <a:pt x="144363" y="332718"/>
                  </a:lnTo>
                  <a:lnTo>
                    <a:pt x="149623" y="333357"/>
                  </a:lnTo>
                  <a:lnTo>
                    <a:pt x="154900" y="333830"/>
                  </a:lnTo>
                  <a:lnTo>
                    <a:pt x="160189" y="334135"/>
                  </a:lnTo>
                  <a:lnTo>
                    <a:pt x="165485" y="334272"/>
                  </a:lnTo>
                  <a:lnTo>
                    <a:pt x="170783" y="334241"/>
                  </a:lnTo>
                  <a:lnTo>
                    <a:pt x="176078" y="334042"/>
                  </a:lnTo>
                  <a:lnTo>
                    <a:pt x="181363" y="333676"/>
                  </a:lnTo>
                  <a:lnTo>
                    <a:pt x="186634" y="333142"/>
                  </a:lnTo>
                  <a:lnTo>
                    <a:pt x="191886" y="332442"/>
                  </a:lnTo>
                  <a:lnTo>
                    <a:pt x="197113" y="331575"/>
                  </a:lnTo>
                  <a:lnTo>
                    <a:pt x="202309" y="330543"/>
                  </a:lnTo>
                  <a:lnTo>
                    <a:pt x="207471" y="329348"/>
                  </a:lnTo>
                  <a:lnTo>
                    <a:pt x="212592" y="327989"/>
                  </a:lnTo>
                  <a:lnTo>
                    <a:pt x="217667" y="326468"/>
                  </a:lnTo>
                  <a:lnTo>
                    <a:pt x="222691" y="324788"/>
                  </a:lnTo>
                  <a:lnTo>
                    <a:pt x="227660" y="322949"/>
                  </a:lnTo>
                  <a:lnTo>
                    <a:pt x="232568" y="320953"/>
                  </a:lnTo>
                  <a:lnTo>
                    <a:pt x="237410" y="318803"/>
                  </a:lnTo>
                  <a:lnTo>
                    <a:pt x="242182" y="316501"/>
                  </a:lnTo>
                  <a:lnTo>
                    <a:pt x="246879" y="314049"/>
                  </a:lnTo>
                  <a:lnTo>
                    <a:pt x="251495" y="311449"/>
                  </a:lnTo>
                  <a:lnTo>
                    <a:pt x="256026" y="308704"/>
                  </a:lnTo>
                  <a:lnTo>
                    <a:pt x="260469" y="305817"/>
                  </a:lnTo>
                  <a:lnTo>
                    <a:pt x="264817" y="302790"/>
                  </a:lnTo>
                  <a:lnTo>
                    <a:pt x="269068" y="299627"/>
                  </a:lnTo>
                  <a:lnTo>
                    <a:pt x="273216" y="296332"/>
                  </a:lnTo>
                  <a:lnTo>
                    <a:pt x="277258" y="292906"/>
                  </a:lnTo>
                  <a:lnTo>
                    <a:pt x="281189" y="289354"/>
                  </a:lnTo>
                  <a:lnTo>
                    <a:pt x="285005" y="285679"/>
                  </a:lnTo>
                  <a:lnTo>
                    <a:pt x="288703" y="281885"/>
                  </a:lnTo>
                  <a:lnTo>
                    <a:pt x="292279" y="277976"/>
                  </a:lnTo>
                  <a:lnTo>
                    <a:pt x="295730" y="273955"/>
                  </a:lnTo>
                  <a:lnTo>
                    <a:pt x="299051" y="269827"/>
                  </a:lnTo>
                  <a:lnTo>
                    <a:pt x="302239" y="265596"/>
                  </a:lnTo>
                  <a:lnTo>
                    <a:pt x="305292" y="261266"/>
                  </a:lnTo>
                  <a:lnTo>
                    <a:pt x="308207" y="256842"/>
                  </a:lnTo>
                  <a:lnTo>
                    <a:pt x="310979" y="252327"/>
                  </a:lnTo>
                  <a:lnTo>
                    <a:pt x="313608" y="247727"/>
                  </a:lnTo>
                  <a:lnTo>
                    <a:pt x="316089" y="243045"/>
                  </a:lnTo>
                  <a:lnTo>
                    <a:pt x="318420" y="238288"/>
                  </a:lnTo>
                  <a:lnTo>
                    <a:pt x="320600" y="233459"/>
                  </a:lnTo>
                  <a:lnTo>
                    <a:pt x="322625" y="228563"/>
                  </a:lnTo>
                  <a:lnTo>
                    <a:pt x="324494" y="223606"/>
                  </a:lnTo>
                  <a:lnTo>
                    <a:pt x="326206" y="218592"/>
                  </a:lnTo>
                  <a:lnTo>
                    <a:pt x="327757" y="213526"/>
                  </a:lnTo>
                  <a:lnTo>
                    <a:pt x="329147" y="208413"/>
                  </a:lnTo>
                  <a:lnTo>
                    <a:pt x="330375" y="203259"/>
                  </a:lnTo>
                  <a:lnTo>
                    <a:pt x="331438" y="198069"/>
                  </a:lnTo>
                  <a:lnTo>
                    <a:pt x="332337" y="192848"/>
                  </a:lnTo>
                  <a:lnTo>
                    <a:pt x="333069" y="187601"/>
                  </a:lnTo>
                  <a:lnTo>
                    <a:pt x="333635" y="182333"/>
                  </a:lnTo>
                  <a:lnTo>
                    <a:pt x="334034" y="177050"/>
                  </a:lnTo>
                  <a:lnTo>
                    <a:pt x="334265" y="171757"/>
                  </a:lnTo>
                  <a:lnTo>
                    <a:pt x="334328" y="166459"/>
                  </a:lnTo>
                  <a:lnTo>
                    <a:pt x="334223" y="161162"/>
                  </a:lnTo>
                  <a:lnTo>
                    <a:pt x="333951" y="155871"/>
                  </a:lnTo>
                  <a:lnTo>
                    <a:pt x="333511" y="150591"/>
                  </a:lnTo>
                  <a:lnTo>
                    <a:pt x="332904" y="145328"/>
                  </a:lnTo>
                  <a:lnTo>
                    <a:pt x="332130" y="140086"/>
                  </a:lnTo>
                  <a:lnTo>
                    <a:pt x="331191" y="134872"/>
                  </a:lnTo>
                  <a:lnTo>
                    <a:pt x="330087" y="129690"/>
                  </a:lnTo>
                  <a:lnTo>
                    <a:pt x="328819" y="124546"/>
                  </a:lnTo>
                  <a:lnTo>
                    <a:pt x="327389" y="119445"/>
                  </a:lnTo>
                  <a:lnTo>
                    <a:pt x="325798" y="114391"/>
                  </a:lnTo>
                  <a:lnTo>
                    <a:pt x="324048" y="109391"/>
                  </a:lnTo>
                  <a:lnTo>
                    <a:pt x="322140" y="104448"/>
                  </a:lnTo>
                  <a:lnTo>
                    <a:pt x="320076" y="99568"/>
                  </a:lnTo>
                  <a:lnTo>
                    <a:pt x="317859" y="94757"/>
                  </a:lnTo>
                  <a:lnTo>
                    <a:pt x="315490" y="90017"/>
                  </a:lnTo>
                  <a:lnTo>
                    <a:pt x="312973" y="85356"/>
                  </a:lnTo>
                  <a:lnTo>
                    <a:pt x="310309" y="80776"/>
                  </a:lnTo>
                  <a:lnTo>
                    <a:pt x="307501" y="76283"/>
                  </a:lnTo>
                  <a:lnTo>
                    <a:pt x="304552" y="71882"/>
                  </a:lnTo>
                  <a:lnTo>
                    <a:pt x="301465" y="67576"/>
                  </a:lnTo>
                  <a:lnTo>
                    <a:pt x="298243" y="63370"/>
                  </a:lnTo>
                  <a:lnTo>
                    <a:pt x="294890" y="59268"/>
                  </a:lnTo>
                  <a:lnTo>
                    <a:pt x="291408" y="55274"/>
                  </a:lnTo>
                  <a:lnTo>
                    <a:pt x="287802" y="51393"/>
                  </a:lnTo>
                  <a:lnTo>
                    <a:pt x="284074" y="47628"/>
                  </a:lnTo>
                  <a:lnTo>
                    <a:pt x="280229" y="43983"/>
                  </a:lnTo>
                  <a:lnTo>
                    <a:pt x="276270" y="40462"/>
                  </a:lnTo>
                  <a:lnTo>
                    <a:pt x="272202" y="37068"/>
                  </a:lnTo>
                  <a:lnTo>
                    <a:pt x="268028" y="33805"/>
                  </a:lnTo>
                  <a:lnTo>
                    <a:pt x="263753" y="30676"/>
                  </a:lnTo>
                  <a:lnTo>
                    <a:pt x="259381" y="27683"/>
                  </a:lnTo>
                  <a:lnTo>
                    <a:pt x="254916" y="24831"/>
                  </a:lnTo>
                  <a:lnTo>
                    <a:pt x="250363" y="22121"/>
                  </a:lnTo>
                  <a:lnTo>
                    <a:pt x="245727" y="19558"/>
                  </a:lnTo>
                  <a:lnTo>
                    <a:pt x="241011" y="17142"/>
                  </a:lnTo>
                  <a:lnTo>
                    <a:pt x="236222" y="14877"/>
                  </a:lnTo>
                  <a:lnTo>
                    <a:pt x="231363" y="12765"/>
                  </a:lnTo>
                  <a:lnTo>
                    <a:pt x="226440" y="10808"/>
                  </a:lnTo>
                  <a:lnTo>
                    <a:pt x="221457" y="9008"/>
                  </a:lnTo>
                  <a:lnTo>
                    <a:pt x="216419" y="7367"/>
                  </a:lnTo>
                  <a:lnTo>
                    <a:pt x="211332" y="5886"/>
                  </a:lnTo>
                  <a:lnTo>
                    <a:pt x="167162" y="16711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4486215" y="5399291"/>
              <a:ext cx="44170" cy="167167"/>
            </a:xfrm>
            <a:custGeom>
              <a:avLst/>
              <a:pathLst>
                <a:path w="44170" h="167167">
                  <a:moveTo>
                    <a:pt x="44170" y="5941"/>
                  </a:moveTo>
                  <a:lnTo>
                    <a:pt x="37980" y="4371"/>
                  </a:lnTo>
                  <a:lnTo>
                    <a:pt x="31735" y="3040"/>
                  </a:lnTo>
                  <a:lnTo>
                    <a:pt x="25444" y="1947"/>
                  </a:lnTo>
                  <a:lnTo>
                    <a:pt x="19115" y="1096"/>
                  </a:lnTo>
                  <a:lnTo>
                    <a:pt x="12759" y="487"/>
                  </a:lnTo>
                  <a:lnTo>
                    <a:pt x="6384" y="12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4976362" y="5399291"/>
              <a:ext cx="47181" cy="167167"/>
            </a:xfrm>
            <a:custGeom>
              <a:avLst/>
              <a:pathLst>
                <a:path w="47181" h="167167">
                  <a:moveTo>
                    <a:pt x="47181" y="0"/>
                  </a:moveTo>
                  <a:lnTo>
                    <a:pt x="41203" y="106"/>
                  </a:lnTo>
                  <a:lnTo>
                    <a:pt x="35233" y="427"/>
                  </a:lnTo>
                  <a:lnTo>
                    <a:pt x="29279" y="961"/>
                  </a:lnTo>
                  <a:lnTo>
                    <a:pt x="23347" y="1707"/>
                  </a:lnTo>
                  <a:lnTo>
                    <a:pt x="17445" y="2665"/>
                  </a:lnTo>
                  <a:lnTo>
                    <a:pt x="11582" y="3834"/>
                  </a:lnTo>
                  <a:lnTo>
                    <a:pt x="5764" y="5211"/>
                  </a:lnTo>
                  <a:lnTo>
                    <a:pt x="0" y="6796"/>
                  </a:lnTo>
                  <a:lnTo>
                    <a:pt x="4718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4976362" y="5406088"/>
              <a:ext cx="47181" cy="160370"/>
            </a:xfrm>
            <a:custGeom>
              <a:avLst/>
              <a:pathLst>
                <a:path w="47181" h="160370">
                  <a:moveTo>
                    <a:pt x="0" y="0"/>
                  </a:moveTo>
                  <a:lnTo>
                    <a:pt x="47181" y="16037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4976362" y="5406088"/>
              <a:ext cx="47181" cy="160370"/>
            </a:xfrm>
            <a:custGeom>
              <a:avLst/>
              <a:pathLst>
                <a:path w="47181" h="160370">
                  <a:moveTo>
                    <a:pt x="0" y="0"/>
                  </a:moveTo>
                  <a:lnTo>
                    <a:pt x="47181" y="16037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4976362" y="5406088"/>
              <a:ext cx="47181" cy="160370"/>
            </a:xfrm>
            <a:custGeom>
              <a:avLst/>
              <a:pathLst>
                <a:path w="47181" h="160370">
                  <a:moveTo>
                    <a:pt x="0" y="0"/>
                  </a:moveTo>
                  <a:lnTo>
                    <a:pt x="47181" y="16037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4976362" y="5406088"/>
              <a:ext cx="47181" cy="160370"/>
            </a:xfrm>
            <a:custGeom>
              <a:avLst/>
              <a:pathLst>
                <a:path w="47181" h="160370">
                  <a:moveTo>
                    <a:pt x="0" y="0"/>
                  </a:moveTo>
                  <a:lnTo>
                    <a:pt x="47181" y="16037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4976362" y="5406088"/>
              <a:ext cx="47181" cy="160370"/>
            </a:xfrm>
            <a:custGeom>
              <a:avLst/>
              <a:pathLst>
                <a:path w="47181" h="160370">
                  <a:moveTo>
                    <a:pt x="0" y="0"/>
                  </a:moveTo>
                  <a:lnTo>
                    <a:pt x="47181" y="16037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4856377" y="5406088"/>
              <a:ext cx="167166" cy="322421"/>
            </a:xfrm>
            <a:custGeom>
              <a:avLst/>
              <a:pathLst>
                <a:path w="167166" h="322421">
                  <a:moveTo>
                    <a:pt x="119985" y="0"/>
                  </a:moveTo>
                  <a:lnTo>
                    <a:pt x="114848" y="1601"/>
                  </a:lnTo>
                  <a:lnTo>
                    <a:pt x="109765" y="3367"/>
                  </a:lnTo>
                  <a:lnTo>
                    <a:pt x="104741" y="5296"/>
                  </a:lnTo>
                  <a:lnTo>
                    <a:pt x="99783" y="7385"/>
                  </a:lnTo>
                  <a:lnTo>
                    <a:pt x="94894" y="9633"/>
                  </a:lnTo>
                  <a:lnTo>
                    <a:pt x="90080" y="12038"/>
                  </a:lnTo>
                  <a:lnTo>
                    <a:pt x="85346" y="14595"/>
                  </a:lnTo>
                  <a:lnTo>
                    <a:pt x="80697" y="17304"/>
                  </a:lnTo>
                  <a:lnTo>
                    <a:pt x="76137" y="20161"/>
                  </a:lnTo>
                  <a:lnTo>
                    <a:pt x="71671" y="23164"/>
                  </a:lnTo>
                  <a:lnTo>
                    <a:pt x="67305" y="26308"/>
                  </a:lnTo>
                  <a:lnTo>
                    <a:pt x="63042" y="29592"/>
                  </a:lnTo>
                  <a:lnTo>
                    <a:pt x="58887" y="33011"/>
                  </a:lnTo>
                  <a:lnTo>
                    <a:pt x="54844" y="36562"/>
                  </a:lnTo>
                  <a:lnTo>
                    <a:pt x="50917" y="40241"/>
                  </a:lnTo>
                  <a:lnTo>
                    <a:pt x="47111" y="44044"/>
                  </a:lnTo>
                  <a:lnTo>
                    <a:pt x="43430" y="47969"/>
                  </a:lnTo>
                  <a:lnTo>
                    <a:pt x="39876" y="52009"/>
                  </a:lnTo>
                  <a:lnTo>
                    <a:pt x="36454" y="56162"/>
                  </a:lnTo>
                  <a:lnTo>
                    <a:pt x="33168" y="60423"/>
                  </a:lnTo>
                  <a:lnTo>
                    <a:pt x="30021" y="64788"/>
                  </a:lnTo>
                  <a:lnTo>
                    <a:pt x="27016" y="69251"/>
                  </a:lnTo>
                  <a:lnTo>
                    <a:pt x="24156" y="73809"/>
                  </a:lnTo>
                  <a:lnTo>
                    <a:pt x="21444" y="78456"/>
                  </a:lnTo>
                  <a:lnTo>
                    <a:pt x="18883" y="83189"/>
                  </a:lnTo>
                  <a:lnTo>
                    <a:pt x="16476" y="88001"/>
                  </a:lnTo>
                  <a:lnTo>
                    <a:pt x="14224" y="92889"/>
                  </a:lnTo>
                  <a:lnTo>
                    <a:pt x="12132" y="97846"/>
                  </a:lnTo>
                  <a:lnTo>
                    <a:pt x="10200" y="102868"/>
                  </a:lnTo>
                  <a:lnTo>
                    <a:pt x="8430" y="107950"/>
                  </a:lnTo>
                  <a:lnTo>
                    <a:pt x="6826" y="113086"/>
                  </a:lnTo>
                  <a:lnTo>
                    <a:pt x="5387" y="118271"/>
                  </a:lnTo>
                  <a:lnTo>
                    <a:pt x="4116" y="123500"/>
                  </a:lnTo>
                  <a:lnTo>
                    <a:pt x="3013" y="128766"/>
                  </a:lnTo>
                  <a:lnTo>
                    <a:pt x="2081" y="134066"/>
                  </a:lnTo>
                  <a:lnTo>
                    <a:pt x="1320" y="139393"/>
                  </a:lnTo>
                  <a:lnTo>
                    <a:pt x="731" y="144741"/>
                  </a:lnTo>
                  <a:lnTo>
                    <a:pt x="314" y="150106"/>
                  </a:lnTo>
                  <a:lnTo>
                    <a:pt x="70" y="155481"/>
                  </a:lnTo>
                  <a:lnTo>
                    <a:pt x="0" y="160862"/>
                  </a:lnTo>
                  <a:lnTo>
                    <a:pt x="102" y="166242"/>
                  </a:lnTo>
                  <a:lnTo>
                    <a:pt x="377" y="171616"/>
                  </a:lnTo>
                  <a:lnTo>
                    <a:pt x="826" y="176978"/>
                  </a:lnTo>
                  <a:lnTo>
                    <a:pt x="1446" y="182323"/>
                  </a:lnTo>
                  <a:lnTo>
                    <a:pt x="2239" y="187645"/>
                  </a:lnTo>
                  <a:lnTo>
                    <a:pt x="3202" y="192939"/>
                  </a:lnTo>
                  <a:lnTo>
                    <a:pt x="4335" y="198199"/>
                  </a:lnTo>
                  <a:lnTo>
                    <a:pt x="5637" y="203420"/>
                  </a:lnTo>
                  <a:lnTo>
                    <a:pt x="7106" y="208597"/>
                  </a:lnTo>
                  <a:lnTo>
                    <a:pt x="8741" y="213723"/>
                  </a:lnTo>
                  <a:lnTo>
                    <a:pt x="10541" y="218795"/>
                  </a:lnTo>
                  <a:lnTo>
                    <a:pt x="12502" y="223805"/>
                  </a:lnTo>
                  <a:lnTo>
                    <a:pt x="14624" y="228750"/>
                  </a:lnTo>
                  <a:lnTo>
                    <a:pt x="16904" y="233624"/>
                  </a:lnTo>
                  <a:lnTo>
                    <a:pt x="19339" y="238422"/>
                  </a:lnTo>
                  <a:lnTo>
                    <a:pt x="21928" y="243140"/>
                  </a:lnTo>
                  <a:lnTo>
                    <a:pt x="24667" y="247771"/>
                  </a:lnTo>
                  <a:lnTo>
                    <a:pt x="27554" y="252312"/>
                  </a:lnTo>
                  <a:lnTo>
                    <a:pt x="30585" y="256758"/>
                  </a:lnTo>
                  <a:lnTo>
                    <a:pt x="33758" y="261104"/>
                  </a:lnTo>
                  <a:lnTo>
                    <a:pt x="37069" y="265345"/>
                  </a:lnTo>
                  <a:lnTo>
                    <a:pt x="40515" y="269478"/>
                  </a:lnTo>
                  <a:lnTo>
                    <a:pt x="44092" y="273498"/>
                  </a:lnTo>
                  <a:lnTo>
                    <a:pt x="47797" y="277400"/>
                  </a:lnTo>
                  <a:lnTo>
                    <a:pt x="51626" y="281181"/>
                  </a:lnTo>
                  <a:lnTo>
                    <a:pt x="55574" y="284838"/>
                  </a:lnTo>
                  <a:lnTo>
                    <a:pt x="59637" y="288365"/>
                  </a:lnTo>
                  <a:lnTo>
                    <a:pt x="63813" y="291759"/>
                  </a:lnTo>
                  <a:lnTo>
                    <a:pt x="68095" y="295017"/>
                  </a:lnTo>
                  <a:lnTo>
                    <a:pt x="72480" y="298136"/>
                  </a:lnTo>
                  <a:lnTo>
                    <a:pt x="76963" y="301112"/>
                  </a:lnTo>
                  <a:lnTo>
                    <a:pt x="81539" y="303943"/>
                  </a:lnTo>
                  <a:lnTo>
                    <a:pt x="86204" y="306624"/>
                  </a:lnTo>
                  <a:lnTo>
                    <a:pt x="90953" y="309154"/>
                  </a:lnTo>
                  <a:lnTo>
                    <a:pt x="95781" y="311530"/>
                  </a:lnTo>
                  <a:lnTo>
                    <a:pt x="100683" y="313749"/>
                  </a:lnTo>
                  <a:lnTo>
                    <a:pt x="105654" y="315809"/>
                  </a:lnTo>
                  <a:lnTo>
                    <a:pt x="110689" y="317708"/>
                  </a:lnTo>
                  <a:lnTo>
                    <a:pt x="115782" y="319445"/>
                  </a:lnTo>
                  <a:lnTo>
                    <a:pt x="120928" y="321016"/>
                  </a:lnTo>
                  <a:lnTo>
                    <a:pt x="126122" y="322421"/>
                  </a:lnTo>
                  <a:lnTo>
                    <a:pt x="167166" y="16037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4982500" y="5399291"/>
              <a:ext cx="208209" cy="334329"/>
            </a:xfrm>
            <a:custGeom>
              <a:avLst/>
              <a:pathLst>
                <a:path w="208209" h="334329">
                  <a:moveTo>
                    <a:pt x="0" y="329217"/>
                  </a:moveTo>
                  <a:lnTo>
                    <a:pt x="5202" y="330447"/>
                  </a:lnTo>
                  <a:lnTo>
                    <a:pt x="10440" y="331509"/>
                  </a:lnTo>
                  <a:lnTo>
                    <a:pt x="15710" y="332404"/>
                  </a:lnTo>
                  <a:lnTo>
                    <a:pt x="21006" y="333129"/>
                  </a:lnTo>
                  <a:lnTo>
                    <a:pt x="26323" y="333685"/>
                  </a:lnTo>
                  <a:lnTo>
                    <a:pt x="31654" y="334071"/>
                  </a:lnTo>
                  <a:lnTo>
                    <a:pt x="36996" y="334285"/>
                  </a:lnTo>
                  <a:lnTo>
                    <a:pt x="42341" y="334329"/>
                  </a:lnTo>
                  <a:lnTo>
                    <a:pt x="47685" y="334202"/>
                  </a:lnTo>
                  <a:lnTo>
                    <a:pt x="53022" y="333905"/>
                  </a:lnTo>
                  <a:lnTo>
                    <a:pt x="58347" y="333436"/>
                  </a:lnTo>
                  <a:lnTo>
                    <a:pt x="63654" y="332798"/>
                  </a:lnTo>
                  <a:lnTo>
                    <a:pt x="68938" y="331991"/>
                  </a:lnTo>
                  <a:lnTo>
                    <a:pt x="74194" y="331014"/>
                  </a:lnTo>
                  <a:lnTo>
                    <a:pt x="79415" y="329871"/>
                  </a:lnTo>
                  <a:lnTo>
                    <a:pt x="84598" y="328561"/>
                  </a:lnTo>
                  <a:lnTo>
                    <a:pt x="89735" y="327086"/>
                  </a:lnTo>
                  <a:lnTo>
                    <a:pt x="94824" y="325447"/>
                  </a:lnTo>
                  <a:lnTo>
                    <a:pt x="99857" y="323647"/>
                  </a:lnTo>
                  <a:lnTo>
                    <a:pt x="104830" y="321686"/>
                  </a:lnTo>
                  <a:lnTo>
                    <a:pt x="109737" y="319568"/>
                  </a:lnTo>
                  <a:lnTo>
                    <a:pt x="114575" y="317294"/>
                  </a:lnTo>
                  <a:lnTo>
                    <a:pt x="119337" y="314866"/>
                  </a:lnTo>
                  <a:lnTo>
                    <a:pt x="124019" y="312287"/>
                  </a:lnTo>
                  <a:lnTo>
                    <a:pt x="128617" y="309560"/>
                  </a:lnTo>
                  <a:lnTo>
                    <a:pt x="133125" y="306687"/>
                  </a:lnTo>
                  <a:lnTo>
                    <a:pt x="137539" y="303672"/>
                  </a:lnTo>
                  <a:lnTo>
                    <a:pt x="141854" y="300517"/>
                  </a:lnTo>
                  <a:lnTo>
                    <a:pt x="146066" y="297226"/>
                  </a:lnTo>
                  <a:lnTo>
                    <a:pt x="150170" y="293801"/>
                  </a:lnTo>
                  <a:lnTo>
                    <a:pt x="154163" y="290248"/>
                  </a:lnTo>
                  <a:lnTo>
                    <a:pt x="158041" y="286568"/>
                  </a:lnTo>
                  <a:lnTo>
                    <a:pt x="161798" y="282766"/>
                  </a:lnTo>
                  <a:lnTo>
                    <a:pt x="165433" y="278846"/>
                  </a:lnTo>
                  <a:lnTo>
                    <a:pt x="168940" y="274812"/>
                  </a:lnTo>
                  <a:lnTo>
                    <a:pt x="172316" y="270668"/>
                  </a:lnTo>
                  <a:lnTo>
                    <a:pt x="175558" y="266418"/>
                  </a:lnTo>
                  <a:lnTo>
                    <a:pt x="178662" y="262066"/>
                  </a:lnTo>
                  <a:lnTo>
                    <a:pt x="181626" y="257618"/>
                  </a:lnTo>
                  <a:lnTo>
                    <a:pt x="184446" y="253077"/>
                  </a:lnTo>
                  <a:lnTo>
                    <a:pt x="187120" y="248448"/>
                  </a:lnTo>
                  <a:lnTo>
                    <a:pt x="189644" y="243736"/>
                  </a:lnTo>
                  <a:lnTo>
                    <a:pt x="192016" y="238946"/>
                  </a:lnTo>
                  <a:lnTo>
                    <a:pt x="194234" y="234082"/>
                  </a:lnTo>
                  <a:lnTo>
                    <a:pt x="196295" y="229150"/>
                  </a:lnTo>
                  <a:lnTo>
                    <a:pt x="198197" y="224155"/>
                  </a:lnTo>
                  <a:lnTo>
                    <a:pt x="199939" y="219101"/>
                  </a:lnTo>
                  <a:lnTo>
                    <a:pt x="201518" y="213994"/>
                  </a:lnTo>
                  <a:lnTo>
                    <a:pt x="202933" y="208839"/>
                  </a:lnTo>
                  <a:lnTo>
                    <a:pt x="204183" y="203642"/>
                  </a:lnTo>
                  <a:lnTo>
                    <a:pt x="205266" y="198407"/>
                  </a:lnTo>
                  <a:lnTo>
                    <a:pt x="206180" y="193141"/>
                  </a:lnTo>
                  <a:lnTo>
                    <a:pt x="206927" y="187848"/>
                  </a:lnTo>
                  <a:lnTo>
                    <a:pt x="207503" y="182533"/>
                  </a:lnTo>
                  <a:lnTo>
                    <a:pt x="207909" y="177203"/>
                  </a:lnTo>
                  <a:lnTo>
                    <a:pt x="208145" y="171863"/>
                  </a:lnTo>
                  <a:lnTo>
                    <a:pt x="208209" y="166518"/>
                  </a:lnTo>
                  <a:lnTo>
                    <a:pt x="208103" y="161174"/>
                  </a:lnTo>
                  <a:lnTo>
                    <a:pt x="207826" y="155836"/>
                  </a:lnTo>
                  <a:lnTo>
                    <a:pt x="207379" y="150509"/>
                  </a:lnTo>
                  <a:lnTo>
                    <a:pt x="206761" y="145199"/>
                  </a:lnTo>
                  <a:lnTo>
                    <a:pt x="205974" y="139912"/>
                  </a:lnTo>
                  <a:lnTo>
                    <a:pt x="205018" y="134653"/>
                  </a:lnTo>
                  <a:lnTo>
                    <a:pt x="203895" y="129427"/>
                  </a:lnTo>
                  <a:lnTo>
                    <a:pt x="202605" y="124239"/>
                  </a:lnTo>
                  <a:lnTo>
                    <a:pt x="201150" y="119096"/>
                  </a:lnTo>
                  <a:lnTo>
                    <a:pt x="199531" y="114001"/>
                  </a:lnTo>
                  <a:lnTo>
                    <a:pt x="197750" y="108961"/>
                  </a:lnTo>
                  <a:lnTo>
                    <a:pt x="195809" y="103981"/>
                  </a:lnTo>
                  <a:lnTo>
                    <a:pt x="193710" y="99065"/>
                  </a:lnTo>
                  <a:lnTo>
                    <a:pt x="191454" y="94218"/>
                  </a:lnTo>
                  <a:lnTo>
                    <a:pt x="189045" y="89447"/>
                  </a:lnTo>
                  <a:lnTo>
                    <a:pt x="186484" y="84755"/>
                  </a:lnTo>
                  <a:lnTo>
                    <a:pt x="183775" y="80147"/>
                  </a:lnTo>
                  <a:lnTo>
                    <a:pt x="180920" y="75628"/>
                  </a:lnTo>
                  <a:lnTo>
                    <a:pt x="177922" y="71202"/>
                  </a:lnTo>
                  <a:lnTo>
                    <a:pt x="174783" y="66875"/>
                  </a:lnTo>
                  <a:lnTo>
                    <a:pt x="171509" y="62650"/>
                  </a:lnTo>
                  <a:lnTo>
                    <a:pt x="168100" y="58532"/>
                  </a:lnTo>
                  <a:lnTo>
                    <a:pt x="164562" y="54526"/>
                  </a:lnTo>
                  <a:lnTo>
                    <a:pt x="160897" y="50634"/>
                  </a:lnTo>
                  <a:lnTo>
                    <a:pt x="157110" y="46861"/>
                  </a:lnTo>
                  <a:lnTo>
                    <a:pt x="153204" y="43212"/>
                  </a:lnTo>
                  <a:lnTo>
                    <a:pt x="149184" y="39689"/>
                  </a:lnTo>
                  <a:lnTo>
                    <a:pt x="145053" y="36297"/>
                  </a:lnTo>
                  <a:lnTo>
                    <a:pt x="140815" y="33038"/>
                  </a:lnTo>
                  <a:lnTo>
                    <a:pt x="136476" y="29917"/>
                  </a:lnTo>
                  <a:lnTo>
                    <a:pt x="132039" y="26936"/>
                  </a:lnTo>
                  <a:lnTo>
                    <a:pt x="127509" y="24098"/>
                  </a:lnTo>
                  <a:lnTo>
                    <a:pt x="122891" y="21407"/>
                  </a:lnTo>
                  <a:lnTo>
                    <a:pt x="118188" y="18865"/>
                  </a:lnTo>
                  <a:lnTo>
                    <a:pt x="113407" y="16474"/>
                  </a:lnTo>
                  <a:lnTo>
                    <a:pt x="108552" y="14237"/>
                  </a:lnTo>
                  <a:lnTo>
                    <a:pt x="103628" y="12157"/>
                  </a:lnTo>
                  <a:lnTo>
                    <a:pt x="98640" y="10235"/>
                  </a:lnTo>
                  <a:lnTo>
                    <a:pt x="93593" y="8474"/>
                  </a:lnTo>
                  <a:lnTo>
                    <a:pt x="88493" y="6875"/>
                  </a:lnTo>
                  <a:lnTo>
                    <a:pt x="83344" y="5440"/>
                  </a:lnTo>
                  <a:lnTo>
                    <a:pt x="78151" y="4170"/>
                  </a:lnTo>
                  <a:lnTo>
                    <a:pt x="72921" y="3067"/>
                  </a:lnTo>
                  <a:lnTo>
                    <a:pt x="67658" y="2132"/>
                  </a:lnTo>
                  <a:lnTo>
                    <a:pt x="62368" y="1365"/>
                  </a:lnTo>
                  <a:lnTo>
                    <a:pt x="57056" y="768"/>
                  </a:lnTo>
                  <a:lnTo>
                    <a:pt x="51727" y="341"/>
                  </a:lnTo>
                  <a:lnTo>
                    <a:pt x="46388" y="85"/>
                  </a:lnTo>
                  <a:lnTo>
                    <a:pt x="41043" y="0"/>
                  </a:lnTo>
                  <a:lnTo>
                    <a:pt x="4104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532031" y="5269756"/>
              <a:ext cx="13227" cy="167167"/>
            </a:xfrm>
            <a:custGeom>
              <a:avLst/>
              <a:pathLst>
                <a:path w="13227" h="167167">
                  <a:moveTo>
                    <a:pt x="13227" y="0"/>
                  </a:moveTo>
                  <a:lnTo>
                    <a:pt x="0" y="524"/>
                  </a:lnTo>
                  <a:lnTo>
                    <a:pt x="1322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532031" y="5270280"/>
              <a:ext cx="13227" cy="166643"/>
            </a:xfrm>
            <a:custGeom>
              <a:avLst/>
              <a:pathLst>
                <a:path w="13227" h="166643">
                  <a:moveTo>
                    <a:pt x="0" y="0"/>
                  </a:moveTo>
                  <a:lnTo>
                    <a:pt x="13227" y="16664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532031" y="5270280"/>
              <a:ext cx="13227" cy="166643"/>
            </a:xfrm>
            <a:custGeom>
              <a:avLst/>
              <a:pathLst>
                <a:path w="13227" h="166643">
                  <a:moveTo>
                    <a:pt x="0" y="0"/>
                  </a:moveTo>
                  <a:lnTo>
                    <a:pt x="13227" y="16664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532031" y="5270280"/>
              <a:ext cx="13227" cy="166643"/>
            </a:xfrm>
            <a:custGeom>
              <a:avLst/>
              <a:pathLst>
                <a:path w="13227" h="166643">
                  <a:moveTo>
                    <a:pt x="0" y="0"/>
                  </a:moveTo>
                  <a:lnTo>
                    <a:pt x="13227" y="16664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532031" y="5270280"/>
              <a:ext cx="13227" cy="166643"/>
            </a:xfrm>
            <a:custGeom>
              <a:avLst/>
              <a:pathLst>
                <a:path w="13227" h="166643">
                  <a:moveTo>
                    <a:pt x="0" y="0"/>
                  </a:moveTo>
                  <a:lnTo>
                    <a:pt x="13227" y="16664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418814" y="5270280"/>
              <a:ext cx="126443" cy="166643"/>
            </a:xfrm>
            <a:custGeom>
              <a:avLst/>
              <a:pathLst>
                <a:path w="126443" h="166643">
                  <a:moveTo>
                    <a:pt x="113216" y="0"/>
                  </a:moveTo>
                  <a:lnTo>
                    <a:pt x="107584" y="543"/>
                  </a:lnTo>
                  <a:lnTo>
                    <a:pt x="101973" y="1276"/>
                  </a:lnTo>
                  <a:lnTo>
                    <a:pt x="96390" y="2199"/>
                  </a:lnTo>
                  <a:lnTo>
                    <a:pt x="90842" y="3310"/>
                  </a:lnTo>
                  <a:lnTo>
                    <a:pt x="85334" y="4609"/>
                  </a:lnTo>
                  <a:lnTo>
                    <a:pt x="79874" y="6093"/>
                  </a:lnTo>
                  <a:lnTo>
                    <a:pt x="74467" y="7761"/>
                  </a:lnTo>
                  <a:lnTo>
                    <a:pt x="69120" y="9611"/>
                  </a:lnTo>
                  <a:lnTo>
                    <a:pt x="63838" y="11641"/>
                  </a:lnTo>
                  <a:lnTo>
                    <a:pt x="58628" y="13849"/>
                  </a:lnTo>
                  <a:lnTo>
                    <a:pt x="53495" y="16231"/>
                  </a:lnTo>
                  <a:lnTo>
                    <a:pt x="48447" y="18786"/>
                  </a:lnTo>
                  <a:lnTo>
                    <a:pt x="43487" y="21511"/>
                  </a:lnTo>
                  <a:lnTo>
                    <a:pt x="38623" y="24402"/>
                  </a:lnTo>
                  <a:lnTo>
                    <a:pt x="33859" y="27455"/>
                  </a:lnTo>
                  <a:lnTo>
                    <a:pt x="29201" y="30668"/>
                  </a:lnTo>
                  <a:lnTo>
                    <a:pt x="24655" y="34037"/>
                  </a:lnTo>
                  <a:lnTo>
                    <a:pt x="20226" y="37558"/>
                  </a:lnTo>
                  <a:lnTo>
                    <a:pt x="15918" y="41227"/>
                  </a:lnTo>
                  <a:lnTo>
                    <a:pt x="11736" y="45040"/>
                  </a:lnTo>
                  <a:lnTo>
                    <a:pt x="7687" y="48992"/>
                  </a:lnTo>
                  <a:lnTo>
                    <a:pt x="3773" y="53078"/>
                  </a:lnTo>
                  <a:lnTo>
                    <a:pt x="0" y="57295"/>
                  </a:lnTo>
                  <a:lnTo>
                    <a:pt x="126443" y="16664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378109" y="5269756"/>
              <a:ext cx="334295" cy="334334"/>
            </a:xfrm>
            <a:custGeom>
              <a:avLst/>
              <a:pathLst>
                <a:path w="334295" h="334334">
                  <a:moveTo>
                    <a:pt x="40704" y="57819"/>
                  </a:moveTo>
                  <a:lnTo>
                    <a:pt x="37299" y="61885"/>
                  </a:lnTo>
                  <a:lnTo>
                    <a:pt x="34025" y="66057"/>
                  </a:lnTo>
                  <a:lnTo>
                    <a:pt x="30885" y="70331"/>
                  </a:lnTo>
                  <a:lnTo>
                    <a:pt x="27881" y="74702"/>
                  </a:lnTo>
                  <a:lnTo>
                    <a:pt x="25018" y="79167"/>
                  </a:lnTo>
                  <a:lnTo>
                    <a:pt x="22298" y="83720"/>
                  </a:lnTo>
                  <a:lnTo>
                    <a:pt x="19724" y="88357"/>
                  </a:lnTo>
                  <a:lnTo>
                    <a:pt x="17298" y="93073"/>
                  </a:lnTo>
                  <a:lnTo>
                    <a:pt x="15023" y="97864"/>
                  </a:lnTo>
                  <a:lnTo>
                    <a:pt x="12901" y="102724"/>
                  </a:lnTo>
                  <a:lnTo>
                    <a:pt x="10935" y="107650"/>
                  </a:lnTo>
                  <a:lnTo>
                    <a:pt x="9125" y="112635"/>
                  </a:lnTo>
                  <a:lnTo>
                    <a:pt x="7475" y="117676"/>
                  </a:lnTo>
                  <a:lnTo>
                    <a:pt x="5985" y="122766"/>
                  </a:lnTo>
                  <a:lnTo>
                    <a:pt x="4658" y="127901"/>
                  </a:lnTo>
                  <a:lnTo>
                    <a:pt x="3494" y="133075"/>
                  </a:lnTo>
                  <a:lnTo>
                    <a:pt x="2495" y="138283"/>
                  </a:lnTo>
                  <a:lnTo>
                    <a:pt x="1661" y="143521"/>
                  </a:lnTo>
                  <a:lnTo>
                    <a:pt x="995" y="148783"/>
                  </a:lnTo>
                  <a:lnTo>
                    <a:pt x="495" y="154063"/>
                  </a:lnTo>
                  <a:lnTo>
                    <a:pt x="163" y="159356"/>
                  </a:lnTo>
                  <a:lnTo>
                    <a:pt x="0" y="164657"/>
                  </a:lnTo>
                  <a:lnTo>
                    <a:pt x="4" y="169961"/>
                  </a:lnTo>
                  <a:lnTo>
                    <a:pt x="177" y="175261"/>
                  </a:lnTo>
                  <a:lnTo>
                    <a:pt x="518" y="180554"/>
                  </a:lnTo>
                  <a:lnTo>
                    <a:pt x="1026" y="185833"/>
                  </a:lnTo>
                  <a:lnTo>
                    <a:pt x="1702" y="191093"/>
                  </a:lnTo>
                  <a:lnTo>
                    <a:pt x="2544" y="196330"/>
                  </a:lnTo>
                  <a:lnTo>
                    <a:pt x="3552" y="201537"/>
                  </a:lnTo>
                  <a:lnTo>
                    <a:pt x="4725" y="206709"/>
                  </a:lnTo>
                  <a:lnTo>
                    <a:pt x="6061" y="211842"/>
                  </a:lnTo>
                  <a:lnTo>
                    <a:pt x="7559" y="216929"/>
                  </a:lnTo>
                  <a:lnTo>
                    <a:pt x="9218" y="221967"/>
                  </a:lnTo>
                  <a:lnTo>
                    <a:pt x="11036" y="226949"/>
                  </a:lnTo>
                  <a:lnTo>
                    <a:pt x="13011" y="231871"/>
                  </a:lnTo>
                  <a:lnTo>
                    <a:pt x="15141" y="236728"/>
                  </a:lnTo>
                  <a:lnTo>
                    <a:pt x="17424" y="241515"/>
                  </a:lnTo>
                  <a:lnTo>
                    <a:pt x="19858" y="246227"/>
                  </a:lnTo>
                  <a:lnTo>
                    <a:pt x="22440" y="250860"/>
                  </a:lnTo>
                  <a:lnTo>
                    <a:pt x="25168" y="255408"/>
                  </a:lnTo>
                  <a:lnTo>
                    <a:pt x="28038" y="259868"/>
                  </a:lnTo>
                  <a:lnTo>
                    <a:pt x="31049" y="264234"/>
                  </a:lnTo>
                  <a:lnTo>
                    <a:pt x="34197" y="268502"/>
                  </a:lnTo>
                  <a:lnTo>
                    <a:pt x="37478" y="272669"/>
                  </a:lnTo>
                  <a:lnTo>
                    <a:pt x="40890" y="276729"/>
                  </a:lnTo>
                  <a:lnTo>
                    <a:pt x="44429" y="280679"/>
                  </a:lnTo>
                  <a:lnTo>
                    <a:pt x="48092" y="284515"/>
                  </a:lnTo>
                  <a:lnTo>
                    <a:pt x="51874" y="288233"/>
                  </a:lnTo>
                  <a:lnTo>
                    <a:pt x="55773" y="291829"/>
                  </a:lnTo>
                  <a:lnTo>
                    <a:pt x="59783" y="295299"/>
                  </a:lnTo>
                  <a:lnTo>
                    <a:pt x="63902" y="298640"/>
                  </a:lnTo>
                  <a:lnTo>
                    <a:pt x="68125" y="301849"/>
                  </a:lnTo>
                  <a:lnTo>
                    <a:pt x="72447" y="304923"/>
                  </a:lnTo>
                  <a:lnTo>
                    <a:pt x="76865" y="307858"/>
                  </a:lnTo>
                  <a:lnTo>
                    <a:pt x="81373" y="310651"/>
                  </a:lnTo>
                  <a:lnTo>
                    <a:pt x="85968" y="313299"/>
                  </a:lnTo>
                  <a:lnTo>
                    <a:pt x="90644" y="315801"/>
                  </a:lnTo>
                  <a:lnTo>
                    <a:pt x="95398" y="318153"/>
                  </a:lnTo>
                  <a:lnTo>
                    <a:pt x="100224" y="320353"/>
                  </a:lnTo>
                  <a:lnTo>
                    <a:pt x="105117" y="322399"/>
                  </a:lnTo>
                  <a:lnTo>
                    <a:pt x="110072" y="324289"/>
                  </a:lnTo>
                  <a:lnTo>
                    <a:pt x="115085" y="326020"/>
                  </a:lnTo>
                  <a:lnTo>
                    <a:pt x="120151" y="327592"/>
                  </a:lnTo>
                  <a:lnTo>
                    <a:pt x="125263" y="329002"/>
                  </a:lnTo>
                  <a:lnTo>
                    <a:pt x="130418" y="330249"/>
                  </a:lnTo>
                  <a:lnTo>
                    <a:pt x="135610" y="331332"/>
                  </a:lnTo>
                  <a:lnTo>
                    <a:pt x="140833" y="332250"/>
                  </a:lnTo>
                  <a:lnTo>
                    <a:pt x="146084" y="333002"/>
                  </a:lnTo>
                  <a:lnTo>
                    <a:pt x="151355" y="333587"/>
                  </a:lnTo>
                  <a:lnTo>
                    <a:pt x="156642" y="334004"/>
                  </a:lnTo>
                  <a:lnTo>
                    <a:pt x="161940" y="334253"/>
                  </a:lnTo>
                  <a:lnTo>
                    <a:pt x="167243" y="334334"/>
                  </a:lnTo>
                  <a:lnTo>
                    <a:pt x="172546" y="334247"/>
                  </a:lnTo>
                  <a:lnTo>
                    <a:pt x="177843" y="333992"/>
                  </a:lnTo>
                  <a:lnTo>
                    <a:pt x="183130" y="333569"/>
                  </a:lnTo>
                  <a:lnTo>
                    <a:pt x="188400" y="332978"/>
                  </a:lnTo>
                  <a:lnTo>
                    <a:pt x="193649" y="332220"/>
                  </a:lnTo>
                  <a:lnTo>
                    <a:pt x="198872" y="331297"/>
                  </a:lnTo>
                  <a:lnTo>
                    <a:pt x="204063" y="330208"/>
                  </a:lnTo>
                  <a:lnTo>
                    <a:pt x="209216" y="328955"/>
                  </a:lnTo>
                  <a:lnTo>
                    <a:pt x="214327" y="327539"/>
                  </a:lnTo>
                  <a:lnTo>
                    <a:pt x="219391" y="325961"/>
                  </a:lnTo>
                  <a:lnTo>
                    <a:pt x="224402" y="324224"/>
                  </a:lnTo>
                  <a:lnTo>
                    <a:pt x="229355" y="322329"/>
                  </a:lnTo>
                  <a:lnTo>
                    <a:pt x="234246" y="320278"/>
                  </a:lnTo>
                  <a:lnTo>
                    <a:pt x="239069" y="318072"/>
                  </a:lnTo>
                  <a:lnTo>
                    <a:pt x="243820" y="315715"/>
                  </a:lnTo>
                  <a:lnTo>
                    <a:pt x="248494" y="313208"/>
                  </a:lnTo>
                  <a:lnTo>
                    <a:pt x="253085" y="310554"/>
                  </a:lnTo>
                  <a:lnTo>
                    <a:pt x="257591" y="307755"/>
                  </a:lnTo>
                  <a:lnTo>
                    <a:pt x="262005" y="304816"/>
                  </a:lnTo>
                  <a:lnTo>
                    <a:pt x="266324" y="301737"/>
                  </a:lnTo>
                  <a:lnTo>
                    <a:pt x="270543" y="298523"/>
                  </a:lnTo>
                  <a:lnTo>
                    <a:pt x="274658" y="295177"/>
                  </a:lnTo>
                  <a:lnTo>
                    <a:pt x="278664" y="291702"/>
                  </a:lnTo>
                  <a:lnTo>
                    <a:pt x="282559" y="288102"/>
                  </a:lnTo>
                  <a:lnTo>
                    <a:pt x="286337" y="284380"/>
                  </a:lnTo>
                  <a:lnTo>
                    <a:pt x="289995" y="280540"/>
                  </a:lnTo>
                  <a:lnTo>
                    <a:pt x="293530" y="276586"/>
                  </a:lnTo>
                  <a:lnTo>
                    <a:pt x="296937" y="272522"/>
                  </a:lnTo>
                  <a:lnTo>
                    <a:pt x="300214" y="268352"/>
                  </a:lnTo>
                  <a:lnTo>
                    <a:pt x="303357" y="264080"/>
                  </a:lnTo>
                  <a:lnTo>
                    <a:pt x="306363" y="259710"/>
                  </a:lnTo>
                  <a:lnTo>
                    <a:pt x="309228" y="255248"/>
                  </a:lnTo>
                  <a:lnTo>
                    <a:pt x="311951" y="250696"/>
                  </a:lnTo>
                  <a:lnTo>
                    <a:pt x="314528" y="246061"/>
                  </a:lnTo>
                  <a:lnTo>
                    <a:pt x="316956" y="241346"/>
                  </a:lnTo>
                  <a:lnTo>
                    <a:pt x="319234" y="236556"/>
                  </a:lnTo>
                  <a:lnTo>
                    <a:pt x="321359" y="231697"/>
                  </a:lnTo>
                  <a:lnTo>
                    <a:pt x="323328" y="226772"/>
                  </a:lnTo>
                  <a:lnTo>
                    <a:pt x="325140" y="221788"/>
                  </a:lnTo>
                  <a:lnTo>
                    <a:pt x="326793" y="216749"/>
                  </a:lnTo>
                  <a:lnTo>
                    <a:pt x="328286" y="211659"/>
                  </a:lnTo>
                  <a:lnTo>
                    <a:pt x="329616" y="206525"/>
                  </a:lnTo>
                  <a:lnTo>
                    <a:pt x="330783" y="201352"/>
                  </a:lnTo>
                  <a:lnTo>
                    <a:pt x="331785" y="196144"/>
                  </a:lnTo>
                  <a:lnTo>
                    <a:pt x="332621" y="190906"/>
                  </a:lnTo>
                  <a:lnTo>
                    <a:pt x="333291" y="185645"/>
                  </a:lnTo>
                  <a:lnTo>
                    <a:pt x="333794" y="180365"/>
                  </a:lnTo>
                  <a:lnTo>
                    <a:pt x="334129" y="175072"/>
                  </a:lnTo>
                  <a:lnTo>
                    <a:pt x="334295" y="169771"/>
                  </a:lnTo>
                  <a:lnTo>
                    <a:pt x="334294" y="164468"/>
                  </a:lnTo>
                  <a:lnTo>
                    <a:pt x="334124" y="159167"/>
                  </a:lnTo>
                  <a:lnTo>
                    <a:pt x="333786" y="153874"/>
                  </a:lnTo>
                  <a:lnTo>
                    <a:pt x="333281" y="148595"/>
                  </a:lnTo>
                  <a:lnTo>
                    <a:pt x="332608" y="143334"/>
                  </a:lnTo>
                  <a:lnTo>
                    <a:pt x="331769" y="138097"/>
                  </a:lnTo>
                  <a:lnTo>
                    <a:pt x="330764" y="132890"/>
                  </a:lnTo>
                  <a:lnTo>
                    <a:pt x="329594" y="127717"/>
                  </a:lnTo>
                  <a:lnTo>
                    <a:pt x="328261" y="122583"/>
                  </a:lnTo>
                  <a:lnTo>
                    <a:pt x="326765" y="117495"/>
                  </a:lnTo>
                  <a:lnTo>
                    <a:pt x="325109" y="112457"/>
                  </a:lnTo>
                  <a:lnTo>
                    <a:pt x="323294" y="107473"/>
                  </a:lnTo>
                  <a:lnTo>
                    <a:pt x="321322" y="102550"/>
                  </a:lnTo>
                  <a:lnTo>
                    <a:pt x="319195" y="97692"/>
                  </a:lnTo>
                  <a:lnTo>
                    <a:pt x="316914" y="92904"/>
                  </a:lnTo>
                  <a:lnTo>
                    <a:pt x="314483" y="88190"/>
                  </a:lnTo>
                  <a:lnTo>
                    <a:pt x="311904" y="83556"/>
                  </a:lnTo>
                  <a:lnTo>
                    <a:pt x="309178" y="79006"/>
                  </a:lnTo>
                  <a:lnTo>
                    <a:pt x="306310" y="74545"/>
                  </a:lnTo>
                  <a:lnTo>
                    <a:pt x="303302" y="70177"/>
                  </a:lnTo>
                  <a:lnTo>
                    <a:pt x="300157" y="65907"/>
                  </a:lnTo>
                  <a:lnTo>
                    <a:pt x="296878" y="61738"/>
                  </a:lnTo>
                  <a:lnTo>
                    <a:pt x="293468" y="57676"/>
                  </a:lnTo>
                  <a:lnTo>
                    <a:pt x="289931" y="53724"/>
                  </a:lnTo>
                  <a:lnTo>
                    <a:pt x="286271" y="49886"/>
                  </a:lnTo>
                  <a:lnTo>
                    <a:pt x="282490" y="46166"/>
                  </a:lnTo>
                  <a:lnTo>
                    <a:pt x="278594" y="42568"/>
                  </a:lnTo>
                  <a:lnTo>
                    <a:pt x="274585" y="39096"/>
                  </a:lnTo>
                  <a:lnTo>
                    <a:pt x="270468" y="35752"/>
                  </a:lnTo>
                  <a:lnTo>
                    <a:pt x="266248" y="32541"/>
                  </a:lnTo>
                  <a:lnTo>
                    <a:pt x="261927" y="29465"/>
                  </a:lnTo>
                  <a:lnTo>
                    <a:pt x="257511" y="26527"/>
                  </a:lnTo>
                  <a:lnTo>
                    <a:pt x="253004" y="23732"/>
                  </a:lnTo>
                  <a:lnTo>
                    <a:pt x="248411" y="21080"/>
                  </a:lnTo>
                  <a:lnTo>
                    <a:pt x="243736" y="18576"/>
                  </a:lnTo>
                  <a:lnTo>
                    <a:pt x="238984" y="16221"/>
                  </a:lnTo>
                  <a:lnTo>
                    <a:pt x="234159" y="14018"/>
                  </a:lnTo>
                  <a:lnTo>
                    <a:pt x="229267" y="11970"/>
                  </a:lnTo>
                  <a:lnTo>
                    <a:pt x="224313" y="10077"/>
                  </a:lnTo>
                  <a:lnTo>
                    <a:pt x="219301" y="8343"/>
                  </a:lnTo>
                  <a:lnTo>
                    <a:pt x="214236" y="6769"/>
                  </a:lnTo>
                  <a:lnTo>
                    <a:pt x="209124" y="5356"/>
                  </a:lnTo>
                  <a:lnTo>
                    <a:pt x="203970" y="4105"/>
                  </a:lnTo>
                  <a:lnTo>
                    <a:pt x="198779" y="3019"/>
                  </a:lnTo>
                  <a:lnTo>
                    <a:pt x="193556" y="2099"/>
                  </a:lnTo>
                  <a:lnTo>
                    <a:pt x="188306" y="1344"/>
                  </a:lnTo>
                  <a:lnTo>
                    <a:pt x="183036" y="756"/>
                  </a:lnTo>
                  <a:lnTo>
                    <a:pt x="177749" y="336"/>
                  </a:lnTo>
                  <a:lnTo>
                    <a:pt x="172451" y="84"/>
                  </a:lnTo>
                  <a:lnTo>
                    <a:pt x="167148" y="0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5992592" y="5018213"/>
              <a:ext cx="28446" cy="167167"/>
            </a:xfrm>
            <a:custGeom>
              <a:avLst/>
              <a:pathLst>
                <a:path w="28446" h="167167">
                  <a:moveTo>
                    <a:pt x="28446" y="0"/>
                  </a:moveTo>
                  <a:lnTo>
                    <a:pt x="21302" y="152"/>
                  </a:lnTo>
                  <a:lnTo>
                    <a:pt x="14171" y="610"/>
                  </a:lnTo>
                  <a:lnTo>
                    <a:pt x="7066" y="1372"/>
                  </a:lnTo>
                  <a:lnTo>
                    <a:pt x="0" y="2438"/>
                  </a:lnTo>
                  <a:lnTo>
                    <a:pt x="28446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5992592" y="5020651"/>
              <a:ext cx="28446" cy="164729"/>
            </a:xfrm>
            <a:custGeom>
              <a:avLst/>
              <a:pathLst>
                <a:path w="28446" h="164729">
                  <a:moveTo>
                    <a:pt x="0" y="0"/>
                  </a:moveTo>
                  <a:lnTo>
                    <a:pt x="28446" y="1647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5992592" y="5020651"/>
              <a:ext cx="28446" cy="164729"/>
            </a:xfrm>
            <a:custGeom>
              <a:avLst/>
              <a:pathLst>
                <a:path w="28446" h="164729">
                  <a:moveTo>
                    <a:pt x="0" y="0"/>
                  </a:moveTo>
                  <a:lnTo>
                    <a:pt x="28446" y="16472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5992592" y="5020651"/>
              <a:ext cx="28446" cy="164729"/>
            </a:xfrm>
            <a:custGeom>
              <a:avLst/>
              <a:pathLst>
                <a:path w="28446" h="164729">
                  <a:moveTo>
                    <a:pt x="0" y="0"/>
                  </a:moveTo>
                  <a:lnTo>
                    <a:pt x="28446" y="16472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5853993" y="5020651"/>
              <a:ext cx="167045" cy="164729"/>
            </a:xfrm>
            <a:custGeom>
              <a:avLst/>
              <a:pathLst>
                <a:path w="167045" h="164729">
                  <a:moveTo>
                    <a:pt x="138598" y="0"/>
                  </a:moveTo>
                  <a:lnTo>
                    <a:pt x="133274" y="1008"/>
                  </a:lnTo>
                  <a:lnTo>
                    <a:pt x="127985" y="2189"/>
                  </a:lnTo>
                  <a:lnTo>
                    <a:pt x="122737" y="3540"/>
                  </a:lnTo>
                  <a:lnTo>
                    <a:pt x="117536" y="5061"/>
                  </a:lnTo>
                  <a:lnTo>
                    <a:pt x="112386" y="6750"/>
                  </a:lnTo>
                  <a:lnTo>
                    <a:pt x="107295" y="8604"/>
                  </a:lnTo>
                  <a:lnTo>
                    <a:pt x="102265" y="10623"/>
                  </a:lnTo>
                  <a:lnTo>
                    <a:pt x="97305" y="12804"/>
                  </a:lnTo>
                  <a:lnTo>
                    <a:pt x="92417" y="15144"/>
                  </a:lnTo>
                  <a:lnTo>
                    <a:pt x="87608" y="17641"/>
                  </a:lnTo>
                  <a:lnTo>
                    <a:pt x="82882" y="20293"/>
                  </a:lnTo>
                  <a:lnTo>
                    <a:pt x="78245" y="23097"/>
                  </a:lnTo>
                  <a:lnTo>
                    <a:pt x="73701" y="26050"/>
                  </a:lnTo>
                  <a:lnTo>
                    <a:pt x="69255" y="29148"/>
                  </a:lnTo>
                  <a:lnTo>
                    <a:pt x="64912" y="32389"/>
                  </a:lnTo>
                  <a:lnTo>
                    <a:pt x="60676" y="35769"/>
                  </a:lnTo>
                  <a:lnTo>
                    <a:pt x="56552" y="39285"/>
                  </a:lnTo>
                  <a:lnTo>
                    <a:pt x="52544" y="42932"/>
                  </a:lnTo>
                  <a:lnTo>
                    <a:pt x="48656" y="46707"/>
                  </a:lnTo>
                  <a:lnTo>
                    <a:pt x="44893" y="50607"/>
                  </a:lnTo>
                  <a:lnTo>
                    <a:pt x="41258" y="54626"/>
                  </a:lnTo>
                  <a:lnTo>
                    <a:pt x="37755" y="58761"/>
                  </a:lnTo>
                  <a:lnTo>
                    <a:pt x="34389" y="63007"/>
                  </a:lnTo>
                  <a:lnTo>
                    <a:pt x="31161" y="67360"/>
                  </a:lnTo>
                  <a:lnTo>
                    <a:pt x="28077" y="71816"/>
                  </a:lnTo>
                  <a:lnTo>
                    <a:pt x="25138" y="76369"/>
                  </a:lnTo>
                  <a:lnTo>
                    <a:pt x="22349" y="81015"/>
                  </a:lnTo>
                  <a:lnTo>
                    <a:pt x="19711" y="85749"/>
                  </a:lnTo>
                  <a:lnTo>
                    <a:pt x="17229" y="90566"/>
                  </a:lnTo>
                  <a:lnTo>
                    <a:pt x="14904" y="95461"/>
                  </a:lnTo>
                  <a:lnTo>
                    <a:pt x="12739" y="100428"/>
                  </a:lnTo>
                  <a:lnTo>
                    <a:pt x="10736" y="105464"/>
                  </a:lnTo>
                  <a:lnTo>
                    <a:pt x="8897" y="110561"/>
                  </a:lnTo>
                  <a:lnTo>
                    <a:pt x="7224" y="115716"/>
                  </a:lnTo>
                  <a:lnTo>
                    <a:pt x="5719" y="120922"/>
                  </a:lnTo>
                  <a:lnTo>
                    <a:pt x="4384" y="126174"/>
                  </a:lnTo>
                  <a:lnTo>
                    <a:pt x="3220" y="131466"/>
                  </a:lnTo>
                  <a:lnTo>
                    <a:pt x="2228" y="136794"/>
                  </a:lnTo>
                  <a:lnTo>
                    <a:pt x="1409" y="142151"/>
                  </a:lnTo>
                  <a:lnTo>
                    <a:pt x="764" y="147531"/>
                  </a:lnTo>
                  <a:lnTo>
                    <a:pt x="294" y="152930"/>
                  </a:lnTo>
                  <a:lnTo>
                    <a:pt x="0" y="158341"/>
                  </a:lnTo>
                  <a:lnTo>
                    <a:pt x="167045" y="16472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5853875" y="5018213"/>
              <a:ext cx="334317" cy="334331"/>
            </a:xfrm>
            <a:custGeom>
              <a:avLst/>
              <a:pathLst>
                <a:path w="334317" h="334331">
                  <a:moveTo>
                    <a:pt x="118" y="160779"/>
                  </a:moveTo>
                  <a:lnTo>
                    <a:pt x="0" y="166072"/>
                  </a:lnTo>
                  <a:lnTo>
                    <a:pt x="49" y="171366"/>
                  </a:lnTo>
                  <a:lnTo>
                    <a:pt x="265" y="176655"/>
                  </a:lnTo>
                  <a:lnTo>
                    <a:pt x="650" y="181935"/>
                  </a:lnTo>
                  <a:lnTo>
                    <a:pt x="1201" y="187201"/>
                  </a:lnTo>
                  <a:lnTo>
                    <a:pt x="1918" y="192446"/>
                  </a:lnTo>
                  <a:lnTo>
                    <a:pt x="2802" y="197666"/>
                  </a:lnTo>
                  <a:lnTo>
                    <a:pt x="3850" y="202855"/>
                  </a:lnTo>
                  <a:lnTo>
                    <a:pt x="5062" y="208009"/>
                  </a:lnTo>
                  <a:lnTo>
                    <a:pt x="6436" y="213121"/>
                  </a:lnTo>
                  <a:lnTo>
                    <a:pt x="7972" y="218188"/>
                  </a:lnTo>
                  <a:lnTo>
                    <a:pt x="9668" y="223203"/>
                  </a:lnTo>
                  <a:lnTo>
                    <a:pt x="11521" y="228162"/>
                  </a:lnTo>
                  <a:lnTo>
                    <a:pt x="13530" y="233060"/>
                  </a:lnTo>
                  <a:lnTo>
                    <a:pt x="15694" y="237892"/>
                  </a:lnTo>
                  <a:lnTo>
                    <a:pt x="18009" y="242653"/>
                  </a:lnTo>
                  <a:lnTo>
                    <a:pt x="20475" y="247338"/>
                  </a:lnTo>
                  <a:lnTo>
                    <a:pt x="23087" y="251943"/>
                  </a:lnTo>
                  <a:lnTo>
                    <a:pt x="25843" y="256462"/>
                  </a:lnTo>
                  <a:lnTo>
                    <a:pt x="28742" y="260892"/>
                  </a:lnTo>
                  <a:lnTo>
                    <a:pt x="31779" y="265229"/>
                  </a:lnTo>
                  <a:lnTo>
                    <a:pt x="34952" y="269466"/>
                  </a:lnTo>
                  <a:lnTo>
                    <a:pt x="38258" y="273602"/>
                  </a:lnTo>
                  <a:lnTo>
                    <a:pt x="41693" y="277630"/>
                  </a:lnTo>
                  <a:lnTo>
                    <a:pt x="45254" y="281548"/>
                  </a:lnTo>
                  <a:lnTo>
                    <a:pt x="48937" y="285351"/>
                  </a:lnTo>
                  <a:lnTo>
                    <a:pt x="52738" y="289035"/>
                  </a:lnTo>
                  <a:lnTo>
                    <a:pt x="56655" y="292597"/>
                  </a:lnTo>
                  <a:lnTo>
                    <a:pt x="60682" y="296034"/>
                  </a:lnTo>
                  <a:lnTo>
                    <a:pt x="64816" y="299341"/>
                  </a:lnTo>
                  <a:lnTo>
                    <a:pt x="69053" y="302516"/>
                  </a:lnTo>
                  <a:lnTo>
                    <a:pt x="73388" y="305554"/>
                  </a:lnTo>
                  <a:lnTo>
                    <a:pt x="77817" y="308454"/>
                  </a:lnTo>
                  <a:lnTo>
                    <a:pt x="82336" y="311213"/>
                  </a:lnTo>
                  <a:lnTo>
                    <a:pt x="86939" y="313827"/>
                  </a:lnTo>
                  <a:lnTo>
                    <a:pt x="91624" y="316293"/>
                  </a:lnTo>
                  <a:lnTo>
                    <a:pt x="96384" y="318611"/>
                  </a:lnTo>
                  <a:lnTo>
                    <a:pt x="101215" y="320776"/>
                  </a:lnTo>
                  <a:lnTo>
                    <a:pt x="106112" y="322787"/>
                  </a:lnTo>
                  <a:lnTo>
                    <a:pt x="111070" y="324642"/>
                  </a:lnTo>
                  <a:lnTo>
                    <a:pt x="116085" y="326340"/>
                  </a:lnTo>
                  <a:lnTo>
                    <a:pt x="121151" y="327877"/>
                  </a:lnTo>
                  <a:lnTo>
                    <a:pt x="126263" y="329254"/>
                  </a:lnTo>
                  <a:lnTo>
                    <a:pt x="131416" y="330468"/>
                  </a:lnTo>
                  <a:lnTo>
                    <a:pt x="136605" y="331518"/>
                  </a:lnTo>
                  <a:lnTo>
                    <a:pt x="141824" y="332403"/>
                  </a:lnTo>
                  <a:lnTo>
                    <a:pt x="147069" y="333122"/>
                  </a:lnTo>
                  <a:lnTo>
                    <a:pt x="152335" y="333675"/>
                  </a:lnTo>
                  <a:lnTo>
                    <a:pt x="157615" y="334061"/>
                  </a:lnTo>
                  <a:lnTo>
                    <a:pt x="162904" y="334280"/>
                  </a:lnTo>
                  <a:lnTo>
                    <a:pt x="168198" y="334331"/>
                  </a:lnTo>
                  <a:lnTo>
                    <a:pt x="173491" y="334215"/>
                  </a:lnTo>
                  <a:lnTo>
                    <a:pt x="178777" y="333930"/>
                  </a:lnTo>
                  <a:lnTo>
                    <a:pt x="184052" y="333479"/>
                  </a:lnTo>
                  <a:lnTo>
                    <a:pt x="189310" y="332861"/>
                  </a:lnTo>
                  <a:lnTo>
                    <a:pt x="194546" y="332077"/>
                  </a:lnTo>
                  <a:lnTo>
                    <a:pt x="199754" y="331127"/>
                  </a:lnTo>
                  <a:lnTo>
                    <a:pt x="204929" y="330013"/>
                  </a:lnTo>
                  <a:lnTo>
                    <a:pt x="210067" y="328735"/>
                  </a:lnTo>
                  <a:lnTo>
                    <a:pt x="215162" y="327295"/>
                  </a:lnTo>
                  <a:lnTo>
                    <a:pt x="220208" y="325695"/>
                  </a:lnTo>
                  <a:lnTo>
                    <a:pt x="225201" y="323936"/>
                  </a:lnTo>
                  <a:lnTo>
                    <a:pt x="230136" y="322020"/>
                  </a:lnTo>
                  <a:lnTo>
                    <a:pt x="235008" y="319948"/>
                  </a:lnTo>
                  <a:lnTo>
                    <a:pt x="239812" y="317723"/>
                  </a:lnTo>
                  <a:lnTo>
                    <a:pt x="244543" y="315347"/>
                  </a:lnTo>
                  <a:lnTo>
                    <a:pt x="249197" y="312822"/>
                  </a:lnTo>
                  <a:lnTo>
                    <a:pt x="253768" y="310152"/>
                  </a:lnTo>
                  <a:lnTo>
                    <a:pt x="258252" y="307338"/>
                  </a:lnTo>
                  <a:lnTo>
                    <a:pt x="262645" y="304383"/>
                  </a:lnTo>
                  <a:lnTo>
                    <a:pt x="266942" y="301291"/>
                  </a:lnTo>
                  <a:lnTo>
                    <a:pt x="271139" y="298064"/>
                  </a:lnTo>
                  <a:lnTo>
                    <a:pt x="275232" y="294706"/>
                  </a:lnTo>
                  <a:lnTo>
                    <a:pt x="279216" y="291220"/>
                  </a:lnTo>
                  <a:lnTo>
                    <a:pt x="283088" y="287609"/>
                  </a:lnTo>
                  <a:lnTo>
                    <a:pt x="286844" y="283878"/>
                  </a:lnTo>
                  <a:lnTo>
                    <a:pt x="290480" y="280030"/>
                  </a:lnTo>
                  <a:lnTo>
                    <a:pt x="293992" y="276069"/>
                  </a:lnTo>
                  <a:lnTo>
                    <a:pt x="297376" y="271998"/>
                  </a:lnTo>
                  <a:lnTo>
                    <a:pt x="300631" y="267822"/>
                  </a:lnTo>
                  <a:lnTo>
                    <a:pt x="303751" y="263545"/>
                  </a:lnTo>
                  <a:lnTo>
                    <a:pt x="306734" y="259172"/>
                  </a:lnTo>
                  <a:lnTo>
                    <a:pt x="309578" y="254706"/>
                  </a:lnTo>
                  <a:lnTo>
                    <a:pt x="312278" y="250153"/>
                  </a:lnTo>
                  <a:lnTo>
                    <a:pt x="314833" y="245516"/>
                  </a:lnTo>
                  <a:lnTo>
                    <a:pt x="317240" y="240801"/>
                  </a:lnTo>
                  <a:lnTo>
                    <a:pt x="319497" y="236011"/>
                  </a:lnTo>
                  <a:lnTo>
                    <a:pt x="321600" y="231153"/>
                  </a:lnTo>
                  <a:lnTo>
                    <a:pt x="323549" y="226231"/>
                  </a:lnTo>
                  <a:lnTo>
                    <a:pt x="325341" y="221249"/>
                  </a:lnTo>
                  <a:lnTo>
                    <a:pt x="326974" y="216213"/>
                  </a:lnTo>
                  <a:lnTo>
                    <a:pt x="328447" y="211128"/>
                  </a:lnTo>
                  <a:lnTo>
                    <a:pt x="329758" y="205999"/>
                  </a:lnTo>
                  <a:lnTo>
                    <a:pt x="330906" y="200831"/>
                  </a:lnTo>
                  <a:lnTo>
                    <a:pt x="331890" y="195629"/>
                  </a:lnTo>
                  <a:lnTo>
                    <a:pt x="332709" y="190399"/>
                  </a:lnTo>
                  <a:lnTo>
                    <a:pt x="333361" y="185145"/>
                  </a:lnTo>
                  <a:lnTo>
                    <a:pt x="333847" y="179873"/>
                  </a:lnTo>
                  <a:lnTo>
                    <a:pt x="334166" y="174589"/>
                  </a:lnTo>
                  <a:lnTo>
                    <a:pt x="334317" y="169297"/>
                  </a:lnTo>
                  <a:lnTo>
                    <a:pt x="334301" y="164003"/>
                  </a:lnTo>
                  <a:lnTo>
                    <a:pt x="334117" y="158712"/>
                  </a:lnTo>
                  <a:lnTo>
                    <a:pt x="333765" y="153429"/>
                  </a:lnTo>
                  <a:lnTo>
                    <a:pt x="333247" y="148161"/>
                  </a:lnTo>
                  <a:lnTo>
                    <a:pt x="332562" y="142911"/>
                  </a:lnTo>
                  <a:lnTo>
                    <a:pt x="331711" y="137686"/>
                  </a:lnTo>
                  <a:lnTo>
                    <a:pt x="330695" y="132490"/>
                  </a:lnTo>
                  <a:lnTo>
                    <a:pt x="329515" y="127329"/>
                  </a:lnTo>
                  <a:lnTo>
                    <a:pt x="328172" y="122208"/>
                  </a:lnTo>
                  <a:lnTo>
                    <a:pt x="326667" y="117132"/>
                  </a:lnTo>
                  <a:lnTo>
                    <a:pt x="325003" y="112107"/>
                  </a:lnTo>
                  <a:lnTo>
                    <a:pt x="323180" y="107136"/>
                  </a:lnTo>
                  <a:lnTo>
                    <a:pt x="321201" y="102226"/>
                  </a:lnTo>
                  <a:lnTo>
                    <a:pt x="319068" y="97381"/>
                  </a:lnTo>
                  <a:lnTo>
                    <a:pt x="316782" y="92606"/>
                  </a:lnTo>
                  <a:lnTo>
                    <a:pt x="314346" y="87906"/>
                  </a:lnTo>
                  <a:lnTo>
                    <a:pt x="311762" y="83285"/>
                  </a:lnTo>
                  <a:lnTo>
                    <a:pt x="309033" y="78748"/>
                  </a:lnTo>
                  <a:lnTo>
                    <a:pt x="306162" y="74300"/>
                  </a:lnTo>
                  <a:lnTo>
                    <a:pt x="303152" y="69945"/>
                  </a:lnTo>
                  <a:lnTo>
                    <a:pt x="300005" y="65688"/>
                  </a:lnTo>
                  <a:lnTo>
                    <a:pt x="296725" y="61532"/>
                  </a:lnTo>
                  <a:lnTo>
                    <a:pt x="293315" y="57482"/>
                  </a:lnTo>
                  <a:lnTo>
                    <a:pt x="289779" y="53543"/>
                  </a:lnTo>
                  <a:lnTo>
                    <a:pt x="286119" y="49717"/>
                  </a:lnTo>
                  <a:lnTo>
                    <a:pt x="282340" y="46009"/>
                  </a:lnTo>
                  <a:lnTo>
                    <a:pt x="278446" y="42423"/>
                  </a:lnTo>
                  <a:lnTo>
                    <a:pt x="274440" y="38962"/>
                  </a:lnTo>
                  <a:lnTo>
                    <a:pt x="270327" y="35629"/>
                  </a:lnTo>
                  <a:lnTo>
                    <a:pt x="266110" y="32428"/>
                  </a:lnTo>
                  <a:lnTo>
                    <a:pt x="261794" y="29363"/>
                  </a:lnTo>
                  <a:lnTo>
                    <a:pt x="257383" y="26435"/>
                  </a:lnTo>
                  <a:lnTo>
                    <a:pt x="252881" y="23649"/>
                  </a:lnTo>
                  <a:lnTo>
                    <a:pt x="248293" y="21007"/>
                  </a:lnTo>
                  <a:lnTo>
                    <a:pt x="243625" y="18511"/>
                  </a:lnTo>
                  <a:lnTo>
                    <a:pt x="238879" y="16164"/>
                  </a:lnTo>
                  <a:lnTo>
                    <a:pt x="234061" y="13969"/>
                  </a:lnTo>
                  <a:lnTo>
                    <a:pt x="229177" y="11927"/>
                  </a:lnTo>
                  <a:lnTo>
                    <a:pt x="224230" y="10042"/>
                  </a:lnTo>
                  <a:lnTo>
                    <a:pt x="219226" y="8313"/>
                  </a:lnTo>
                  <a:lnTo>
                    <a:pt x="214170" y="6744"/>
                  </a:lnTo>
                  <a:lnTo>
                    <a:pt x="209066" y="5336"/>
                  </a:lnTo>
                  <a:lnTo>
                    <a:pt x="203921" y="4091"/>
                  </a:lnTo>
                  <a:lnTo>
                    <a:pt x="198738" y="3009"/>
                  </a:lnTo>
                  <a:lnTo>
                    <a:pt x="193524" y="2091"/>
                  </a:lnTo>
                  <a:lnTo>
                    <a:pt x="188284" y="1339"/>
                  </a:lnTo>
                  <a:lnTo>
                    <a:pt x="183022" y="753"/>
                  </a:lnTo>
                  <a:lnTo>
                    <a:pt x="177745" y="335"/>
                  </a:lnTo>
                  <a:lnTo>
                    <a:pt x="172457" y="83"/>
                  </a:lnTo>
                  <a:lnTo>
                    <a:pt x="167163" y="0"/>
                  </a:lnTo>
                  <a:lnTo>
                    <a:pt x="16716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340252" y="4659281"/>
              <a:ext cx="82982" cy="167167"/>
            </a:xfrm>
            <a:custGeom>
              <a:avLst/>
              <a:pathLst>
                <a:path w="82982" h="167167">
                  <a:moveTo>
                    <a:pt x="82982" y="0"/>
                  </a:moveTo>
                  <a:lnTo>
                    <a:pt x="77195" y="100"/>
                  </a:lnTo>
                  <a:lnTo>
                    <a:pt x="71414" y="400"/>
                  </a:lnTo>
                  <a:lnTo>
                    <a:pt x="65647" y="901"/>
                  </a:lnTo>
                  <a:lnTo>
                    <a:pt x="59900" y="1601"/>
                  </a:lnTo>
                  <a:lnTo>
                    <a:pt x="54182" y="2499"/>
                  </a:lnTo>
                  <a:lnTo>
                    <a:pt x="48498" y="3595"/>
                  </a:lnTo>
                  <a:lnTo>
                    <a:pt x="42855" y="4887"/>
                  </a:lnTo>
                  <a:lnTo>
                    <a:pt x="37260" y="6374"/>
                  </a:lnTo>
                  <a:lnTo>
                    <a:pt x="31720" y="8053"/>
                  </a:lnTo>
                  <a:lnTo>
                    <a:pt x="26242" y="9924"/>
                  </a:lnTo>
                  <a:lnTo>
                    <a:pt x="20832" y="11982"/>
                  </a:lnTo>
                  <a:lnTo>
                    <a:pt x="15496" y="14227"/>
                  </a:lnTo>
                  <a:lnTo>
                    <a:pt x="10241" y="16656"/>
                  </a:lnTo>
                  <a:lnTo>
                    <a:pt x="5074" y="19264"/>
                  </a:lnTo>
                  <a:lnTo>
                    <a:pt x="0" y="22051"/>
                  </a:lnTo>
                  <a:lnTo>
                    <a:pt x="8298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340252" y="4681332"/>
              <a:ext cx="82982" cy="145116"/>
            </a:xfrm>
            <a:custGeom>
              <a:avLst/>
              <a:pathLst>
                <a:path w="82982" h="145116">
                  <a:moveTo>
                    <a:pt x="0" y="0"/>
                  </a:moveTo>
                  <a:lnTo>
                    <a:pt x="82982" y="14511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340252" y="4681332"/>
              <a:ext cx="82982" cy="145116"/>
            </a:xfrm>
            <a:custGeom>
              <a:avLst/>
              <a:pathLst>
                <a:path w="82982" h="145116">
                  <a:moveTo>
                    <a:pt x="0" y="0"/>
                  </a:moveTo>
                  <a:lnTo>
                    <a:pt x="82982" y="14511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256069" y="4681332"/>
              <a:ext cx="283349" cy="312283"/>
            </a:xfrm>
            <a:custGeom>
              <a:avLst/>
              <a:pathLst>
                <a:path w="283349" h="312283">
                  <a:moveTo>
                    <a:pt x="84182" y="0"/>
                  </a:moveTo>
                  <a:lnTo>
                    <a:pt x="79584" y="2728"/>
                  </a:lnTo>
                  <a:lnTo>
                    <a:pt x="75075" y="5601"/>
                  </a:lnTo>
                  <a:lnTo>
                    <a:pt x="70660" y="8618"/>
                  </a:lnTo>
                  <a:lnTo>
                    <a:pt x="66344" y="11774"/>
                  </a:lnTo>
                  <a:lnTo>
                    <a:pt x="62131" y="15067"/>
                  </a:lnTo>
                  <a:lnTo>
                    <a:pt x="58026" y="18492"/>
                  </a:lnTo>
                  <a:lnTo>
                    <a:pt x="54032" y="22047"/>
                  </a:lnTo>
                  <a:lnTo>
                    <a:pt x="50154" y="25729"/>
                  </a:lnTo>
                  <a:lnTo>
                    <a:pt x="46396" y="29532"/>
                  </a:lnTo>
                  <a:lnTo>
                    <a:pt x="42761" y="33453"/>
                  </a:lnTo>
                  <a:lnTo>
                    <a:pt x="39254" y="37489"/>
                  </a:lnTo>
                  <a:lnTo>
                    <a:pt x="35877" y="41635"/>
                  </a:lnTo>
                  <a:lnTo>
                    <a:pt x="32635" y="45886"/>
                  </a:lnTo>
                  <a:lnTo>
                    <a:pt x="29530" y="50240"/>
                  </a:lnTo>
                  <a:lnTo>
                    <a:pt x="26566" y="54690"/>
                  </a:lnTo>
                  <a:lnTo>
                    <a:pt x="23746" y="59233"/>
                  </a:lnTo>
                  <a:lnTo>
                    <a:pt x="21073" y="63863"/>
                  </a:lnTo>
                  <a:lnTo>
                    <a:pt x="18549" y="68577"/>
                  </a:lnTo>
                  <a:lnTo>
                    <a:pt x="16178" y="73369"/>
                  </a:lnTo>
                  <a:lnTo>
                    <a:pt x="13960" y="78235"/>
                  </a:lnTo>
                  <a:lnTo>
                    <a:pt x="11900" y="83168"/>
                  </a:lnTo>
                  <a:lnTo>
                    <a:pt x="9998" y="88166"/>
                  </a:lnTo>
                  <a:lnTo>
                    <a:pt x="8257" y="93221"/>
                  </a:lnTo>
                  <a:lnTo>
                    <a:pt x="6679" y="98330"/>
                  </a:lnTo>
                  <a:lnTo>
                    <a:pt x="5264" y="103486"/>
                  </a:lnTo>
                  <a:lnTo>
                    <a:pt x="4016" y="108685"/>
                  </a:lnTo>
                  <a:lnTo>
                    <a:pt x="2934" y="113922"/>
                  </a:lnTo>
                  <a:lnTo>
                    <a:pt x="2021" y="119190"/>
                  </a:lnTo>
                  <a:lnTo>
                    <a:pt x="1276" y="124485"/>
                  </a:lnTo>
                  <a:lnTo>
                    <a:pt x="701" y="129801"/>
                  </a:lnTo>
                  <a:lnTo>
                    <a:pt x="296" y="135132"/>
                  </a:lnTo>
                  <a:lnTo>
                    <a:pt x="62" y="140474"/>
                  </a:lnTo>
                  <a:lnTo>
                    <a:pt x="0" y="145820"/>
                  </a:lnTo>
                  <a:lnTo>
                    <a:pt x="108" y="151166"/>
                  </a:lnTo>
                  <a:lnTo>
                    <a:pt x="386" y="156506"/>
                  </a:lnTo>
                  <a:lnTo>
                    <a:pt x="836" y="161834"/>
                  </a:lnTo>
                  <a:lnTo>
                    <a:pt x="1456" y="167145"/>
                  </a:lnTo>
                  <a:lnTo>
                    <a:pt x="2245" y="172433"/>
                  </a:lnTo>
                  <a:lnTo>
                    <a:pt x="3203" y="177693"/>
                  </a:lnTo>
                  <a:lnTo>
                    <a:pt x="4329" y="182920"/>
                  </a:lnTo>
                  <a:lnTo>
                    <a:pt x="5621" y="188109"/>
                  </a:lnTo>
                  <a:lnTo>
                    <a:pt x="7079" y="193253"/>
                  </a:lnTo>
                  <a:lnTo>
                    <a:pt x="8700" y="198348"/>
                  </a:lnTo>
                  <a:lnTo>
                    <a:pt x="10484" y="203389"/>
                  </a:lnTo>
                  <a:lnTo>
                    <a:pt x="12427" y="208370"/>
                  </a:lnTo>
                  <a:lnTo>
                    <a:pt x="14529" y="213286"/>
                  </a:lnTo>
                  <a:lnTo>
                    <a:pt x="16788" y="218133"/>
                  </a:lnTo>
                  <a:lnTo>
                    <a:pt x="19200" y="222905"/>
                  </a:lnTo>
                  <a:lnTo>
                    <a:pt x="21763" y="227597"/>
                  </a:lnTo>
                  <a:lnTo>
                    <a:pt x="24475" y="232205"/>
                  </a:lnTo>
                  <a:lnTo>
                    <a:pt x="27334" y="236724"/>
                  </a:lnTo>
                  <a:lnTo>
                    <a:pt x="30335" y="241149"/>
                  </a:lnTo>
                  <a:lnTo>
                    <a:pt x="33476" y="245476"/>
                  </a:lnTo>
                  <a:lnTo>
                    <a:pt x="36754" y="249700"/>
                  </a:lnTo>
                  <a:lnTo>
                    <a:pt x="40165" y="253817"/>
                  </a:lnTo>
                  <a:lnTo>
                    <a:pt x="43707" y="257823"/>
                  </a:lnTo>
                  <a:lnTo>
                    <a:pt x="47374" y="261714"/>
                  </a:lnTo>
                  <a:lnTo>
                    <a:pt x="51165" y="265485"/>
                  </a:lnTo>
                  <a:lnTo>
                    <a:pt x="55074" y="269134"/>
                  </a:lnTo>
                  <a:lnTo>
                    <a:pt x="59097" y="272655"/>
                  </a:lnTo>
                  <a:lnTo>
                    <a:pt x="63231" y="276046"/>
                  </a:lnTo>
                  <a:lnTo>
                    <a:pt x="67472" y="279303"/>
                  </a:lnTo>
                  <a:lnTo>
                    <a:pt x="71814" y="282422"/>
                  </a:lnTo>
                  <a:lnTo>
                    <a:pt x="76254" y="285402"/>
                  </a:lnTo>
                  <a:lnTo>
                    <a:pt x="80787" y="288237"/>
                  </a:lnTo>
                  <a:lnTo>
                    <a:pt x="85408" y="290927"/>
                  </a:lnTo>
                  <a:lnTo>
                    <a:pt x="90113" y="293467"/>
                  </a:lnTo>
                  <a:lnTo>
                    <a:pt x="94897" y="295855"/>
                  </a:lnTo>
                  <a:lnTo>
                    <a:pt x="99755" y="298089"/>
                  </a:lnTo>
                  <a:lnTo>
                    <a:pt x="104682" y="300167"/>
                  </a:lnTo>
                  <a:lnTo>
                    <a:pt x="109672" y="302086"/>
                  </a:lnTo>
                  <a:lnTo>
                    <a:pt x="114722" y="303844"/>
                  </a:lnTo>
                  <a:lnTo>
                    <a:pt x="119825" y="305440"/>
                  </a:lnTo>
                  <a:lnTo>
                    <a:pt x="124977" y="306872"/>
                  </a:lnTo>
                  <a:lnTo>
                    <a:pt x="130171" y="308139"/>
                  </a:lnTo>
                  <a:lnTo>
                    <a:pt x="135404" y="309238"/>
                  </a:lnTo>
                  <a:lnTo>
                    <a:pt x="140669" y="310170"/>
                  </a:lnTo>
                  <a:lnTo>
                    <a:pt x="145961" y="310933"/>
                  </a:lnTo>
                  <a:lnTo>
                    <a:pt x="151275" y="311526"/>
                  </a:lnTo>
                  <a:lnTo>
                    <a:pt x="156605" y="311949"/>
                  </a:lnTo>
                  <a:lnTo>
                    <a:pt x="161946" y="312202"/>
                  </a:lnTo>
                  <a:lnTo>
                    <a:pt x="167292" y="312283"/>
                  </a:lnTo>
                  <a:lnTo>
                    <a:pt x="172638" y="312194"/>
                  </a:lnTo>
                  <a:lnTo>
                    <a:pt x="177979" y="311933"/>
                  </a:lnTo>
                  <a:lnTo>
                    <a:pt x="183308" y="311502"/>
                  </a:lnTo>
                  <a:lnTo>
                    <a:pt x="188621" y="310901"/>
                  </a:lnTo>
                  <a:lnTo>
                    <a:pt x="193912" y="310130"/>
                  </a:lnTo>
                  <a:lnTo>
                    <a:pt x="199176" y="309190"/>
                  </a:lnTo>
                  <a:lnTo>
                    <a:pt x="204407" y="308082"/>
                  </a:lnTo>
                  <a:lnTo>
                    <a:pt x="209600" y="306808"/>
                  </a:lnTo>
                  <a:lnTo>
                    <a:pt x="214749" y="305368"/>
                  </a:lnTo>
                  <a:lnTo>
                    <a:pt x="219850" y="303764"/>
                  </a:lnTo>
                  <a:lnTo>
                    <a:pt x="224897" y="301998"/>
                  </a:lnTo>
                  <a:lnTo>
                    <a:pt x="229884" y="300072"/>
                  </a:lnTo>
                  <a:lnTo>
                    <a:pt x="234808" y="297987"/>
                  </a:lnTo>
                  <a:lnTo>
                    <a:pt x="239662" y="295745"/>
                  </a:lnTo>
                  <a:lnTo>
                    <a:pt x="244442" y="293350"/>
                  </a:lnTo>
                  <a:lnTo>
                    <a:pt x="249144" y="290802"/>
                  </a:lnTo>
                  <a:lnTo>
                    <a:pt x="253761" y="288106"/>
                  </a:lnTo>
                  <a:lnTo>
                    <a:pt x="258290" y="285264"/>
                  </a:lnTo>
                  <a:lnTo>
                    <a:pt x="262725" y="282278"/>
                  </a:lnTo>
                  <a:lnTo>
                    <a:pt x="267063" y="279151"/>
                  </a:lnTo>
                  <a:lnTo>
                    <a:pt x="271298" y="275888"/>
                  </a:lnTo>
                  <a:lnTo>
                    <a:pt x="275427" y="272491"/>
                  </a:lnTo>
                  <a:lnTo>
                    <a:pt x="279445" y="268963"/>
                  </a:lnTo>
                  <a:lnTo>
                    <a:pt x="283349" y="265309"/>
                  </a:lnTo>
                  <a:lnTo>
                    <a:pt x="167165" y="14511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423235" y="4659281"/>
              <a:ext cx="167167" cy="287360"/>
            </a:xfrm>
            <a:custGeom>
              <a:avLst/>
              <a:pathLst>
                <a:path w="167167" h="287360">
                  <a:moveTo>
                    <a:pt x="116183" y="287360"/>
                  </a:moveTo>
                  <a:lnTo>
                    <a:pt x="119977" y="283573"/>
                  </a:lnTo>
                  <a:lnTo>
                    <a:pt x="123648" y="279666"/>
                  </a:lnTo>
                  <a:lnTo>
                    <a:pt x="127191" y="275644"/>
                  </a:lnTo>
                  <a:lnTo>
                    <a:pt x="130604" y="271510"/>
                  </a:lnTo>
                  <a:lnTo>
                    <a:pt x="133883" y="267268"/>
                  </a:lnTo>
                  <a:lnTo>
                    <a:pt x="137024" y="262924"/>
                  </a:lnTo>
                  <a:lnTo>
                    <a:pt x="140023" y="258481"/>
                  </a:lnTo>
                  <a:lnTo>
                    <a:pt x="142879" y="253944"/>
                  </a:lnTo>
                  <a:lnTo>
                    <a:pt x="145588" y="249318"/>
                  </a:lnTo>
                  <a:lnTo>
                    <a:pt x="148148" y="244608"/>
                  </a:lnTo>
                  <a:lnTo>
                    <a:pt x="150554" y="239818"/>
                  </a:lnTo>
                  <a:lnTo>
                    <a:pt x="152807" y="234953"/>
                  </a:lnTo>
                  <a:lnTo>
                    <a:pt x="154901" y="230019"/>
                  </a:lnTo>
                  <a:lnTo>
                    <a:pt x="156837" y="225019"/>
                  </a:lnTo>
                  <a:lnTo>
                    <a:pt x="158611" y="219961"/>
                  </a:lnTo>
                  <a:lnTo>
                    <a:pt x="160223" y="214848"/>
                  </a:lnTo>
                  <a:lnTo>
                    <a:pt x="161669" y="209686"/>
                  </a:lnTo>
                  <a:lnTo>
                    <a:pt x="162949" y="204480"/>
                  </a:lnTo>
                  <a:lnTo>
                    <a:pt x="164062" y="199236"/>
                  </a:lnTo>
                  <a:lnTo>
                    <a:pt x="165006" y="193959"/>
                  </a:lnTo>
                  <a:lnTo>
                    <a:pt x="165780" y="188655"/>
                  </a:lnTo>
                  <a:lnTo>
                    <a:pt x="166384" y="183328"/>
                  </a:lnTo>
                  <a:lnTo>
                    <a:pt x="166817" y="177985"/>
                  </a:lnTo>
                  <a:lnTo>
                    <a:pt x="167078" y="172630"/>
                  </a:lnTo>
                  <a:lnTo>
                    <a:pt x="167167" y="167270"/>
                  </a:lnTo>
                  <a:lnTo>
                    <a:pt x="167084" y="161910"/>
                  </a:lnTo>
                  <a:lnTo>
                    <a:pt x="166830" y="156555"/>
                  </a:lnTo>
                  <a:lnTo>
                    <a:pt x="166404" y="151212"/>
                  </a:lnTo>
                  <a:lnTo>
                    <a:pt x="165807" y="145884"/>
                  </a:lnTo>
                  <a:lnTo>
                    <a:pt x="165039" y="140579"/>
                  </a:lnTo>
                  <a:lnTo>
                    <a:pt x="164102" y="135300"/>
                  </a:lnTo>
                  <a:lnTo>
                    <a:pt x="162995" y="130055"/>
                  </a:lnTo>
                  <a:lnTo>
                    <a:pt x="161722" y="124848"/>
                  </a:lnTo>
                  <a:lnTo>
                    <a:pt x="160282" y="119684"/>
                  </a:lnTo>
                  <a:lnTo>
                    <a:pt x="158677" y="114569"/>
                  </a:lnTo>
                  <a:lnTo>
                    <a:pt x="156909" y="109508"/>
                  </a:lnTo>
                  <a:lnTo>
                    <a:pt x="154979" y="104507"/>
                  </a:lnTo>
                  <a:lnTo>
                    <a:pt x="152890" y="99570"/>
                  </a:lnTo>
                  <a:lnTo>
                    <a:pt x="150644" y="94702"/>
                  </a:lnTo>
                  <a:lnTo>
                    <a:pt x="148243" y="89909"/>
                  </a:lnTo>
                  <a:lnTo>
                    <a:pt x="145690" y="85196"/>
                  </a:lnTo>
                  <a:lnTo>
                    <a:pt x="142987" y="80566"/>
                  </a:lnTo>
                  <a:lnTo>
                    <a:pt x="140136" y="76026"/>
                  </a:lnTo>
                  <a:lnTo>
                    <a:pt x="137142" y="71580"/>
                  </a:lnTo>
                  <a:lnTo>
                    <a:pt x="134006" y="67231"/>
                  </a:lnTo>
                  <a:lnTo>
                    <a:pt x="130733" y="62986"/>
                  </a:lnTo>
                  <a:lnTo>
                    <a:pt x="127325" y="58848"/>
                  </a:lnTo>
                  <a:lnTo>
                    <a:pt x="123787" y="54821"/>
                  </a:lnTo>
                  <a:lnTo>
                    <a:pt x="120121" y="50909"/>
                  </a:lnTo>
                  <a:lnTo>
                    <a:pt x="116331" y="47118"/>
                  </a:lnTo>
                  <a:lnTo>
                    <a:pt x="112422" y="43449"/>
                  </a:lnTo>
                  <a:lnTo>
                    <a:pt x="108398" y="39908"/>
                  </a:lnTo>
                  <a:lnTo>
                    <a:pt x="104261" y="36498"/>
                  </a:lnTo>
                  <a:lnTo>
                    <a:pt x="100018" y="33222"/>
                  </a:lnTo>
                  <a:lnTo>
                    <a:pt x="95672" y="30084"/>
                  </a:lnTo>
                  <a:lnTo>
                    <a:pt x="91227" y="27087"/>
                  </a:lnTo>
                  <a:lnTo>
                    <a:pt x="86689" y="24234"/>
                  </a:lnTo>
                  <a:lnTo>
                    <a:pt x="82061" y="21527"/>
                  </a:lnTo>
                  <a:lnTo>
                    <a:pt x="77349" y="18971"/>
                  </a:lnTo>
                  <a:lnTo>
                    <a:pt x="72557" y="16567"/>
                  </a:lnTo>
                  <a:lnTo>
                    <a:pt x="67691" y="14318"/>
                  </a:lnTo>
                  <a:lnTo>
                    <a:pt x="62755" y="12226"/>
                  </a:lnTo>
                  <a:lnTo>
                    <a:pt x="57755" y="10294"/>
                  </a:lnTo>
                  <a:lnTo>
                    <a:pt x="52695" y="8522"/>
                  </a:lnTo>
                  <a:lnTo>
                    <a:pt x="47581" y="6914"/>
                  </a:lnTo>
                  <a:lnTo>
                    <a:pt x="42419" y="5471"/>
                  </a:lnTo>
                  <a:lnTo>
                    <a:pt x="37212" y="4194"/>
                  </a:lnTo>
                  <a:lnTo>
                    <a:pt x="31967" y="3085"/>
                  </a:lnTo>
                  <a:lnTo>
                    <a:pt x="26690" y="2144"/>
                  </a:lnTo>
                  <a:lnTo>
                    <a:pt x="21385" y="1373"/>
                  </a:lnTo>
                  <a:lnTo>
                    <a:pt x="16058" y="773"/>
                  </a:lnTo>
                  <a:lnTo>
                    <a:pt x="10714" y="343"/>
                  </a:lnTo>
                  <a:lnTo>
                    <a:pt x="5360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621215" y="4213821"/>
              <a:ext cx="107256" cy="167167"/>
            </a:xfrm>
            <a:custGeom>
              <a:avLst/>
              <a:pathLst>
                <a:path w="107256" h="167167">
                  <a:moveTo>
                    <a:pt x="107256" y="0"/>
                  </a:moveTo>
                  <a:lnTo>
                    <a:pt x="101712" y="91"/>
                  </a:lnTo>
                  <a:lnTo>
                    <a:pt x="96174" y="367"/>
                  </a:lnTo>
                  <a:lnTo>
                    <a:pt x="90648" y="827"/>
                  </a:lnTo>
                  <a:lnTo>
                    <a:pt x="85140" y="1469"/>
                  </a:lnTo>
                  <a:lnTo>
                    <a:pt x="79657" y="2293"/>
                  </a:lnTo>
                  <a:lnTo>
                    <a:pt x="74204" y="3300"/>
                  </a:lnTo>
                  <a:lnTo>
                    <a:pt x="68788" y="4486"/>
                  </a:lnTo>
                  <a:lnTo>
                    <a:pt x="63414" y="5851"/>
                  </a:lnTo>
                  <a:lnTo>
                    <a:pt x="58088" y="7394"/>
                  </a:lnTo>
                  <a:lnTo>
                    <a:pt x="52816" y="9112"/>
                  </a:lnTo>
                  <a:lnTo>
                    <a:pt x="47604" y="11005"/>
                  </a:lnTo>
                  <a:lnTo>
                    <a:pt x="42457" y="13069"/>
                  </a:lnTo>
                  <a:lnTo>
                    <a:pt x="37382" y="15303"/>
                  </a:lnTo>
                  <a:lnTo>
                    <a:pt x="32384" y="17704"/>
                  </a:lnTo>
                  <a:lnTo>
                    <a:pt x="27468" y="20269"/>
                  </a:lnTo>
                  <a:lnTo>
                    <a:pt x="22640" y="22996"/>
                  </a:lnTo>
                  <a:lnTo>
                    <a:pt x="17906" y="25882"/>
                  </a:lnTo>
                  <a:lnTo>
                    <a:pt x="13269" y="28923"/>
                  </a:lnTo>
                  <a:lnTo>
                    <a:pt x="8736" y="32116"/>
                  </a:lnTo>
                  <a:lnTo>
                    <a:pt x="4311" y="35458"/>
                  </a:lnTo>
                  <a:lnTo>
                    <a:pt x="0" y="38944"/>
                  </a:lnTo>
                  <a:lnTo>
                    <a:pt x="107256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621215" y="4252766"/>
              <a:ext cx="107256" cy="128222"/>
            </a:xfrm>
            <a:custGeom>
              <a:avLst/>
              <a:pathLst>
                <a:path w="107256" h="128222">
                  <a:moveTo>
                    <a:pt x="0" y="0"/>
                  </a:moveTo>
                  <a:lnTo>
                    <a:pt x="107256" y="12822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561320" y="4252766"/>
              <a:ext cx="334309" cy="295388"/>
            </a:xfrm>
            <a:custGeom>
              <a:avLst/>
              <a:pathLst>
                <a:path w="334309" h="295388">
                  <a:moveTo>
                    <a:pt x="59895" y="0"/>
                  </a:moveTo>
                  <a:lnTo>
                    <a:pt x="55884" y="3464"/>
                  </a:lnTo>
                  <a:lnTo>
                    <a:pt x="51986" y="7054"/>
                  </a:lnTo>
                  <a:lnTo>
                    <a:pt x="48202" y="10765"/>
                  </a:lnTo>
                  <a:lnTo>
                    <a:pt x="44539" y="14595"/>
                  </a:lnTo>
                  <a:lnTo>
                    <a:pt x="40999" y="18539"/>
                  </a:lnTo>
                  <a:lnTo>
                    <a:pt x="37585" y="22593"/>
                  </a:lnTo>
                  <a:lnTo>
                    <a:pt x="34302" y="26753"/>
                  </a:lnTo>
                  <a:lnTo>
                    <a:pt x="31152" y="31016"/>
                  </a:lnTo>
                  <a:lnTo>
                    <a:pt x="28139" y="35376"/>
                  </a:lnTo>
                  <a:lnTo>
                    <a:pt x="25266" y="39829"/>
                  </a:lnTo>
                  <a:lnTo>
                    <a:pt x="22535" y="44371"/>
                  </a:lnTo>
                  <a:lnTo>
                    <a:pt x="19950" y="48998"/>
                  </a:lnTo>
                  <a:lnTo>
                    <a:pt x="17512" y="53704"/>
                  </a:lnTo>
                  <a:lnTo>
                    <a:pt x="15225" y="58485"/>
                  </a:lnTo>
                  <a:lnTo>
                    <a:pt x="13091" y="63336"/>
                  </a:lnTo>
                  <a:lnTo>
                    <a:pt x="11111" y="68252"/>
                  </a:lnTo>
                  <a:lnTo>
                    <a:pt x="9289" y="73228"/>
                  </a:lnTo>
                  <a:lnTo>
                    <a:pt x="7625" y="78260"/>
                  </a:lnTo>
                  <a:lnTo>
                    <a:pt x="6121" y="83342"/>
                  </a:lnTo>
                  <a:lnTo>
                    <a:pt x="4780" y="88470"/>
                  </a:lnTo>
                  <a:lnTo>
                    <a:pt x="3601" y="93637"/>
                  </a:lnTo>
                  <a:lnTo>
                    <a:pt x="2587" y="98838"/>
                  </a:lnTo>
                  <a:lnTo>
                    <a:pt x="1738" y="104070"/>
                  </a:lnTo>
                  <a:lnTo>
                    <a:pt x="1056" y="109326"/>
                  </a:lnTo>
                  <a:lnTo>
                    <a:pt x="540" y="114600"/>
                  </a:lnTo>
                  <a:lnTo>
                    <a:pt x="192" y="119889"/>
                  </a:lnTo>
                  <a:lnTo>
                    <a:pt x="12" y="125185"/>
                  </a:lnTo>
                  <a:lnTo>
                    <a:pt x="0" y="130485"/>
                  </a:lnTo>
                  <a:lnTo>
                    <a:pt x="155" y="135783"/>
                  </a:lnTo>
                  <a:lnTo>
                    <a:pt x="479" y="141073"/>
                  </a:lnTo>
                  <a:lnTo>
                    <a:pt x="970" y="146350"/>
                  </a:lnTo>
                  <a:lnTo>
                    <a:pt x="1628" y="151608"/>
                  </a:lnTo>
                  <a:lnTo>
                    <a:pt x="2453" y="156844"/>
                  </a:lnTo>
                  <a:lnTo>
                    <a:pt x="3443" y="162050"/>
                  </a:lnTo>
                  <a:lnTo>
                    <a:pt x="4597" y="167223"/>
                  </a:lnTo>
                  <a:lnTo>
                    <a:pt x="5915" y="172356"/>
                  </a:lnTo>
                  <a:lnTo>
                    <a:pt x="7395" y="177445"/>
                  </a:lnTo>
                  <a:lnTo>
                    <a:pt x="9036" y="182484"/>
                  </a:lnTo>
                  <a:lnTo>
                    <a:pt x="10836" y="187469"/>
                  </a:lnTo>
                  <a:lnTo>
                    <a:pt x="12792" y="192395"/>
                  </a:lnTo>
                  <a:lnTo>
                    <a:pt x="14904" y="197256"/>
                  </a:lnTo>
                  <a:lnTo>
                    <a:pt x="17169" y="202047"/>
                  </a:lnTo>
                  <a:lnTo>
                    <a:pt x="19585" y="206764"/>
                  </a:lnTo>
                  <a:lnTo>
                    <a:pt x="22149" y="211403"/>
                  </a:lnTo>
                  <a:lnTo>
                    <a:pt x="24858" y="215958"/>
                  </a:lnTo>
                  <a:lnTo>
                    <a:pt x="27711" y="220424"/>
                  </a:lnTo>
                  <a:lnTo>
                    <a:pt x="30704" y="224798"/>
                  </a:lnTo>
                  <a:lnTo>
                    <a:pt x="33834" y="229075"/>
                  </a:lnTo>
                  <a:lnTo>
                    <a:pt x="37098" y="233250"/>
                  </a:lnTo>
                  <a:lnTo>
                    <a:pt x="40492" y="237320"/>
                  </a:lnTo>
                  <a:lnTo>
                    <a:pt x="44014" y="241280"/>
                  </a:lnTo>
                  <a:lnTo>
                    <a:pt x="47660" y="245127"/>
                  </a:lnTo>
                  <a:lnTo>
                    <a:pt x="51426" y="248856"/>
                  </a:lnTo>
                  <a:lnTo>
                    <a:pt x="55308" y="252464"/>
                  </a:lnTo>
                  <a:lnTo>
                    <a:pt x="59303" y="255947"/>
                  </a:lnTo>
                  <a:lnTo>
                    <a:pt x="63406" y="259301"/>
                  </a:lnTo>
                  <a:lnTo>
                    <a:pt x="67613" y="262524"/>
                  </a:lnTo>
                  <a:lnTo>
                    <a:pt x="71921" y="265612"/>
                  </a:lnTo>
                  <a:lnTo>
                    <a:pt x="76324" y="268562"/>
                  </a:lnTo>
                  <a:lnTo>
                    <a:pt x="80818" y="271370"/>
                  </a:lnTo>
                  <a:lnTo>
                    <a:pt x="85399" y="274035"/>
                  </a:lnTo>
                  <a:lnTo>
                    <a:pt x="90063" y="276554"/>
                  </a:lnTo>
                  <a:lnTo>
                    <a:pt x="94803" y="278923"/>
                  </a:lnTo>
                  <a:lnTo>
                    <a:pt x="99617" y="281140"/>
                  </a:lnTo>
                  <a:lnTo>
                    <a:pt x="104498" y="283204"/>
                  </a:lnTo>
                  <a:lnTo>
                    <a:pt x="109443" y="285112"/>
                  </a:lnTo>
                  <a:lnTo>
                    <a:pt x="114445" y="286863"/>
                  </a:lnTo>
                  <a:lnTo>
                    <a:pt x="119500" y="288454"/>
                  </a:lnTo>
                  <a:lnTo>
                    <a:pt x="124604" y="289884"/>
                  </a:lnTo>
                  <a:lnTo>
                    <a:pt x="129750" y="291152"/>
                  </a:lnTo>
                  <a:lnTo>
                    <a:pt x="134933" y="292255"/>
                  </a:lnTo>
                  <a:lnTo>
                    <a:pt x="140149" y="293194"/>
                  </a:lnTo>
                  <a:lnTo>
                    <a:pt x="145392" y="293967"/>
                  </a:lnTo>
                  <a:lnTo>
                    <a:pt x="150657" y="294574"/>
                  </a:lnTo>
                  <a:lnTo>
                    <a:pt x="155939" y="295013"/>
                  </a:lnTo>
                  <a:lnTo>
                    <a:pt x="161232" y="295285"/>
                  </a:lnTo>
                  <a:lnTo>
                    <a:pt x="166531" y="295388"/>
                  </a:lnTo>
                  <a:lnTo>
                    <a:pt x="171830" y="295324"/>
                  </a:lnTo>
                  <a:lnTo>
                    <a:pt x="177125" y="295092"/>
                  </a:lnTo>
                  <a:lnTo>
                    <a:pt x="182409" y="294692"/>
                  </a:lnTo>
                  <a:lnTo>
                    <a:pt x="187679" y="294124"/>
                  </a:lnTo>
                  <a:lnTo>
                    <a:pt x="192928" y="293390"/>
                  </a:lnTo>
                  <a:lnTo>
                    <a:pt x="198150" y="292490"/>
                  </a:lnTo>
                  <a:lnTo>
                    <a:pt x="203342" y="291425"/>
                  </a:lnTo>
                  <a:lnTo>
                    <a:pt x="208497" y="290196"/>
                  </a:lnTo>
                  <a:lnTo>
                    <a:pt x="213611" y="288804"/>
                  </a:lnTo>
                  <a:lnTo>
                    <a:pt x="218678" y="287250"/>
                  </a:lnTo>
                  <a:lnTo>
                    <a:pt x="223693" y="285537"/>
                  </a:lnTo>
                  <a:lnTo>
                    <a:pt x="228652" y="283666"/>
                  </a:lnTo>
                  <a:lnTo>
                    <a:pt x="233548" y="281638"/>
                  </a:lnTo>
                  <a:lnTo>
                    <a:pt x="238378" y="279456"/>
                  </a:lnTo>
                  <a:lnTo>
                    <a:pt x="243136" y="277122"/>
                  </a:lnTo>
                  <a:lnTo>
                    <a:pt x="247818" y="274639"/>
                  </a:lnTo>
                  <a:lnTo>
                    <a:pt x="252419" y="272008"/>
                  </a:lnTo>
                  <a:lnTo>
                    <a:pt x="256934" y="269233"/>
                  </a:lnTo>
                  <a:lnTo>
                    <a:pt x="261359" y="266316"/>
                  </a:lnTo>
                  <a:lnTo>
                    <a:pt x="265689" y="263260"/>
                  </a:lnTo>
                  <a:lnTo>
                    <a:pt x="269920" y="260069"/>
                  </a:lnTo>
                  <a:lnTo>
                    <a:pt x="274048" y="256745"/>
                  </a:lnTo>
                  <a:lnTo>
                    <a:pt x="278069" y="253291"/>
                  </a:lnTo>
                  <a:lnTo>
                    <a:pt x="281978" y="249712"/>
                  </a:lnTo>
                  <a:lnTo>
                    <a:pt x="285771" y="246011"/>
                  </a:lnTo>
                  <a:lnTo>
                    <a:pt x="289445" y="242192"/>
                  </a:lnTo>
                  <a:lnTo>
                    <a:pt x="292997" y="238258"/>
                  </a:lnTo>
                  <a:lnTo>
                    <a:pt x="296422" y="234214"/>
                  </a:lnTo>
                  <a:lnTo>
                    <a:pt x="299717" y="230063"/>
                  </a:lnTo>
                  <a:lnTo>
                    <a:pt x="302878" y="225809"/>
                  </a:lnTo>
                  <a:lnTo>
                    <a:pt x="305903" y="221458"/>
                  </a:lnTo>
                  <a:lnTo>
                    <a:pt x="308789" y="217012"/>
                  </a:lnTo>
                  <a:lnTo>
                    <a:pt x="311533" y="212478"/>
                  </a:lnTo>
                  <a:lnTo>
                    <a:pt x="314131" y="207859"/>
                  </a:lnTo>
                  <a:lnTo>
                    <a:pt x="316582" y="203159"/>
                  </a:lnTo>
                  <a:lnTo>
                    <a:pt x="318882" y="198385"/>
                  </a:lnTo>
                  <a:lnTo>
                    <a:pt x="321030" y="193540"/>
                  </a:lnTo>
                  <a:lnTo>
                    <a:pt x="323023" y="188629"/>
                  </a:lnTo>
                  <a:lnTo>
                    <a:pt x="324860" y="183658"/>
                  </a:lnTo>
                  <a:lnTo>
                    <a:pt x="326538" y="178631"/>
                  </a:lnTo>
                  <a:lnTo>
                    <a:pt x="328056" y="173553"/>
                  </a:lnTo>
                  <a:lnTo>
                    <a:pt x="329412" y="168429"/>
                  </a:lnTo>
                  <a:lnTo>
                    <a:pt x="330605" y="163266"/>
                  </a:lnTo>
                  <a:lnTo>
                    <a:pt x="331633" y="158067"/>
                  </a:lnTo>
                  <a:lnTo>
                    <a:pt x="332497" y="152838"/>
                  </a:lnTo>
                  <a:lnTo>
                    <a:pt x="333194" y="147584"/>
                  </a:lnTo>
                  <a:lnTo>
                    <a:pt x="333724" y="142311"/>
                  </a:lnTo>
                  <a:lnTo>
                    <a:pt x="334087" y="137023"/>
                  </a:lnTo>
                  <a:lnTo>
                    <a:pt x="334282" y="131727"/>
                  </a:lnTo>
                  <a:lnTo>
                    <a:pt x="334309" y="126427"/>
                  </a:lnTo>
                  <a:lnTo>
                    <a:pt x="334169" y="121129"/>
                  </a:lnTo>
                  <a:lnTo>
                    <a:pt x="333860" y="115838"/>
                  </a:lnTo>
                  <a:lnTo>
                    <a:pt x="333383" y="110560"/>
                  </a:lnTo>
                  <a:lnTo>
                    <a:pt x="332740" y="105300"/>
                  </a:lnTo>
                  <a:lnTo>
                    <a:pt x="331930" y="100062"/>
                  </a:lnTo>
                  <a:lnTo>
                    <a:pt x="330955" y="94853"/>
                  </a:lnTo>
                  <a:lnTo>
                    <a:pt x="329815" y="89677"/>
                  </a:lnTo>
                  <a:lnTo>
                    <a:pt x="328511" y="84540"/>
                  </a:lnTo>
                  <a:lnTo>
                    <a:pt x="327045" y="79447"/>
                  </a:lnTo>
                  <a:lnTo>
                    <a:pt x="325419" y="74403"/>
                  </a:lnTo>
                  <a:lnTo>
                    <a:pt x="323633" y="69413"/>
                  </a:lnTo>
                  <a:lnTo>
                    <a:pt x="321690" y="64482"/>
                  </a:lnTo>
                  <a:lnTo>
                    <a:pt x="319592" y="59615"/>
                  </a:lnTo>
                  <a:lnTo>
                    <a:pt x="167152" y="12822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728472" y="4213821"/>
              <a:ext cx="152440" cy="167167"/>
            </a:xfrm>
            <a:custGeom>
              <a:avLst/>
              <a:pathLst>
                <a:path w="152440" h="167167">
                  <a:moveTo>
                    <a:pt x="152440" y="98560"/>
                  </a:moveTo>
                  <a:lnTo>
                    <a:pt x="150108" y="93598"/>
                  </a:lnTo>
                  <a:lnTo>
                    <a:pt x="147615" y="88716"/>
                  </a:lnTo>
                  <a:lnTo>
                    <a:pt x="144963" y="83917"/>
                  </a:lnTo>
                  <a:lnTo>
                    <a:pt x="142155" y="79209"/>
                  </a:lnTo>
                  <a:lnTo>
                    <a:pt x="139195" y="74595"/>
                  </a:lnTo>
                  <a:lnTo>
                    <a:pt x="136084" y="70080"/>
                  </a:lnTo>
                  <a:lnTo>
                    <a:pt x="132827" y="65670"/>
                  </a:lnTo>
                  <a:lnTo>
                    <a:pt x="129428" y="61369"/>
                  </a:lnTo>
                  <a:lnTo>
                    <a:pt x="125889" y="57182"/>
                  </a:lnTo>
                  <a:lnTo>
                    <a:pt x="122215" y="53113"/>
                  </a:lnTo>
                  <a:lnTo>
                    <a:pt x="118409" y="49166"/>
                  </a:lnTo>
                  <a:lnTo>
                    <a:pt x="114476" y="45347"/>
                  </a:lnTo>
                  <a:lnTo>
                    <a:pt x="110420" y="41659"/>
                  </a:lnTo>
                  <a:lnTo>
                    <a:pt x="106245" y="38105"/>
                  </a:lnTo>
                  <a:lnTo>
                    <a:pt x="101956" y="34691"/>
                  </a:lnTo>
                  <a:lnTo>
                    <a:pt x="97557" y="31419"/>
                  </a:lnTo>
                  <a:lnTo>
                    <a:pt x="93053" y="28293"/>
                  </a:lnTo>
                  <a:lnTo>
                    <a:pt x="88449" y="25316"/>
                  </a:lnTo>
                  <a:lnTo>
                    <a:pt x="83750" y="22492"/>
                  </a:lnTo>
                  <a:lnTo>
                    <a:pt x="78961" y="19824"/>
                  </a:lnTo>
                  <a:lnTo>
                    <a:pt x="74087" y="17314"/>
                  </a:lnTo>
                  <a:lnTo>
                    <a:pt x="69133" y="14965"/>
                  </a:lnTo>
                  <a:lnTo>
                    <a:pt x="64105" y="12780"/>
                  </a:lnTo>
                  <a:lnTo>
                    <a:pt x="59008" y="10761"/>
                  </a:lnTo>
                  <a:lnTo>
                    <a:pt x="53848" y="8910"/>
                  </a:lnTo>
                  <a:lnTo>
                    <a:pt x="48629" y="7229"/>
                  </a:lnTo>
                  <a:lnTo>
                    <a:pt x="43359" y="5721"/>
                  </a:lnTo>
                  <a:lnTo>
                    <a:pt x="38041" y="4386"/>
                  </a:lnTo>
                  <a:lnTo>
                    <a:pt x="32683" y="3226"/>
                  </a:lnTo>
                  <a:lnTo>
                    <a:pt x="27290" y="2242"/>
                  </a:lnTo>
                  <a:lnTo>
                    <a:pt x="21867" y="1436"/>
                  </a:lnTo>
                  <a:lnTo>
                    <a:pt x="16421" y="808"/>
                  </a:lnTo>
                  <a:lnTo>
                    <a:pt x="10957" y="359"/>
                  </a:lnTo>
                  <a:lnTo>
                    <a:pt x="5481" y="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763517" y="3707720"/>
              <a:ext cx="155493" cy="167167"/>
            </a:xfrm>
            <a:custGeom>
              <a:avLst/>
              <a:pathLst>
                <a:path w="155493" h="167167">
                  <a:moveTo>
                    <a:pt x="155493" y="0"/>
                  </a:moveTo>
                  <a:lnTo>
                    <a:pt x="150096" y="87"/>
                  </a:lnTo>
                  <a:lnTo>
                    <a:pt x="144704" y="348"/>
                  </a:lnTo>
                  <a:lnTo>
                    <a:pt x="139323" y="783"/>
                  </a:lnTo>
                  <a:lnTo>
                    <a:pt x="133959" y="1392"/>
                  </a:lnTo>
                  <a:lnTo>
                    <a:pt x="128618" y="2174"/>
                  </a:lnTo>
                  <a:lnTo>
                    <a:pt x="123305" y="3128"/>
                  </a:lnTo>
                  <a:lnTo>
                    <a:pt x="118025" y="4253"/>
                  </a:lnTo>
                  <a:lnTo>
                    <a:pt x="112784" y="5547"/>
                  </a:lnTo>
                  <a:lnTo>
                    <a:pt x="107588" y="7011"/>
                  </a:lnTo>
                  <a:lnTo>
                    <a:pt x="102442" y="8641"/>
                  </a:lnTo>
                  <a:lnTo>
                    <a:pt x="97351" y="10436"/>
                  </a:lnTo>
                  <a:lnTo>
                    <a:pt x="92321" y="12395"/>
                  </a:lnTo>
                  <a:lnTo>
                    <a:pt x="87357" y="14516"/>
                  </a:lnTo>
                  <a:lnTo>
                    <a:pt x="82463" y="16795"/>
                  </a:lnTo>
                  <a:lnTo>
                    <a:pt x="77646" y="19232"/>
                  </a:lnTo>
                  <a:lnTo>
                    <a:pt x="72910" y="21822"/>
                  </a:lnTo>
                  <a:lnTo>
                    <a:pt x="68260" y="24565"/>
                  </a:lnTo>
                  <a:lnTo>
                    <a:pt x="63702" y="27456"/>
                  </a:lnTo>
                  <a:lnTo>
                    <a:pt x="59238" y="30492"/>
                  </a:lnTo>
                  <a:lnTo>
                    <a:pt x="54876" y="33671"/>
                  </a:lnTo>
                  <a:lnTo>
                    <a:pt x="50618" y="36990"/>
                  </a:lnTo>
                  <a:lnTo>
                    <a:pt x="46469" y="40444"/>
                  </a:lnTo>
                  <a:lnTo>
                    <a:pt x="42434" y="44030"/>
                  </a:lnTo>
                  <a:lnTo>
                    <a:pt x="38518" y="47745"/>
                  </a:lnTo>
                  <a:lnTo>
                    <a:pt x="34723" y="51584"/>
                  </a:lnTo>
                  <a:lnTo>
                    <a:pt x="31054" y="55544"/>
                  </a:lnTo>
                  <a:lnTo>
                    <a:pt x="27514" y="59620"/>
                  </a:lnTo>
                  <a:lnTo>
                    <a:pt x="24109" y="63808"/>
                  </a:lnTo>
                  <a:lnTo>
                    <a:pt x="20840" y="68104"/>
                  </a:lnTo>
                  <a:lnTo>
                    <a:pt x="17712" y="72503"/>
                  </a:lnTo>
                  <a:lnTo>
                    <a:pt x="14727" y="77002"/>
                  </a:lnTo>
                  <a:lnTo>
                    <a:pt x="11889" y="81594"/>
                  </a:lnTo>
                  <a:lnTo>
                    <a:pt x="9201" y="86275"/>
                  </a:lnTo>
                  <a:lnTo>
                    <a:pt x="6665" y="91041"/>
                  </a:lnTo>
                  <a:lnTo>
                    <a:pt x="4285" y="95886"/>
                  </a:lnTo>
                  <a:lnTo>
                    <a:pt x="2062" y="100805"/>
                  </a:lnTo>
                  <a:lnTo>
                    <a:pt x="0" y="105794"/>
                  </a:lnTo>
                  <a:lnTo>
                    <a:pt x="155493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751846" y="3710063"/>
              <a:ext cx="334329" cy="331983"/>
            </a:xfrm>
            <a:custGeom>
              <a:avLst/>
              <a:pathLst>
                <a:path w="334329" h="331983">
                  <a:moveTo>
                    <a:pt x="11671" y="103451"/>
                  </a:moveTo>
                  <a:lnTo>
                    <a:pt x="9801" y="108417"/>
                  </a:lnTo>
                  <a:lnTo>
                    <a:pt x="8090" y="113440"/>
                  </a:lnTo>
                  <a:lnTo>
                    <a:pt x="6540" y="118515"/>
                  </a:lnTo>
                  <a:lnTo>
                    <a:pt x="5151" y="123637"/>
                  </a:lnTo>
                  <a:lnTo>
                    <a:pt x="3925" y="128800"/>
                  </a:lnTo>
                  <a:lnTo>
                    <a:pt x="2864" y="134000"/>
                  </a:lnTo>
                  <a:lnTo>
                    <a:pt x="1968" y="139231"/>
                  </a:lnTo>
                  <a:lnTo>
                    <a:pt x="1239" y="144487"/>
                  </a:lnTo>
                  <a:lnTo>
                    <a:pt x="677" y="149764"/>
                  </a:lnTo>
                  <a:lnTo>
                    <a:pt x="283" y="155056"/>
                  </a:lnTo>
                  <a:lnTo>
                    <a:pt x="57" y="160358"/>
                  </a:lnTo>
                  <a:lnTo>
                    <a:pt x="0" y="165664"/>
                  </a:lnTo>
                  <a:lnTo>
                    <a:pt x="110" y="170970"/>
                  </a:lnTo>
                  <a:lnTo>
                    <a:pt x="390" y="176269"/>
                  </a:lnTo>
                  <a:lnTo>
                    <a:pt x="837" y="181557"/>
                  </a:lnTo>
                  <a:lnTo>
                    <a:pt x="1452" y="186828"/>
                  </a:lnTo>
                  <a:lnTo>
                    <a:pt x="2234" y="192077"/>
                  </a:lnTo>
                  <a:lnTo>
                    <a:pt x="3182" y="197298"/>
                  </a:lnTo>
                  <a:lnTo>
                    <a:pt x="4295" y="202487"/>
                  </a:lnTo>
                  <a:lnTo>
                    <a:pt x="5573" y="207638"/>
                  </a:lnTo>
                  <a:lnTo>
                    <a:pt x="7013" y="212745"/>
                  </a:lnTo>
                  <a:lnTo>
                    <a:pt x="8615" y="217804"/>
                  </a:lnTo>
                  <a:lnTo>
                    <a:pt x="10377" y="222810"/>
                  </a:lnTo>
                  <a:lnTo>
                    <a:pt x="12296" y="227758"/>
                  </a:lnTo>
                  <a:lnTo>
                    <a:pt x="14372" y="232642"/>
                  </a:lnTo>
                  <a:lnTo>
                    <a:pt x="16601" y="237457"/>
                  </a:lnTo>
                  <a:lnTo>
                    <a:pt x="18983" y="242200"/>
                  </a:lnTo>
                  <a:lnTo>
                    <a:pt x="21513" y="246864"/>
                  </a:lnTo>
                  <a:lnTo>
                    <a:pt x="24191" y="251446"/>
                  </a:lnTo>
                  <a:lnTo>
                    <a:pt x="27012" y="255941"/>
                  </a:lnTo>
                  <a:lnTo>
                    <a:pt x="29975" y="260343"/>
                  </a:lnTo>
                  <a:lnTo>
                    <a:pt x="33076" y="264650"/>
                  </a:lnTo>
                  <a:lnTo>
                    <a:pt x="36312" y="268855"/>
                  </a:lnTo>
                  <a:lnTo>
                    <a:pt x="39680" y="272956"/>
                  </a:lnTo>
                  <a:lnTo>
                    <a:pt x="43177" y="276948"/>
                  </a:lnTo>
                  <a:lnTo>
                    <a:pt x="46798" y="280827"/>
                  </a:lnTo>
                  <a:lnTo>
                    <a:pt x="50541" y="284590"/>
                  </a:lnTo>
                  <a:lnTo>
                    <a:pt x="54401" y="288231"/>
                  </a:lnTo>
                  <a:lnTo>
                    <a:pt x="58375" y="291748"/>
                  </a:lnTo>
                  <a:lnTo>
                    <a:pt x="62459" y="295137"/>
                  </a:lnTo>
                  <a:lnTo>
                    <a:pt x="66648" y="298395"/>
                  </a:lnTo>
                  <a:lnTo>
                    <a:pt x="70938" y="301518"/>
                  </a:lnTo>
                  <a:lnTo>
                    <a:pt x="75325" y="304504"/>
                  </a:lnTo>
                  <a:lnTo>
                    <a:pt x="79805" y="307348"/>
                  </a:lnTo>
                  <a:lnTo>
                    <a:pt x="84373" y="310049"/>
                  </a:lnTo>
                  <a:lnTo>
                    <a:pt x="89024" y="312604"/>
                  </a:lnTo>
                  <a:lnTo>
                    <a:pt x="93754" y="315010"/>
                  </a:lnTo>
                  <a:lnTo>
                    <a:pt x="98559" y="317264"/>
                  </a:lnTo>
                  <a:lnTo>
                    <a:pt x="103432" y="319365"/>
                  </a:lnTo>
                  <a:lnTo>
                    <a:pt x="108369" y="321310"/>
                  </a:lnTo>
                  <a:lnTo>
                    <a:pt x="113366" y="323098"/>
                  </a:lnTo>
                  <a:lnTo>
                    <a:pt x="118417" y="324726"/>
                  </a:lnTo>
                  <a:lnTo>
                    <a:pt x="123517" y="326192"/>
                  </a:lnTo>
                  <a:lnTo>
                    <a:pt x="128661" y="327497"/>
                  </a:lnTo>
                  <a:lnTo>
                    <a:pt x="133844" y="328637"/>
                  </a:lnTo>
                  <a:lnTo>
                    <a:pt x="139060" y="329612"/>
                  </a:lnTo>
                  <a:lnTo>
                    <a:pt x="144305" y="330421"/>
                  </a:lnTo>
                  <a:lnTo>
                    <a:pt x="149572" y="331063"/>
                  </a:lnTo>
                  <a:lnTo>
                    <a:pt x="154858" y="331538"/>
                  </a:lnTo>
                  <a:lnTo>
                    <a:pt x="160156" y="331844"/>
                  </a:lnTo>
                  <a:lnTo>
                    <a:pt x="165461" y="331983"/>
                  </a:lnTo>
                  <a:lnTo>
                    <a:pt x="170767" y="331953"/>
                  </a:lnTo>
                  <a:lnTo>
                    <a:pt x="176070" y="331754"/>
                  </a:lnTo>
                  <a:lnTo>
                    <a:pt x="181364" y="331387"/>
                  </a:lnTo>
                  <a:lnTo>
                    <a:pt x="186644" y="330853"/>
                  </a:lnTo>
                  <a:lnTo>
                    <a:pt x="191904" y="330151"/>
                  </a:lnTo>
                  <a:lnTo>
                    <a:pt x="197139" y="329282"/>
                  </a:lnTo>
                  <a:lnTo>
                    <a:pt x="202344" y="328248"/>
                  </a:lnTo>
                  <a:lnTo>
                    <a:pt x="207514" y="327049"/>
                  </a:lnTo>
                  <a:lnTo>
                    <a:pt x="212643" y="325686"/>
                  </a:lnTo>
                  <a:lnTo>
                    <a:pt x="217726" y="324162"/>
                  </a:lnTo>
                  <a:lnTo>
                    <a:pt x="222758" y="322477"/>
                  </a:lnTo>
                  <a:lnTo>
                    <a:pt x="227734" y="320633"/>
                  </a:lnTo>
                  <a:lnTo>
                    <a:pt x="232649" y="318631"/>
                  </a:lnTo>
                  <a:lnTo>
                    <a:pt x="237498" y="316475"/>
                  </a:lnTo>
                  <a:lnTo>
                    <a:pt x="242276" y="314167"/>
                  </a:lnTo>
                  <a:lnTo>
                    <a:pt x="246979" y="311707"/>
                  </a:lnTo>
                  <a:lnTo>
                    <a:pt x="251601" y="309100"/>
                  </a:lnTo>
                  <a:lnTo>
                    <a:pt x="256138" y="306347"/>
                  </a:lnTo>
                  <a:lnTo>
                    <a:pt x="260585" y="303452"/>
                  </a:lnTo>
                  <a:lnTo>
                    <a:pt x="264938" y="300417"/>
                  </a:lnTo>
                  <a:lnTo>
                    <a:pt x="269193" y="297245"/>
                  </a:lnTo>
                  <a:lnTo>
                    <a:pt x="273344" y="293940"/>
                  </a:lnTo>
                  <a:lnTo>
                    <a:pt x="277389" y="290504"/>
                  </a:lnTo>
                  <a:lnTo>
                    <a:pt x="281323" y="286942"/>
                  </a:lnTo>
                  <a:lnTo>
                    <a:pt x="285141" y="283257"/>
                  </a:lnTo>
                  <a:lnTo>
                    <a:pt x="288841" y="279453"/>
                  </a:lnTo>
                  <a:lnTo>
                    <a:pt x="292418" y="275533"/>
                  </a:lnTo>
                  <a:lnTo>
                    <a:pt x="295869" y="271502"/>
                  </a:lnTo>
                  <a:lnTo>
                    <a:pt x="299190" y="267363"/>
                  </a:lnTo>
                  <a:lnTo>
                    <a:pt x="302379" y="263120"/>
                  </a:lnTo>
                  <a:lnTo>
                    <a:pt x="305430" y="258779"/>
                  </a:lnTo>
                  <a:lnTo>
                    <a:pt x="308343" y="254343"/>
                  </a:lnTo>
                  <a:lnTo>
                    <a:pt x="311113" y="249817"/>
                  </a:lnTo>
                  <a:lnTo>
                    <a:pt x="313739" y="245205"/>
                  </a:lnTo>
                  <a:lnTo>
                    <a:pt x="316216" y="240512"/>
                  </a:lnTo>
                  <a:lnTo>
                    <a:pt x="318543" y="235743"/>
                  </a:lnTo>
                  <a:lnTo>
                    <a:pt x="320718" y="230902"/>
                  </a:lnTo>
                  <a:lnTo>
                    <a:pt x="322738" y="225995"/>
                  </a:lnTo>
                  <a:lnTo>
                    <a:pt x="324601" y="221026"/>
                  </a:lnTo>
                  <a:lnTo>
                    <a:pt x="326306" y="216000"/>
                  </a:lnTo>
                  <a:lnTo>
                    <a:pt x="327850" y="210923"/>
                  </a:lnTo>
                  <a:lnTo>
                    <a:pt x="329233" y="205800"/>
                  </a:lnTo>
                  <a:lnTo>
                    <a:pt x="330451" y="200635"/>
                  </a:lnTo>
                  <a:lnTo>
                    <a:pt x="331506" y="195434"/>
                  </a:lnTo>
                  <a:lnTo>
                    <a:pt x="332395" y="190202"/>
                  </a:lnTo>
                  <a:lnTo>
                    <a:pt x="333117" y="184945"/>
                  </a:lnTo>
                  <a:lnTo>
                    <a:pt x="333672" y="179667"/>
                  </a:lnTo>
                  <a:lnTo>
                    <a:pt x="334059" y="174375"/>
                  </a:lnTo>
                  <a:lnTo>
                    <a:pt x="334278" y="169072"/>
                  </a:lnTo>
                  <a:lnTo>
                    <a:pt x="334329" y="163766"/>
                  </a:lnTo>
                  <a:lnTo>
                    <a:pt x="334211" y="158460"/>
                  </a:lnTo>
                  <a:lnTo>
                    <a:pt x="333925" y="153161"/>
                  </a:lnTo>
                  <a:lnTo>
                    <a:pt x="333471" y="147874"/>
                  </a:lnTo>
                  <a:lnTo>
                    <a:pt x="332849" y="142604"/>
                  </a:lnTo>
                  <a:lnTo>
                    <a:pt x="332060" y="137356"/>
                  </a:lnTo>
                  <a:lnTo>
                    <a:pt x="331105" y="132136"/>
                  </a:lnTo>
                  <a:lnTo>
                    <a:pt x="329985" y="126949"/>
                  </a:lnTo>
                  <a:lnTo>
                    <a:pt x="328701" y="121800"/>
                  </a:lnTo>
                  <a:lnTo>
                    <a:pt x="327254" y="116694"/>
                  </a:lnTo>
                  <a:lnTo>
                    <a:pt x="325645" y="111637"/>
                  </a:lnTo>
                  <a:lnTo>
                    <a:pt x="323877" y="106633"/>
                  </a:lnTo>
                  <a:lnTo>
                    <a:pt x="321951" y="101689"/>
                  </a:lnTo>
                  <a:lnTo>
                    <a:pt x="319869" y="96807"/>
                  </a:lnTo>
                  <a:lnTo>
                    <a:pt x="317634" y="91995"/>
                  </a:lnTo>
                  <a:lnTo>
                    <a:pt x="315246" y="87255"/>
                  </a:lnTo>
                  <a:lnTo>
                    <a:pt x="312709" y="82594"/>
                  </a:lnTo>
                  <a:lnTo>
                    <a:pt x="310026" y="78016"/>
                  </a:lnTo>
                  <a:lnTo>
                    <a:pt x="307199" y="73525"/>
                  </a:lnTo>
                  <a:lnTo>
                    <a:pt x="304230" y="69126"/>
                  </a:lnTo>
                  <a:lnTo>
                    <a:pt x="301123" y="64824"/>
                  </a:lnTo>
                  <a:lnTo>
                    <a:pt x="297882" y="60622"/>
                  </a:lnTo>
                  <a:lnTo>
                    <a:pt x="294509" y="56526"/>
                  </a:lnTo>
                  <a:lnTo>
                    <a:pt x="291007" y="52538"/>
                  </a:lnTo>
                  <a:lnTo>
                    <a:pt x="287380" y="48664"/>
                  </a:lnTo>
                  <a:lnTo>
                    <a:pt x="283633" y="44907"/>
                  </a:lnTo>
                  <a:lnTo>
                    <a:pt x="279768" y="41270"/>
                  </a:lnTo>
                  <a:lnTo>
                    <a:pt x="275789" y="37758"/>
                  </a:lnTo>
                  <a:lnTo>
                    <a:pt x="271701" y="34374"/>
                  </a:lnTo>
                  <a:lnTo>
                    <a:pt x="267508" y="31122"/>
                  </a:lnTo>
                  <a:lnTo>
                    <a:pt x="263214" y="28004"/>
                  </a:lnTo>
                  <a:lnTo>
                    <a:pt x="258823" y="25025"/>
                  </a:lnTo>
                  <a:lnTo>
                    <a:pt x="254339" y="22186"/>
                  </a:lnTo>
                  <a:lnTo>
                    <a:pt x="249768" y="19491"/>
                  </a:lnTo>
                  <a:lnTo>
                    <a:pt x="245113" y="16942"/>
                  </a:lnTo>
                  <a:lnTo>
                    <a:pt x="240380" y="14542"/>
                  </a:lnTo>
                  <a:lnTo>
                    <a:pt x="235573" y="12294"/>
                  </a:lnTo>
                  <a:lnTo>
                    <a:pt x="230697" y="10200"/>
                  </a:lnTo>
                  <a:lnTo>
                    <a:pt x="225757" y="8261"/>
                  </a:lnTo>
                  <a:lnTo>
                    <a:pt x="220758" y="6480"/>
                  </a:lnTo>
                  <a:lnTo>
                    <a:pt x="215705" y="4859"/>
                  </a:lnTo>
                  <a:lnTo>
                    <a:pt x="210603" y="3399"/>
                  </a:lnTo>
                  <a:lnTo>
                    <a:pt x="205457" y="2101"/>
                  </a:lnTo>
                  <a:lnTo>
                    <a:pt x="200273" y="968"/>
                  </a:lnTo>
                  <a:lnTo>
                    <a:pt x="195055" y="0"/>
                  </a:lnTo>
                  <a:lnTo>
                    <a:pt x="167165" y="16482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919011" y="3707720"/>
              <a:ext cx="27890" cy="167167"/>
            </a:xfrm>
            <a:custGeom>
              <a:avLst/>
              <a:pathLst>
                <a:path w="27890" h="167167">
                  <a:moveTo>
                    <a:pt x="27890" y="2343"/>
                  </a:moveTo>
                  <a:lnTo>
                    <a:pt x="20960" y="1319"/>
                  </a:lnTo>
                  <a:lnTo>
                    <a:pt x="13994" y="586"/>
                  </a:lnTo>
                  <a:lnTo>
                    <a:pt x="7003" y="14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tx760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761" name="tx761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762" name="tx762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763" name="tx763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764" name="tx764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765" name="tx765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766" name="tx766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767" name="tx767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768" name="tx768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769" name="tx769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770" name="tx770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771" name="tx771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772" name="tx772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773" name="tx773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774" name="tx774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775" name="tx775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776" name="tx776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777" name="tx777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778" name="tx778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779" name="tx779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780" name="tx780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781" name="tx781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782" name="tx782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783" name="tx783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784" name="tx784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785" name="tx785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2025-06-06T03:07:59Z</dcterms:modified>
  <cp:category/>
</cp:coreProperties>
</file>